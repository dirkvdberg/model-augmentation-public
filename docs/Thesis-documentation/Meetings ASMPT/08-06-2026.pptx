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74"/>
  </p:notesMasterIdLst>
  <p:sldIdLst>
    <p:sldId id="257" r:id="rId2"/>
    <p:sldId id="258" r:id="rId3"/>
    <p:sldId id="457" r:id="rId4"/>
    <p:sldId id="468" r:id="rId5"/>
    <p:sldId id="409" r:id="rId6"/>
    <p:sldId id="410" r:id="rId7"/>
    <p:sldId id="469" r:id="rId8"/>
    <p:sldId id="466" r:id="rId9"/>
    <p:sldId id="264" r:id="rId10"/>
    <p:sldId id="263" r:id="rId11"/>
    <p:sldId id="498" r:id="rId12"/>
    <p:sldId id="499" r:id="rId13"/>
    <p:sldId id="279" r:id="rId14"/>
    <p:sldId id="500" r:id="rId15"/>
    <p:sldId id="275" r:id="rId16"/>
    <p:sldId id="276" r:id="rId17"/>
    <p:sldId id="277" r:id="rId18"/>
    <p:sldId id="278" r:id="rId19"/>
    <p:sldId id="280" r:id="rId20"/>
    <p:sldId id="287" r:id="rId21"/>
    <p:sldId id="501" r:id="rId22"/>
    <p:sldId id="502" r:id="rId23"/>
    <p:sldId id="503" r:id="rId24"/>
    <p:sldId id="504" r:id="rId25"/>
    <p:sldId id="474" r:id="rId26"/>
    <p:sldId id="476" r:id="rId27"/>
    <p:sldId id="477" r:id="rId28"/>
    <p:sldId id="478" r:id="rId29"/>
    <p:sldId id="480" r:id="rId30"/>
    <p:sldId id="479" r:id="rId31"/>
    <p:sldId id="265" r:id="rId32"/>
    <p:sldId id="266" r:id="rId33"/>
    <p:sldId id="267" r:id="rId34"/>
    <p:sldId id="268" r:id="rId35"/>
    <p:sldId id="270" r:id="rId36"/>
    <p:sldId id="272" r:id="rId37"/>
    <p:sldId id="273" r:id="rId38"/>
    <p:sldId id="274" r:id="rId39"/>
    <p:sldId id="271" r:id="rId40"/>
    <p:sldId id="260" r:id="rId41"/>
    <p:sldId id="269" r:id="rId42"/>
    <p:sldId id="481" r:id="rId43"/>
    <p:sldId id="482" r:id="rId44"/>
    <p:sldId id="483" r:id="rId45"/>
    <p:sldId id="490" r:id="rId46"/>
    <p:sldId id="492" r:id="rId47"/>
    <p:sldId id="491" r:id="rId48"/>
    <p:sldId id="493" r:id="rId49"/>
    <p:sldId id="494" r:id="rId50"/>
    <p:sldId id="495" r:id="rId51"/>
    <p:sldId id="496" r:id="rId52"/>
    <p:sldId id="497" r:id="rId53"/>
    <p:sldId id="484" r:id="rId54"/>
    <p:sldId id="485" r:id="rId55"/>
    <p:sldId id="486" r:id="rId56"/>
    <p:sldId id="488" r:id="rId57"/>
    <p:sldId id="487" r:id="rId58"/>
    <p:sldId id="261" r:id="rId59"/>
    <p:sldId id="475" r:id="rId60"/>
    <p:sldId id="505" r:id="rId61"/>
    <p:sldId id="508" r:id="rId62"/>
    <p:sldId id="507" r:id="rId63"/>
    <p:sldId id="509" r:id="rId64"/>
    <p:sldId id="506" r:id="rId65"/>
    <p:sldId id="510" r:id="rId66"/>
    <p:sldId id="511" r:id="rId67"/>
    <p:sldId id="512" r:id="rId68"/>
    <p:sldId id="513" r:id="rId69"/>
    <p:sldId id="514" r:id="rId70"/>
    <p:sldId id="516" r:id="rId71"/>
    <p:sldId id="517" r:id="rId72"/>
    <p:sldId id="515" r:id="rId7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DBA09-08DF-4357-99C4-C794E837DCF1}" v="1" dt="2026-06-11T07:56:50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8935" autoAdjust="0"/>
  </p:normalViewPr>
  <p:slideViewPr>
    <p:cSldViewPr snapToGrid="0">
      <p:cViewPr varScale="1">
        <p:scale>
          <a:sx n="65" d="100"/>
          <a:sy n="65" d="100"/>
        </p:scale>
        <p:origin x="1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11T08:16:39.420" v="3889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6-08T07:53:35.352" v="2705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08T07:16:23.933" v="2074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08T07:53:35.352" v="2705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delSp modSp mod">
        <pc:chgData name="Berg, Dirk van den" userId="035ecb32-01d9-4b47-a105-eacf059a4647" providerId="ADAL" clId="{F7FF961E-CF96-44AC-93C2-93612F62D46D}" dt="2026-06-08T07:41:08.235" v="2344" actId="5793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08T07:41:08.235" v="2344" actId="5793"/>
          <ac:spMkLst>
            <pc:docMk/>
            <pc:sldMk cId="1617226886" sldId="258"/>
            <ac:spMk id="3" creationId="{1B16F991-22E1-98ED-FDA2-6483679AE450}"/>
          </ac:spMkLst>
        </pc:spChg>
      </pc:sldChg>
      <pc:sldChg chg="mod modShow">
        <pc:chgData name="Berg, Dirk van den" userId="035ecb32-01d9-4b47-a105-eacf059a4647" providerId="ADAL" clId="{F7FF961E-CF96-44AC-93C2-93612F62D46D}" dt="2026-06-01T07:50:54.836" v="1471" actId="729"/>
        <pc:sldMkLst>
          <pc:docMk/>
          <pc:sldMk cId="2175299465" sldId="260"/>
        </pc:sldMkLst>
      </pc:sldChg>
      <pc:sldChg chg="modSp add mod">
        <pc:chgData name="Berg, Dirk van den" userId="035ecb32-01d9-4b47-a105-eacf059a4647" providerId="ADAL" clId="{F7FF961E-CF96-44AC-93C2-93612F62D46D}" dt="2026-06-08T07:51:48.256" v="2533" actId="20577"/>
        <pc:sldMkLst>
          <pc:docMk/>
          <pc:sldMk cId="1644103483" sldId="261"/>
        </pc:sldMkLst>
        <pc:spChg chg="mod">
          <ac:chgData name="Berg, Dirk van den" userId="035ecb32-01d9-4b47-a105-eacf059a4647" providerId="ADAL" clId="{F7FF961E-CF96-44AC-93C2-93612F62D46D}" dt="2026-06-08T07:51:48.256" v="2533" actId="20577"/>
          <ac:spMkLst>
            <pc:docMk/>
            <pc:sldMk cId="1644103483" sldId="261"/>
            <ac:spMk id="3" creationId="{E47102AD-2110-0E10-35E2-1C476B0C66B2}"/>
          </ac:spMkLst>
        </pc:spChg>
      </pc:sldChg>
      <pc:sldChg chg="add">
        <pc:chgData name="Berg, Dirk van den" userId="035ecb32-01d9-4b47-a105-eacf059a4647" providerId="ADAL" clId="{F7FF961E-CF96-44AC-93C2-93612F62D46D}" dt="2026-06-08T07:40:13.265" v="2341"/>
        <pc:sldMkLst>
          <pc:docMk/>
          <pc:sldMk cId="4192017728" sldId="263"/>
        </pc:sldMkLst>
      </pc:sldChg>
      <pc:sldChg chg="add">
        <pc:chgData name="Berg, Dirk van den" userId="035ecb32-01d9-4b47-a105-eacf059a4647" providerId="ADAL" clId="{F7FF961E-CF96-44AC-93C2-93612F62D46D}" dt="2026-06-08T07:40:13.265" v="2341"/>
        <pc:sldMkLst>
          <pc:docMk/>
          <pc:sldMk cId="331885402" sldId="264"/>
        </pc:sldMkLst>
      </pc:sldChg>
      <pc:sldChg chg="modSp new mod modShow">
        <pc:chgData name="Berg, Dirk van den" userId="035ecb32-01d9-4b47-a105-eacf059a4647" providerId="ADAL" clId="{F7FF961E-CF96-44AC-93C2-93612F62D46D}" dt="2026-06-01T07:58:14.984" v="1548" actId="729"/>
        <pc:sldMkLst>
          <pc:docMk/>
          <pc:sldMk cId="2656203502" sldId="265"/>
        </pc:sldMkLst>
        <pc:spChg chg="mod">
          <ac:chgData name="Berg, Dirk van den" userId="035ecb32-01d9-4b47-a105-eacf059a4647" providerId="ADAL" clId="{F7FF961E-CF96-44AC-93C2-93612F62D46D}" dt="2026-05-31T12:32:42.490" v="199" actId="5793"/>
          <ac:spMkLst>
            <pc:docMk/>
            <pc:sldMk cId="2656203502" sldId="265"/>
            <ac:spMk id="3" creationId="{F708C72E-3F39-82FE-722E-9CEF72691EC6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8:14.984" v="1548" actId="729"/>
        <pc:sldMkLst>
          <pc:docMk/>
          <pc:sldMk cId="4060884155" sldId="266"/>
        </pc:sldMkLst>
        <pc:spChg chg="mod">
          <ac:chgData name="Berg, Dirk van den" userId="035ecb32-01d9-4b47-a105-eacf059a4647" providerId="ADAL" clId="{F7FF961E-CF96-44AC-93C2-93612F62D46D}" dt="2026-05-31T12:39:14.790" v="235" actId="20577"/>
          <ac:spMkLst>
            <pc:docMk/>
            <pc:sldMk cId="4060884155" sldId="266"/>
            <ac:spMk id="3" creationId="{BAE32992-3672-5A8F-DBDD-8969CACDDB35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1:29.531" v="1476" actId="729"/>
        <pc:sldMkLst>
          <pc:docMk/>
          <pc:sldMk cId="3581918075" sldId="267"/>
        </pc:sldMkLst>
        <pc:spChg chg="mod">
          <ac:chgData name="Berg, Dirk van den" userId="035ecb32-01d9-4b47-a105-eacf059a4647" providerId="ADAL" clId="{F7FF961E-CF96-44AC-93C2-93612F62D46D}" dt="2026-05-31T16:23:10.080" v="242" actId="27636"/>
          <ac:spMkLst>
            <pc:docMk/>
            <pc:sldMk cId="3581918075" sldId="267"/>
            <ac:spMk id="3" creationId="{83BA3772-A708-9004-94ED-AD9660EB3DA6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8422073" sldId="268"/>
        </pc:sldMkLst>
        <pc:spChg chg="mod">
          <ac:chgData name="Berg, Dirk van den" userId="035ecb32-01d9-4b47-a105-eacf059a4647" providerId="ADAL" clId="{F7FF961E-CF96-44AC-93C2-93612F62D46D}" dt="2026-05-31T16:56:47.631" v="244"/>
          <ac:spMkLst>
            <pc:docMk/>
            <pc:sldMk cId="8422073" sldId="268"/>
            <ac:spMk id="3" creationId="{333792C3-B2E1-7E53-B510-3039BC1CEB2A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0:51.889" v="1470" actId="729"/>
        <pc:sldMkLst>
          <pc:docMk/>
          <pc:sldMk cId="2434104245" sldId="269"/>
        </pc:sldMkLst>
        <pc:spChg chg="mod">
          <ac:chgData name="Berg, Dirk van den" userId="035ecb32-01d9-4b47-a105-eacf059a4647" providerId="ADAL" clId="{F7FF961E-CF96-44AC-93C2-93612F62D46D}" dt="2026-05-31T17:46:25.277" v="285" actId="20577"/>
          <ac:spMkLst>
            <pc:docMk/>
            <pc:sldMk cId="2434104245" sldId="269"/>
            <ac:spMk id="2" creationId="{BCF055FC-892F-E27B-A32A-81B92A5D3854}"/>
          </ac:spMkLst>
        </pc:spChg>
        <pc:spChg chg="mod">
          <ac:chgData name="Berg, Dirk van den" userId="035ecb32-01d9-4b47-a105-eacf059a4647" providerId="ADAL" clId="{F7FF961E-CF96-44AC-93C2-93612F62D46D}" dt="2026-06-01T07:09:48.835" v="1187" actId="20577"/>
          <ac:spMkLst>
            <pc:docMk/>
            <pc:sldMk cId="2434104245" sldId="269"/>
            <ac:spMk id="3" creationId="{F7632E76-A473-BFD0-ABEB-75A49A7CDB23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4253520138" sldId="270"/>
        </pc:sldMkLst>
        <pc:spChg chg="mod">
          <ac:chgData name="Berg, Dirk van den" userId="035ecb32-01d9-4b47-a105-eacf059a4647" providerId="ADAL" clId="{F7FF961E-CF96-44AC-93C2-93612F62D46D}" dt="2026-05-31T19:19:22.513" v="463"/>
          <ac:spMkLst>
            <pc:docMk/>
            <pc:sldMk cId="4253520138" sldId="270"/>
            <ac:spMk id="3" creationId="{E8209C9C-3DDB-2E88-2445-8210DAEDF4AE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0:58.439" v="1472" actId="729"/>
        <pc:sldMkLst>
          <pc:docMk/>
          <pc:sldMk cId="2973177290" sldId="271"/>
        </pc:sldMkLst>
        <pc:spChg chg="mod">
          <ac:chgData name="Berg, Dirk van den" userId="035ecb32-01d9-4b47-a105-eacf059a4647" providerId="ADAL" clId="{F7FF961E-CF96-44AC-93C2-93612F62D46D}" dt="2026-05-31T19:12:01.506" v="418" actId="20577"/>
          <ac:spMkLst>
            <pc:docMk/>
            <pc:sldMk cId="2973177290" sldId="271"/>
            <ac:spMk id="2" creationId="{5396D566-C799-71A5-2D6F-A20DB4ADA9DC}"/>
          </ac:spMkLst>
        </pc:spChg>
        <pc:spChg chg="mod">
          <ac:chgData name="Berg, Dirk van den" userId="035ecb32-01d9-4b47-a105-eacf059a4647" providerId="ADAL" clId="{F7FF961E-CF96-44AC-93C2-93612F62D46D}" dt="2026-05-31T19:12:14.740" v="460" actId="20577"/>
          <ac:spMkLst>
            <pc:docMk/>
            <pc:sldMk cId="2973177290" sldId="271"/>
            <ac:spMk id="3" creationId="{F7951994-1452-B87E-C0AF-41EE356B5A8A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536872146" sldId="272"/>
        </pc:sldMkLst>
        <pc:spChg chg="mod">
          <ac:chgData name="Berg, Dirk van den" userId="035ecb32-01d9-4b47-a105-eacf059a4647" providerId="ADAL" clId="{F7FF961E-CF96-44AC-93C2-93612F62D46D}" dt="2026-05-31T19:20:40.412" v="575" actId="20577"/>
          <ac:spMkLst>
            <pc:docMk/>
            <pc:sldMk cId="536872146" sldId="272"/>
            <ac:spMk id="3" creationId="{8E1338A9-5DEF-8B7F-5618-9B9F3239FB56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2391970750" sldId="273"/>
        </pc:sldMkLst>
        <pc:spChg chg="mod">
          <ac:chgData name="Berg, Dirk van den" userId="035ecb32-01d9-4b47-a105-eacf059a4647" providerId="ADAL" clId="{F7FF961E-CF96-44AC-93C2-93612F62D46D}" dt="2026-05-31T19:29:04.932" v="718" actId="20577"/>
          <ac:spMkLst>
            <pc:docMk/>
            <pc:sldMk cId="2391970750" sldId="273"/>
            <ac:spMk id="3" creationId="{7F9336B2-5576-433F-BA68-A42C39E4DBED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01T07:51:08.121" v="1474" actId="1076"/>
        <pc:sldMkLst>
          <pc:docMk/>
          <pc:sldMk cId="3859296791" sldId="274"/>
        </pc:sldMkLst>
        <pc:spChg chg="add mod">
          <ac:chgData name="Berg, Dirk van den" userId="035ecb32-01d9-4b47-a105-eacf059a4647" providerId="ADAL" clId="{F7FF961E-CF96-44AC-93C2-93612F62D46D}" dt="2026-06-01T07:51:08.121" v="1474" actId="1076"/>
          <ac:spMkLst>
            <pc:docMk/>
            <pc:sldMk cId="3859296791" sldId="274"/>
            <ac:spMk id="7" creationId="{D785D40D-8FC4-DE28-0520-0399FEB640FC}"/>
          </ac:spMkLst>
        </pc:spChg>
        <pc:picChg chg="add mod">
          <ac:chgData name="Berg, Dirk van den" userId="035ecb32-01d9-4b47-a105-eacf059a4647" providerId="ADAL" clId="{F7FF961E-CF96-44AC-93C2-93612F62D46D}" dt="2026-05-31T19:49:33.893" v="723" actId="1076"/>
          <ac:picMkLst>
            <pc:docMk/>
            <pc:sldMk cId="3859296791" sldId="274"/>
            <ac:picMk id="5" creationId="{522484D1-BB88-9D69-691D-C1DAE924AFD3}"/>
          </ac:picMkLst>
        </pc:picChg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1760715439" sldId="275"/>
        </pc:sldMkLst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3406214909" sldId="276"/>
        </pc:sldMkLst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2564407024" sldId="277"/>
        </pc:sldMkLst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3018572619" sldId="278"/>
        </pc:sldMkLst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3803056381" sldId="279"/>
        </pc:sldMkLst>
      </pc:sldChg>
      <pc:sldChg chg="modSp add mod">
        <pc:chgData name="Berg, Dirk van den" userId="035ecb32-01d9-4b47-a105-eacf059a4647" providerId="ADAL" clId="{F7FF961E-CF96-44AC-93C2-93612F62D46D}" dt="2026-06-08T07:43:45.386" v="2441" actId="20577"/>
        <pc:sldMkLst>
          <pc:docMk/>
          <pc:sldMk cId="3811213491" sldId="280"/>
        </pc:sldMkLst>
        <pc:spChg chg="mod">
          <ac:chgData name="Berg, Dirk van den" userId="035ecb32-01d9-4b47-a105-eacf059a4647" providerId="ADAL" clId="{F7FF961E-CF96-44AC-93C2-93612F62D46D}" dt="2026-06-08T07:43:45.386" v="2441" actId="20577"/>
          <ac:spMkLst>
            <pc:docMk/>
            <pc:sldMk cId="3811213491" sldId="280"/>
            <ac:spMk id="3" creationId="{C453F736-7404-A0CE-DF24-36E55D470EAF}"/>
          </ac:spMkLst>
        </pc:spChg>
        <pc:picChg chg="mod">
          <ac:chgData name="Berg, Dirk van den" userId="035ecb32-01d9-4b47-a105-eacf059a4647" providerId="ADAL" clId="{F7FF961E-CF96-44AC-93C2-93612F62D46D}" dt="2026-06-08T07:43:04.423" v="2346" actId="1076"/>
          <ac:picMkLst>
            <pc:docMk/>
            <pc:sldMk cId="3811213491" sldId="280"/>
            <ac:picMk id="5" creationId="{A183CC4F-4C9A-2253-05B8-ACC0AE897F45}"/>
          </ac:picMkLst>
        </pc:picChg>
      </pc:sldChg>
      <pc:sldChg chg="add mod modShow">
        <pc:chgData name="Berg, Dirk van den" userId="035ecb32-01d9-4b47-a105-eacf059a4647" providerId="ADAL" clId="{F7FF961E-CF96-44AC-93C2-93612F62D46D}" dt="2026-06-08T07:44:09.179" v="2442" actId="729"/>
        <pc:sldMkLst>
          <pc:docMk/>
          <pc:sldMk cId="233760657" sldId="287"/>
        </pc:sldMkLst>
      </pc:sldChg>
      <pc:sldChg chg="add mod modShow">
        <pc:chgData name="Berg, Dirk van den" userId="035ecb32-01d9-4b47-a105-eacf059a4647" providerId="ADAL" clId="{F7FF961E-CF96-44AC-93C2-93612F62D46D}" dt="2026-06-08T07:37:59.819" v="2338" actId="729"/>
        <pc:sldMkLst>
          <pc:docMk/>
          <pc:sldMk cId="2112139329" sldId="409"/>
        </pc:sldMkLst>
      </pc:sldChg>
      <pc:sldChg chg="add mod modShow">
        <pc:chgData name="Berg, Dirk van den" userId="035ecb32-01d9-4b47-a105-eacf059a4647" providerId="ADAL" clId="{F7FF961E-CF96-44AC-93C2-93612F62D46D}" dt="2026-06-08T07:37:59.819" v="2338" actId="729"/>
        <pc:sldMkLst>
          <pc:docMk/>
          <pc:sldMk cId="4127140620" sldId="410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205556035" sldId="457"/>
        </pc:sldMkLst>
      </pc:sldChg>
      <pc:sldChg chg="add">
        <pc:chgData name="Berg, Dirk van den" userId="035ecb32-01d9-4b47-a105-eacf059a4647" providerId="ADAL" clId="{F7FF961E-CF96-44AC-93C2-93612F62D46D}" dt="2026-06-08T07:40:13.265" v="2341"/>
        <pc:sldMkLst>
          <pc:docMk/>
          <pc:sldMk cId="3829422185" sldId="466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1330280161" sldId="468"/>
        </pc:sldMkLst>
      </pc:sldChg>
      <pc:sldChg chg="add mod modShow">
        <pc:chgData name="Berg, Dirk van den" userId="035ecb32-01d9-4b47-a105-eacf059a4647" providerId="ADAL" clId="{F7FF961E-CF96-44AC-93C2-93612F62D46D}" dt="2026-06-08T07:37:59.819" v="2338" actId="729"/>
        <pc:sldMkLst>
          <pc:docMk/>
          <pc:sldMk cId="827937325" sldId="469"/>
        </pc:sldMkLst>
      </pc:sldChg>
      <pc:sldChg chg="mo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4160908475" sldId="474"/>
        </pc:sldMkLst>
        <pc:spChg chg="mod">
          <ac:chgData name="Berg, Dirk van den" userId="035ecb32-01d9-4b47-a105-eacf059a4647" providerId="ADAL" clId="{F7FF961E-CF96-44AC-93C2-93612F62D46D}" dt="2026-06-01T07:02:27.985" v="1052" actId="20577"/>
          <ac:spMkLst>
            <pc:docMk/>
            <pc:sldMk cId="4160908475" sldId="474"/>
            <ac:spMk id="3" creationId="{C9BA718F-9D2B-CB07-3CC5-3C89011878E8}"/>
          </ac:spMkLst>
        </pc:spChg>
      </pc:sldChg>
      <pc:sldChg chg="add">
        <pc:chgData name="Berg, Dirk van den" userId="035ecb32-01d9-4b47-a105-eacf059a4647" providerId="ADAL" clId="{F7FF961E-CF96-44AC-93C2-93612F62D46D}" dt="2026-06-08T07:50:26.412" v="2464"/>
        <pc:sldMkLst>
          <pc:docMk/>
          <pc:sldMk cId="2463227767" sldId="475"/>
        </pc:sldMkLst>
      </pc:sldChg>
      <pc:sldChg chg="mo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1236637977" sldId="476"/>
        </pc:sldMkLst>
        <pc:spChg chg="mod">
          <ac:chgData name="Berg, Dirk van den" userId="035ecb32-01d9-4b47-a105-eacf059a4647" providerId="ADAL" clId="{F7FF961E-CF96-44AC-93C2-93612F62D46D}" dt="2026-06-01T07:40:01.012" v="1340" actId="20577"/>
          <ac:spMkLst>
            <pc:docMk/>
            <pc:sldMk cId="1236637977" sldId="476"/>
            <ac:spMk id="2" creationId="{85979EE1-400F-6944-6CB7-4C4AB61B245B}"/>
          </ac:spMkLst>
        </pc:spChg>
        <pc:spChg chg="mod">
          <ac:chgData name="Berg, Dirk van den" userId="035ecb32-01d9-4b47-a105-eacf059a4647" providerId="ADAL" clId="{F7FF961E-CF96-44AC-93C2-93612F62D46D}" dt="2026-06-01T07:47:19.476" v="1464"/>
          <ac:spMkLst>
            <pc:docMk/>
            <pc:sldMk cId="1236637977" sldId="476"/>
            <ac:spMk id="3" creationId="{D97660AD-73CB-2AF9-3BF0-AA173F732F64}"/>
          </ac:spMkLst>
        </pc:spChg>
      </pc:sldChg>
      <pc:sldChg chg="ad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1798740889" sldId="477"/>
        </pc:sldMkLst>
        <pc:picChg chg="add">
          <ac:chgData name="Berg, Dirk van den" userId="035ecb32-01d9-4b47-a105-eacf059a4647" providerId="ADAL" clId="{F7FF961E-CF96-44AC-93C2-93612F62D46D}" dt="2026-06-01T07:55:54.613" v="1478" actId="22"/>
          <ac:picMkLst>
            <pc:docMk/>
            <pc:sldMk cId="1798740889" sldId="477"/>
            <ac:picMk id="5" creationId="{021F54E1-CA9F-27B3-5179-C5AA41DEBF23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560933471" sldId="478"/>
        </pc:sldMkLst>
        <pc:picChg chg="add">
          <ac:chgData name="Berg, Dirk van den" userId="035ecb32-01d9-4b47-a105-eacf059a4647" providerId="ADAL" clId="{F7FF961E-CF96-44AC-93C2-93612F62D46D}" dt="2026-06-01T07:56:21.480" v="1480" actId="22"/>
          <ac:picMkLst>
            <pc:docMk/>
            <pc:sldMk cId="560933471" sldId="478"/>
            <ac:picMk id="5" creationId="{F82BB365-2758-0C98-6C25-AFF86638D180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2024068715" sldId="479"/>
        </pc:sldMkLst>
        <pc:spChg chg="mod">
          <ac:chgData name="Berg, Dirk van den" userId="035ecb32-01d9-4b47-a105-eacf059a4647" providerId="ADAL" clId="{F7FF961E-CF96-44AC-93C2-93612F62D46D}" dt="2026-06-01T07:58:06.051" v="1546" actId="1076"/>
          <ac:spMkLst>
            <pc:docMk/>
            <pc:sldMk cId="2024068715" sldId="479"/>
            <ac:spMk id="3" creationId="{4ED8C404-4341-E0C7-3A7B-5702AFC237F0}"/>
          </ac:spMkLst>
        </pc:spChg>
        <pc:picChg chg="add mod">
          <ac:chgData name="Berg, Dirk van den" userId="035ecb32-01d9-4b47-a105-eacf059a4647" providerId="ADAL" clId="{F7FF961E-CF96-44AC-93C2-93612F62D46D}" dt="2026-06-01T07:58:08.121" v="1547" actId="1076"/>
          <ac:picMkLst>
            <pc:docMk/>
            <pc:sldMk cId="2024068715" sldId="479"/>
            <ac:picMk id="5" creationId="{E03F537D-5A8D-F6B5-F452-D47B9E9249AF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6-08T07:44:35.943" v="2443" actId="729"/>
        <pc:sldMkLst>
          <pc:docMk/>
          <pc:sldMk cId="3904044793" sldId="480"/>
        </pc:sldMkLst>
        <pc:picChg chg="add">
          <ac:chgData name="Berg, Dirk van den" userId="035ecb32-01d9-4b47-a105-eacf059a4647" providerId="ADAL" clId="{F7FF961E-CF96-44AC-93C2-93612F62D46D}" dt="2026-06-01T07:59:56.352" v="1550" actId="22"/>
          <ac:picMkLst>
            <pc:docMk/>
            <pc:sldMk cId="3904044793" sldId="480"/>
            <ac:picMk id="5" creationId="{62BC80DE-92DD-5839-BE1F-2125542D6D25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08T07:44:46.910" v="2444" actId="729"/>
        <pc:sldMkLst>
          <pc:docMk/>
          <pc:sldMk cId="3711454994" sldId="481"/>
        </pc:sldMkLst>
        <pc:spChg chg="mod">
          <ac:chgData name="Berg, Dirk van den" userId="035ecb32-01d9-4b47-a105-eacf059a4647" providerId="ADAL" clId="{F7FF961E-CF96-44AC-93C2-93612F62D46D}" dt="2026-06-04T13:09:24.532" v="1635" actId="20577"/>
          <ac:spMkLst>
            <pc:docMk/>
            <pc:sldMk cId="3711454994" sldId="481"/>
            <ac:spMk id="3" creationId="{081F6C75-9B34-56D5-BD13-7E01071E1C43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8T07:44:46.910" v="2444" actId="729"/>
        <pc:sldMkLst>
          <pc:docMk/>
          <pc:sldMk cId="3203770495" sldId="482"/>
        </pc:sldMkLst>
        <pc:spChg chg="mod">
          <ac:chgData name="Berg, Dirk van den" userId="035ecb32-01d9-4b47-a105-eacf059a4647" providerId="ADAL" clId="{F7FF961E-CF96-44AC-93C2-93612F62D46D}" dt="2026-06-05T12:56:24.701" v="1684" actId="20577"/>
          <ac:spMkLst>
            <pc:docMk/>
            <pc:sldMk cId="3203770495" sldId="482"/>
            <ac:spMk id="3" creationId="{72435474-BE65-362B-199E-171C2D8BC391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8T07:44:46.910" v="2444" actId="729"/>
        <pc:sldMkLst>
          <pc:docMk/>
          <pc:sldMk cId="779402017" sldId="483"/>
        </pc:sldMkLst>
        <pc:spChg chg="mod">
          <ac:chgData name="Berg, Dirk van den" userId="035ecb32-01d9-4b47-a105-eacf059a4647" providerId="ADAL" clId="{F7FF961E-CF96-44AC-93C2-93612F62D46D}" dt="2026-06-05T12:56:31.747" v="1698" actId="20577"/>
          <ac:spMkLst>
            <pc:docMk/>
            <pc:sldMk cId="779402017" sldId="483"/>
            <ac:spMk id="3" creationId="{F809EEDE-5EEA-DA67-C3EF-0614C270155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08T07:31:24.388" v="2211"/>
        <pc:sldMkLst>
          <pc:docMk/>
          <pc:sldMk cId="1703754582" sldId="484"/>
        </pc:sldMkLst>
        <pc:spChg chg="add mod">
          <ac:chgData name="Berg, Dirk van den" userId="035ecb32-01d9-4b47-a105-eacf059a4647" providerId="ADAL" clId="{F7FF961E-CF96-44AC-93C2-93612F62D46D}" dt="2026-06-08T07:31:24.388" v="2211"/>
          <ac:spMkLst>
            <pc:docMk/>
            <pc:sldMk cId="1703754582" sldId="484"/>
            <ac:spMk id="3" creationId="{6454F4AE-2C98-A117-CD2F-4EA49F8B6D39}"/>
          </ac:spMkLst>
        </pc:spChg>
        <pc:picChg chg="add mod">
          <ac:chgData name="Berg, Dirk van den" userId="035ecb32-01d9-4b47-a105-eacf059a4647" providerId="ADAL" clId="{F7FF961E-CF96-44AC-93C2-93612F62D46D}" dt="2026-06-08T07:30:16.444" v="2103" actId="1076"/>
          <ac:picMkLst>
            <pc:docMk/>
            <pc:sldMk cId="1703754582" sldId="484"/>
            <ac:picMk id="9" creationId="{B8AB1A6E-486E-E06D-0695-414C6382EC71}"/>
          </ac:picMkLst>
        </pc:picChg>
      </pc:sldChg>
      <pc:sldChg chg="addSp modSp add mod ord">
        <pc:chgData name="Berg, Dirk van den" userId="035ecb32-01d9-4b47-a105-eacf059a4647" providerId="ADAL" clId="{F7FF961E-CF96-44AC-93C2-93612F62D46D}" dt="2026-06-08T07:23:36.042" v="2090" actId="1076"/>
        <pc:sldMkLst>
          <pc:docMk/>
          <pc:sldMk cId="1171621892" sldId="485"/>
        </pc:sldMkLst>
        <pc:picChg chg="add mod">
          <ac:chgData name="Berg, Dirk van den" userId="035ecb32-01d9-4b47-a105-eacf059a4647" providerId="ADAL" clId="{F7FF961E-CF96-44AC-93C2-93612F62D46D}" dt="2026-06-08T07:23:36.042" v="2090" actId="1076"/>
          <ac:picMkLst>
            <pc:docMk/>
            <pc:sldMk cId="1171621892" sldId="485"/>
            <ac:picMk id="4" creationId="{07E47495-0C34-3ED2-B533-D44EED125AFA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6-08T07:19:52.847" v="2081" actId="1076"/>
        <pc:sldMkLst>
          <pc:docMk/>
          <pc:sldMk cId="2947927568" sldId="486"/>
        </pc:sldMkLst>
        <pc:picChg chg="add mod">
          <ac:chgData name="Berg, Dirk van den" userId="035ecb32-01d9-4b47-a105-eacf059a4647" providerId="ADAL" clId="{F7FF961E-CF96-44AC-93C2-93612F62D46D}" dt="2026-06-08T07:19:52.847" v="2081" actId="1076"/>
          <ac:picMkLst>
            <pc:docMk/>
            <pc:sldMk cId="2947927568" sldId="486"/>
            <ac:picMk id="4" creationId="{474B02A2-742A-9F9B-B5F4-211B4282AA04}"/>
          </ac:picMkLst>
        </pc:picChg>
      </pc:sldChg>
      <pc:sldChg chg="addSp modSp add mod modShow">
        <pc:chgData name="Berg, Dirk van den" userId="035ecb32-01d9-4b47-a105-eacf059a4647" providerId="ADAL" clId="{F7FF961E-CF96-44AC-93C2-93612F62D46D}" dt="2026-06-08T07:58:04.210" v="2706" actId="729"/>
        <pc:sldMkLst>
          <pc:docMk/>
          <pc:sldMk cId="2103961161" sldId="487"/>
        </pc:sldMkLst>
        <pc:picChg chg="add mod">
          <ac:chgData name="Berg, Dirk van den" userId="035ecb32-01d9-4b47-a105-eacf059a4647" providerId="ADAL" clId="{F7FF961E-CF96-44AC-93C2-93612F62D46D}" dt="2026-06-08T07:34:53.975" v="2213"/>
          <ac:picMkLst>
            <pc:docMk/>
            <pc:sldMk cId="2103961161" sldId="487"/>
            <ac:picMk id="4" creationId="{3AC467D3-0C78-3C49-9988-1C8B46BEEFD0}"/>
          </ac:picMkLst>
        </pc:picChg>
      </pc:sldChg>
      <pc:sldChg chg="addSp modSp add mod ord modShow">
        <pc:chgData name="Berg, Dirk van den" userId="035ecb32-01d9-4b47-a105-eacf059a4647" providerId="ADAL" clId="{F7FF961E-CF96-44AC-93C2-93612F62D46D}" dt="2026-06-08T07:58:04.210" v="2706" actId="729"/>
        <pc:sldMkLst>
          <pc:docMk/>
          <pc:sldMk cId="3410150892" sldId="488"/>
        </pc:sldMkLst>
        <pc:picChg chg="add mod">
          <ac:chgData name="Berg, Dirk van den" userId="035ecb32-01d9-4b47-a105-eacf059a4647" providerId="ADAL" clId="{F7FF961E-CF96-44AC-93C2-93612F62D46D}" dt="2026-06-08T07:35:25.752" v="2217"/>
          <ac:picMkLst>
            <pc:docMk/>
            <pc:sldMk cId="3410150892" sldId="488"/>
            <ac:picMk id="4" creationId="{5E723B7D-C560-17F4-A5B8-BC6706770147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08T07:44:50.954" v="2445" actId="729"/>
        <pc:sldMkLst>
          <pc:docMk/>
          <pc:sldMk cId="1348291740" sldId="490"/>
        </pc:sldMkLst>
        <pc:spChg chg="mod">
          <ac:chgData name="Berg, Dirk van den" userId="035ecb32-01d9-4b47-a105-eacf059a4647" providerId="ADAL" clId="{F7FF961E-CF96-44AC-93C2-93612F62D46D}" dt="2026-06-08T06:30:48.521" v="1795" actId="20577"/>
          <ac:spMkLst>
            <pc:docMk/>
            <pc:sldMk cId="1348291740" sldId="490"/>
            <ac:spMk id="3" creationId="{CFAB9F75-51AE-7938-55C0-DE81CE10F148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08T07:44:58.480" v="2447" actId="729"/>
        <pc:sldMkLst>
          <pc:docMk/>
          <pc:sldMk cId="2747976521" sldId="491"/>
        </pc:sldMkLst>
        <pc:spChg chg="mod">
          <ac:chgData name="Berg, Dirk van den" userId="035ecb32-01d9-4b47-a105-eacf059a4647" providerId="ADAL" clId="{F7FF961E-CF96-44AC-93C2-93612F62D46D}" dt="2026-06-08T06:34:42.786" v="1812" actId="20577"/>
          <ac:spMkLst>
            <pc:docMk/>
            <pc:sldMk cId="2747976521" sldId="491"/>
            <ac:spMk id="3" creationId="{DF37C403-F104-3A3F-FC16-2384F026F839}"/>
          </ac:spMkLst>
        </pc:spChg>
        <pc:spChg chg="add mod">
          <ac:chgData name="Berg, Dirk van den" userId="035ecb32-01d9-4b47-a105-eacf059a4647" providerId="ADAL" clId="{F7FF961E-CF96-44AC-93C2-93612F62D46D}" dt="2026-06-08T06:36:09.791" v="1885" actId="1076"/>
          <ac:spMkLst>
            <pc:docMk/>
            <pc:sldMk cId="2747976521" sldId="491"/>
            <ac:spMk id="5" creationId="{A64F6C1A-04F4-88F2-EB19-52C217A5C13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8T07:44:52.950" v="2446" actId="729"/>
        <pc:sldMkLst>
          <pc:docMk/>
          <pc:sldMk cId="1100694694" sldId="492"/>
        </pc:sldMkLst>
        <pc:spChg chg="mod">
          <ac:chgData name="Berg, Dirk van den" userId="035ecb32-01d9-4b47-a105-eacf059a4647" providerId="ADAL" clId="{F7FF961E-CF96-44AC-93C2-93612F62D46D}" dt="2026-06-08T06:35:00.595" v="1883" actId="20577"/>
          <ac:spMkLst>
            <pc:docMk/>
            <pc:sldMk cId="1100694694" sldId="492"/>
            <ac:spMk id="3" creationId="{BB1908BF-4061-39A5-2750-C46C61D1A67F}"/>
          </ac:spMkLst>
        </pc:spChg>
      </pc:sldChg>
      <pc:sldChg chg="addSp new mod modShow">
        <pc:chgData name="Berg, Dirk van den" userId="035ecb32-01d9-4b47-a105-eacf059a4647" providerId="ADAL" clId="{F7FF961E-CF96-44AC-93C2-93612F62D46D}" dt="2026-06-08T07:44:58.480" v="2447" actId="729"/>
        <pc:sldMkLst>
          <pc:docMk/>
          <pc:sldMk cId="2729501659" sldId="493"/>
        </pc:sldMkLst>
        <pc:spChg chg="add">
          <ac:chgData name="Berg, Dirk van den" userId="035ecb32-01d9-4b47-a105-eacf059a4647" providerId="ADAL" clId="{F7FF961E-CF96-44AC-93C2-93612F62D46D}" dt="2026-06-08T06:40:36.088" v="1887" actId="22"/>
          <ac:spMkLst>
            <pc:docMk/>
            <pc:sldMk cId="2729501659" sldId="493"/>
            <ac:spMk id="5" creationId="{3D7FE77B-98A9-26E0-764B-212DFB73187E}"/>
          </ac:spMkLst>
        </pc:spChg>
      </pc:sldChg>
      <pc:sldChg chg="new mod modShow">
        <pc:chgData name="Berg, Dirk van den" userId="035ecb32-01d9-4b47-a105-eacf059a4647" providerId="ADAL" clId="{F7FF961E-CF96-44AC-93C2-93612F62D46D}" dt="2026-06-08T07:44:58.480" v="2447" actId="729"/>
        <pc:sldMkLst>
          <pc:docMk/>
          <pc:sldMk cId="2100456724" sldId="494"/>
        </pc:sldMkLst>
      </pc:sldChg>
      <pc:sldChg chg="modSp new mod">
        <pc:chgData name="Berg, Dirk van den" userId="035ecb32-01d9-4b47-a105-eacf059a4647" providerId="ADAL" clId="{F7FF961E-CF96-44AC-93C2-93612F62D46D}" dt="2026-06-08T07:10:19.735" v="1906" actId="20577"/>
        <pc:sldMkLst>
          <pc:docMk/>
          <pc:sldMk cId="3020532205" sldId="495"/>
        </pc:sldMkLst>
        <pc:spChg chg="mod">
          <ac:chgData name="Berg, Dirk van den" userId="035ecb32-01d9-4b47-a105-eacf059a4647" providerId="ADAL" clId="{F7FF961E-CF96-44AC-93C2-93612F62D46D}" dt="2026-06-08T07:10:03.874" v="1894" actId="20577"/>
          <ac:spMkLst>
            <pc:docMk/>
            <pc:sldMk cId="3020532205" sldId="495"/>
            <ac:spMk id="2" creationId="{36FA8B2F-D438-20FA-82BD-CC784961D549}"/>
          </ac:spMkLst>
        </pc:spChg>
        <pc:spChg chg="mod">
          <ac:chgData name="Berg, Dirk van den" userId="035ecb32-01d9-4b47-a105-eacf059a4647" providerId="ADAL" clId="{F7FF961E-CF96-44AC-93C2-93612F62D46D}" dt="2026-06-08T07:10:19.735" v="1906" actId="20577"/>
          <ac:spMkLst>
            <pc:docMk/>
            <pc:sldMk cId="3020532205" sldId="495"/>
            <ac:spMk id="3" creationId="{A00384A6-4578-0B30-A7C3-C24BB3E72829}"/>
          </ac:spMkLst>
        </pc:spChg>
      </pc:sldChg>
      <pc:sldChg chg="modSp new mod">
        <pc:chgData name="Berg, Dirk van den" userId="035ecb32-01d9-4b47-a105-eacf059a4647" providerId="ADAL" clId="{F7FF961E-CF96-44AC-93C2-93612F62D46D}" dt="2026-06-08T07:47:31.722" v="2454" actId="20577"/>
        <pc:sldMkLst>
          <pc:docMk/>
          <pc:sldMk cId="721880702" sldId="496"/>
        </pc:sldMkLst>
        <pc:spChg chg="mod">
          <ac:chgData name="Berg, Dirk van den" userId="035ecb32-01d9-4b47-a105-eacf059a4647" providerId="ADAL" clId="{F7FF961E-CF96-44AC-93C2-93612F62D46D}" dt="2026-06-08T07:11:22.194" v="1914" actId="20577"/>
          <ac:spMkLst>
            <pc:docMk/>
            <pc:sldMk cId="721880702" sldId="496"/>
            <ac:spMk id="2" creationId="{E238D979-B7A7-2D1A-461E-5760034DE26E}"/>
          </ac:spMkLst>
        </pc:spChg>
        <pc:spChg chg="mod">
          <ac:chgData name="Berg, Dirk van den" userId="035ecb32-01d9-4b47-a105-eacf059a4647" providerId="ADAL" clId="{F7FF961E-CF96-44AC-93C2-93612F62D46D}" dt="2026-06-08T07:47:31.722" v="2454" actId="20577"/>
          <ac:spMkLst>
            <pc:docMk/>
            <pc:sldMk cId="721880702" sldId="496"/>
            <ac:spMk id="3" creationId="{5C02C362-C878-ADF8-565F-803ECB886FC7}"/>
          </ac:spMkLst>
        </pc:spChg>
      </pc:sldChg>
      <pc:sldChg chg="modSp new mod">
        <pc:chgData name="Berg, Dirk van den" userId="035ecb32-01d9-4b47-a105-eacf059a4647" providerId="ADAL" clId="{F7FF961E-CF96-44AC-93C2-93612F62D46D}" dt="2026-06-08T07:48:21.559" v="2461" actId="20577"/>
        <pc:sldMkLst>
          <pc:docMk/>
          <pc:sldMk cId="2233121121" sldId="497"/>
        </pc:sldMkLst>
        <pc:spChg chg="mod">
          <ac:chgData name="Berg, Dirk van den" userId="035ecb32-01d9-4b47-a105-eacf059a4647" providerId="ADAL" clId="{F7FF961E-CF96-44AC-93C2-93612F62D46D}" dt="2026-06-08T07:13:20.318" v="1977" actId="20577"/>
          <ac:spMkLst>
            <pc:docMk/>
            <pc:sldMk cId="2233121121" sldId="497"/>
            <ac:spMk id="2" creationId="{D44B480B-D0EF-AE45-9667-E1E131866EDA}"/>
          </ac:spMkLst>
        </pc:spChg>
        <pc:spChg chg="mod">
          <ac:chgData name="Berg, Dirk van den" userId="035ecb32-01d9-4b47-a105-eacf059a4647" providerId="ADAL" clId="{F7FF961E-CF96-44AC-93C2-93612F62D46D}" dt="2026-06-08T07:48:21.559" v="2461" actId="20577"/>
          <ac:spMkLst>
            <pc:docMk/>
            <pc:sldMk cId="2233121121" sldId="497"/>
            <ac:spMk id="3" creationId="{7B391C07-3635-EB79-16AB-22CA929A64F5}"/>
          </ac:spMkLst>
        </pc:spChg>
      </pc:sldChg>
      <pc:sldChg chg="add">
        <pc:chgData name="Berg, Dirk van den" userId="035ecb32-01d9-4b47-a105-eacf059a4647" providerId="ADAL" clId="{F7FF961E-CF96-44AC-93C2-93612F62D46D}" dt="2026-06-08T07:40:13.265" v="2341"/>
        <pc:sldMkLst>
          <pc:docMk/>
          <pc:sldMk cId="2622288951" sldId="498"/>
        </pc:sldMkLst>
      </pc:sldChg>
      <pc:sldChg chg="add">
        <pc:chgData name="Berg, Dirk van den" userId="035ecb32-01d9-4b47-a105-eacf059a4647" providerId="ADAL" clId="{F7FF961E-CF96-44AC-93C2-93612F62D46D}" dt="2026-06-08T07:40:13.265" v="2341"/>
        <pc:sldMkLst>
          <pc:docMk/>
          <pc:sldMk cId="3647996682" sldId="499"/>
        </pc:sldMkLst>
      </pc:sldChg>
      <pc:sldChg chg="add">
        <pc:chgData name="Berg, Dirk van den" userId="035ecb32-01d9-4b47-a105-eacf059a4647" providerId="ADAL" clId="{F7FF961E-CF96-44AC-93C2-93612F62D46D}" dt="2026-06-08T07:42:14.579" v="2345"/>
        <pc:sldMkLst>
          <pc:docMk/>
          <pc:sldMk cId="3074867582" sldId="500"/>
        </pc:sldMkLst>
      </pc:sldChg>
      <pc:sldChg chg="add mod modShow">
        <pc:chgData name="Berg, Dirk van den" userId="035ecb32-01d9-4b47-a105-eacf059a4647" providerId="ADAL" clId="{F7FF961E-CF96-44AC-93C2-93612F62D46D}" dt="2026-06-08T07:44:09.179" v="2442" actId="729"/>
        <pc:sldMkLst>
          <pc:docMk/>
          <pc:sldMk cId="3332730504" sldId="501"/>
        </pc:sldMkLst>
      </pc:sldChg>
      <pc:sldChg chg="add mod modShow">
        <pc:chgData name="Berg, Dirk van den" userId="035ecb32-01d9-4b47-a105-eacf059a4647" providerId="ADAL" clId="{F7FF961E-CF96-44AC-93C2-93612F62D46D}" dt="2026-06-08T07:44:09.179" v="2442" actId="729"/>
        <pc:sldMkLst>
          <pc:docMk/>
          <pc:sldMk cId="1857632630" sldId="502"/>
        </pc:sldMkLst>
      </pc:sldChg>
      <pc:sldChg chg="add mod modShow">
        <pc:chgData name="Berg, Dirk van den" userId="035ecb32-01d9-4b47-a105-eacf059a4647" providerId="ADAL" clId="{F7FF961E-CF96-44AC-93C2-93612F62D46D}" dt="2026-06-08T07:44:09.179" v="2442" actId="729"/>
        <pc:sldMkLst>
          <pc:docMk/>
          <pc:sldMk cId="4076395334" sldId="503"/>
        </pc:sldMkLst>
      </pc:sldChg>
      <pc:sldChg chg="add mod modShow">
        <pc:chgData name="Berg, Dirk van den" userId="035ecb32-01d9-4b47-a105-eacf059a4647" providerId="ADAL" clId="{F7FF961E-CF96-44AC-93C2-93612F62D46D}" dt="2026-06-08T07:44:09.179" v="2442" actId="729"/>
        <pc:sldMkLst>
          <pc:docMk/>
          <pc:sldMk cId="2930184634" sldId="504"/>
        </pc:sldMkLst>
      </pc:sldChg>
      <pc:sldChg chg="modSp new">
        <pc:chgData name="Berg, Dirk van den" userId="035ecb32-01d9-4b47-a105-eacf059a4647" providerId="ADAL" clId="{F7FF961E-CF96-44AC-93C2-93612F62D46D}" dt="2026-06-08T09:56:33.597" v="2709"/>
        <pc:sldMkLst>
          <pc:docMk/>
          <pc:sldMk cId="2703204818" sldId="505"/>
        </pc:sldMkLst>
        <pc:spChg chg="mod">
          <ac:chgData name="Berg, Dirk van den" userId="035ecb32-01d9-4b47-a105-eacf059a4647" providerId="ADAL" clId="{F7FF961E-CF96-44AC-93C2-93612F62D46D}" dt="2026-06-08T09:56:33.597" v="2709"/>
          <ac:spMkLst>
            <pc:docMk/>
            <pc:sldMk cId="2703204818" sldId="505"/>
            <ac:spMk id="3" creationId="{30BC33BE-EDD0-BA66-E460-0DA189018366}"/>
          </ac:spMkLst>
        </pc:spChg>
      </pc:sldChg>
      <pc:sldChg chg="modSp new mod">
        <pc:chgData name="Berg, Dirk van den" userId="035ecb32-01d9-4b47-a105-eacf059a4647" providerId="ADAL" clId="{F7FF961E-CF96-44AC-93C2-93612F62D46D}" dt="2026-06-08T11:20:44.473" v="2730" actId="20577"/>
        <pc:sldMkLst>
          <pc:docMk/>
          <pc:sldMk cId="2330593122" sldId="506"/>
        </pc:sldMkLst>
        <pc:spChg chg="mod">
          <ac:chgData name="Berg, Dirk van den" userId="035ecb32-01d9-4b47-a105-eacf059a4647" providerId="ADAL" clId="{F7FF961E-CF96-44AC-93C2-93612F62D46D}" dt="2026-06-08T11:20:44.473" v="2730" actId="20577"/>
          <ac:spMkLst>
            <pc:docMk/>
            <pc:sldMk cId="2330593122" sldId="506"/>
            <ac:spMk id="3" creationId="{FBC5E501-7144-67B2-7E26-D0B159BD9690}"/>
          </ac:spMkLst>
        </pc:spChg>
      </pc:sldChg>
      <pc:sldChg chg="addSp new mod">
        <pc:chgData name="Berg, Dirk van den" userId="035ecb32-01d9-4b47-a105-eacf059a4647" providerId="ADAL" clId="{F7FF961E-CF96-44AC-93C2-93612F62D46D}" dt="2026-06-08T11:41:13.962" v="2732" actId="22"/>
        <pc:sldMkLst>
          <pc:docMk/>
          <pc:sldMk cId="2490628549" sldId="507"/>
        </pc:sldMkLst>
        <pc:spChg chg="add">
          <ac:chgData name="Berg, Dirk van den" userId="035ecb32-01d9-4b47-a105-eacf059a4647" providerId="ADAL" clId="{F7FF961E-CF96-44AC-93C2-93612F62D46D}" dt="2026-06-08T11:41:13.962" v="2732" actId="22"/>
          <ac:spMkLst>
            <pc:docMk/>
            <pc:sldMk cId="2490628549" sldId="507"/>
            <ac:spMk id="5" creationId="{F626532A-A6C8-F206-4073-A3A5739DD7F9}"/>
          </ac:spMkLst>
        </pc:spChg>
      </pc:sldChg>
      <pc:sldChg chg="modSp new mod">
        <pc:chgData name="Berg, Dirk van den" userId="035ecb32-01d9-4b47-a105-eacf059a4647" providerId="ADAL" clId="{F7FF961E-CF96-44AC-93C2-93612F62D46D}" dt="2026-06-08T11:51:08.588" v="3129" actId="20577"/>
        <pc:sldMkLst>
          <pc:docMk/>
          <pc:sldMk cId="1801938431" sldId="508"/>
        </pc:sldMkLst>
        <pc:spChg chg="mod">
          <ac:chgData name="Berg, Dirk van den" userId="035ecb32-01d9-4b47-a105-eacf059a4647" providerId="ADAL" clId="{F7FF961E-CF96-44AC-93C2-93612F62D46D}" dt="2026-06-08T11:51:08.588" v="3129" actId="20577"/>
          <ac:spMkLst>
            <pc:docMk/>
            <pc:sldMk cId="1801938431" sldId="508"/>
            <ac:spMk id="2" creationId="{D3A067A1-77BF-AFAF-8858-38E7AD34887C}"/>
          </ac:spMkLst>
        </pc:spChg>
        <pc:spChg chg="mod">
          <ac:chgData name="Berg, Dirk van den" userId="035ecb32-01d9-4b47-a105-eacf059a4647" providerId="ADAL" clId="{F7FF961E-CF96-44AC-93C2-93612F62D46D}" dt="2026-06-08T11:50:57.614" v="3090" actId="20577"/>
          <ac:spMkLst>
            <pc:docMk/>
            <pc:sldMk cId="1801938431" sldId="508"/>
            <ac:spMk id="3" creationId="{84788A77-571F-2206-307B-815100280655}"/>
          </ac:spMkLst>
        </pc:spChg>
      </pc:sldChg>
      <pc:sldChg chg="modSp new mod">
        <pc:chgData name="Berg, Dirk van den" userId="035ecb32-01d9-4b47-a105-eacf059a4647" providerId="ADAL" clId="{F7FF961E-CF96-44AC-93C2-93612F62D46D}" dt="2026-06-08T11:52:28.302" v="3254" actId="20577"/>
        <pc:sldMkLst>
          <pc:docMk/>
          <pc:sldMk cId="2826401750" sldId="509"/>
        </pc:sldMkLst>
        <pc:spChg chg="mod">
          <ac:chgData name="Berg, Dirk van den" userId="035ecb32-01d9-4b47-a105-eacf059a4647" providerId="ADAL" clId="{F7FF961E-CF96-44AC-93C2-93612F62D46D}" dt="2026-06-08T11:52:28.302" v="3254" actId="20577"/>
          <ac:spMkLst>
            <pc:docMk/>
            <pc:sldMk cId="2826401750" sldId="509"/>
            <ac:spMk id="3" creationId="{13AFB862-840B-D266-F7FD-BC5190F9F05F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0T11:04:45.531" v="3263" actId="1076"/>
        <pc:sldMkLst>
          <pc:docMk/>
          <pc:sldMk cId="3906342559" sldId="510"/>
        </pc:sldMkLst>
        <pc:spChg chg="add mod">
          <ac:chgData name="Berg, Dirk van den" userId="035ecb32-01d9-4b47-a105-eacf059a4647" providerId="ADAL" clId="{F7FF961E-CF96-44AC-93C2-93612F62D46D}" dt="2026-06-10T11:04:39.734" v="3262" actId="1076"/>
          <ac:spMkLst>
            <pc:docMk/>
            <pc:sldMk cId="3906342559" sldId="510"/>
            <ac:spMk id="7" creationId="{7382DCF0-4E24-AF97-B00A-66CF7BEAE403}"/>
          </ac:spMkLst>
        </pc:spChg>
        <pc:picChg chg="add mod">
          <ac:chgData name="Berg, Dirk van den" userId="035ecb32-01d9-4b47-a105-eacf059a4647" providerId="ADAL" clId="{F7FF961E-CF96-44AC-93C2-93612F62D46D}" dt="2026-06-10T11:04:45.531" v="3263" actId="1076"/>
          <ac:picMkLst>
            <pc:docMk/>
            <pc:sldMk cId="3906342559" sldId="510"/>
            <ac:picMk id="5" creationId="{B33ACF6E-3EA3-4BBE-8DE6-505EDD98DDAB}"/>
          </ac:picMkLst>
        </pc:picChg>
      </pc:sldChg>
      <pc:sldChg chg="new">
        <pc:chgData name="Berg, Dirk van den" userId="035ecb32-01d9-4b47-a105-eacf059a4647" providerId="ADAL" clId="{F7FF961E-CF96-44AC-93C2-93612F62D46D}" dt="2026-06-10T12:21:33.364" v="3264" actId="680"/>
        <pc:sldMkLst>
          <pc:docMk/>
          <pc:sldMk cId="2450872181" sldId="511"/>
        </pc:sldMkLst>
      </pc:sldChg>
      <pc:sldChg chg="modSp new mod">
        <pc:chgData name="Berg, Dirk van den" userId="035ecb32-01d9-4b47-a105-eacf059a4647" providerId="ADAL" clId="{F7FF961E-CF96-44AC-93C2-93612F62D46D}" dt="2026-06-10T12:22:32.043" v="3464" actId="5793"/>
        <pc:sldMkLst>
          <pc:docMk/>
          <pc:sldMk cId="137989098" sldId="512"/>
        </pc:sldMkLst>
        <pc:spChg chg="mod">
          <ac:chgData name="Berg, Dirk van den" userId="035ecb32-01d9-4b47-a105-eacf059a4647" providerId="ADAL" clId="{F7FF961E-CF96-44AC-93C2-93612F62D46D}" dt="2026-06-10T12:22:32.043" v="3464" actId="5793"/>
          <ac:spMkLst>
            <pc:docMk/>
            <pc:sldMk cId="137989098" sldId="512"/>
            <ac:spMk id="3" creationId="{800071A4-60BA-09EF-AA6B-E2DFDED9C631}"/>
          </ac:spMkLst>
        </pc:spChg>
      </pc:sldChg>
      <pc:sldChg chg="addSp new mod">
        <pc:chgData name="Berg, Dirk van den" userId="035ecb32-01d9-4b47-a105-eacf059a4647" providerId="ADAL" clId="{F7FF961E-CF96-44AC-93C2-93612F62D46D}" dt="2026-06-10T20:42:53.225" v="3467" actId="22"/>
        <pc:sldMkLst>
          <pc:docMk/>
          <pc:sldMk cId="4228032959" sldId="513"/>
        </pc:sldMkLst>
        <pc:spChg chg="add">
          <ac:chgData name="Berg, Dirk van den" userId="035ecb32-01d9-4b47-a105-eacf059a4647" providerId="ADAL" clId="{F7FF961E-CF96-44AC-93C2-93612F62D46D}" dt="2026-06-10T20:42:53.225" v="3467" actId="22"/>
          <ac:spMkLst>
            <pc:docMk/>
            <pc:sldMk cId="4228032959" sldId="513"/>
            <ac:spMk id="5" creationId="{365EF456-68B5-8D6D-274F-09F52AE26A8B}"/>
          </ac:spMkLst>
        </pc:spChg>
      </pc:sldChg>
      <pc:sldChg chg="new">
        <pc:chgData name="Berg, Dirk van den" userId="035ecb32-01d9-4b47-a105-eacf059a4647" providerId="ADAL" clId="{F7FF961E-CF96-44AC-93C2-93612F62D46D}" dt="2026-06-10T20:42:51.277" v="3466" actId="680"/>
        <pc:sldMkLst>
          <pc:docMk/>
          <pc:sldMk cId="1864710807" sldId="514"/>
        </pc:sldMkLst>
      </pc:sldChg>
      <pc:sldChg chg="modSp new mod">
        <pc:chgData name="Berg, Dirk van den" userId="035ecb32-01d9-4b47-a105-eacf059a4647" providerId="ADAL" clId="{F7FF961E-CF96-44AC-93C2-93612F62D46D}" dt="2026-06-11T08:16:39.420" v="3889" actId="20577"/>
        <pc:sldMkLst>
          <pc:docMk/>
          <pc:sldMk cId="1843363437" sldId="515"/>
        </pc:sldMkLst>
        <pc:spChg chg="mod">
          <ac:chgData name="Berg, Dirk van den" userId="035ecb32-01d9-4b47-a105-eacf059a4647" providerId="ADAL" clId="{F7FF961E-CF96-44AC-93C2-93612F62D46D}" dt="2026-06-11T08:16:39.420" v="3889" actId="20577"/>
          <ac:spMkLst>
            <pc:docMk/>
            <pc:sldMk cId="1843363437" sldId="515"/>
            <ac:spMk id="3" creationId="{AEF718F3-3FF1-6BB5-D508-AC8760090723}"/>
          </ac:spMkLst>
        </pc:spChg>
      </pc:sldChg>
      <pc:sldChg chg="new">
        <pc:chgData name="Berg, Dirk van den" userId="035ecb32-01d9-4b47-a105-eacf059a4647" providerId="ADAL" clId="{F7FF961E-CF96-44AC-93C2-93612F62D46D}" dt="2026-06-11T07:53:32.347" v="3590" actId="680"/>
        <pc:sldMkLst>
          <pc:docMk/>
          <pc:sldMk cId="2573106117" sldId="516"/>
        </pc:sldMkLst>
      </pc:sldChg>
      <pc:sldChg chg="new">
        <pc:chgData name="Berg, Dirk van den" userId="035ecb32-01d9-4b47-a105-eacf059a4647" providerId="ADAL" clId="{F7FF961E-CF96-44AC-93C2-93612F62D46D}" dt="2026-06-11T07:53:32.516" v="3591" actId="680"/>
        <pc:sldMkLst>
          <pc:docMk/>
          <pc:sldMk cId="1625811901" sldId="5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738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086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217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5517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 not differentiable, so gradients cannot improve x0 during training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7593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each trajectory, for each output channel (X1, X2, Y): the mean RMS error across all rollout</a:t>
            </a:r>
          </a:p>
          <a:p>
            <a:r>
              <a:rPr lang="en-US" dirty="0"/>
              <a:t>   windows in that trajectory, comparing encoder-</a:t>
            </a:r>
            <a:r>
              <a:rPr lang="en-US" dirty="0" err="1"/>
              <a:t>init</a:t>
            </a:r>
            <a:r>
              <a:rPr lang="en-US" dirty="0"/>
              <a:t> vs analytical-</a:t>
            </a:r>
            <a:r>
              <a:rPr lang="en-US" dirty="0" err="1"/>
              <a:t>init.</a:t>
            </a:r>
            <a:endParaRPr lang="en-US" dirty="0"/>
          </a:p>
          <a:p>
            <a:r>
              <a:rPr lang="en-US" dirty="0"/>
              <a:t>                                                                                                 </a:t>
            </a:r>
          </a:p>
          <a:p>
            <a:r>
              <a:rPr lang="en-US" dirty="0"/>
              <a:t>  Concretely, for one bar:</a:t>
            </a:r>
          </a:p>
          <a:p>
            <a:r>
              <a:rPr lang="en-US" dirty="0"/>
              <a:t>  1. Take all windows in that trajectory (up to 10, evenly spaced)                              </a:t>
            </a:r>
          </a:p>
          <a:p>
            <a:r>
              <a:rPr lang="en-US" dirty="0"/>
              <a:t>  2. For each window, compute per-channel RMS: sqrt(mean((</a:t>
            </a:r>
            <a:r>
              <a:rPr lang="en-US" dirty="0" err="1"/>
              <a:t>y_hat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 - </a:t>
            </a:r>
            <a:r>
              <a:rPr lang="en-US" dirty="0" err="1"/>
              <a:t>y_ref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])^2)) over</a:t>
            </a:r>
          </a:p>
          <a:p>
            <a:r>
              <a:rPr lang="en-US" dirty="0"/>
              <a:t>  the </a:t>
            </a:r>
            <a:r>
              <a:rPr lang="en-US" dirty="0" err="1"/>
              <a:t>nf</a:t>
            </a:r>
            <a:r>
              <a:rPr lang="en-US" dirty="0"/>
              <a:t>=350 rollout steps</a:t>
            </a:r>
          </a:p>
          <a:p>
            <a:r>
              <a:rPr lang="en-US" dirty="0"/>
              <a:t>  3. Average those per-window RMS values across windows</a:t>
            </a:r>
          </a:p>
          <a:p>
            <a:endParaRPr lang="en-US" dirty="0"/>
          </a:p>
          <a:p>
            <a:r>
              <a:rPr lang="en-US" dirty="0"/>
              <a:t>  So each bar = average rollout prediction error on one channel of one trajectory, over 350 steps</a:t>
            </a:r>
          </a:p>
          <a:p>
            <a:r>
              <a:rPr lang="en-US" dirty="0"/>
              <a:t>   (0.35s at 1kHz).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53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1204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tells you:</a:t>
            </a:r>
          </a:p>
          <a:p>
            <a:r>
              <a:rPr lang="en-US" dirty="0"/>
              <a:t>  - How fast the prediction diverges from reality as you simulate</a:t>
            </a:r>
          </a:p>
          <a:p>
            <a:r>
              <a:rPr lang="en-US" dirty="0"/>
              <a:t>   further from the initial state</a:t>
            </a:r>
          </a:p>
          <a:p>
            <a:r>
              <a:rPr lang="en-US" dirty="0"/>
              <a:t>  - Whether the encoder gives a better starting point (lower</a:t>
            </a:r>
          </a:p>
          <a:p>
            <a:r>
              <a:rPr lang="en-US" dirty="0"/>
              <a:t>  error at t=0) and whether that advantage persists or vanishes</a:t>
            </a:r>
          </a:p>
          <a:p>
            <a:r>
              <a:rPr lang="en-US" dirty="0"/>
              <a:t>  over time</a:t>
            </a:r>
          </a:p>
          <a:p>
            <a:r>
              <a:rPr lang="en-US" dirty="0"/>
              <a:t>  - If both curves converge to the same error after some steps,</a:t>
            </a:r>
          </a:p>
          <a:p>
            <a:r>
              <a:rPr lang="en-US" dirty="0"/>
              <a:t>  the x0 difference washes out and the model dynamics dominate.</a:t>
            </a:r>
          </a:p>
          <a:p>
            <a:r>
              <a:rPr lang="en-US" dirty="0"/>
              <a:t>  If they stay separated, the initial state quality matters</a:t>
            </a:r>
          </a:p>
          <a:p>
            <a:r>
              <a:rPr lang="en-US" dirty="0"/>
              <a:t>  throughout the whole rollout horizon.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54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365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19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Compare data between systems</a:t>
            </a:r>
          </a:p>
          <a:p>
            <a:pPr lvl="1"/>
            <a:r>
              <a:rPr lang="en-US" dirty="0"/>
              <a:t>With and without added MSD</a:t>
            </a:r>
          </a:p>
          <a:p>
            <a:r>
              <a:rPr lang="en-US" dirty="0"/>
              <a:t>Encoder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encoder</a:t>
            </a:r>
          </a:p>
          <a:p>
            <a:pPr lvl="1"/>
            <a:r>
              <a:rPr lang="en-US" dirty="0"/>
              <a:t>Neural network for estimating initial states for a small window of the trajectory</a:t>
            </a:r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506C-05CC-BE4F-DA31-6CBCC871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B34-9594-5E65-4E1B-E6D876DC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205601"/>
            <a:ext cx="10515600" cy="4351338"/>
          </a:xfrm>
        </p:spPr>
        <p:txBody>
          <a:bodyPr/>
          <a:lstStyle/>
          <a:p>
            <a:r>
              <a:rPr lang="en-US" dirty="0"/>
              <a:t>Only added offset L0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A34E-D2E5-1073-5632-C493C07C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8433"/>
            <a:ext cx="9976316" cy="4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3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verified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with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without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14C7-4539-8E77-69D2-90ECDF97E594}"/>
              </a:ext>
            </a:extLst>
          </p:cNvPr>
          <p:cNvSpPr txBox="1"/>
          <p:nvPr/>
        </p:nvSpPr>
        <p:spPr>
          <a:xfrm flipH="1">
            <a:off x="838200" y="5988734"/>
            <a:ext cx="620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ASMPT it was required that the formulas for the additional state are correct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2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318A-F33A-FD35-A7E5-E3037932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Update: verify augmented model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7558-096E-C915-4889-30A0B475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Offset was incorrect in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Previous in range e^-7 both models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88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039D-AAD4-C628-AB77-A630A4A9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 </a:t>
            </a:r>
            <a:r>
              <a:rPr lang="en-US" dirty="0" err="1"/>
              <a:t>simscape</a:t>
            </a:r>
            <a:r>
              <a:rPr lang="en-US" dirty="0"/>
              <a:t> model</a:t>
            </a:r>
            <a:br>
              <a:rPr lang="en-US" dirty="0"/>
            </a:br>
            <a:r>
              <a:rPr lang="en-US" dirty="0"/>
              <a:t>Offset not properly connected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B9A4-B100-FE5C-64EF-62750D74D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L" dirty="0"/>
              <a:t>RMSE of system with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5.4695e-09 m</a:t>
            </a:r>
            <a:br>
              <a:rPr lang="en-NL" dirty="0"/>
            </a:br>
            <a:r>
              <a:rPr lang="en-NL" dirty="0"/>
              <a:t>RMSE X2 : 4.3447e-09 m</a:t>
            </a:r>
            <a:br>
              <a:rPr lang="en-NL" dirty="0"/>
            </a:br>
            <a:r>
              <a:rPr lang="en-NL" dirty="0"/>
              <a:t>RMSE Y  : 8.5888e-10 m</a:t>
            </a:r>
            <a:br>
              <a:rPr lang="en-NL" dirty="0"/>
            </a:br>
            <a:br>
              <a:rPr lang="en-NL" dirty="0"/>
            </a:br>
            <a:r>
              <a:rPr lang="en-NL" dirty="0"/>
              <a:t>RMSE of system without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1.9981e-07 m</a:t>
            </a:r>
            <a:br>
              <a:rPr lang="en-NL" dirty="0"/>
            </a:br>
            <a:r>
              <a:rPr lang="en-NL" dirty="0"/>
              <a:t>RMSE X2 : 1.3203e-07 m</a:t>
            </a:r>
            <a:br>
              <a:rPr lang="en-NL" dirty="0"/>
            </a:br>
            <a:r>
              <a:rPr lang="en-NL" dirty="0"/>
              <a:t>RMSE Y  : 6.0441e-09 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C3E54-CF36-1731-770E-B7DD73FCADAD}"/>
              </a:ext>
            </a:extLst>
          </p:cNvPr>
          <p:cNvSpPr txBox="1"/>
          <p:nvPr/>
        </p:nvSpPr>
        <p:spPr>
          <a:xfrm>
            <a:off x="314632" y="5988734"/>
            <a:ext cx="8003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same error range as original baseline vs original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Clear difference between baseline and augmented system (MSD)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201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32ED-9893-443D-1B86-4B4E3DC1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B916-4F09-C64D-10C1-85D33124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73B27-E47C-1074-49A0-8F889576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593"/>
            <a:ext cx="12192000" cy="633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8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6181-B03E-13D9-1CAE-52CE7524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E5E7-046D-90BF-8C86-57F4C69EE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CCB28-DD7C-F59F-F0E9-8146E951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4"/>
          <a:stretch>
            <a:fillRect/>
          </a:stretch>
        </p:blipFill>
        <p:spPr>
          <a:xfrm>
            <a:off x="0" y="609600"/>
            <a:ext cx="12192000" cy="58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6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D1EC-7C85-E734-C193-A73FDAA2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vs augmented system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BA9C-6940-12A4-40A9-CA195709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added MSD to the payload observable in our data</a:t>
            </a:r>
          </a:p>
          <a:p>
            <a:r>
              <a:rPr lang="en-US" dirty="0"/>
              <a:t>FRF comparison</a:t>
            </a:r>
          </a:p>
          <a:p>
            <a:pPr lvl="1"/>
            <a:r>
              <a:rPr lang="en-US" dirty="0"/>
              <a:t>Closed-loop</a:t>
            </a:r>
          </a:p>
          <a:p>
            <a:pPr lvl="1"/>
            <a:r>
              <a:rPr lang="en-US" dirty="0"/>
              <a:t>Plant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5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ACC1-C5F1-879D-D74A-8E122C1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6CE2-C3F9-C2B6-945F-6E29FEFE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26214-2957-FB01-58DF-64100061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7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FB59-B0F2-7BDE-CDBE-8DEA04E8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20D9-2280-5CE3-35E5-5A1BE6AE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1B67-111B-49AD-F2CF-8B6C4956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15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FA61-B9A5-DA06-B8EE-95E480EA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3D33-F259-1273-E3C9-6B853891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C7C60-876B-0A99-FBB0-CC3BFFC03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461"/>
            <a:ext cx="12192000" cy="59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4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9FBD-E93F-0EC1-1D83-C4183EED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E34D-B4FB-3C37-F552-562D373C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29492-9032-5D4A-D406-F72E5706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645"/>
            <a:ext cx="12192000" cy="58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0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74AC-1470-F4C9-A60A-EC48EAB0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between baseline and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EF3B-506F-48B0-393D-D83E414B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input from closed-loop augmented system to the baseline system.</a:t>
            </a:r>
          </a:p>
          <a:p>
            <a:pPr lvl="1"/>
            <a:r>
              <a:rPr lang="en-US" dirty="0"/>
              <a:t>What is the difference</a:t>
            </a:r>
          </a:p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 to know whether the baseline model given the input from the augmented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8572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213-3457-C3EB-CB1E-F862656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F736-7404-A0CE-DF24-36E55D47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55" y="4317206"/>
            <a:ext cx="10515600" cy="4351338"/>
          </a:xfrm>
        </p:spPr>
        <p:txBody>
          <a:bodyPr/>
          <a:lstStyle/>
          <a:p>
            <a:r>
              <a:rPr lang="en-US" dirty="0"/>
              <a:t>System with added MSD vs system without MSD</a:t>
            </a:r>
          </a:p>
          <a:p>
            <a:pPr lvl="1"/>
            <a:r>
              <a:rPr lang="en-US" dirty="0"/>
              <a:t>Used the same input, compared the difference</a:t>
            </a:r>
          </a:p>
          <a:p>
            <a:r>
              <a:rPr lang="en-US" dirty="0"/>
              <a:t>Parameter recovery was able to get in the range e^-7</a:t>
            </a:r>
          </a:p>
          <a:p>
            <a:pPr lvl="1"/>
            <a:r>
              <a:rPr lang="en-US" dirty="0"/>
              <a:t>With perfect parameters / perfect model is able to get in that range</a:t>
            </a:r>
          </a:p>
          <a:p>
            <a:pPr lvl="1"/>
            <a:r>
              <a:rPr lang="en-US" dirty="0"/>
              <a:t>We have no noise currently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CC4F-4C9A-2253-05B8-ACC0AE89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408"/>
            <a:ext cx="12192000" cy="2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1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7872-2A05-82CF-3A92-A4A88B59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gantry model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92FB-8406-185A-18E1-D920D77C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Wanted to verify model implementation in code structure</a:t>
            </a:r>
          </a:p>
          <a:p>
            <a:pPr lvl="1"/>
            <a:r>
              <a:rPr lang="en-US" dirty="0"/>
              <a:t>Also see the effects of LTI against LPV, to justify whether LPV will dominate error or not</a:t>
            </a:r>
          </a:p>
          <a:p>
            <a:pPr lvl="2"/>
            <a:r>
              <a:rPr lang="en-US" dirty="0"/>
              <a:t>For augmentation to be able to capture additional states</a:t>
            </a:r>
          </a:p>
          <a:p>
            <a:pPr lvl="2"/>
            <a:r>
              <a:rPr lang="en-US" dirty="0"/>
              <a:t>Only “small” Y-movements because the current model is LTI, need to know if this information is informative</a:t>
            </a:r>
          </a:p>
          <a:p>
            <a:pPr lvl="3"/>
            <a:r>
              <a:rPr lang="en-US" dirty="0"/>
              <a:t>Compared to data used in parameter recovery (now LTI)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760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92251D-58CE-DB8E-8E0D-3C4E8F0A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2E87-7ADD-9B9F-4F38-D2EC805B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FC7DC-3D11-6C35-8A5D-637D78729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30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D10700-9A28-3CE8-8B53-22CB9B07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4BCB-D3F9-A42F-EB48-A391BB52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6F2A4-277A-9E71-E1C0-1250DC7D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32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576-629D-8F2C-84F2-CB9E7780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6843-398C-69E9-5F6E-3D104B40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E77C-CB5E-7574-9CA6-28E0384E6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95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2FF941-CE68-15A7-41BD-A2807AA0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EAFC-C419-6135-928B-9F87F99C1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AF237-FBFE-8866-1663-6E848EFAC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8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EF19-F9AE-7453-DECB-54B856FB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718F-9D2B-CB07-3CC5-3C890118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only</a:t>
            </a:r>
          </a:p>
          <a:p>
            <a:r>
              <a:rPr lang="en-US" dirty="0"/>
              <a:t>No LPV implementation kept at one Y-operating point</a:t>
            </a:r>
          </a:p>
          <a:p>
            <a:r>
              <a:rPr lang="en-US" dirty="0"/>
              <a:t>The MSD is attached to the Y-beam</a:t>
            </a:r>
          </a:p>
          <a:p>
            <a:pPr lvl="1"/>
            <a:r>
              <a:rPr lang="en-US" dirty="0"/>
              <a:t>Will first have to implement LPV before augmentation (dynamic parallel) of the additional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090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9EE1-400F-6944-6CB7-4C4AB61B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60AD-73CB-2AF9-3BF0-AA173F7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Estimates where the gantry is and how fast it’s moving at the start of the trajectory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Encoder-</a:t>
            </a:r>
            <a:r>
              <a:rPr lang="en-US" dirty="0" err="1"/>
              <a:t>init</a:t>
            </a:r>
            <a:r>
              <a:rPr lang="en-US" dirty="0"/>
              <a:t>: simulation started from the encoder's estimated   position/velocity</a:t>
            </a:r>
          </a:p>
          <a:p>
            <a:pPr lvl="1"/>
            <a:r>
              <a:rPr lang="en-US" dirty="0"/>
              <a:t>Zero-state: simulation started from rest at the origin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36637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F3DA-F5CE-8C95-52ED-54F8CEB1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0B797-0410-FCAC-B366-73C98324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F54E1-CA9F-27B3-5179-C5AA41DE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439"/>
            <a:ext cx="12192000" cy="62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4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D837-1D1B-89D6-AFEB-9A8FE91C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DE61-F8F4-BCD4-FE5A-5C5FE94B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BB365-2758-0C98-6C25-AFF8663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615"/>
            <a:ext cx="12192000" cy="60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33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54A6-1C9A-9EFF-FC27-23218957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C8CB-2838-4D48-D97A-4B89C0D7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C80DE-92DD-5839-BE1F-2125542D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330"/>
            <a:ext cx="12192000" cy="60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44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D69B-AB49-5BA2-D072-F9997D54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C404-4341-E0C7-3A7B-5702AFC2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0081"/>
            <a:ext cx="10515600" cy="919163"/>
          </a:xfrm>
        </p:spPr>
        <p:txBody>
          <a:bodyPr/>
          <a:lstStyle/>
          <a:p>
            <a:r>
              <a:rPr lang="en-US" dirty="0"/>
              <a:t>Ran for 50 epochs, but saved up till the best epoch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F537D-5A8D-F6B5-F452-D47B9E92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" y="241418"/>
            <a:ext cx="12192000" cy="5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6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5586-7581-BA7E-6D9C-86D31651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C72E-3F39-82FE-722E-9CEF72691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</a:t>
            </a:r>
            <a:r>
              <a:rPr lang="en-US" dirty="0" err="1"/>
              <a:t>mimo</a:t>
            </a:r>
            <a:r>
              <a:rPr lang="en-US" dirty="0"/>
              <a:t> data verification</a:t>
            </a:r>
          </a:p>
          <a:p>
            <a:r>
              <a:rPr lang="en-US" dirty="0"/>
              <a:t>What after… dynamic parallel…? </a:t>
            </a:r>
            <a:r>
              <a:rPr lang="en-US" dirty="0" err="1"/>
              <a:t>Lpv</a:t>
            </a:r>
            <a:r>
              <a:rPr lang="en-US" dirty="0"/>
              <a:t>? I need LPV to excite the MSD, so…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6203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8981-CC0D-8B79-76A9-E56E443C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2992-3672-5A8F-DBDD-8969CACD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Frf</a:t>
            </a:r>
            <a:r>
              <a:rPr lang="en-US" dirty="0"/>
              <a:t> voor sample length </a:t>
            </a:r>
            <a:r>
              <a:rPr lang="en-US" dirty="0" err="1"/>
              <a:t>etc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6088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BAD8-8230-5AFA-F44B-CCA556A2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3772-A708-9004-94ED-AD9660EB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- The FAIL is not a model failure. The encoder slightly</a:t>
            </a:r>
          </a:p>
          <a:p>
            <a:r>
              <a:rPr lang="en-US" dirty="0"/>
              <a:t>  </a:t>
            </a:r>
            <a:r>
              <a:rPr lang="en-US" dirty="0" err="1"/>
              <a:t>miscalibrates</a:t>
            </a:r>
            <a:r>
              <a:rPr lang="en-US" dirty="0"/>
              <a:t> the Y initial condition, which has negligible</a:t>
            </a:r>
          </a:p>
          <a:p>
            <a:r>
              <a:rPr lang="en-US" dirty="0"/>
              <a:t>  physical effect (~microns), but dividing by near-zero std makes</a:t>
            </a:r>
          </a:p>
          <a:p>
            <a:r>
              <a:rPr lang="en-US" dirty="0"/>
              <a:t>   it look catastrophic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For Phase 1, report X1 and X2 only, and explicitly note that Y</a:t>
            </a:r>
          </a:p>
          <a:p>
            <a:r>
              <a:rPr lang="en-US" dirty="0"/>
              <a:t>  is excluded because it is frozen (zero variance, NRMS is not a</a:t>
            </a:r>
          </a:p>
          <a:p>
            <a:r>
              <a:rPr lang="en-US" dirty="0"/>
              <a:t>  meaningful metric). The actual research result is: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81918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9A5A-5C8B-0AF4-B018-363629AB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92C3-B2E1-7E53-B510-3039BC1C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gantry_subnet_verification.py</a:t>
            </a:r>
          </a:p>
          <a:p>
            <a:r>
              <a:rPr lang="en-US" dirty="0"/>
              <a:t>------------------------------</a:t>
            </a:r>
          </a:p>
          <a:p>
            <a:r>
              <a:rPr lang="en-US" dirty="0"/>
              <a:t>Verify that the full </a:t>
            </a:r>
            <a:r>
              <a:rPr lang="en-US" dirty="0" err="1"/>
              <a:t>SSE_Interconnect</a:t>
            </a:r>
            <a:r>
              <a:rPr lang="en-US" dirty="0"/>
              <a:t> pipeline (encoder + </a:t>
            </a:r>
            <a:r>
              <a:rPr lang="en-US" dirty="0" err="1"/>
              <a:t>Gantry_State_Block</a:t>
            </a:r>
            <a:r>
              <a:rPr lang="en-US" dirty="0"/>
              <a:t> +</a:t>
            </a:r>
          </a:p>
          <a:p>
            <a:r>
              <a:rPr lang="en-US" dirty="0" err="1"/>
              <a:t>Linear_Output_Block</a:t>
            </a:r>
            <a:r>
              <a:rPr lang="en-US" dirty="0"/>
              <a:t>) trains correctly on matched MATLAB data (Phase 1).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42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3AE4-0CA2-3A3A-C7B3-8E95ACAF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9C9C-3DDB-2E88-2445-8210DAEDF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RK4 implementation of continuous model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Gantry_State_Block</a:t>
            </a:r>
            <a:r>
              <a:rPr lang="en-US" dirty="0"/>
              <a:t> — the core contribution. A</a:t>
            </a:r>
          </a:p>
          <a:p>
            <a:r>
              <a:rPr lang="en-US" dirty="0"/>
              <a:t>  physics block for the 3-DOF gantry with</a:t>
            </a:r>
          </a:p>
          <a:p>
            <a:r>
              <a:rPr lang="en-US" dirty="0"/>
              <a:t>  LFR-structured RK4 integration.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53520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004C-B9CC-7077-849D-A6CDB14C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38A9-5DEF-8B7F-5618-9B9F3239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Y does not move no </a:t>
            </a:r>
            <a:r>
              <a:rPr lang="en-US" dirty="0" err="1"/>
              <a:t>lpv</a:t>
            </a:r>
            <a:r>
              <a:rPr lang="en-US" dirty="0"/>
              <a:t> model treated as LTI (one Y-operating point)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36872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87FD-B3FE-D465-CC67-013BD5BB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336B2-5576-433F-BA68-A42C39E4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plots encoder</a:t>
            </a:r>
          </a:p>
          <a:p>
            <a:r>
              <a:rPr lang="en-US" dirty="0"/>
              <a:t>What does the encoder do; explain</a:t>
            </a:r>
          </a:p>
          <a:p>
            <a:r>
              <a:rPr lang="en-US" dirty="0"/>
              <a:t>Plot of validation? Plot of trajectory + input forces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91970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0D77-A1D8-A19D-B5A6-00B60468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BF43-5261-A99F-D8CB-CB57386B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84D1-BB88-9D69-691D-C1DAE924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80" y="1690688"/>
            <a:ext cx="3953427" cy="2095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5D40D-8FC4-DE28-0520-0399FEB640FC}"/>
              </a:ext>
            </a:extLst>
          </p:cNvPr>
          <p:cNvSpPr txBox="1"/>
          <p:nvPr/>
        </p:nvSpPr>
        <p:spPr>
          <a:xfrm>
            <a:off x="6321276" y="3016251"/>
            <a:ext cx="6094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wiring calls (</a:t>
            </a:r>
            <a:r>
              <a:rPr lang="en-NL" dirty="0" err="1"/>
              <a:t>connect_signals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connect_block_signals</a:t>
            </a:r>
            <a:r>
              <a:rPr lang="en-NL" dirty="0"/>
              <a:t>) tell the Interconnect which named</a:t>
            </a:r>
          </a:p>
          <a:p>
            <a:r>
              <a:rPr lang="en-NL" dirty="0"/>
              <a:t>   signals to feed into each block's inputs. At runtime,</a:t>
            </a:r>
          </a:p>
          <a:p>
            <a:r>
              <a:rPr lang="en-NL" dirty="0"/>
              <a:t>  interconnect(x, u) executes all blocks in order and</a:t>
            </a:r>
          </a:p>
          <a:p>
            <a:r>
              <a:rPr lang="en-NL" dirty="0"/>
              <a:t>  returns (y, </a:t>
            </a:r>
            <a:r>
              <a:rPr lang="en-NL" dirty="0" err="1"/>
              <a:t>x_next</a:t>
            </a:r>
            <a:r>
              <a:rPr lang="en-NL" dirty="0"/>
              <a:t>).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SSE_Interconnect</a:t>
            </a:r>
            <a:r>
              <a:rPr lang="en-NL" dirty="0"/>
              <a:t> wraps this: it adds an encoder network</a:t>
            </a:r>
          </a:p>
          <a:p>
            <a:r>
              <a:rPr lang="en-NL" dirty="0"/>
              <a:t>  on top. During training, the encoder maps (</a:t>
            </a:r>
            <a:r>
              <a:rPr lang="en-NL" dirty="0" err="1"/>
              <a:t>u_past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y_past</a:t>
            </a:r>
            <a:r>
              <a:rPr lang="en-NL" dirty="0"/>
              <a:t>) → x̂₀, then the interconnect rolls forward for NF</a:t>
            </a:r>
          </a:p>
          <a:p>
            <a:r>
              <a:rPr lang="en-NL" dirty="0"/>
              <a:t>   steps. The loss is the BPTT error over those steps.</a:t>
            </a:r>
          </a:p>
        </p:txBody>
      </p:sp>
    </p:spTree>
    <p:extLst>
      <p:ext uri="{BB962C8B-B14F-4D97-AF65-F5344CB8AC3E}">
        <p14:creationId xmlns:p14="http://schemas.microsoft.com/office/powerpoint/2010/main" val="3859296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D566-C799-71A5-2D6F-A20DB4AD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problems to be careful for, for LPV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1994-1452-B87E-C0AF-41EE356B5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Jacobian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State estimation..?</a:t>
            </a:r>
          </a:p>
        </p:txBody>
      </p:sp>
    </p:spTree>
    <p:extLst>
      <p:ext uri="{BB962C8B-B14F-4D97-AF65-F5344CB8AC3E}">
        <p14:creationId xmlns:p14="http://schemas.microsoft.com/office/powerpoint/2010/main" val="2973177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55FC-892F-E27B-A32A-81B92A5D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I add the velocities as states?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2E76-A473-BFD0-ABEB-75A49A7CD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becomes better because…</a:t>
            </a:r>
          </a:p>
          <a:p>
            <a:r>
              <a:rPr lang="en-US" dirty="0"/>
              <a:t>Does the system save these?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4104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CF98-E996-649C-A5B0-55496D86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F6C75-9B34-56D5-BD13-7E01071E1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Float64 compared against float32</a:t>
            </a:r>
            <a:br>
              <a:rPr lang="en-US" dirty="0"/>
            </a:br>
            <a:r>
              <a:rPr lang="en-US" dirty="0"/>
              <a:t>but I save </a:t>
            </a:r>
            <a:r>
              <a:rPr lang="en-US" dirty="0" err="1"/>
              <a:t>matlab</a:t>
            </a:r>
            <a:r>
              <a:rPr lang="en-US" dirty="0"/>
              <a:t> files as float32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11454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1F39-732A-9B18-3CC8-1A3D8B2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5474-BE65-362B-199E-171C2D8B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Kleine </a:t>
            </a:r>
            <a:r>
              <a:rPr lang="en-US" dirty="0" err="1"/>
              <a:t>hoek</a:t>
            </a:r>
            <a:r>
              <a:rPr lang="en-US" dirty="0"/>
              <a:t> parameter recovery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03770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05EA-5B6D-BB7D-C3DE-C8C943E1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EEDE-5EEA-DA67-C3EF-0614C270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Cpu</a:t>
            </a:r>
            <a:r>
              <a:rPr lang="en-US" dirty="0"/>
              <a:t> vs </a:t>
            </a:r>
            <a:r>
              <a:rPr lang="en-US" dirty="0" err="1"/>
              <a:t>gpu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79402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875B-C4EA-B5AD-F032-195637E6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9F75-51AE-7938-55C0-DE81CE10F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of </a:t>
            </a:r>
            <a:r>
              <a:rPr lang="en-US" dirty="0" err="1"/>
              <a:t>ik</a:t>
            </a:r>
            <a:r>
              <a:rPr lang="en-US" dirty="0"/>
              <a:t> een script </a:t>
            </a:r>
            <a:r>
              <a:rPr lang="en-US" dirty="0" err="1"/>
              <a:t>heb</a:t>
            </a:r>
            <a:r>
              <a:rPr lang="en-US" dirty="0"/>
              <a:t> voor LPV </a:t>
            </a:r>
            <a:r>
              <a:rPr lang="en-US" dirty="0" err="1"/>
              <a:t>verifiëren</a:t>
            </a:r>
            <a:r>
              <a:rPr lang="en-US" dirty="0"/>
              <a:t> door hele interconnect etc.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8291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3C63-4EF7-5D08-DD35-50879C38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08BF-4061-39A5-2750-C46C61D1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 difference static and parallel</a:t>
            </a:r>
          </a:p>
          <a:p>
            <a:r>
              <a:rPr lang="en-US" dirty="0"/>
              <a:t>Know </a:t>
            </a:r>
            <a:r>
              <a:rPr lang="en-US" dirty="0" err="1"/>
              <a:t>x_tilde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0694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1489-6887-2421-0663-39C3A59E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C403-F104-3A3F-FC16-2384F026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 encoder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F6C1A-04F4-88F2-EB19-52C217A5C13D}"/>
              </a:ext>
            </a:extLst>
          </p:cNvPr>
          <p:cNvSpPr txBox="1"/>
          <p:nvPr/>
        </p:nvSpPr>
        <p:spPr>
          <a:xfrm>
            <a:off x="7323463" y="-1307852"/>
            <a:ext cx="6097836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encoder exists because of how the training works: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</a:t>
            </a:r>
          </a:p>
          <a:p>
            <a:r>
              <a:rPr lang="en-NL" dirty="0"/>
              <a:t>  The core problem: Jan's framework trains via multi-step rollout (BPTT). To roll out </a:t>
            </a:r>
            <a:r>
              <a:rPr lang="en-NL" dirty="0" err="1"/>
              <a:t>y_hat</a:t>
            </a:r>
            <a:r>
              <a:rPr lang="en-NL" dirty="0"/>
              <a:t>,     </a:t>
            </a:r>
          </a:p>
          <a:p>
            <a:r>
              <a:rPr lang="en-NL" dirty="0"/>
              <a:t>  </a:t>
            </a:r>
            <a:r>
              <a:rPr lang="en-NL" dirty="0" err="1"/>
              <a:t>x_next</a:t>
            </a:r>
            <a:r>
              <a:rPr lang="en-NL" dirty="0"/>
              <a:t> = </a:t>
            </a:r>
            <a:r>
              <a:rPr lang="en-NL" dirty="0" err="1"/>
              <a:t>hfn</a:t>
            </a:r>
            <a:r>
              <a:rPr lang="en-NL" dirty="0"/>
              <a:t>(x, u) for </a:t>
            </a:r>
            <a:r>
              <a:rPr lang="en-NL" dirty="0" err="1"/>
              <a:t>nf</a:t>
            </a:r>
            <a:r>
              <a:rPr lang="en-NL" dirty="0"/>
              <a:t> steps, you need an initial state x0. But you never measure the full</a:t>
            </a:r>
          </a:p>
          <a:p>
            <a:r>
              <a:rPr lang="en-NL" dirty="0"/>
              <a:t>  state directly, you only have input/output measurements (u, y).                          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Why you can't just use the analytical baseline during training:                               </a:t>
            </a:r>
          </a:p>
          <a:p>
            <a:r>
              <a:rPr lang="en-NL" dirty="0"/>
              <a:t>  1. Velocities from finite differences are noisy and only approximate the true state</a:t>
            </a:r>
          </a:p>
          <a:p>
            <a:r>
              <a:rPr lang="en-NL" dirty="0"/>
              <a:t>  2. ANN states have no physical meaning, so there's no analytical way to set them. Zero is just</a:t>
            </a:r>
          </a:p>
          <a:p>
            <a:r>
              <a:rPr lang="en-NL" dirty="0"/>
              <a:t>  a guess.</a:t>
            </a:r>
          </a:p>
          <a:p>
            <a:r>
              <a:rPr lang="en-NL" dirty="0"/>
              <a:t>  3. Most importantly: x0 needs to be differentiable with respect to the network parameters. A</a:t>
            </a:r>
          </a:p>
          <a:p>
            <a:r>
              <a:rPr lang="en-NL" dirty="0"/>
              <a:t>  fixed analytical x0 is a constant, so gradients from the rollout loss can't improve the</a:t>
            </a:r>
          </a:p>
          <a:p>
            <a:r>
              <a:rPr lang="en-NL" dirty="0"/>
              <a:t>  initialization. The encoder is a neural network, so it's part of the computation graph and</a:t>
            </a:r>
          </a:p>
          <a:p>
            <a:r>
              <a:rPr lang="en-NL" dirty="0"/>
              <a:t>  gradients flow through it.</a:t>
            </a:r>
          </a:p>
          <a:p>
            <a:endParaRPr lang="en-NL" dirty="0"/>
          </a:p>
          <a:p>
            <a:r>
              <a:rPr lang="en-NL" dirty="0"/>
              <a:t>  In short: the encoder solves the state reconstruction problem, mapping (</a:t>
            </a:r>
            <a:r>
              <a:rPr lang="en-NL" dirty="0" err="1"/>
              <a:t>u_past</a:t>
            </a:r>
            <a:r>
              <a:rPr lang="en-NL" dirty="0"/>
              <a:t>, </a:t>
            </a:r>
            <a:r>
              <a:rPr lang="en-NL" dirty="0" err="1"/>
              <a:t>y_past</a:t>
            </a:r>
            <a:r>
              <a:rPr lang="en-NL" dirty="0"/>
              <a:t>) → x0,</a:t>
            </a:r>
          </a:p>
          <a:p>
            <a:r>
              <a:rPr lang="en-NL" dirty="0"/>
              <a:t>  in a way that is:</a:t>
            </a:r>
          </a:p>
          <a:p>
            <a:r>
              <a:rPr lang="en-NL" dirty="0"/>
              <a:t>  - Learned from data (adapts to the actual system)</a:t>
            </a:r>
          </a:p>
          <a:p>
            <a:r>
              <a:rPr lang="en-NL" dirty="0"/>
              <a:t>  - Differentiable (enables end-to-end BPTT training)</a:t>
            </a:r>
          </a:p>
          <a:p>
            <a:r>
              <a:rPr lang="en-NL" dirty="0"/>
              <a:t>  - Complete (estimates both physical states and ANN latent states)</a:t>
            </a:r>
          </a:p>
          <a:p>
            <a:endParaRPr lang="en-NL" dirty="0"/>
          </a:p>
          <a:p>
            <a:r>
              <a:rPr lang="en-NL" dirty="0"/>
              <a:t>  Without it, every rollout window would start from a suboptimal, non-differentiable guess, and</a:t>
            </a:r>
          </a:p>
          <a:p>
            <a:r>
              <a:rPr lang="en-NL" dirty="0"/>
              <a:t>  the ANN augmentation states would always start at zero. The encoder lets the model "warm up"</a:t>
            </a:r>
          </a:p>
          <a:p>
            <a:r>
              <a:rPr lang="en-NL" dirty="0"/>
              <a:t>  its internal state from measurement history before predicting forward.</a:t>
            </a:r>
          </a:p>
        </p:txBody>
      </p:sp>
    </p:spTree>
    <p:extLst>
      <p:ext uri="{BB962C8B-B14F-4D97-AF65-F5344CB8AC3E}">
        <p14:creationId xmlns:p14="http://schemas.microsoft.com/office/powerpoint/2010/main" val="27479765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4CFD-A7CC-C7B2-999F-F809EBCF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FF7B-33E5-E1B1-8CE2-B960D5C4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FE77B-98A9-26E0-764B-212DFB73187E}"/>
              </a:ext>
            </a:extLst>
          </p:cNvPr>
          <p:cNvSpPr txBox="1"/>
          <p:nvPr/>
        </p:nvSpPr>
        <p:spPr>
          <a:xfrm>
            <a:off x="3048918" y="-1461893"/>
            <a:ext cx="6097836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Good question. The encoder doesn't get evaluated on how well it</a:t>
            </a:r>
          </a:p>
          <a:p>
            <a:r>
              <a:rPr lang="en-NL" dirty="0"/>
              <a:t>   estimates x0 directly. There's no ground truth for x0 to     </a:t>
            </a:r>
          </a:p>
          <a:p>
            <a:r>
              <a:rPr lang="en-NL" dirty="0"/>
              <a:t>  compare against (especially not for the ANN states).           </a:t>
            </a:r>
          </a:p>
          <a:p>
            <a:r>
              <a:rPr lang="en-NL" dirty="0"/>
              <a:t>   </a:t>
            </a:r>
          </a:p>
          <a:p>
            <a:r>
              <a:rPr lang="en-NL" dirty="0"/>
              <a:t>  Instead, the evaluation is indirect, via rollout quality: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1. Encoder produces x0 from the past I/O window               </a:t>
            </a:r>
          </a:p>
          <a:p>
            <a:r>
              <a:rPr lang="en-NL" dirty="0"/>
              <a:t>  2. We roll forward from that x0 for </a:t>
            </a:r>
            <a:r>
              <a:rPr lang="en-NL" dirty="0" err="1"/>
              <a:t>nf</a:t>
            </a:r>
            <a:r>
              <a:rPr lang="en-NL" dirty="0"/>
              <a:t>=350 steps using </a:t>
            </a:r>
            <a:r>
              <a:rPr lang="en-NL" dirty="0" err="1"/>
              <a:t>hfn</a:t>
            </a:r>
            <a:r>
              <a:rPr lang="en-NL" dirty="0"/>
              <a:t>(x,</a:t>
            </a:r>
          </a:p>
          <a:p>
            <a:r>
              <a:rPr lang="en-NL" dirty="0"/>
              <a:t>  u) with the actual future inputs</a:t>
            </a:r>
          </a:p>
          <a:p>
            <a:r>
              <a:rPr lang="en-NL" dirty="0"/>
              <a:t>  3. The rolled-out output </a:t>
            </a:r>
            <a:r>
              <a:rPr lang="en-NL" dirty="0" err="1"/>
              <a:t>y_hat</a:t>
            </a:r>
            <a:r>
              <a:rPr lang="en-NL" dirty="0"/>
              <a:t> (positions X1, X2, Y) is</a:t>
            </a:r>
          </a:p>
          <a:p>
            <a:r>
              <a:rPr lang="en-NL" dirty="0"/>
              <a:t>  compared against the measured output </a:t>
            </a:r>
            <a:r>
              <a:rPr lang="en-NL" dirty="0" err="1"/>
              <a:t>y_ref</a:t>
            </a:r>
            <a:endParaRPr lang="en-NL" dirty="0"/>
          </a:p>
          <a:p>
            <a:r>
              <a:rPr lang="en-NL" dirty="0"/>
              <a:t>  4. RMS = sqrt(mean((</a:t>
            </a:r>
            <a:r>
              <a:rPr lang="en-NL" dirty="0" err="1"/>
              <a:t>y_hat</a:t>
            </a:r>
            <a:r>
              <a:rPr lang="en-NL" dirty="0"/>
              <a:t> - </a:t>
            </a:r>
            <a:r>
              <a:rPr lang="en-NL" dirty="0" err="1"/>
              <a:t>y_ref</a:t>
            </a:r>
            <a:r>
              <a:rPr lang="en-NL" dirty="0"/>
              <a:t>)^2))</a:t>
            </a:r>
          </a:p>
          <a:p>
            <a:endParaRPr lang="en-NL" dirty="0"/>
          </a:p>
          <a:p>
            <a:r>
              <a:rPr lang="en-NL" dirty="0"/>
              <a:t>  So the RMS is purely on the output prediction error over the</a:t>
            </a:r>
          </a:p>
          <a:p>
            <a:r>
              <a:rPr lang="en-NL" dirty="0"/>
              <a:t>  rollout horizon, not on the state estimate itself. A good x0</a:t>
            </a:r>
          </a:p>
          <a:p>
            <a:r>
              <a:rPr lang="en-NL" dirty="0"/>
              <a:t>  produces a rollout that tracks the measured output well; a bad</a:t>
            </a:r>
          </a:p>
          <a:p>
            <a:r>
              <a:rPr lang="en-NL" dirty="0"/>
              <a:t>  x0 causes the rollout to drift.</a:t>
            </a:r>
          </a:p>
          <a:p>
            <a:endParaRPr lang="en-NL" dirty="0"/>
          </a:p>
          <a:p>
            <a:r>
              <a:rPr lang="en-NL" dirty="0"/>
              <a:t>  This is why the analytical baseline comparison is meaningful:</a:t>
            </a:r>
          </a:p>
          <a:p>
            <a:r>
              <a:rPr lang="en-NL" dirty="0"/>
              <a:t>  if you initialize with (measured positions, finite-diff</a:t>
            </a:r>
          </a:p>
          <a:p>
            <a:r>
              <a:rPr lang="en-NL" dirty="0"/>
              <a:t>  velocities, ANN=0) and roll forward, you get some output error.</a:t>
            </a:r>
          </a:p>
          <a:p>
            <a:r>
              <a:rPr lang="en-NL" dirty="0"/>
              <a:t>   If the encoder's x0 produces a rollout with less output error,</a:t>
            </a:r>
          </a:p>
          <a:p>
            <a:r>
              <a:rPr lang="en-NL" dirty="0"/>
              <a:t>   the encoder is doing something useful, likely estimating</a:t>
            </a:r>
          </a:p>
          <a:p>
            <a:r>
              <a:rPr lang="en-NL" dirty="0"/>
              <a:t>  better velocities and/or non-zero ANN states that improve the</a:t>
            </a:r>
          </a:p>
          <a:p>
            <a:r>
              <a:rPr lang="en-NL" dirty="0"/>
              <a:t>  prediction.</a:t>
            </a:r>
          </a:p>
          <a:p>
            <a:endParaRPr lang="en-NL" dirty="0"/>
          </a:p>
          <a:p>
            <a:r>
              <a:rPr lang="en-NL" dirty="0"/>
              <a:t>  You never directly compare encoder states to "true" states</a:t>
            </a:r>
          </a:p>
          <a:p>
            <a:r>
              <a:rPr lang="en-NL" dirty="0"/>
              <a:t>  because there is no ground truth state, only ground truth</a:t>
            </a:r>
          </a:p>
          <a:p>
            <a:r>
              <a:rPr lang="en-NL" dirty="0"/>
              <a:t>  outputs.</a:t>
            </a:r>
          </a:p>
        </p:txBody>
      </p:sp>
    </p:spTree>
    <p:extLst>
      <p:ext uri="{BB962C8B-B14F-4D97-AF65-F5344CB8AC3E}">
        <p14:creationId xmlns:p14="http://schemas.microsoft.com/office/powerpoint/2010/main" val="2729501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813A-CDDE-3084-8EF7-A2B71512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B9F0B-7DE6-743B-1314-B945A1A8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0456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8B2F-D438-20FA-82BD-CC78496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encoder?                                          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4A6-4578-0B30-A7C3-C24BB3E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that maps past I/O history (</a:t>
            </a:r>
            <a:r>
              <a:rPr lang="en-US" dirty="0" err="1"/>
              <a:t>u_past</a:t>
            </a:r>
            <a:r>
              <a:rPr lang="en-US" dirty="0"/>
              <a:t>, </a:t>
            </a:r>
            <a:r>
              <a:rPr lang="en-US" dirty="0" err="1"/>
              <a:t>y_past</a:t>
            </a:r>
            <a:r>
              <a:rPr lang="en-US" dirty="0"/>
              <a:t>) to an initial state x0                                         </a:t>
            </a:r>
          </a:p>
          <a:p>
            <a:r>
              <a:rPr lang="en-US" dirty="0"/>
              <a:t>x0 contains both physical states (positions, velocities) and</a:t>
            </a:r>
          </a:p>
          <a:p>
            <a:pPr marL="0" indent="0">
              <a:buNone/>
            </a:pPr>
            <a:r>
              <a:rPr lang="en-US" dirty="0"/>
              <a:t>  ANN augmentation states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205322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979-B7A7-2D1A-461E-5760034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C362-C878-ADF8-565F-803ECB8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BPTT training rolls out the model for </a:t>
            </a:r>
            <a:r>
              <a:rPr lang="en-US" dirty="0" err="1"/>
              <a:t>i</a:t>
            </a:r>
            <a:r>
              <a:rPr lang="en-US" dirty="0"/>
              <a:t>-amount of steps from an initial state x0, but we only measure outputs (positions), not the full state</a:t>
            </a:r>
          </a:p>
          <a:p>
            <a:r>
              <a:rPr lang="en-US" dirty="0"/>
              <a:t>Analytical alternative positions from measurements, velocities from finite differences, ANN states = 0</a:t>
            </a:r>
          </a:p>
          <a:p>
            <a:r>
              <a:rPr lang="en-US" dirty="0"/>
              <a:t>ANN augmentation states have no physical meaning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1880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480B-D0EF-AE45-9667-E1E13186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1C07-3635-EB79-16AB-22CA929A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from system with added MSD</a:t>
            </a:r>
          </a:p>
          <a:p>
            <a:r>
              <a:rPr lang="en-US" dirty="0"/>
              <a:t>Evaluate indirectly: roll forward </a:t>
            </a:r>
            <a:r>
              <a:rPr lang="en-US" dirty="0" err="1"/>
              <a:t>i</a:t>
            </a:r>
            <a:r>
              <a:rPr lang="en-US" dirty="0"/>
              <a:t> steps from x0 through the full augmented model and compare predicted output </a:t>
            </a:r>
            <a:r>
              <a:rPr lang="en-US" dirty="0" err="1"/>
              <a:t>y_hat</a:t>
            </a:r>
            <a:r>
              <a:rPr lang="en-US" dirty="0"/>
              <a:t> against measured output </a:t>
            </a:r>
            <a:r>
              <a:rPr lang="en-US" dirty="0" err="1"/>
              <a:t>y_ref</a:t>
            </a:r>
            <a:r>
              <a:rPr lang="en-US" dirty="0"/>
              <a:t> over the rollout horizon</a:t>
            </a:r>
          </a:p>
          <a:p>
            <a:r>
              <a:rPr lang="en-US" dirty="0"/>
              <a:t>Compare encoder-initialized rollouts against analytical baseline rollouts (same trained model, different x0)</a:t>
            </a:r>
          </a:p>
          <a:p>
            <a:r>
              <a:rPr lang="en-US" dirty="0"/>
              <a:t>Analytical baseline: x0 = [measured positions, finite-diff velocities, 0 for ANN states]</a:t>
            </a:r>
          </a:p>
        </p:txBody>
      </p:sp>
    </p:spTree>
    <p:extLst>
      <p:ext uri="{BB962C8B-B14F-4D97-AF65-F5344CB8AC3E}">
        <p14:creationId xmlns:p14="http://schemas.microsoft.com/office/powerpoint/2010/main" val="2233121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44EA-2DD8-2489-1EF6-842B60BD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B1A6E-486E-E06D-0695-414C6382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906"/>
            <a:ext cx="12192000" cy="3483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F4AE-2C98-A117-CD2F-4EA49F8B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05" y="4511335"/>
            <a:ext cx="11588827" cy="2065735"/>
          </a:xfrm>
        </p:spPr>
        <p:txBody>
          <a:bodyPr>
            <a:normAutofit/>
          </a:bodyPr>
          <a:lstStyle/>
          <a:p>
            <a:r>
              <a:rPr lang="en-US" dirty="0"/>
              <a:t>Trajectories divided into windows</a:t>
            </a:r>
          </a:p>
          <a:p>
            <a:r>
              <a:rPr lang="en-US" dirty="0"/>
              <a:t>For each window compute per-channel RMS over rollout steps</a:t>
            </a:r>
          </a:p>
          <a:p>
            <a:r>
              <a:rPr lang="en-US" dirty="0"/>
              <a:t>Average those per-window RMS values across windows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545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C7D3-4600-829F-2243-91DDA9EE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43F3-5326-6794-ECF5-81A64E74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47495-0C34-3ED2-B533-D44EED125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99" y="97499"/>
            <a:ext cx="11105002" cy="66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218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9307-821D-C62D-CEE9-D04E2A20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3853-58E4-7A24-E4BF-A12B293E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B02A2-742A-9F9B-B5F4-211B4282A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01" y="958467"/>
            <a:ext cx="10600066" cy="530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275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08EDE7-2999-FF15-583B-D47DC240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A0E3-DC0B-0CBD-C224-8A70382F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23B7D-C560-17F4-A5B8-BC6706770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508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25AD27-E157-63C7-F5EA-16CE347E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AA87-0D2A-1475-7427-CF5FBFDA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467D3-0C78-3C49-9988-1C8B46BE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611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4281-3DA0-E1DA-DF88-9293C5F5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94E6-242A-445E-B4DA-8A28CC00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02AD-2110-0E10-35E2-1C476B0C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planning</a:t>
            </a:r>
          </a:p>
          <a:p>
            <a:pPr lvl="1"/>
            <a:r>
              <a:rPr lang="en-US" dirty="0"/>
              <a:t>Complete planning</a:t>
            </a:r>
          </a:p>
          <a:p>
            <a:pPr lvl="1"/>
            <a:r>
              <a:rPr lang="en-US" dirty="0"/>
              <a:t>If possible add gantry experiments </a:t>
            </a:r>
          </a:p>
          <a:p>
            <a:r>
              <a:rPr lang="en-US" dirty="0"/>
              <a:t>Verify that with the real physical angle constraints we can still recover the parameters</a:t>
            </a:r>
          </a:p>
          <a:p>
            <a:r>
              <a:rPr lang="en-US" dirty="0"/>
              <a:t>Augmentation additional states</a:t>
            </a:r>
          </a:p>
          <a:p>
            <a:pPr lvl="1"/>
            <a:r>
              <a:rPr lang="en-US" dirty="0"/>
              <a:t>Low error</a:t>
            </a:r>
          </a:p>
        </p:txBody>
      </p:sp>
    </p:spTree>
    <p:extLst>
      <p:ext uri="{BB962C8B-B14F-4D97-AF65-F5344CB8AC3E}">
        <p14:creationId xmlns:p14="http://schemas.microsoft.com/office/powerpoint/2010/main" val="1644103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700A-2832-214C-0636-A68D3F15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43EB-C319-46BE-FD21-BA551DEE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4900-88EE-C9A2-0031-32E666292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5D4D9-2173-638A-E6A6-E1EA77A67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9" y="0"/>
            <a:ext cx="1144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277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878C-24D3-9026-0ADA-69EA4452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33BE-EDD0-BA66-E460-0DA18901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incorrectly normalizing stage coordinates, mismatch with logical coordinates used in the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032048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67A1-77BF-AFAF-8858-38E7AD34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compare encoder against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8A77-571F-2206-307B-81510028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slide</a:t>
            </a:r>
          </a:p>
          <a:p>
            <a:r>
              <a:rPr lang="en-US" dirty="0"/>
              <a:t>Matches error </a:t>
            </a:r>
            <a:r>
              <a:rPr lang="en-US" dirty="0" err="1"/>
              <a:t>matlab</a:t>
            </a:r>
            <a:r>
              <a:rPr lang="en-US" dirty="0"/>
              <a:t> same input system with and without MSD with no encoder, windows, rollout</a:t>
            </a:r>
          </a:p>
          <a:p>
            <a:r>
              <a:rPr lang="en-US" dirty="0"/>
              <a:t>Encoder needs to improve over this baseline</a:t>
            </a:r>
          </a:p>
          <a:p>
            <a:r>
              <a:rPr lang="en-US" dirty="0"/>
              <a:t>Correct order of magnitude for the error (same as </a:t>
            </a:r>
            <a:r>
              <a:rPr lang="en-US" dirty="0" err="1"/>
              <a:t>matlab</a:t>
            </a:r>
            <a:r>
              <a:rPr lang="en-US" dirty="0"/>
              <a:t> input matching). Should be able to get in this range for the order of magnitude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019384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B4DE-F2AC-8D76-23CC-5D0A7EDB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F4A46-41CF-9039-FF78-ED5645E8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6532A-A6C8-F206-4073-A3A5739DD7F9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job_id</a:t>
            </a:r>
            <a:r>
              <a:rPr lang="en-NL" dirty="0"/>
              <a:t>=65624</a:t>
            </a:r>
          </a:p>
          <a:p>
            <a:r>
              <a:rPr lang="en-NL" dirty="0" err="1"/>
              <a:t>node_list</a:t>
            </a:r>
            <a:r>
              <a:rPr lang="en-NL" dirty="0"/>
              <a:t>=blade3</a:t>
            </a:r>
          </a:p>
          <a:p>
            <a:r>
              <a:rPr lang="en-NL" dirty="0" err="1"/>
              <a:t>cpus_per_task</a:t>
            </a:r>
            <a:r>
              <a:rPr lang="en-NL" dirty="0"/>
              <a:t>=4</a:t>
            </a:r>
          </a:p>
          <a:p>
            <a:r>
              <a:rPr lang="en-NL" dirty="0" err="1"/>
              <a:t>cuda_visible_devices</a:t>
            </a:r>
            <a:r>
              <a:rPr lang="en-NL" dirty="0"/>
              <a:t>=&lt;unset&gt;</a:t>
            </a:r>
          </a:p>
          <a:p>
            <a:r>
              <a:rPr lang="en-NL" dirty="0"/>
              <a:t>Mon Jun  8 01:34:23 PM CEST 2026</a:t>
            </a:r>
          </a:p>
          <a:p>
            <a:r>
              <a:rPr lang="en-NL" dirty="0"/>
              <a:t>=== CPU info ===</a:t>
            </a:r>
          </a:p>
          <a:p>
            <a:r>
              <a:rPr lang="en-NL" dirty="0"/>
              <a:t>CPU(s):                                  64</a:t>
            </a:r>
          </a:p>
          <a:p>
            <a:r>
              <a:rPr lang="en-NL" dirty="0"/>
              <a:t>On-line CPU(s) list:                     0-63</a:t>
            </a:r>
          </a:p>
          <a:p>
            <a:r>
              <a:rPr lang="en-NL" dirty="0"/>
              <a:t>Model name:                              AMD EPYC 7302 16-Core Processor</a:t>
            </a:r>
          </a:p>
          <a:p>
            <a:r>
              <a:rPr lang="en-NL" dirty="0"/>
              <a:t>Thread(s) per core:                      2</a:t>
            </a:r>
          </a:p>
          <a:p>
            <a:r>
              <a:rPr lang="en-NL" dirty="0"/>
              <a:t>Core(s) per socket:                      16</a:t>
            </a:r>
          </a:p>
          <a:p>
            <a:r>
              <a:rPr lang="en-NL" dirty="0"/>
              <a:t>Socket(s):                               2</a:t>
            </a:r>
          </a:p>
          <a:p>
            <a:r>
              <a:rPr lang="en-NL" dirty="0"/>
              <a:t>NUMA node0 CPU(s):                       0-15,32-47</a:t>
            </a:r>
          </a:p>
          <a:p>
            <a:r>
              <a:rPr lang="en-NL" dirty="0"/>
              <a:t>NUMA node1 CPU(s):                       16-31,48-63</a:t>
            </a:r>
          </a:p>
          <a:p>
            <a:r>
              <a:rPr lang="en-NL" dirty="0"/>
              <a:t>=== </a:t>
            </a:r>
            <a:r>
              <a:rPr lang="en-NL" dirty="0" err="1"/>
              <a:t>gantry_subnet_verification</a:t>
            </a:r>
            <a:r>
              <a:rPr lang="en-NL" dirty="0"/>
              <a:t> CPU ===</a:t>
            </a:r>
          </a:p>
          <a:p>
            <a:r>
              <a:rPr lang="en-NL" dirty="0"/>
              <a:t>Gym has been unmaintained since 2022 and does not support NumPy 2.0 amongst other critical functionality.</a:t>
            </a:r>
          </a:p>
          <a:p>
            <a:r>
              <a:rPr lang="en-NL" dirty="0"/>
              <a:t>Please upgrade to Gymnasium, the maintained drop-in replacement of Gym, or contact the authors of your software and request that they upgrade.</a:t>
            </a:r>
          </a:p>
          <a:p>
            <a:r>
              <a:rPr lang="en-NL" dirty="0"/>
              <a:t>Users of this version of Gym should be able to simply replace 'import gym' with 'import gymnasium as gym' in the vast majority of cases.</a:t>
            </a:r>
          </a:p>
          <a:p>
            <a:r>
              <a:rPr lang="en-NL" dirty="0"/>
              <a:t>See the migration guide at https://gymnasium.farama.org/introduction/migration_guide/ for additional information.</a:t>
            </a:r>
          </a:p>
          <a:p>
            <a:r>
              <a:rPr lang="en-NL" dirty="0"/>
              <a:t>Loaded 8 training + 1 </a:t>
            </a:r>
            <a:r>
              <a:rPr lang="en-NL" dirty="0" err="1"/>
              <a:t>val</a:t>
            </a:r>
            <a:r>
              <a:rPr lang="en-NL" dirty="0"/>
              <a:t> + 1 test trajectories</a:t>
            </a:r>
          </a:p>
          <a:p>
            <a:endParaRPr lang="en-NL" dirty="0"/>
          </a:p>
          <a:p>
            <a:r>
              <a:rPr lang="en-NL" dirty="0"/>
              <a:t>Building Config A: physics only (</a:t>
            </a:r>
            <a:r>
              <a:rPr lang="en-NL" dirty="0" err="1"/>
              <a:t>nxd</a:t>
            </a:r>
            <a:r>
              <a:rPr lang="en-NL" dirty="0"/>
              <a:t>=6)</a:t>
            </a:r>
          </a:p>
          <a:p>
            <a:r>
              <a:rPr lang="en-NL" dirty="0"/>
              <a:t>Building Config B: physics + inert ANN (</a:t>
            </a:r>
            <a:r>
              <a:rPr lang="en-NL" dirty="0" err="1"/>
              <a:t>nxd</a:t>
            </a:r>
            <a:r>
              <a:rPr lang="en-NL" dirty="0"/>
              <a:t>=8)</a:t>
            </a:r>
          </a:p>
          <a:p>
            <a:endParaRPr lang="en-NL" dirty="0"/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Windowed rollout evaluation (</a:t>
            </a:r>
            <a:r>
              <a:rPr lang="en-NL" dirty="0" err="1"/>
              <a:t>nf</a:t>
            </a:r>
            <a:r>
              <a:rPr lang="en-NL" dirty="0"/>
              <a:t>=350 steps = 0.350 s)</a:t>
            </a:r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  Trajectory                                 Win       A:X1      A:X2       A:Y       B:X1      B:X2       B:Y    </a:t>
            </a:r>
            <a:r>
              <a:rPr lang="en-NL" dirty="0" err="1"/>
              <a:t>maxdiff</a:t>
            </a:r>
            <a:endParaRPr lang="en-NL" dirty="0"/>
          </a:p>
          <a:p>
            <a:r>
              <a:rPr lang="en-NL" dirty="0"/>
              <a:t>  -----------------------------------------------------------------------------------------------------------------------</a:t>
            </a:r>
          </a:p>
          <a:p>
            <a:r>
              <a:rPr lang="en-NL" dirty="0"/>
              <a:t>  T1_Y_sweep_conservative.mat                  4   0.000000  0.000000  0.000243   0.000000  0.000000  0.000243   0.00e+00</a:t>
            </a:r>
          </a:p>
          <a:p>
            <a:r>
              <a:rPr lang="en-NL" dirty="0"/>
              <a:t>  T2_X_sym_Y030.mat                            4   0.000514  0.000512  0.000014   0.000514  0.000512  0.000014   0.00e+00</a:t>
            </a:r>
          </a:p>
          <a:p>
            <a:r>
              <a:rPr lang="en-NL" dirty="0"/>
              <a:t>  T3_X_sym_Y000.mat                            4   0.000520  0.000506  0.000014   0.000520  0.000506  0.000014   0.00e+00</a:t>
            </a:r>
          </a:p>
          <a:p>
            <a:r>
              <a:rPr lang="en-NL" dirty="0"/>
              <a:t>  T4_X_antisym_Y020.mat                        4   0.000044  0.000037  0.000055   0.000044  0.000037  0.000055   0.00e+00</a:t>
            </a:r>
          </a:p>
          <a:p>
            <a:r>
              <a:rPr lang="en-NL" dirty="0"/>
              <a:t>  T5_X_sym_Y_sweep.mat                         4   0.000389  0.000378  0.000332   0.000389  0.000378  0.000332   0.00e+00</a:t>
            </a:r>
          </a:p>
          <a:p>
            <a:r>
              <a:rPr lang="en-NL" dirty="0"/>
              <a:t>  T6_Y_sweep_aggressive.mat                    4   0.000000  0.000000  0.000449   0.000000  0.000000  0.000449   0.00e+00</a:t>
            </a:r>
          </a:p>
          <a:p>
            <a:r>
              <a:rPr lang="en-NL" dirty="0"/>
              <a:t>  T7_X_antisym_Y_sweep.mat                     4   0.000040  0.000036  0.000393   0.000040  0.000036  0.000393   0.00e+00</a:t>
            </a:r>
          </a:p>
          <a:p>
            <a:r>
              <a:rPr lang="en-NL" dirty="0"/>
              <a:t>  T8_X_sym_anti_Y_sweep.mat                    4   0.000239  0.000245  0.000232   0.000239  0.000245  0.000232   0.00e+00</a:t>
            </a:r>
          </a:p>
          <a:p>
            <a:r>
              <a:rPr lang="en-NL" dirty="0"/>
              <a:t>  V1_X_sym_Y_mid_sweep.mat                     4   0.000306  0.000298  0.000263   0.000306  0.000298  0.000263   0.00e+00</a:t>
            </a:r>
          </a:p>
          <a:p>
            <a:r>
              <a:rPr lang="en-NL" dirty="0"/>
              <a:t>  E1_X_sym_anti_Y_low_offset_sweep.mat         4   0.000298  0.000297  0.000195   0.000298  0.000297  0.000195   0.00e+00</a:t>
            </a:r>
          </a:p>
          <a:p>
            <a:endParaRPr lang="en-NL" dirty="0"/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SUMMARY</a:t>
            </a:r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  Overall mean RMS per channel (Config A, physics only):</a:t>
            </a:r>
          </a:p>
          <a:p>
            <a:r>
              <a:rPr lang="en-NL" dirty="0"/>
              <a:t>    X1: 0.000235 m    X2: 0.000231 m    Y: 0.000219 m</a:t>
            </a:r>
          </a:p>
          <a:p>
            <a:r>
              <a:rPr lang="en-NL" dirty="0"/>
              <a:t>  Overall mean RMS per channel (Config B, physics + inert ANN):</a:t>
            </a:r>
          </a:p>
          <a:p>
            <a:r>
              <a:rPr lang="en-NL" dirty="0"/>
              <a:t>    X1: 0.000235 m    X2: 0.000231 m    Y: 0.000219 m</a:t>
            </a:r>
          </a:p>
          <a:p>
            <a:endParaRPr lang="en-NL" dirty="0"/>
          </a:p>
          <a:p>
            <a:r>
              <a:rPr lang="en-NL" dirty="0"/>
              <a:t>  Max </a:t>
            </a:r>
            <a:r>
              <a:rPr lang="en-NL" dirty="0" err="1"/>
              <a:t>A-vs</a:t>
            </a:r>
            <a:r>
              <a:rPr lang="en-NL" dirty="0"/>
              <a:t>-B difference: 0.00e+00 m</a:t>
            </a:r>
          </a:p>
          <a:p>
            <a:r>
              <a:rPr lang="en-NL" dirty="0"/>
              <a:t>  PASS: Config A and B are identical (ANN is truly inert)</a:t>
            </a:r>
          </a:p>
          <a:p>
            <a:endParaRPr lang="en-NL" dirty="0"/>
          </a:p>
          <a:p>
            <a:r>
              <a:rPr lang="en-NL" dirty="0"/>
              <a:t>  Expected range: ~1e-04 m per channel (from MATLAB MSD comparison)</a:t>
            </a:r>
          </a:p>
          <a:p>
            <a:r>
              <a:rPr lang="en-NL" dirty="0"/>
              <a:t>    X1: 2.35e-04 m = 2.4x target</a:t>
            </a:r>
          </a:p>
          <a:p>
            <a:r>
              <a:rPr lang="en-NL" dirty="0"/>
              <a:t>    X2: 2.31e-04 m = 2.3x target</a:t>
            </a:r>
          </a:p>
          <a:p>
            <a:r>
              <a:rPr lang="en-NL" dirty="0"/>
              <a:t>    Y: 2.19e-04 m = 2.2x target</a:t>
            </a:r>
          </a:p>
        </p:txBody>
      </p:sp>
    </p:spTree>
    <p:extLst>
      <p:ext uri="{BB962C8B-B14F-4D97-AF65-F5344CB8AC3E}">
        <p14:creationId xmlns:p14="http://schemas.microsoft.com/office/powerpoint/2010/main" val="2490628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DD8F-0B5D-EC51-9134-38505752D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862-840B-D266-F7FD-BC5190F9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encoder keep improving with the ANN for estimation of the additional states (Augmentation)…?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64017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1A77-BB99-94F1-E985-F9E06053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E501-7144-67B2-7E26-D0B159B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Float64 vs float32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0593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601F-9A89-2E61-6D02-481C7088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21F8-E722-A11D-3E39-ADF5EB8E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ACF6E-3EA3-4BBE-8DE6-505EDD98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091" y="658967"/>
            <a:ext cx="7869582" cy="5540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82DCF0-4E24-AF97-B00A-66CF7BEAE403}"/>
              </a:ext>
            </a:extLst>
          </p:cNvPr>
          <p:cNvSpPr txBox="1"/>
          <p:nvPr/>
        </p:nvSpPr>
        <p:spPr>
          <a:xfrm>
            <a:off x="6638658" y="296453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The selection matrix at the output block is a separate,</a:t>
            </a:r>
          </a:p>
          <a:p>
            <a:r>
              <a:rPr lang="en-NL" dirty="0"/>
              <a:t>  independent choice: do augmented states appear in the</a:t>
            </a:r>
          </a:p>
          <a:p>
            <a:r>
              <a:rPr lang="en-NL" dirty="0"/>
              <a:t>  observation equation? You could have parallel augmentation</a:t>
            </a:r>
          </a:p>
          <a:p>
            <a:r>
              <a:rPr lang="en-NL" dirty="0"/>
              <a:t>  where augmented states do appear in the output (extend C to</a:t>
            </a:r>
          </a:p>
          <a:p>
            <a:r>
              <a:rPr lang="en-NL" dirty="0"/>
              <a:t>  include columns for </a:t>
            </a:r>
            <a:r>
              <a:rPr lang="en-NL" dirty="0" err="1"/>
              <a:t>x_ann</a:t>
            </a:r>
            <a:r>
              <a:rPr lang="en-NL" dirty="0"/>
              <a:t>), or where they don't (current</a:t>
            </a:r>
          </a:p>
          <a:p>
            <a:r>
              <a:rPr lang="en-NL" dirty="0"/>
              <a:t>  setup). Either way it's still parallel, because the defining</a:t>
            </a:r>
          </a:p>
          <a:p>
            <a:r>
              <a:rPr lang="en-NL" dirty="0"/>
              <a:t>   feature is the additive state update, not what the output</a:t>
            </a:r>
          </a:p>
          <a:p>
            <a:r>
              <a:rPr lang="en-NL" dirty="0"/>
              <a:t>  block sees.</a:t>
            </a:r>
          </a:p>
        </p:txBody>
      </p:sp>
    </p:spTree>
    <p:extLst>
      <p:ext uri="{BB962C8B-B14F-4D97-AF65-F5344CB8AC3E}">
        <p14:creationId xmlns:p14="http://schemas.microsoft.com/office/powerpoint/2010/main" val="3906342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4436-D51C-495E-6026-B98C3A9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A82B-00F1-E993-1097-25C466F24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08721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CBDD-760C-8E10-6BAC-8D34A9DA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071A4-60BA-09EF-AA6B-E2DFDED9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baseline</a:t>
            </a:r>
          </a:p>
          <a:p>
            <a:r>
              <a:rPr lang="en-US" dirty="0"/>
              <a:t>Problem encoder</a:t>
            </a:r>
          </a:p>
          <a:p>
            <a:pPr lvl="1"/>
            <a:r>
              <a:rPr lang="en-US" dirty="0"/>
              <a:t>Hybrid encoder</a:t>
            </a:r>
          </a:p>
          <a:p>
            <a:r>
              <a:rPr lang="en-US" dirty="0" err="1"/>
              <a:t>Multisine</a:t>
            </a:r>
            <a:r>
              <a:rPr lang="en-US" dirty="0"/>
              <a:t>?</a:t>
            </a:r>
          </a:p>
          <a:p>
            <a:r>
              <a:rPr lang="en-US" dirty="0" err="1"/>
              <a:t>Downsampling</a:t>
            </a:r>
            <a:endParaRPr lang="en-US" dirty="0"/>
          </a:p>
          <a:p>
            <a:r>
              <a:rPr lang="en-US" dirty="0"/>
              <a:t>NF NA_NB</a:t>
            </a:r>
          </a:p>
          <a:p>
            <a:r>
              <a:rPr lang="en-US" dirty="0"/>
              <a:t>How did I implement the current structure</a:t>
            </a:r>
          </a:p>
          <a:p>
            <a:r>
              <a:rPr lang="en-US" dirty="0"/>
              <a:t>PLANNING UPDATE…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9890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5631-8A8A-211B-55AD-365E7E2B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F3C9-CFF5-E1E8-600F-59B6AD23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EF456-68B5-8D6D-274F-09F52AE26A8B}"/>
              </a:ext>
            </a:extLst>
          </p:cNvPr>
          <p:cNvSpPr txBox="1"/>
          <p:nvPr/>
        </p:nvSpPr>
        <p:spPr>
          <a:xfrm>
            <a:off x="3048000" y="-3680638"/>
            <a:ext cx="6096000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Good results. Let me address your questions.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</a:t>
            </a:r>
            <a:r>
              <a:rPr lang="en-NL" dirty="0" err="1"/>
              <a:t>dlyap</a:t>
            </a:r>
            <a:r>
              <a:rPr lang="en-NL" dirty="0"/>
              <a:t> error: Two eigenvalues are exactly at z=1.0 (the integrator modes, X and Y rigid-body translation with zero stiffness). The discrete      </a:t>
            </a:r>
          </a:p>
          <a:p>
            <a:r>
              <a:rPr lang="en-NL" dirty="0"/>
              <a:t>  Lyapunov equation requires all eigenvalues strictly inside the unit circle. Not a bug in the script, just a property of the system. We can either   </a:t>
            </a:r>
          </a:p>
          <a:p>
            <a:r>
              <a:rPr lang="en-NL" dirty="0"/>
              <a:t>  skip the </a:t>
            </a:r>
            <a:r>
              <a:rPr lang="en-NL" dirty="0" err="1"/>
              <a:t>Gramian</a:t>
            </a:r>
            <a:r>
              <a:rPr lang="en-NL" dirty="0"/>
              <a:t> or stabilize those modes with a tiny damping. But honestly, the PBH test and per-mode observability already give us what we need.  </a:t>
            </a:r>
          </a:p>
          <a:p>
            <a:r>
              <a:rPr lang="en-NL" dirty="0"/>
              <a:t>  The </a:t>
            </a:r>
            <a:r>
              <a:rPr lang="en-NL" dirty="0" err="1"/>
              <a:t>Gramian</a:t>
            </a:r>
            <a:r>
              <a:rPr lang="en-NL" dirty="0"/>
              <a:t> is redundant here.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Is the method clean for deriving fs, </a:t>
            </a:r>
            <a:r>
              <a:rPr lang="en-NL" dirty="0" err="1"/>
              <a:t>nf</a:t>
            </a:r>
            <a:r>
              <a:rPr lang="en-NL" dirty="0"/>
              <a:t>, </a:t>
            </a:r>
            <a:r>
              <a:rPr lang="en-NL" dirty="0" err="1"/>
              <a:t>na_nb</a:t>
            </a:r>
            <a:r>
              <a:rPr lang="en-NL" dirty="0"/>
              <a:t>?</a:t>
            </a:r>
          </a:p>
          <a:p>
            <a:endParaRPr lang="en-NL" dirty="0"/>
          </a:p>
          <a:p>
            <a:r>
              <a:rPr lang="en-NL" dirty="0"/>
              <a:t>  It's correct but overcomplicated. Here's what the eigenvalue table already tells us in plain language:</a:t>
            </a:r>
          </a:p>
          <a:p>
            <a:endParaRPr lang="en-NL" dirty="0"/>
          </a:p>
          <a:p>
            <a:r>
              <a:rPr lang="en-NL" dirty="0"/>
              <a:t>  - fs: Fastest mode is MSD at 158 Hz. Nyquist says fs &gt; 316 Hz. With 10x RK4 sub-stepping that's the same bound. fs=4000 Hz is 12.7x oversampled.</a:t>
            </a:r>
          </a:p>
          <a:p>
            <a:r>
              <a:rPr lang="en-NL" dirty="0"/>
              <a:t>  Done.</a:t>
            </a:r>
          </a:p>
          <a:p>
            <a:r>
              <a:rPr lang="en-NL" dirty="0"/>
              <a:t>  - </a:t>
            </a:r>
            <a:r>
              <a:rPr lang="en-NL" dirty="0" err="1"/>
              <a:t>nf</a:t>
            </a:r>
            <a:r>
              <a:rPr lang="en-NL" dirty="0"/>
              <a:t>: MSD settling time is 95 </a:t>
            </a:r>
            <a:r>
              <a:rPr lang="en-NL" dirty="0" err="1"/>
              <a:t>ms</a:t>
            </a:r>
            <a:r>
              <a:rPr lang="en-NL" dirty="0"/>
              <a:t>. The loss needs to see at least one full ring-down. At 4000 Hz that's 382 samples. Current </a:t>
            </a:r>
            <a:r>
              <a:rPr lang="en-NL" dirty="0" err="1"/>
              <a:t>nf</a:t>
            </a:r>
            <a:r>
              <a:rPr lang="en-NL" dirty="0"/>
              <a:t>=1200 (300 </a:t>
            </a:r>
            <a:r>
              <a:rPr lang="en-NL" dirty="0" err="1"/>
              <a:t>ms</a:t>
            </a:r>
            <a:r>
              <a:rPr lang="en-NL" dirty="0"/>
              <a:t>) is 3x</a:t>
            </a:r>
          </a:p>
          <a:p>
            <a:r>
              <a:rPr lang="en-NL" dirty="0"/>
              <a:t>  more than needed. Done.</a:t>
            </a:r>
          </a:p>
          <a:p>
            <a:r>
              <a:rPr lang="en-NL" dirty="0"/>
              <a:t>  - </a:t>
            </a:r>
            <a:r>
              <a:rPr lang="en-NL" dirty="0" err="1"/>
              <a:t>na_nb</a:t>
            </a:r>
            <a:r>
              <a:rPr lang="en-NL" dirty="0"/>
              <a:t>: MSD period is 6.3 </a:t>
            </a:r>
            <a:r>
              <a:rPr lang="en-NL" dirty="0" err="1"/>
              <a:t>ms</a:t>
            </a:r>
            <a:r>
              <a:rPr lang="en-NL" dirty="0"/>
              <a:t>. The encoder needs to see at least a couple of oscillation cycles to estimate phase and amplitude. Two periods = 12.8</a:t>
            </a:r>
          </a:p>
          <a:p>
            <a:r>
              <a:rPr lang="en-NL" dirty="0"/>
              <a:t>  </a:t>
            </a:r>
            <a:r>
              <a:rPr lang="en-NL" dirty="0" err="1"/>
              <a:t>ms</a:t>
            </a:r>
            <a:r>
              <a:rPr lang="en-NL" dirty="0"/>
              <a:t> = 51 samples. Current </a:t>
            </a:r>
            <a:r>
              <a:rPr lang="en-NL" dirty="0" err="1"/>
              <a:t>na_nb</a:t>
            </a:r>
            <a:r>
              <a:rPr lang="en-NL" dirty="0"/>
              <a:t>=400 (100 </a:t>
            </a:r>
            <a:r>
              <a:rPr lang="en-NL" dirty="0" err="1"/>
              <a:t>ms</a:t>
            </a:r>
            <a:r>
              <a:rPr lang="en-NL" dirty="0"/>
              <a:t>) is 8x more than the minimum. Done.</a:t>
            </a:r>
          </a:p>
          <a:p>
            <a:endParaRPr lang="en-NL" dirty="0"/>
          </a:p>
          <a:p>
            <a:r>
              <a:rPr lang="en-NL" dirty="0"/>
              <a:t>  That's it. Three numbers from </a:t>
            </a:r>
            <a:r>
              <a:rPr lang="en-NL" dirty="0" err="1"/>
              <a:t>eig</a:t>
            </a:r>
            <a:r>
              <a:rPr lang="en-NL" dirty="0"/>
              <a:t>(</a:t>
            </a:r>
            <a:r>
              <a:rPr lang="en-NL" dirty="0" err="1"/>
              <a:t>A_c</a:t>
            </a:r>
            <a:r>
              <a:rPr lang="en-NL" dirty="0"/>
              <a:t>). The FRF and observability sections answer different questions (is the MSD visible? can it be observed?) but</a:t>
            </a:r>
          </a:p>
          <a:p>
            <a:r>
              <a:rPr lang="en-NL" dirty="0"/>
              <a:t>  they don't change the hyperparameter derivation. They're useful context for interpreting training results later, but for the hyperparameter</a:t>
            </a:r>
          </a:p>
          <a:p>
            <a:r>
              <a:rPr lang="en-NL" dirty="0"/>
              <a:t>  justification itself, Section 1 alone is sufficient.</a:t>
            </a:r>
          </a:p>
          <a:p>
            <a:endParaRPr lang="en-NL" dirty="0"/>
          </a:p>
          <a:p>
            <a:r>
              <a:rPr lang="en-NL" dirty="0"/>
              <a:t>  The simpler version: eigenvalues give natural frequencies and time constants. Natural frequencies set fs. Settling time sets </a:t>
            </a:r>
            <a:r>
              <a:rPr lang="en-NL" dirty="0" err="1"/>
              <a:t>nf</a:t>
            </a:r>
            <a:r>
              <a:rPr lang="en-NL" dirty="0"/>
              <a:t>. Oscillation period</a:t>
            </a:r>
          </a:p>
          <a:p>
            <a:r>
              <a:rPr lang="en-NL" dirty="0"/>
              <a:t>  sets </a:t>
            </a:r>
            <a:r>
              <a:rPr lang="en-NL" dirty="0" err="1"/>
              <a:t>na_nb</a:t>
            </a:r>
            <a:r>
              <a:rPr lang="en-NL" dirty="0"/>
              <a:t>. Three lines of reasoning, each one sentence. The rest (FRF, PBH, </a:t>
            </a:r>
            <a:r>
              <a:rPr lang="en-NL" dirty="0" err="1"/>
              <a:t>Gramian</a:t>
            </a:r>
            <a:r>
              <a:rPr lang="en-NL" dirty="0"/>
              <a:t>) is supporting evidence for the thesis, not for hyperparameter</a:t>
            </a:r>
          </a:p>
          <a:p>
            <a:r>
              <a:rPr lang="en-NL" dirty="0"/>
              <a:t>  selection.</a:t>
            </a:r>
          </a:p>
          <a:p>
            <a:endParaRPr lang="en-NL" dirty="0"/>
          </a:p>
          <a:p>
            <a:r>
              <a:rPr lang="en-NL" dirty="0"/>
              <a:t>  Do you want me to trim the script to just the eigenvalue section + summary, and keep the FRF/observability as a separate diagnostic?</a:t>
            </a:r>
          </a:p>
        </p:txBody>
      </p:sp>
    </p:spTree>
    <p:extLst>
      <p:ext uri="{BB962C8B-B14F-4D97-AF65-F5344CB8AC3E}">
        <p14:creationId xmlns:p14="http://schemas.microsoft.com/office/powerpoint/2010/main" val="42280329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FEA9-D3DD-4943-8890-F32124B1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D6C8-2288-0B3C-3ECC-65BAA7E63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4710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7E6B-7076-E633-BBC1-5EF909FB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F542E-B53E-B5A2-F03A-BA7F58230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731061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371B-B02A-6E17-5726-B381CB57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A0004-DAE6-BD80-CCC1-E4F44026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58119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78DD-D214-EF8A-C068-70124C51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18F3-3FF1-6BB5-D508-AC876009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Structure used and how copied</a:t>
            </a:r>
          </a:p>
          <a:p>
            <a:pPr lvl="1"/>
            <a:r>
              <a:rPr lang="en-US" dirty="0"/>
              <a:t>RK4</a:t>
            </a:r>
          </a:p>
          <a:p>
            <a:r>
              <a:rPr lang="en-US" dirty="0"/>
              <a:t>Determine </a:t>
            </a:r>
            <a:r>
              <a:rPr lang="en-US" dirty="0" err="1"/>
              <a:t>downsampling</a:t>
            </a:r>
            <a:r>
              <a:rPr lang="en-US" dirty="0"/>
              <a:t>, </a:t>
            </a:r>
            <a:r>
              <a:rPr lang="en-US" dirty="0" err="1"/>
              <a:t>nf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nb</a:t>
            </a:r>
            <a:r>
              <a:rPr lang="en-US" dirty="0"/>
              <a:t>, rk4 steps</a:t>
            </a:r>
          </a:p>
          <a:p>
            <a:r>
              <a:rPr lang="en-US" dirty="0"/>
              <a:t>Encoder cant compete with analytical baseline</a:t>
            </a:r>
          </a:p>
          <a:p>
            <a:pPr lvl="1"/>
            <a:r>
              <a:rPr lang="en-US" dirty="0"/>
              <a:t>Hybrid encoder?</a:t>
            </a:r>
          </a:p>
          <a:p>
            <a:pPr lvl="1"/>
            <a:r>
              <a:rPr lang="en-US" dirty="0" err="1"/>
              <a:t>Analytisch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, cant beat that… for </a:t>
            </a:r>
            <a:r>
              <a:rPr lang="en-US"/>
              <a:t>augmented system</a:t>
            </a:r>
            <a:endParaRPr lang="en-US" dirty="0"/>
          </a:p>
          <a:p>
            <a:r>
              <a:rPr lang="en-US" dirty="0"/>
              <a:t>Data not informative enough? Added </a:t>
            </a:r>
            <a:r>
              <a:rPr lang="en-US" dirty="0" err="1"/>
              <a:t>multisine</a:t>
            </a:r>
            <a:r>
              <a:rPr lang="en-US" dirty="0"/>
              <a:t> as solution</a:t>
            </a:r>
          </a:p>
          <a:p>
            <a:endParaRPr lang="en-US" dirty="0"/>
          </a:p>
          <a:p>
            <a:r>
              <a:rPr lang="en-US" dirty="0"/>
              <a:t>Look at gantry_test_diagnose_default_encoder_65974.out!!</a:t>
            </a:r>
          </a:p>
          <a:p>
            <a:r>
              <a:rPr lang="en-US" dirty="0"/>
              <a:t>Laten </a:t>
            </a:r>
            <a:r>
              <a:rPr lang="en-US" dirty="0" err="1"/>
              <a:t>zien</a:t>
            </a:r>
            <a:r>
              <a:rPr lang="en-US" dirty="0"/>
              <a:t> met MSD informative enough… of </a:t>
            </a:r>
            <a:r>
              <a:rPr lang="en-US" dirty="0" err="1"/>
              <a:t>ene</a:t>
            </a:r>
            <a:r>
              <a:rPr lang="en-US" dirty="0"/>
              <a:t> plot mismatch al??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336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9762</TotalTime>
  <Words>3640</Words>
  <Application>Microsoft Office PowerPoint</Application>
  <PresentationFormat>Widescreen</PresentationFormat>
  <Paragraphs>376</Paragraphs>
  <Slides>72</Slides>
  <Notes>9</Notes>
  <HiddenSlides>35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Meeting Week 19</vt:lpstr>
      <vt:lpstr>Last week summary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Results verified against simscape</vt:lpstr>
      <vt:lpstr>Update: verify augmented model against simscape</vt:lpstr>
      <vt:lpstr>Correction simscape model Offset not properly connected</vt:lpstr>
      <vt:lpstr>PowerPoint Presentation</vt:lpstr>
      <vt:lpstr>PowerPoint Presentation</vt:lpstr>
      <vt:lpstr>Baseline vs augmented system</vt:lpstr>
      <vt:lpstr>PowerPoint Presentation</vt:lpstr>
      <vt:lpstr>PowerPoint Presentation</vt:lpstr>
      <vt:lpstr>PowerPoint Presentation</vt:lpstr>
      <vt:lpstr>PowerPoint Presentation</vt:lpstr>
      <vt:lpstr>Error between baseline and augmented</vt:lpstr>
      <vt:lpstr>PowerPoint Presentation</vt:lpstr>
      <vt:lpstr>Verify gantry model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Encoder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Lists problems to be careful for, for LPV</vt:lpstr>
      <vt:lpstr>Question 1</vt:lpstr>
      <vt:lpstr>Should I add the velocities as states?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encoder?                                           </vt:lpstr>
      <vt:lpstr>Why do we need it?</vt:lpstr>
      <vt:lpstr>How do we evaluate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 next week</vt:lpstr>
      <vt:lpstr>PowerPoint Presentation</vt:lpstr>
      <vt:lpstr>PowerPoint Presentation</vt:lpstr>
      <vt:lpstr>Baseline to compare encoder against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2026-06-11T08:16:39Z</dcterms:modified>
</cp:coreProperties>
</file>