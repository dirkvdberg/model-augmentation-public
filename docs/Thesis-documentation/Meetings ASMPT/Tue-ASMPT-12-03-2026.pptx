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1"/>
  </p:sldMasterIdLst>
  <p:notesMasterIdLst>
    <p:notesMasterId r:id="rId26"/>
  </p:notesMasterIdLst>
  <p:sldIdLst>
    <p:sldId id="257" r:id="rId2"/>
    <p:sldId id="265" r:id="rId3"/>
    <p:sldId id="328" r:id="rId4"/>
    <p:sldId id="263" r:id="rId5"/>
    <p:sldId id="322" r:id="rId6"/>
    <p:sldId id="324" r:id="rId7"/>
    <p:sldId id="323" r:id="rId8"/>
    <p:sldId id="327" r:id="rId9"/>
    <p:sldId id="326" r:id="rId10"/>
    <p:sldId id="330" r:id="rId11"/>
    <p:sldId id="331" r:id="rId12"/>
    <p:sldId id="332" r:id="rId13"/>
    <p:sldId id="333" r:id="rId14"/>
    <p:sldId id="334" r:id="rId15"/>
    <p:sldId id="335" r:id="rId16"/>
    <p:sldId id="336" r:id="rId17"/>
    <p:sldId id="337" r:id="rId18"/>
    <p:sldId id="338" r:id="rId19"/>
    <p:sldId id="339" r:id="rId20"/>
    <p:sldId id="340" r:id="rId21"/>
    <p:sldId id="341" r:id="rId22"/>
    <p:sldId id="342" r:id="rId23"/>
    <p:sldId id="343" r:id="rId24"/>
    <p:sldId id="261" r:id="rId25"/>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C0F41F-B21C-41D0-BCB0-78023C2B7339}" v="126" dt="2026-03-12T12:34:35.186"/>
  </p1510:revLst>
</p1510:revInfo>
</file>

<file path=ppt/tableStyles.xml><?xml version="1.0" encoding="utf-8"?>
<a:tblStyleLst xmlns:a="http://schemas.openxmlformats.org/drawingml/2006/main" def="{5C22544A-7EE6-4342-B048-85BDC9FD1C3A}">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72026" autoAdjust="0"/>
  </p:normalViewPr>
  <p:slideViewPr>
    <p:cSldViewPr snapToGrid="0">
      <p:cViewPr varScale="1">
        <p:scale>
          <a:sx n="59" d="100"/>
          <a:sy n="59" d="100"/>
        </p:scale>
        <p:origin x="1526"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rg, Dirk van den" userId="035ecb32-01d9-4b47-a105-eacf059a4647" providerId="ADAL" clId="{F7FF961E-CF96-44AC-93C2-93612F62D46D}"/>
    <pc:docChg chg="undo redo custSel addSld delSld modSld sldOrd">
      <pc:chgData name="Berg, Dirk van den" userId="035ecb32-01d9-4b47-a105-eacf059a4647" providerId="ADAL" clId="{F7FF961E-CF96-44AC-93C2-93612F62D46D}" dt="2026-03-12T20:33:13.506" v="2215" actId="313"/>
      <pc:docMkLst>
        <pc:docMk/>
      </pc:docMkLst>
      <pc:sldChg chg="addSp delSp modSp mod">
        <pc:chgData name="Berg, Dirk van den" userId="035ecb32-01d9-4b47-a105-eacf059a4647" providerId="ADAL" clId="{F7FF961E-CF96-44AC-93C2-93612F62D46D}" dt="2026-03-12T09:00:46.760" v="36" actId="14100"/>
        <pc:sldMkLst>
          <pc:docMk/>
          <pc:sldMk cId="2679595137" sldId="257"/>
        </pc:sldMkLst>
        <pc:spChg chg="mod">
          <ac:chgData name="Berg, Dirk van den" userId="035ecb32-01d9-4b47-a105-eacf059a4647" providerId="ADAL" clId="{F7FF961E-CF96-44AC-93C2-93612F62D46D}" dt="2026-03-12T08:21:13.913" v="1" actId="20577"/>
          <ac:spMkLst>
            <pc:docMk/>
            <pc:sldMk cId="2679595137" sldId="257"/>
            <ac:spMk id="2" creationId="{1CA58346-11EF-AF16-3F7E-D4AE642D6182}"/>
          </ac:spMkLst>
        </pc:spChg>
        <pc:spChg chg="mod">
          <ac:chgData name="Berg, Dirk van den" userId="035ecb32-01d9-4b47-a105-eacf059a4647" providerId="ADAL" clId="{F7FF961E-CF96-44AC-93C2-93612F62D46D}" dt="2026-03-12T09:00:46.760" v="36" actId="14100"/>
          <ac:spMkLst>
            <pc:docMk/>
            <pc:sldMk cId="2679595137" sldId="257"/>
            <ac:spMk id="3" creationId="{DAAEF679-3C39-E36C-B710-9B50CBAE487E}"/>
          </ac:spMkLst>
        </pc:spChg>
        <pc:spChg chg="del">
          <ac:chgData name="Berg, Dirk van den" userId="035ecb32-01d9-4b47-a105-eacf059a4647" providerId="ADAL" clId="{F7FF961E-CF96-44AC-93C2-93612F62D46D}" dt="2026-03-12T08:21:18.197" v="2" actId="478"/>
          <ac:spMkLst>
            <pc:docMk/>
            <pc:sldMk cId="2679595137" sldId="257"/>
            <ac:spMk id="4" creationId="{465EFC2D-66CC-A333-8AD7-17BCBCDB18BB}"/>
          </ac:spMkLst>
        </pc:spChg>
        <pc:spChg chg="add">
          <ac:chgData name="Berg, Dirk van den" userId="035ecb32-01d9-4b47-a105-eacf059a4647" providerId="ADAL" clId="{F7FF961E-CF96-44AC-93C2-93612F62D46D}" dt="2026-03-12T08:58:29.869" v="3"/>
          <ac:spMkLst>
            <pc:docMk/>
            <pc:sldMk cId="2679595137" sldId="257"/>
            <ac:spMk id="5" creationId="{D90B44EA-07D5-5035-95BF-1EB839FC25C3}"/>
          </ac:spMkLst>
        </pc:spChg>
        <pc:spChg chg="add">
          <ac:chgData name="Berg, Dirk van den" userId="035ecb32-01d9-4b47-a105-eacf059a4647" providerId="ADAL" clId="{F7FF961E-CF96-44AC-93C2-93612F62D46D}" dt="2026-03-12T08:58:40.274" v="4"/>
          <ac:spMkLst>
            <pc:docMk/>
            <pc:sldMk cId="2679595137" sldId="257"/>
            <ac:spMk id="6" creationId="{369A0E85-3D02-13F7-3A68-BDF283C3405B}"/>
          </ac:spMkLst>
        </pc:spChg>
      </pc:sldChg>
      <pc:sldChg chg="del">
        <pc:chgData name="Berg, Dirk van den" userId="035ecb32-01d9-4b47-a105-eacf059a4647" providerId="ADAL" clId="{F7FF961E-CF96-44AC-93C2-93612F62D46D}" dt="2026-03-12T10:57:07.571" v="875" actId="47"/>
        <pc:sldMkLst>
          <pc:docMk/>
          <pc:sldMk cId="1617226886" sldId="258"/>
        </pc:sldMkLst>
      </pc:sldChg>
      <pc:sldChg chg="del">
        <pc:chgData name="Berg, Dirk van den" userId="035ecb32-01d9-4b47-a105-eacf059a4647" providerId="ADAL" clId="{F7FF961E-CF96-44AC-93C2-93612F62D46D}" dt="2026-03-12T12:21:37.502" v="1951" actId="47"/>
        <pc:sldMkLst>
          <pc:docMk/>
          <pc:sldMk cId="2138626586" sldId="259"/>
        </pc:sldMkLst>
      </pc:sldChg>
      <pc:sldChg chg="del">
        <pc:chgData name="Berg, Dirk van den" userId="035ecb32-01d9-4b47-a105-eacf059a4647" providerId="ADAL" clId="{F7FF961E-CF96-44AC-93C2-93612F62D46D}" dt="2026-03-12T12:21:38.316" v="1952" actId="47"/>
        <pc:sldMkLst>
          <pc:docMk/>
          <pc:sldMk cId="2175299465" sldId="260"/>
        </pc:sldMkLst>
      </pc:sldChg>
      <pc:sldChg chg="modSp add del mod modNotesTx">
        <pc:chgData name="Berg, Dirk van den" userId="035ecb32-01d9-4b47-a105-eacf059a4647" providerId="ADAL" clId="{F7FF961E-CF96-44AC-93C2-93612F62D46D}" dt="2026-03-12T16:35:48.728" v="2182" actId="20577"/>
        <pc:sldMkLst>
          <pc:docMk/>
          <pc:sldMk cId="4133975854" sldId="261"/>
        </pc:sldMkLst>
        <pc:spChg chg="mod">
          <ac:chgData name="Berg, Dirk van den" userId="035ecb32-01d9-4b47-a105-eacf059a4647" providerId="ADAL" clId="{F7FF961E-CF96-44AC-93C2-93612F62D46D}" dt="2026-03-12T12:22:11.652" v="2013" actId="20577"/>
          <ac:spMkLst>
            <pc:docMk/>
            <pc:sldMk cId="4133975854" sldId="261"/>
            <ac:spMk id="3" creationId="{78179DB8-2509-8E4F-14E4-B0B6B2FE756A}"/>
          </ac:spMkLst>
        </pc:spChg>
      </pc:sldChg>
      <pc:sldChg chg="del">
        <pc:chgData name="Berg, Dirk van den" userId="035ecb32-01d9-4b47-a105-eacf059a4647" providerId="ADAL" clId="{F7FF961E-CF96-44AC-93C2-93612F62D46D}" dt="2026-03-12T12:21:42" v="1954" actId="47"/>
        <pc:sldMkLst>
          <pc:docMk/>
          <pc:sldMk cId="3503897311" sldId="262"/>
        </pc:sldMkLst>
      </pc:sldChg>
      <pc:sldChg chg="addSp delSp modSp new mod">
        <pc:chgData name="Berg, Dirk van den" userId="035ecb32-01d9-4b47-a105-eacf059a4647" providerId="ADAL" clId="{F7FF961E-CF96-44AC-93C2-93612F62D46D}" dt="2026-03-12T10:05:37.227" v="225" actId="113"/>
        <pc:sldMkLst>
          <pc:docMk/>
          <pc:sldMk cId="244431408" sldId="263"/>
        </pc:sldMkLst>
        <pc:spChg chg="mod">
          <ac:chgData name="Berg, Dirk van den" userId="035ecb32-01d9-4b47-a105-eacf059a4647" providerId="ADAL" clId="{F7FF961E-CF96-44AC-93C2-93612F62D46D}" dt="2026-03-12T09:25:31.942" v="49" actId="20577"/>
          <ac:spMkLst>
            <pc:docMk/>
            <pc:sldMk cId="244431408" sldId="263"/>
            <ac:spMk id="2" creationId="{08DDF709-A19F-47F6-F1B0-D60C996847BB}"/>
          </ac:spMkLst>
        </pc:spChg>
        <pc:spChg chg="add del mod">
          <ac:chgData name="Berg, Dirk van den" userId="035ecb32-01d9-4b47-a105-eacf059a4647" providerId="ADAL" clId="{F7FF961E-CF96-44AC-93C2-93612F62D46D}" dt="2026-03-12T10:05:37.227" v="225" actId="113"/>
          <ac:spMkLst>
            <pc:docMk/>
            <pc:sldMk cId="244431408" sldId="263"/>
            <ac:spMk id="3" creationId="{2EE718CB-A070-E980-F324-DB41048A99DA}"/>
          </ac:spMkLst>
        </pc:spChg>
        <pc:spChg chg="add mod">
          <ac:chgData name="Berg, Dirk van den" userId="035ecb32-01d9-4b47-a105-eacf059a4647" providerId="ADAL" clId="{F7FF961E-CF96-44AC-93C2-93612F62D46D}" dt="2026-03-12T09:24:11.289" v="39"/>
          <ac:spMkLst>
            <pc:docMk/>
            <pc:sldMk cId="244431408" sldId="263"/>
            <ac:spMk id="4" creationId="{E8C6EF98-DB50-3854-135B-7F8D54AA7067}"/>
          </ac:spMkLst>
        </pc:spChg>
      </pc:sldChg>
      <pc:sldChg chg="modSp add mod">
        <pc:chgData name="Berg, Dirk van den" userId="035ecb32-01d9-4b47-a105-eacf059a4647" providerId="ADAL" clId="{F7FF961E-CF96-44AC-93C2-93612F62D46D}" dt="2026-03-12T10:56:52.322" v="874" actId="20577"/>
        <pc:sldMkLst>
          <pc:docMk/>
          <pc:sldMk cId="4080616712" sldId="265"/>
        </pc:sldMkLst>
        <pc:spChg chg="mod">
          <ac:chgData name="Berg, Dirk van den" userId="035ecb32-01d9-4b47-a105-eacf059a4647" providerId="ADAL" clId="{F7FF961E-CF96-44AC-93C2-93612F62D46D}" dt="2026-03-12T10:56:52.322" v="874" actId="20577"/>
          <ac:spMkLst>
            <pc:docMk/>
            <pc:sldMk cId="4080616712" sldId="265"/>
            <ac:spMk id="3" creationId="{2F0542DA-0419-8E2A-B472-F4481305E1ED}"/>
          </ac:spMkLst>
        </pc:spChg>
      </pc:sldChg>
      <pc:sldChg chg="addSp modSp add mod modNotesTx">
        <pc:chgData name="Berg, Dirk van den" userId="035ecb32-01d9-4b47-a105-eacf059a4647" providerId="ADAL" clId="{F7FF961E-CF96-44AC-93C2-93612F62D46D}" dt="2026-03-12T20:32:43.623" v="2197" actId="313"/>
        <pc:sldMkLst>
          <pc:docMk/>
          <pc:sldMk cId="167170809" sldId="322"/>
        </pc:sldMkLst>
        <pc:spChg chg="mod">
          <ac:chgData name="Berg, Dirk van den" userId="035ecb32-01d9-4b47-a105-eacf059a4647" providerId="ADAL" clId="{F7FF961E-CF96-44AC-93C2-93612F62D46D}" dt="2026-03-12T20:32:43.623" v="2197" actId="313"/>
          <ac:spMkLst>
            <pc:docMk/>
            <pc:sldMk cId="167170809" sldId="322"/>
            <ac:spMk id="3" creationId="{86CFA176-5D21-3B95-0A96-91FBDE9B2431}"/>
          </ac:spMkLst>
        </pc:spChg>
        <pc:spChg chg="add">
          <ac:chgData name="Berg, Dirk van den" userId="035ecb32-01d9-4b47-a105-eacf059a4647" providerId="ADAL" clId="{F7FF961E-CF96-44AC-93C2-93612F62D46D}" dt="2026-03-12T10:03:52.996" v="212"/>
          <ac:spMkLst>
            <pc:docMk/>
            <pc:sldMk cId="167170809" sldId="322"/>
            <ac:spMk id="4" creationId="{B723837E-2D66-B02E-B24A-B5613C72AE6F}"/>
          </ac:spMkLst>
        </pc:spChg>
        <pc:spChg chg="add mod">
          <ac:chgData name="Berg, Dirk van den" userId="035ecb32-01d9-4b47-a105-eacf059a4647" providerId="ADAL" clId="{F7FF961E-CF96-44AC-93C2-93612F62D46D}" dt="2026-03-12T10:14:24.418" v="252" actId="20577"/>
          <ac:spMkLst>
            <pc:docMk/>
            <pc:sldMk cId="167170809" sldId="322"/>
            <ac:spMk id="5" creationId="{991F6304-BE21-85C4-55E2-236FB9484954}"/>
          </ac:spMkLst>
        </pc:spChg>
      </pc:sldChg>
      <pc:sldChg chg="addSp delSp modSp add mod modNotesTx">
        <pc:chgData name="Berg, Dirk van den" userId="035ecb32-01d9-4b47-a105-eacf059a4647" providerId="ADAL" clId="{F7FF961E-CF96-44AC-93C2-93612F62D46D}" dt="2026-03-12T16:34:25.008" v="2173" actId="6549"/>
        <pc:sldMkLst>
          <pc:docMk/>
          <pc:sldMk cId="1672730133" sldId="323"/>
        </pc:sldMkLst>
        <pc:spChg chg="del">
          <ac:chgData name="Berg, Dirk van den" userId="035ecb32-01d9-4b47-a105-eacf059a4647" providerId="ADAL" clId="{F7FF961E-CF96-44AC-93C2-93612F62D46D}" dt="2026-03-12T10:27:14.186" v="397" actId="478"/>
          <ac:spMkLst>
            <pc:docMk/>
            <pc:sldMk cId="1672730133" sldId="323"/>
            <ac:spMk id="3" creationId="{2D70404D-1ABD-D507-42A3-90A2DA00258E}"/>
          </ac:spMkLst>
        </pc:spChg>
        <pc:spChg chg="add del mod">
          <ac:chgData name="Berg, Dirk van den" userId="035ecb32-01d9-4b47-a105-eacf059a4647" providerId="ADAL" clId="{F7FF961E-CF96-44AC-93C2-93612F62D46D}" dt="2026-03-12T10:32:34.405" v="578" actId="20577"/>
          <ac:spMkLst>
            <pc:docMk/>
            <pc:sldMk cId="1672730133" sldId="323"/>
            <ac:spMk id="6" creationId="{9AEE5FC7-FD77-46FB-388F-40144CA03DE6}"/>
          </ac:spMkLst>
        </pc:spChg>
        <pc:spChg chg="add mod">
          <ac:chgData name="Berg, Dirk van den" userId="035ecb32-01d9-4b47-a105-eacf059a4647" providerId="ADAL" clId="{F7FF961E-CF96-44AC-93C2-93612F62D46D}" dt="2026-03-12T10:27:28.001" v="403"/>
          <ac:spMkLst>
            <pc:docMk/>
            <pc:sldMk cId="1672730133" sldId="323"/>
            <ac:spMk id="7" creationId="{899996BA-B932-F0F6-33D6-AC6433980554}"/>
          </ac:spMkLst>
        </pc:spChg>
        <pc:graphicFrameChg chg="del modGraphic">
          <ac:chgData name="Berg, Dirk van den" userId="035ecb32-01d9-4b47-a105-eacf059a4647" providerId="ADAL" clId="{F7FF961E-CF96-44AC-93C2-93612F62D46D}" dt="2026-03-12T10:26:58.225" v="394" actId="478"/>
          <ac:graphicFrameMkLst>
            <pc:docMk/>
            <pc:sldMk cId="1672730133" sldId="323"/>
            <ac:graphicFrameMk id="4" creationId="{0A05B0D4-D38F-B810-CF7E-7D54CAF459FC}"/>
          </ac:graphicFrameMkLst>
        </pc:graphicFrameChg>
      </pc:sldChg>
      <pc:sldChg chg="addSp delSp modSp add mod modNotesTx">
        <pc:chgData name="Berg, Dirk van den" userId="035ecb32-01d9-4b47-a105-eacf059a4647" providerId="ADAL" clId="{F7FF961E-CF96-44AC-93C2-93612F62D46D}" dt="2026-03-12T16:34:19.432" v="2172" actId="20577"/>
        <pc:sldMkLst>
          <pc:docMk/>
          <pc:sldMk cId="2738336054" sldId="324"/>
        </pc:sldMkLst>
        <pc:spChg chg="mod">
          <ac:chgData name="Berg, Dirk van den" userId="035ecb32-01d9-4b47-a105-eacf059a4647" providerId="ADAL" clId="{F7FF961E-CF96-44AC-93C2-93612F62D46D}" dt="2026-03-12T10:23:19.179" v="318" actId="20577"/>
          <ac:spMkLst>
            <pc:docMk/>
            <pc:sldMk cId="2738336054" sldId="324"/>
            <ac:spMk id="3" creationId="{40B5C7C3-4517-C419-A844-EA962638A741}"/>
          </ac:spMkLst>
        </pc:spChg>
        <pc:spChg chg="add del mod">
          <ac:chgData name="Berg, Dirk van den" userId="035ecb32-01d9-4b47-a105-eacf059a4647" providerId="ADAL" clId="{F7FF961E-CF96-44AC-93C2-93612F62D46D}" dt="2026-03-12T10:24:35.132" v="320"/>
          <ac:spMkLst>
            <pc:docMk/>
            <pc:sldMk cId="2738336054" sldId="324"/>
            <ac:spMk id="4" creationId="{38F407E2-3381-E227-03B6-0ED928B107A3}"/>
          </ac:spMkLst>
        </pc:spChg>
      </pc:sldChg>
      <pc:sldChg chg="addSp delSp modSp add mod modNotesTx">
        <pc:chgData name="Berg, Dirk van den" userId="035ecb32-01d9-4b47-a105-eacf059a4647" providerId="ADAL" clId="{F7FF961E-CF96-44AC-93C2-93612F62D46D}" dt="2026-03-12T16:34:38.527" v="2175" actId="20577"/>
        <pc:sldMkLst>
          <pc:docMk/>
          <pc:sldMk cId="3942108659" sldId="326"/>
        </pc:sldMkLst>
        <pc:spChg chg="mod">
          <ac:chgData name="Berg, Dirk van den" userId="035ecb32-01d9-4b47-a105-eacf059a4647" providerId="ADAL" clId="{F7FF961E-CF96-44AC-93C2-93612F62D46D}" dt="2026-03-12T10:56:32.288" v="871" actId="20577"/>
          <ac:spMkLst>
            <pc:docMk/>
            <pc:sldMk cId="3942108659" sldId="326"/>
            <ac:spMk id="3" creationId="{F42EE3F7-46CC-C87E-3102-DB3ABF3B723A}"/>
          </ac:spMkLst>
        </pc:spChg>
        <pc:spChg chg="add del mod">
          <ac:chgData name="Berg, Dirk van den" userId="035ecb32-01d9-4b47-a105-eacf059a4647" providerId="ADAL" clId="{F7FF961E-CF96-44AC-93C2-93612F62D46D}" dt="2026-03-12T10:55:23.227" v="787"/>
          <ac:spMkLst>
            <pc:docMk/>
            <pc:sldMk cId="3942108659" sldId="326"/>
            <ac:spMk id="4" creationId="{759D929A-2309-01C1-BD0D-36E3A227DFE0}"/>
          </ac:spMkLst>
        </pc:spChg>
      </pc:sldChg>
      <pc:sldChg chg="modSp add mod modNotesTx">
        <pc:chgData name="Berg, Dirk van den" userId="035ecb32-01d9-4b47-a105-eacf059a4647" providerId="ADAL" clId="{F7FF961E-CF96-44AC-93C2-93612F62D46D}" dt="2026-03-12T20:33:13.506" v="2215" actId="313"/>
        <pc:sldMkLst>
          <pc:docMk/>
          <pc:sldMk cId="2290613150" sldId="327"/>
        </pc:sldMkLst>
        <pc:spChg chg="mod">
          <ac:chgData name="Berg, Dirk van den" userId="035ecb32-01d9-4b47-a105-eacf059a4647" providerId="ADAL" clId="{F7FF961E-CF96-44AC-93C2-93612F62D46D}" dt="2026-03-12T10:38:38.010" v="592" actId="20577"/>
          <ac:spMkLst>
            <pc:docMk/>
            <pc:sldMk cId="2290613150" sldId="327"/>
            <ac:spMk id="2" creationId="{48C99F1A-FC63-8B4D-D5D7-9FEC3E3F08F2}"/>
          </ac:spMkLst>
        </pc:spChg>
        <pc:spChg chg="mod">
          <ac:chgData name="Berg, Dirk van den" userId="035ecb32-01d9-4b47-a105-eacf059a4647" providerId="ADAL" clId="{F7FF961E-CF96-44AC-93C2-93612F62D46D}" dt="2026-03-12T20:33:13.506" v="2215" actId="313"/>
          <ac:spMkLst>
            <pc:docMk/>
            <pc:sldMk cId="2290613150" sldId="327"/>
            <ac:spMk id="3" creationId="{4005F404-DC83-4790-8B27-1C0C83D0379D}"/>
          </ac:spMkLst>
        </pc:spChg>
      </pc:sldChg>
      <pc:sldChg chg="addSp delSp modSp new mod ord">
        <pc:chgData name="Berg, Dirk van den" userId="035ecb32-01d9-4b47-a105-eacf059a4647" providerId="ADAL" clId="{F7FF961E-CF96-44AC-93C2-93612F62D46D}" dt="2026-03-12T20:32:30.590" v="2191" actId="313"/>
        <pc:sldMkLst>
          <pc:docMk/>
          <pc:sldMk cId="3768330648" sldId="328"/>
        </pc:sldMkLst>
        <pc:spChg chg="mod">
          <ac:chgData name="Berg, Dirk van den" userId="035ecb32-01d9-4b47-a105-eacf059a4647" providerId="ADAL" clId="{F7FF961E-CF96-44AC-93C2-93612F62D46D}" dt="2026-03-12T10:00:58.074" v="204"/>
          <ac:spMkLst>
            <pc:docMk/>
            <pc:sldMk cId="3768330648" sldId="328"/>
            <ac:spMk id="2" creationId="{16E0F907-DF5D-8B21-BF9F-9253C6198887}"/>
          </ac:spMkLst>
        </pc:spChg>
        <pc:spChg chg="mod">
          <ac:chgData name="Berg, Dirk van den" userId="035ecb32-01d9-4b47-a105-eacf059a4647" providerId="ADAL" clId="{F7FF961E-CF96-44AC-93C2-93612F62D46D}" dt="2026-03-12T20:32:30.590" v="2191" actId="313"/>
          <ac:spMkLst>
            <pc:docMk/>
            <pc:sldMk cId="3768330648" sldId="328"/>
            <ac:spMk id="3" creationId="{D4E6157A-E391-C3C6-B7FF-F46EBF3B8296}"/>
          </ac:spMkLst>
        </pc:spChg>
        <pc:spChg chg="add del mod">
          <ac:chgData name="Berg, Dirk van den" userId="035ecb32-01d9-4b47-a105-eacf059a4647" providerId="ADAL" clId="{F7FF961E-CF96-44AC-93C2-93612F62D46D}" dt="2026-03-12T10:52:01.330" v="769"/>
          <ac:spMkLst>
            <pc:docMk/>
            <pc:sldMk cId="3768330648" sldId="328"/>
            <ac:spMk id="4" creationId="{97E93B6A-7831-7FF1-F1D9-A15E9C8C367B}"/>
          </ac:spMkLst>
        </pc:spChg>
      </pc:sldChg>
      <pc:sldChg chg="addSp delSp modSp new del mod setBg modShow">
        <pc:chgData name="Berg, Dirk van den" userId="035ecb32-01d9-4b47-a105-eacf059a4647" providerId="ADAL" clId="{F7FF961E-CF96-44AC-93C2-93612F62D46D}" dt="2026-03-12T11:22:53.053" v="1244" actId="47"/>
        <pc:sldMkLst>
          <pc:docMk/>
          <pc:sldMk cId="776469694" sldId="329"/>
        </pc:sldMkLst>
        <pc:spChg chg="mod">
          <ac:chgData name="Berg, Dirk van den" userId="035ecb32-01d9-4b47-a105-eacf059a4647" providerId="ADAL" clId="{F7FF961E-CF96-44AC-93C2-93612F62D46D}" dt="2026-03-12T11:01:03.379" v="886" actId="26606"/>
          <ac:spMkLst>
            <pc:docMk/>
            <pc:sldMk cId="776469694" sldId="329"/>
            <ac:spMk id="2" creationId="{D068BF2A-7331-7970-A01A-673958EE1FB9}"/>
          </ac:spMkLst>
        </pc:spChg>
        <pc:spChg chg="del">
          <ac:chgData name="Berg, Dirk van den" userId="035ecb32-01d9-4b47-a105-eacf059a4647" providerId="ADAL" clId="{F7FF961E-CF96-44AC-93C2-93612F62D46D}" dt="2026-03-12T11:00:05.728" v="878"/>
          <ac:spMkLst>
            <pc:docMk/>
            <pc:sldMk cId="776469694" sldId="329"/>
            <ac:spMk id="3" creationId="{148B8C0D-819B-EBBA-C6E1-905421B47B9C}"/>
          </ac:spMkLst>
        </pc:spChg>
        <pc:spChg chg="add del">
          <ac:chgData name="Berg, Dirk van den" userId="035ecb32-01d9-4b47-a105-eacf059a4647" providerId="ADAL" clId="{F7FF961E-CF96-44AC-93C2-93612F62D46D}" dt="2026-03-12T11:00:59.305" v="885" actId="26606"/>
          <ac:spMkLst>
            <pc:docMk/>
            <pc:sldMk cId="776469694" sldId="329"/>
            <ac:spMk id="6" creationId="{BACC6370-2D7E-4714-9D71-7542949D7D5D}"/>
          </ac:spMkLst>
        </pc:spChg>
        <pc:spChg chg="add del">
          <ac:chgData name="Berg, Dirk van den" userId="035ecb32-01d9-4b47-a105-eacf059a4647" providerId="ADAL" clId="{F7FF961E-CF96-44AC-93C2-93612F62D46D}" dt="2026-03-12T11:00:59.305" v="885" actId="26606"/>
          <ac:spMkLst>
            <pc:docMk/>
            <pc:sldMk cId="776469694" sldId="329"/>
            <ac:spMk id="7" creationId="{F68B3F68-107C-434F-AA38-110D5EA91B85}"/>
          </ac:spMkLst>
        </pc:spChg>
        <pc:spChg chg="add del">
          <ac:chgData name="Berg, Dirk van den" userId="035ecb32-01d9-4b47-a105-eacf059a4647" providerId="ADAL" clId="{F7FF961E-CF96-44AC-93C2-93612F62D46D}" dt="2026-03-12T11:00:59.305" v="885" actId="26606"/>
          <ac:spMkLst>
            <pc:docMk/>
            <pc:sldMk cId="776469694" sldId="329"/>
            <ac:spMk id="8" creationId="{AAD0DBB9-1A4B-4391-81D4-CB19F9AB918A}"/>
          </ac:spMkLst>
        </pc:spChg>
        <pc:spChg chg="add del">
          <ac:chgData name="Berg, Dirk van den" userId="035ecb32-01d9-4b47-a105-eacf059a4647" providerId="ADAL" clId="{F7FF961E-CF96-44AC-93C2-93612F62D46D}" dt="2026-03-12T11:00:14.739" v="880" actId="26606"/>
          <ac:spMkLst>
            <pc:docMk/>
            <pc:sldMk cId="776469694" sldId="329"/>
            <ac:spMk id="9" creationId="{BACC6370-2D7E-4714-9D71-7542949D7D5D}"/>
          </ac:spMkLst>
        </pc:spChg>
        <pc:spChg chg="add del">
          <ac:chgData name="Berg, Dirk van den" userId="035ecb32-01d9-4b47-a105-eacf059a4647" providerId="ADAL" clId="{F7FF961E-CF96-44AC-93C2-93612F62D46D}" dt="2026-03-12T11:00:59.305" v="885" actId="26606"/>
          <ac:spMkLst>
            <pc:docMk/>
            <pc:sldMk cId="776469694" sldId="329"/>
            <ac:spMk id="10" creationId="{063BBA22-50EA-4C4D-BE05-F1CE4E63AA56}"/>
          </ac:spMkLst>
        </pc:spChg>
        <pc:spChg chg="add del">
          <ac:chgData name="Berg, Dirk van den" userId="035ecb32-01d9-4b47-a105-eacf059a4647" providerId="ADAL" clId="{F7FF961E-CF96-44AC-93C2-93612F62D46D}" dt="2026-03-12T11:00:14.739" v="880" actId="26606"/>
          <ac:spMkLst>
            <pc:docMk/>
            <pc:sldMk cId="776469694" sldId="329"/>
            <ac:spMk id="11" creationId="{F68B3F68-107C-434F-AA38-110D5EA91B85}"/>
          </ac:spMkLst>
        </pc:spChg>
        <pc:spChg chg="add">
          <ac:chgData name="Berg, Dirk van den" userId="035ecb32-01d9-4b47-a105-eacf059a4647" providerId="ADAL" clId="{F7FF961E-CF96-44AC-93C2-93612F62D46D}" dt="2026-03-12T11:01:03.379" v="886" actId="26606"/>
          <ac:spMkLst>
            <pc:docMk/>
            <pc:sldMk cId="776469694" sldId="329"/>
            <ac:spMk id="12" creationId="{5F637E18-EF26-4327-9077-7FFC67B98B96}"/>
          </ac:spMkLst>
        </pc:spChg>
        <pc:spChg chg="add del">
          <ac:chgData name="Berg, Dirk van den" userId="035ecb32-01d9-4b47-a105-eacf059a4647" providerId="ADAL" clId="{F7FF961E-CF96-44AC-93C2-93612F62D46D}" dt="2026-03-12T11:00:14.739" v="880" actId="26606"/>
          <ac:spMkLst>
            <pc:docMk/>
            <pc:sldMk cId="776469694" sldId="329"/>
            <ac:spMk id="13" creationId="{AAD0DBB9-1A4B-4391-81D4-CB19F9AB918A}"/>
          </ac:spMkLst>
        </pc:spChg>
        <pc:spChg chg="add">
          <ac:chgData name="Berg, Dirk van den" userId="035ecb32-01d9-4b47-a105-eacf059a4647" providerId="ADAL" clId="{F7FF961E-CF96-44AC-93C2-93612F62D46D}" dt="2026-03-12T11:01:03.379" v="886" actId="26606"/>
          <ac:spMkLst>
            <pc:docMk/>
            <pc:sldMk cId="776469694" sldId="329"/>
            <ac:spMk id="14" creationId="{3EED6667-6BE8-A2AB-422A-5A1D89727E35}"/>
          </ac:spMkLst>
        </pc:spChg>
        <pc:spChg chg="add del">
          <ac:chgData name="Berg, Dirk van den" userId="035ecb32-01d9-4b47-a105-eacf059a4647" providerId="ADAL" clId="{F7FF961E-CF96-44AC-93C2-93612F62D46D}" dt="2026-03-12T11:00:14.739" v="880" actId="26606"/>
          <ac:spMkLst>
            <pc:docMk/>
            <pc:sldMk cId="776469694" sldId="329"/>
            <ac:spMk id="15" creationId="{063BBA22-50EA-4C4D-BE05-F1CE4E63AA56}"/>
          </ac:spMkLst>
        </pc:spChg>
        <pc:graphicFrameChg chg="add mod modGraphic">
          <ac:chgData name="Berg, Dirk van den" userId="035ecb32-01d9-4b47-a105-eacf059a4647" providerId="ADAL" clId="{F7FF961E-CF96-44AC-93C2-93612F62D46D}" dt="2026-03-12T11:01:20.047" v="887" actId="12385"/>
          <ac:graphicFrameMkLst>
            <pc:docMk/>
            <pc:sldMk cId="776469694" sldId="329"/>
            <ac:graphicFrameMk id="4" creationId="{BB74EC0D-E69A-E672-6FB3-5469791CD05B}"/>
          </ac:graphicFrameMkLst>
        </pc:graphicFrameChg>
      </pc:sldChg>
      <pc:sldChg chg="addSp delSp modSp new mod">
        <pc:chgData name="Berg, Dirk van den" userId="035ecb32-01d9-4b47-a105-eacf059a4647" providerId="ADAL" clId="{F7FF961E-CF96-44AC-93C2-93612F62D46D}" dt="2026-03-12T11:06:12.459" v="907" actId="20577"/>
        <pc:sldMkLst>
          <pc:docMk/>
          <pc:sldMk cId="2194826298" sldId="330"/>
        </pc:sldMkLst>
        <pc:spChg chg="mod">
          <ac:chgData name="Berg, Dirk van den" userId="035ecb32-01d9-4b47-a105-eacf059a4647" providerId="ADAL" clId="{F7FF961E-CF96-44AC-93C2-93612F62D46D}" dt="2026-03-12T11:02:11.672" v="895"/>
          <ac:spMkLst>
            <pc:docMk/>
            <pc:sldMk cId="2194826298" sldId="330"/>
            <ac:spMk id="2" creationId="{C39B1467-FF07-DF9B-3FF2-72F909BF9090}"/>
          </ac:spMkLst>
        </pc:spChg>
        <pc:spChg chg="add del mod">
          <ac:chgData name="Berg, Dirk van den" userId="035ecb32-01d9-4b47-a105-eacf059a4647" providerId="ADAL" clId="{F7FF961E-CF96-44AC-93C2-93612F62D46D}" dt="2026-03-12T11:06:12.459" v="907" actId="20577"/>
          <ac:spMkLst>
            <pc:docMk/>
            <pc:sldMk cId="2194826298" sldId="330"/>
            <ac:spMk id="3" creationId="{0755DBE8-228F-BCB8-CF9F-56FFD7579485}"/>
          </ac:spMkLst>
        </pc:spChg>
        <pc:graphicFrameChg chg="add mod">
          <ac:chgData name="Berg, Dirk van den" userId="035ecb32-01d9-4b47-a105-eacf059a4647" providerId="ADAL" clId="{F7FF961E-CF96-44AC-93C2-93612F62D46D}" dt="2026-03-12T11:01:53.852" v="890"/>
          <ac:graphicFrameMkLst>
            <pc:docMk/>
            <pc:sldMk cId="2194826298" sldId="330"/>
            <ac:graphicFrameMk id="4" creationId="{CC7E1C2A-DA17-8AE0-A395-4B5F9AF04539}"/>
          </ac:graphicFrameMkLst>
        </pc:graphicFrameChg>
        <pc:graphicFrameChg chg="add mod">
          <ac:chgData name="Berg, Dirk van den" userId="035ecb32-01d9-4b47-a105-eacf059a4647" providerId="ADAL" clId="{F7FF961E-CF96-44AC-93C2-93612F62D46D}" dt="2026-03-12T11:01:55.522" v="892"/>
          <ac:graphicFrameMkLst>
            <pc:docMk/>
            <pc:sldMk cId="2194826298" sldId="330"/>
            <ac:graphicFrameMk id="5" creationId="{31481259-13B9-17A5-2765-FF0349ED3A0D}"/>
          </ac:graphicFrameMkLst>
        </pc:graphicFrameChg>
        <pc:graphicFrameChg chg="add mod">
          <ac:chgData name="Berg, Dirk van den" userId="035ecb32-01d9-4b47-a105-eacf059a4647" providerId="ADAL" clId="{F7FF961E-CF96-44AC-93C2-93612F62D46D}" dt="2026-03-12T11:05:45.744" v="898" actId="1076"/>
          <ac:graphicFrameMkLst>
            <pc:docMk/>
            <pc:sldMk cId="2194826298" sldId="330"/>
            <ac:graphicFrameMk id="6" creationId="{353D0127-5CE5-C37C-C186-86712E36EF41}"/>
          </ac:graphicFrameMkLst>
        </pc:graphicFrameChg>
      </pc:sldChg>
      <pc:sldChg chg="modSp new mod">
        <pc:chgData name="Berg, Dirk van den" userId="035ecb32-01d9-4b47-a105-eacf059a4647" providerId="ADAL" clId="{F7FF961E-CF96-44AC-93C2-93612F62D46D}" dt="2026-03-12T11:15:21.890" v="1190" actId="20577"/>
        <pc:sldMkLst>
          <pc:docMk/>
          <pc:sldMk cId="96317533" sldId="331"/>
        </pc:sldMkLst>
        <pc:spChg chg="mod">
          <ac:chgData name="Berg, Dirk van den" userId="035ecb32-01d9-4b47-a105-eacf059a4647" providerId="ADAL" clId="{F7FF961E-CF96-44AC-93C2-93612F62D46D}" dt="2026-03-12T11:09:07.192" v="909"/>
          <ac:spMkLst>
            <pc:docMk/>
            <pc:sldMk cId="96317533" sldId="331"/>
            <ac:spMk id="2" creationId="{8058500E-68FD-72AC-B9E4-BA3E27B720E6}"/>
          </ac:spMkLst>
        </pc:spChg>
        <pc:spChg chg="mod">
          <ac:chgData name="Berg, Dirk van den" userId="035ecb32-01d9-4b47-a105-eacf059a4647" providerId="ADAL" clId="{F7FF961E-CF96-44AC-93C2-93612F62D46D}" dt="2026-03-12T11:15:21.890" v="1190" actId="20577"/>
          <ac:spMkLst>
            <pc:docMk/>
            <pc:sldMk cId="96317533" sldId="331"/>
            <ac:spMk id="3" creationId="{C452192D-BC0A-3A67-BC74-0A61B8FFF195}"/>
          </ac:spMkLst>
        </pc:spChg>
      </pc:sldChg>
      <pc:sldChg chg="modSp new mod">
        <pc:chgData name="Berg, Dirk van den" userId="035ecb32-01d9-4b47-a105-eacf059a4647" providerId="ADAL" clId="{F7FF961E-CF96-44AC-93C2-93612F62D46D}" dt="2026-03-12T11:16:17.163" v="1207" actId="20577"/>
        <pc:sldMkLst>
          <pc:docMk/>
          <pc:sldMk cId="2209596350" sldId="332"/>
        </pc:sldMkLst>
        <pc:spChg chg="mod">
          <ac:chgData name="Berg, Dirk van den" userId="035ecb32-01d9-4b47-a105-eacf059a4647" providerId="ADAL" clId="{F7FF961E-CF96-44AC-93C2-93612F62D46D}" dt="2026-03-12T11:15:45.758" v="1202" actId="20577"/>
          <ac:spMkLst>
            <pc:docMk/>
            <pc:sldMk cId="2209596350" sldId="332"/>
            <ac:spMk id="2" creationId="{476AD3FE-AF48-7A82-C988-1E8B637F31E7}"/>
          </ac:spMkLst>
        </pc:spChg>
        <pc:spChg chg="mod">
          <ac:chgData name="Berg, Dirk van den" userId="035ecb32-01d9-4b47-a105-eacf059a4647" providerId="ADAL" clId="{F7FF961E-CF96-44AC-93C2-93612F62D46D}" dt="2026-03-12T11:16:17.163" v="1207" actId="20577"/>
          <ac:spMkLst>
            <pc:docMk/>
            <pc:sldMk cId="2209596350" sldId="332"/>
            <ac:spMk id="3" creationId="{7DF5C9CD-94B7-44EE-02E8-7809356D9AD0}"/>
          </ac:spMkLst>
        </pc:spChg>
      </pc:sldChg>
      <pc:sldChg chg="modSp add mod">
        <pc:chgData name="Berg, Dirk van den" userId="035ecb32-01d9-4b47-a105-eacf059a4647" providerId="ADAL" clId="{F7FF961E-CF96-44AC-93C2-93612F62D46D}" dt="2026-03-12T11:24:23.016" v="1306" actId="20577"/>
        <pc:sldMkLst>
          <pc:docMk/>
          <pc:sldMk cId="375696557" sldId="333"/>
        </pc:sldMkLst>
        <pc:spChg chg="mod">
          <ac:chgData name="Berg, Dirk van den" userId="035ecb32-01d9-4b47-a105-eacf059a4647" providerId="ADAL" clId="{F7FF961E-CF96-44AC-93C2-93612F62D46D}" dt="2026-03-12T11:19:28.759" v="1219" actId="27636"/>
          <ac:spMkLst>
            <pc:docMk/>
            <pc:sldMk cId="375696557" sldId="333"/>
            <ac:spMk id="2" creationId="{0B5F2725-F3B7-BF6D-B50A-C587EC128B34}"/>
          </ac:spMkLst>
        </pc:spChg>
        <pc:spChg chg="mod">
          <ac:chgData name="Berg, Dirk van den" userId="035ecb32-01d9-4b47-a105-eacf059a4647" providerId="ADAL" clId="{F7FF961E-CF96-44AC-93C2-93612F62D46D}" dt="2026-03-12T11:24:23.016" v="1306" actId="20577"/>
          <ac:spMkLst>
            <pc:docMk/>
            <pc:sldMk cId="375696557" sldId="333"/>
            <ac:spMk id="3" creationId="{893410D8-85F2-22C4-B5F2-0672BC11F284}"/>
          </ac:spMkLst>
        </pc:spChg>
      </pc:sldChg>
      <pc:sldChg chg="modSp add mod">
        <pc:chgData name="Berg, Dirk van den" userId="035ecb32-01d9-4b47-a105-eacf059a4647" providerId="ADAL" clId="{F7FF961E-CF96-44AC-93C2-93612F62D46D}" dt="2026-03-12T11:25:18.457" v="1374" actId="20577"/>
        <pc:sldMkLst>
          <pc:docMk/>
          <pc:sldMk cId="4052879186" sldId="334"/>
        </pc:sldMkLst>
        <pc:spChg chg="mod">
          <ac:chgData name="Berg, Dirk van den" userId="035ecb32-01d9-4b47-a105-eacf059a4647" providerId="ADAL" clId="{F7FF961E-CF96-44AC-93C2-93612F62D46D}" dt="2026-03-12T11:19:44.882" v="1224" actId="20577"/>
          <ac:spMkLst>
            <pc:docMk/>
            <pc:sldMk cId="4052879186" sldId="334"/>
            <ac:spMk id="2" creationId="{F036D1AD-8FBA-4F2D-6D12-B885FB1905FF}"/>
          </ac:spMkLst>
        </pc:spChg>
        <pc:spChg chg="mod">
          <ac:chgData name="Berg, Dirk van den" userId="035ecb32-01d9-4b47-a105-eacf059a4647" providerId="ADAL" clId="{F7FF961E-CF96-44AC-93C2-93612F62D46D}" dt="2026-03-12T11:25:18.457" v="1374" actId="20577"/>
          <ac:spMkLst>
            <pc:docMk/>
            <pc:sldMk cId="4052879186" sldId="334"/>
            <ac:spMk id="3" creationId="{1148E9DC-C826-522B-9EE6-D088D2532417}"/>
          </ac:spMkLst>
        </pc:spChg>
      </pc:sldChg>
      <pc:sldChg chg="modSp add mod">
        <pc:chgData name="Berg, Dirk van den" userId="035ecb32-01d9-4b47-a105-eacf059a4647" providerId="ADAL" clId="{F7FF961E-CF96-44AC-93C2-93612F62D46D}" dt="2026-03-12T11:25:32.601" v="1375"/>
        <pc:sldMkLst>
          <pc:docMk/>
          <pc:sldMk cId="1868458422" sldId="335"/>
        </pc:sldMkLst>
        <pc:spChg chg="mod">
          <ac:chgData name="Berg, Dirk van den" userId="035ecb32-01d9-4b47-a105-eacf059a4647" providerId="ADAL" clId="{F7FF961E-CF96-44AC-93C2-93612F62D46D}" dt="2026-03-12T11:19:57.505" v="1229" actId="20577"/>
          <ac:spMkLst>
            <pc:docMk/>
            <pc:sldMk cId="1868458422" sldId="335"/>
            <ac:spMk id="2" creationId="{0B6CA2A9-8959-A7C1-9E39-195BF53C32EA}"/>
          </ac:spMkLst>
        </pc:spChg>
        <pc:spChg chg="mod">
          <ac:chgData name="Berg, Dirk van den" userId="035ecb32-01d9-4b47-a105-eacf059a4647" providerId="ADAL" clId="{F7FF961E-CF96-44AC-93C2-93612F62D46D}" dt="2026-03-12T11:25:32.601" v="1375"/>
          <ac:spMkLst>
            <pc:docMk/>
            <pc:sldMk cId="1868458422" sldId="335"/>
            <ac:spMk id="3" creationId="{87AFF714-27FF-67A9-E04E-24CF8C81E2C3}"/>
          </ac:spMkLst>
        </pc:spChg>
      </pc:sldChg>
      <pc:sldChg chg="modSp add mod">
        <pc:chgData name="Berg, Dirk van den" userId="035ecb32-01d9-4b47-a105-eacf059a4647" providerId="ADAL" clId="{F7FF961E-CF96-44AC-93C2-93612F62D46D}" dt="2026-03-12T11:25:41.116" v="1376"/>
        <pc:sldMkLst>
          <pc:docMk/>
          <pc:sldMk cId="371262568" sldId="336"/>
        </pc:sldMkLst>
        <pc:spChg chg="mod">
          <ac:chgData name="Berg, Dirk van den" userId="035ecb32-01d9-4b47-a105-eacf059a4647" providerId="ADAL" clId="{F7FF961E-CF96-44AC-93C2-93612F62D46D}" dt="2026-03-12T11:20:09.694" v="1234" actId="20577"/>
          <ac:spMkLst>
            <pc:docMk/>
            <pc:sldMk cId="371262568" sldId="336"/>
            <ac:spMk id="2" creationId="{889CBFFC-AD3C-67C2-E152-62A1F387F867}"/>
          </ac:spMkLst>
        </pc:spChg>
        <pc:spChg chg="mod">
          <ac:chgData name="Berg, Dirk van den" userId="035ecb32-01d9-4b47-a105-eacf059a4647" providerId="ADAL" clId="{F7FF961E-CF96-44AC-93C2-93612F62D46D}" dt="2026-03-12T11:25:41.116" v="1376"/>
          <ac:spMkLst>
            <pc:docMk/>
            <pc:sldMk cId="371262568" sldId="336"/>
            <ac:spMk id="3" creationId="{3363CC4F-6C16-B810-A1A3-9F63D8A86496}"/>
          </ac:spMkLst>
        </pc:spChg>
      </pc:sldChg>
      <pc:sldChg chg="modSp new mod">
        <pc:chgData name="Berg, Dirk van den" userId="035ecb32-01d9-4b47-a105-eacf059a4647" providerId="ADAL" clId="{F7FF961E-CF96-44AC-93C2-93612F62D46D}" dt="2026-03-12T11:29:03.741" v="1476" actId="20577"/>
        <pc:sldMkLst>
          <pc:docMk/>
          <pc:sldMk cId="2016012619" sldId="337"/>
        </pc:sldMkLst>
        <pc:spChg chg="mod">
          <ac:chgData name="Berg, Dirk van den" userId="035ecb32-01d9-4b47-a105-eacf059a4647" providerId="ADAL" clId="{F7FF961E-CF96-44AC-93C2-93612F62D46D}" dt="2026-03-12T11:25:58.371" v="1378"/>
          <ac:spMkLst>
            <pc:docMk/>
            <pc:sldMk cId="2016012619" sldId="337"/>
            <ac:spMk id="2" creationId="{52267E50-4FC0-C462-DFDD-6376E83E7D62}"/>
          </ac:spMkLst>
        </pc:spChg>
        <pc:spChg chg="mod">
          <ac:chgData name="Berg, Dirk van den" userId="035ecb32-01d9-4b47-a105-eacf059a4647" providerId="ADAL" clId="{F7FF961E-CF96-44AC-93C2-93612F62D46D}" dt="2026-03-12T11:29:03.741" v="1476" actId="20577"/>
          <ac:spMkLst>
            <pc:docMk/>
            <pc:sldMk cId="2016012619" sldId="337"/>
            <ac:spMk id="3" creationId="{0B534A04-073B-40BA-9BB8-E365A05E656D}"/>
          </ac:spMkLst>
        </pc:spChg>
      </pc:sldChg>
      <pc:sldChg chg="addSp delSp modSp new mod modNotesTx">
        <pc:chgData name="Berg, Dirk van den" userId="035ecb32-01d9-4b47-a105-eacf059a4647" providerId="ADAL" clId="{F7FF961E-CF96-44AC-93C2-93612F62D46D}" dt="2026-03-12T16:35:06.146" v="2179" actId="20577"/>
        <pc:sldMkLst>
          <pc:docMk/>
          <pc:sldMk cId="2137762382" sldId="338"/>
        </pc:sldMkLst>
        <pc:spChg chg="mod">
          <ac:chgData name="Berg, Dirk van den" userId="035ecb32-01d9-4b47-a105-eacf059a4647" providerId="ADAL" clId="{F7FF961E-CF96-44AC-93C2-93612F62D46D}" dt="2026-03-12T11:30:30.579" v="1571" actId="27636"/>
          <ac:spMkLst>
            <pc:docMk/>
            <pc:sldMk cId="2137762382" sldId="338"/>
            <ac:spMk id="2" creationId="{6FABBA2E-D0E0-C56F-CFF6-3D1F74CAB766}"/>
          </ac:spMkLst>
        </pc:spChg>
        <pc:spChg chg="add del mod">
          <ac:chgData name="Berg, Dirk van den" userId="035ecb32-01d9-4b47-a105-eacf059a4647" providerId="ADAL" clId="{F7FF961E-CF96-44AC-93C2-93612F62D46D}" dt="2026-03-12T11:52:00.631" v="1699" actId="15"/>
          <ac:spMkLst>
            <pc:docMk/>
            <pc:sldMk cId="2137762382" sldId="338"/>
            <ac:spMk id="3" creationId="{4215D5E5-1A73-4533-7B40-E24F089E4F9D}"/>
          </ac:spMkLst>
        </pc:spChg>
        <pc:spChg chg="add mod">
          <ac:chgData name="Berg, Dirk van den" userId="035ecb32-01d9-4b47-a105-eacf059a4647" providerId="ADAL" clId="{F7FF961E-CF96-44AC-93C2-93612F62D46D}" dt="2026-03-12T11:44:23.115" v="1575"/>
          <ac:spMkLst>
            <pc:docMk/>
            <pc:sldMk cId="2137762382" sldId="338"/>
            <ac:spMk id="4" creationId="{35518C98-C74A-CDFB-2D64-6FE3539F0F1F}"/>
          </ac:spMkLst>
        </pc:spChg>
      </pc:sldChg>
      <pc:sldChg chg="addSp delSp modSp new mod">
        <pc:chgData name="Berg, Dirk van den" userId="035ecb32-01d9-4b47-a105-eacf059a4647" providerId="ADAL" clId="{F7FF961E-CF96-44AC-93C2-93612F62D46D}" dt="2026-03-12T12:04:32.931" v="1790" actId="20577"/>
        <pc:sldMkLst>
          <pc:docMk/>
          <pc:sldMk cId="1334411954" sldId="339"/>
        </pc:sldMkLst>
        <pc:spChg chg="mod">
          <ac:chgData name="Berg, Dirk van den" userId="035ecb32-01d9-4b47-a105-eacf059a4647" providerId="ADAL" clId="{F7FF961E-CF96-44AC-93C2-93612F62D46D}" dt="2026-03-12T11:52:12.946" v="1702" actId="27636"/>
          <ac:spMkLst>
            <pc:docMk/>
            <pc:sldMk cId="1334411954" sldId="339"/>
            <ac:spMk id="2" creationId="{0D31BE84-0008-7406-166F-F0C15A1483BA}"/>
          </ac:spMkLst>
        </pc:spChg>
        <pc:spChg chg="mod">
          <ac:chgData name="Berg, Dirk van den" userId="035ecb32-01d9-4b47-a105-eacf059a4647" providerId="ADAL" clId="{F7FF961E-CF96-44AC-93C2-93612F62D46D}" dt="2026-03-12T12:04:32.931" v="1790" actId="20577"/>
          <ac:spMkLst>
            <pc:docMk/>
            <pc:sldMk cId="1334411954" sldId="339"/>
            <ac:spMk id="3" creationId="{9314940B-59C9-9B69-14AF-4857321D39C5}"/>
          </ac:spMkLst>
        </pc:spChg>
        <pc:spChg chg="add del mod">
          <ac:chgData name="Berg, Dirk van den" userId="035ecb32-01d9-4b47-a105-eacf059a4647" providerId="ADAL" clId="{F7FF961E-CF96-44AC-93C2-93612F62D46D}" dt="2026-03-12T11:57:32.664" v="1754"/>
          <ac:spMkLst>
            <pc:docMk/>
            <pc:sldMk cId="1334411954" sldId="339"/>
            <ac:spMk id="4" creationId="{48910514-20F1-21E9-286D-28FA4B84FE18}"/>
          </ac:spMkLst>
        </pc:spChg>
        <pc:spChg chg="add del mod">
          <ac:chgData name="Berg, Dirk van den" userId="035ecb32-01d9-4b47-a105-eacf059a4647" providerId="ADAL" clId="{F7FF961E-CF96-44AC-93C2-93612F62D46D}" dt="2026-03-12T11:57:38.448" v="1758" actId="478"/>
          <ac:spMkLst>
            <pc:docMk/>
            <pc:sldMk cId="1334411954" sldId="339"/>
            <ac:spMk id="6" creationId="{58AFFEFD-927E-402A-D3FB-4B07462F49A2}"/>
          </ac:spMkLst>
        </pc:spChg>
      </pc:sldChg>
      <pc:sldChg chg="addSp delSp modSp new mod modNotesTx">
        <pc:chgData name="Berg, Dirk van den" userId="035ecb32-01d9-4b47-a105-eacf059a4647" providerId="ADAL" clId="{F7FF961E-CF96-44AC-93C2-93612F62D46D}" dt="2026-03-12T16:35:35.120" v="2180" actId="6549"/>
        <pc:sldMkLst>
          <pc:docMk/>
          <pc:sldMk cId="1928642604" sldId="340"/>
        </pc:sldMkLst>
        <pc:spChg chg="mod">
          <ac:chgData name="Berg, Dirk van den" userId="035ecb32-01d9-4b47-a105-eacf059a4647" providerId="ADAL" clId="{F7FF961E-CF96-44AC-93C2-93612F62D46D}" dt="2026-03-12T12:05:08.188" v="1795" actId="27636"/>
          <ac:spMkLst>
            <pc:docMk/>
            <pc:sldMk cId="1928642604" sldId="340"/>
            <ac:spMk id="2" creationId="{1E9D0E86-12CB-F94A-3026-5246C53E8D85}"/>
          </ac:spMkLst>
        </pc:spChg>
        <pc:spChg chg="add del mod">
          <ac:chgData name="Berg, Dirk van den" userId="035ecb32-01d9-4b47-a105-eacf059a4647" providerId="ADAL" clId="{F7FF961E-CF96-44AC-93C2-93612F62D46D}" dt="2026-03-12T12:17:35.717" v="1950" actId="5793"/>
          <ac:spMkLst>
            <pc:docMk/>
            <pc:sldMk cId="1928642604" sldId="340"/>
            <ac:spMk id="3" creationId="{FFAF89B3-950E-2CD8-A08F-8B5779B1963F}"/>
          </ac:spMkLst>
        </pc:spChg>
        <pc:spChg chg="add mod">
          <ac:chgData name="Berg, Dirk van den" userId="035ecb32-01d9-4b47-a105-eacf059a4647" providerId="ADAL" clId="{F7FF961E-CF96-44AC-93C2-93612F62D46D}" dt="2026-03-12T12:09:18.983" v="1797"/>
          <ac:spMkLst>
            <pc:docMk/>
            <pc:sldMk cId="1928642604" sldId="340"/>
            <ac:spMk id="4" creationId="{571B4D97-A1F3-80DD-F65E-33104C0EDEB2}"/>
          </ac:spMkLst>
        </pc:spChg>
        <pc:spChg chg="add del mod">
          <ac:chgData name="Berg, Dirk van den" userId="035ecb32-01d9-4b47-a105-eacf059a4647" providerId="ADAL" clId="{F7FF961E-CF96-44AC-93C2-93612F62D46D}" dt="2026-03-12T12:17:25.743" v="1938" actId="47"/>
          <ac:spMkLst>
            <pc:docMk/>
            <pc:sldMk cId="1928642604" sldId="340"/>
            <ac:spMk id="5" creationId="{498C2B67-7A65-BE6D-5E97-FA957AAAB0B2}"/>
          </ac:spMkLst>
        </pc:spChg>
      </pc:sldChg>
      <pc:sldChg chg="modSp new mod">
        <pc:chgData name="Berg, Dirk van den" userId="035ecb32-01d9-4b47-a105-eacf059a4647" providerId="ADAL" clId="{F7FF961E-CF96-44AC-93C2-93612F62D46D}" dt="2026-03-12T12:28:30.369" v="2079" actId="20577"/>
        <pc:sldMkLst>
          <pc:docMk/>
          <pc:sldMk cId="456890966" sldId="341"/>
        </pc:sldMkLst>
        <pc:spChg chg="mod">
          <ac:chgData name="Berg, Dirk van den" userId="035ecb32-01d9-4b47-a105-eacf059a4647" providerId="ADAL" clId="{F7FF961E-CF96-44AC-93C2-93612F62D46D}" dt="2026-03-12T12:24:38.037" v="2040" actId="20577"/>
          <ac:spMkLst>
            <pc:docMk/>
            <pc:sldMk cId="456890966" sldId="341"/>
            <ac:spMk id="2" creationId="{BA0351ED-EBF4-CF3B-1DB1-EC8C931154C7}"/>
          </ac:spMkLst>
        </pc:spChg>
        <pc:spChg chg="mod">
          <ac:chgData name="Berg, Dirk van den" userId="035ecb32-01d9-4b47-a105-eacf059a4647" providerId="ADAL" clId="{F7FF961E-CF96-44AC-93C2-93612F62D46D}" dt="2026-03-12T12:28:30.369" v="2079" actId="20577"/>
          <ac:spMkLst>
            <pc:docMk/>
            <pc:sldMk cId="456890966" sldId="341"/>
            <ac:spMk id="3" creationId="{AD899B6D-F1DF-06FF-834B-6569530427FF}"/>
          </ac:spMkLst>
        </pc:spChg>
      </pc:sldChg>
      <pc:sldChg chg="addSp delSp modSp new mod modNotesTx">
        <pc:chgData name="Berg, Dirk van den" userId="035ecb32-01d9-4b47-a105-eacf059a4647" providerId="ADAL" clId="{F7FF961E-CF96-44AC-93C2-93612F62D46D}" dt="2026-03-12T16:35:43.830" v="2181" actId="20577"/>
        <pc:sldMkLst>
          <pc:docMk/>
          <pc:sldMk cId="2481537274" sldId="342"/>
        </pc:sldMkLst>
        <pc:spChg chg="mod">
          <ac:chgData name="Berg, Dirk van den" userId="035ecb32-01d9-4b47-a105-eacf059a4647" providerId="ADAL" clId="{F7FF961E-CF96-44AC-93C2-93612F62D46D}" dt="2026-03-12T12:29:47.448" v="2105"/>
          <ac:spMkLst>
            <pc:docMk/>
            <pc:sldMk cId="2481537274" sldId="342"/>
            <ac:spMk id="2" creationId="{0FAAE25E-0D5C-EF00-2D5A-A1F38CD35A5B}"/>
          </ac:spMkLst>
        </pc:spChg>
        <pc:spChg chg="add del mod">
          <ac:chgData name="Berg, Dirk van den" userId="035ecb32-01d9-4b47-a105-eacf059a4647" providerId="ADAL" clId="{F7FF961E-CF96-44AC-93C2-93612F62D46D}" dt="2026-03-12T12:34:15.787" v="2122" actId="14"/>
          <ac:spMkLst>
            <pc:docMk/>
            <pc:sldMk cId="2481537274" sldId="342"/>
            <ac:spMk id="3" creationId="{55EC9800-632E-BC78-2D90-6695BB3D242B}"/>
          </ac:spMkLst>
        </pc:spChg>
        <pc:spChg chg="add mod">
          <ac:chgData name="Berg, Dirk van den" userId="035ecb32-01d9-4b47-a105-eacf059a4647" providerId="ADAL" clId="{F7FF961E-CF96-44AC-93C2-93612F62D46D}" dt="2026-03-12T12:33:29.327" v="2110"/>
          <ac:spMkLst>
            <pc:docMk/>
            <pc:sldMk cId="2481537274" sldId="342"/>
            <ac:spMk id="4" creationId="{927ED63A-1E69-5860-8DE3-338201F40523}"/>
          </ac:spMkLst>
        </pc:spChg>
      </pc:sldChg>
      <pc:sldChg chg="addSp delSp modSp new mod">
        <pc:chgData name="Berg, Dirk van den" userId="035ecb32-01d9-4b47-a105-eacf059a4647" providerId="ADAL" clId="{F7FF961E-CF96-44AC-93C2-93612F62D46D}" dt="2026-03-12T12:35:30.947" v="2165" actId="15"/>
        <pc:sldMkLst>
          <pc:docMk/>
          <pc:sldMk cId="2892979252" sldId="343"/>
        </pc:sldMkLst>
        <pc:spChg chg="mod">
          <ac:chgData name="Berg, Dirk van den" userId="035ecb32-01d9-4b47-a105-eacf059a4647" providerId="ADAL" clId="{F7FF961E-CF96-44AC-93C2-93612F62D46D}" dt="2026-03-12T12:29:18.671" v="2099" actId="20577"/>
          <ac:spMkLst>
            <pc:docMk/>
            <pc:sldMk cId="2892979252" sldId="343"/>
            <ac:spMk id="2" creationId="{E65767FE-6D52-3EBC-487F-D08EB5568561}"/>
          </ac:spMkLst>
        </pc:spChg>
        <pc:spChg chg="mod">
          <ac:chgData name="Berg, Dirk van den" userId="035ecb32-01d9-4b47-a105-eacf059a4647" providerId="ADAL" clId="{F7FF961E-CF96-44AC-93C2-93612F62D46D}" dt="2026-03-12T12:35:30.947" v="2165" actId="15"/>
          <ac:spMkLst>
            <pc:docMk/>
            <pc:sldMk cId="2892979252" sldId="343"/>
            <ac:spMk id="3" creationId="{AC0D096C-3DF8-6F3D-3533-44B35EF532B8}"/>
          </ac:spMkLst>
        </pc:spChg>
        <pc:spChg chg="add del mod">
          <ac:chgData name="Berg, Dirk van den" userId="035ecb32-01d9-4b47-a105-eacf059a4647" providerId="ADAL" clId="{F7FF961E-CF96-44AC-93C2-93612F62D46D}" dt="2026-03-12T12:34:39.369" v="2128"/>
          <ac:spMkLst>
            <pc:docMk/>
            <pc:sldMk cId="2892979252" sldId="343"/>
            <ac:spMk id="4" creationId="{B4FB7E52-F7CE-C4A9-AEFB-D54B1CAEF3E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06FBF2-13E2-4DB3-995B-69EFDED7DCF5}" type="datetimeFigureOut">
              <a:rPr lang="en-NL" smtClean="0"/>
              <a:t>12/03/2026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C45923-524C-48C2-A697-FB94A100417D}" type="slidenum">
              <a:rPr lang="en-NL" smtClean="0"/>
              <a:t>‹#›</a:t>
            </a:fld>
            <a:endParaRPr lang="en-NL"/>
          </a:p>
        </p:txBody>
      </p:sp>
    </p:spTree>
    <p:extLst>
      <p:ext uri="{BB962C8B-B14F-4D97-AF65-F5344CB8AC3E}">
        <p14:creationId xmlns:p14="http://schemas.microsoft.com/office/powerpoint/2010/main" val="3710615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98D31787-9CA8-4038-8A4B-D6DBC9329A8D}" type="slidenum">
              <a:rPr lang="en-NL" smtClean="0"/>
              <a:t>5</a:t>
            </a:fld>
            <a:endParaRPr lang="en-NL"/>
          </a:p>
        </p:txBody>
      </p:sp>
    </p:spTree>
    <p:extLst>
      <p:ext uri="{BB962C8B-B14F-4D97-AF65-F5344CB8AC3E}">
        <p14:creationId xmlns:p14="http://schemas.microsoft.com/office/powerpoint/2010/main" val="25389848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2A2C9F11-A0C6-4CA4-B90B-9C4678F38860}" type="slidenum">
              <a:rPr lang="en-NL" smtClean="0"/>
              <a:t>6</a:t>
            </a:fld>
            <a:endParaRPr lang="en-NL"/>
          </a:p>
        </p:txBody>
      </p:sp>
    </p:spTree>
    <p:extLst>
      <p:ext uri="{BB962C8B-B14F-4D97-AF65-F5344CB8AC3E}">
        <p14:creationId xmlns:p14="http://schemas.microsoft.com/office/powerpoint/2010/main" val="9821109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98D31787-9CA8-4038-8A4B-D6DBC9329A8D}" type="slidenum">
              <a:rPr lang="en-NL" smtClean="0"/>
              <a:t>7</a:t>
            </a:fld>
            <a:endParaRPr lang="en-NL"/>
          </a:p>
        </p:txBody>
      </p:sp>
    </p:spTree>
    <p:extLst>
      <p:ext uri="{BB962C8B-B14F-4D97-AF65-F5344CB8AC3E}">
        <p14:creationId xmlns:p14="http://schemas.microsoft.com/office/powerpoint/2010/main" val="21259080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2A2C9F11-A0C6-4CA4-B90B-9C4678F38860}" type="slidenum">
              <a:rPr lang="en-NL" smtClean="0"/>
              <a:t>8</a:t>
            </a:fld>
            <a:endParaRPr lang="en-NL"/>
          </a:p>
        </p:txBody>
      </p:sp>
    </p:spTree>
    <p:extLst>
      <p:ext uri="{BB962C8B-B14F-4D97-AF65-F5344CB8AC3E}">
        <p14:creationId xmlns:p14="http://schemas.microsoft.com/office/powerpoint/2010/main" val="8009930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NL" dirty="0"/>
          </a:p>
        </p:txBody>
      </p:sp>
      <p:sp>
        <p:nvSpPr>
          <p:cNvPr id="4" name="Slide Number Placeholder 3"/>
          <p:cNvSpPr>
            <a:spLocks noGrp="1"/>
          </p:cNvSpPr>
          <p:nvPr>
            <p:ph type="sldNum" sz="quarter" idx="5"/>
          </p:nvPr>
        </p:nvSpPr>
        <p:spPr/>
        <p:txBody>
          <a:bodyPr/>
          <a:lstStyle/>
          <a:p>
            <a:fld id="{2A2C9F11-A0C6-4CA4-B90B-9C4678F38860}" type="slidenum">
              <a:rPr lang="en-NL" smtClean="0"/>
              <a:t>9</a:t>
            </a:fld>
            <a:endParaRPr lang="en-NL"/>
          </a:p>
        </p:txBody>
      </p:sp>
    </p:spTree>
    <p:extLst>
      <p:ext uri="{BB962C8B-B14F-4D97-AF65-F5344CB8AC3E}">
        <p14:creationId xmlns:p14="http://schemas.microsoft.com/office/powerpoint/2010/main" val="22794167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E3C45923-524C-48C2-A697-FB94A100417D}" type="slidenum">
              <a:rPr lang="en-NL" smtClean="0"/>
              <a:t>12</a:t>
            </a:fld>
            <a:endParaRPr lang="en-NL"/>
          </a:p>
        </p:txBody>
      </p:sp>
    </p:spTree>
    <p:extLst>
      <p:ext uri="{BB962C8B-B14F-4D97-AF65-F5344CB8AC3E}">
        <p14:creationId xmlns:p14="http://schemas.microsoft.com/office/powerpoint/2010/main" val="2803901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ZOH</a:t>
            </a:r>
            <a:r>
              <a:rPr lang="en-US" dirty="0"/>
              <a:t> = Zero-Order Hold method that assumes the input signal stays constant between sampling instants</a:t>
            </a:r>
            <a:endParaRPr lang="en-NL" dirty="0"/>
          </a:p>
        </p:txBody>
      </p:sp>
      <p:sp>
        <p:nvSpPr>
          <p:cNvPr id="4" name="Slide Number Placeholder 3"/>
          <p:cNvSpPr>
            <a:spLocks noGrp="1"/>
          </p:cNvSpPr>
          <p:nvPr>
            <p:ph type="sldNum" sz="quarter" idx="5"/>
          </p:nvPr>
        </p:nvSpPr>
        <p:spPr/>
        <p:txBody>
          <a:bodyPr/>
          <a:lstStyle/>
          <a:p>
            <a:fld id="{E3C45923-524C-48C2-A697-FB94A100417D}" type="slidenum">
              <a:rPr lang="en-NL" smtClean="0"/>
              <a:t>18</a:t>
            </a:fld>
            <a:endParaRPr lang="en-NL"/>
          </a:p>
        </p:txBody>
      </p:sp>
    </p:spTree>
    <p:extLst>
      <p:ext uri="{BB962C8B-B14F-4D97-AF65-F5344CB8AC3E}">
        <p14:creationId xmlns:p14="http://schemas.microsoft.com/office/powerpoint/2010/main" val="32950120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encoder gives you the initial position, use this to initialize the model states. In simulation we don't have that measurement, so need to decide what initial position and velocity to assume</a:t>
            </a:r>
            <a:endParaRPr lang="en-NL" dirty="0"/>
          </a:p>
        </p:txBody>
      </p:sp>
      <p:sp>
        <p:nvSpPr>
          <p:cNvPr id="4" name="Slide Number Placeholder 3"/>
          <p:cNvSpPr>
            <a:spLocks noGrp="1"/>
          </p:cNvSpPr>
          <p:nvPr>
            <p:ph type="sldNum" sz="quarter" idx="5"/>
          </p:nvPr>
        </p:nvSpPr>
        <p:spPr/>
        <p:txBody>
          <a:bodyPr/>
          <a:lstStyle/>
          <a:p>
            <a:fld id="{E3C45923-524C-48C2-A697-FB94A100417D}" type="slidenum">
              <a:rPr lang="en-NL" smtClean="0"/>
              <a:t>20</a:t>
            </a:fld>
            <a:endParaRPr lang="en-NL"/>
          </a:p>
        </p:txBody>
      </p:sp>
    </p:spTree>
    <p:extLst>
      <p:ext uri="{BB962C8B-B14F-4D97-AF65-F5344CB8AC3E}">
        <p14:creationId xmlns:p14="http://schemas.microsoft.com/office/powerpoint/2010/main" val="9258010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E3C45923-524C-48C2-A697-FB94A100417D}" type="slidenum">
              <a:rPr lang="en-NL" smtClean="0"/>
              <a:t>22</a:t>
            </a:fld>
            <a:endParaRPr lang="en-NL"/>
          </a:p>
        </p:txBody>
      </p:sp>
    </p:spTree>
    <p:extLst>
      <p:ext uri="{BB962C8B-B14F-4D97-AF65-F5344CB8AC3E}">
        <p14:creationId xmlns:p14="http://schemas.microsoft.com/office/powerpoint/2010/main" val="20279732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98D31787-9CA8-4038-8A4B-D6DBC9329A8D}" type="slidenum">
              <a:rPr lang="en-NL" smtClean="0"/>
              <a:t>24</a:t>
            </a:fld>
            <a:endParaRPr lang="en-NL"/>
          </a:p>
        </p:txBody>
      </p:sp>
    </p:spTree>
    <p:extLst>
      <p:ext uri="{BB962C8B-B14F-4D97-AF65-F5344CB8AC3E}">
        <p14:creationId xmlns:p14="http://schemas.microsoft.com/office/powerpoint/2010/main" val="26812762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A9B0A-21A9-11D8-6AC0-0853C7FE8D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12E18FFD-A4E2-0D4E-7BCD-58E1748D8E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8DCB645C-4A53-6DC7-25C3-9688B7178E8C}"/>
              </a:ext>
            </a:extLst>
          </p:cNvPr>
          <p:cNvSpPr>
            <a:spLocks noGrp="1"/>
          </p:cNvSpPr>
          <p:nvPr>
            <p:ph type="dt" sz="half" idx="10"/>
          </p:nvPr>
        </p:nvSpPr>
        <p:spPr/>
        <p:txBody>
          <a:bodyPr/>
          <a:lstStyle/>
          <a:p>
            <a:fld id="{488B314D-8566-407C-8138-35BC3B95AB82}" type="datetimeFigureOut">
              <a:rPr lang="en-NL" smtClean="0"/>
              <a:t>12/03/2026</a:t>
            </a:fld>
            <a:endParaRPr lang="en-NL"/>
          </a:p>
        </p:txBody>
      </p:sp>
      <p:sp>
        <p:nvSpPr>
          <p:cNvPr id="5" name="Footer Placeholder 4">
            <a:extLst>
              <a:ext uri="{FF2B5EF4-FFF2-40B4-BE49-F238E27FC236}">
                <a16:creationId xmlns:a16="http://schemas.microsoft.com/office/drawing/2014/main" id="{2A582621-D3E9-86E1-A821-53772827292D}"/>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0611C98C-0F73-A8F2-02F4-2AB4973CDAC2}"/>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8187164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50BA0-583D-0185-EE69-28099DAEC32E}"/>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E6D8891D-C30A-9834-578C-76F335D9CF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CB586B7C-AB90-7DAA-F0EA-C7122F775E42}"/>
              </a:ext>
            </a:extLst>
          </p:cNvPr>
          <p:cNvSpPr>
            <a:spLocks noGrp="1"/>
          </p:cNvSpPr>
          <p:nvPr>
            <p:ph type="dt" sz="half" idx="10"/>
          </p:nvPr>
        </p:nvSpPr>
        <p:spPr/>
        <p:txBody>
          <a:bodyPr/>
          <a:lstStyle/>
          <a:p>
            <a:fld id="{7DB07CE9-C8DF-41DF-BDBB-830B84D62F5B}" type="datetimeFigureOut">
              <a:rPr lang="en-NL" smtClean="0"/>
              <a:t>12/03/2026</a:t>
            </a:fld>
            <a:endParaRPr lang="en-NL"/>
          </a:p>
        </p:txBody>
      </p:sp>
      <p:sp>
        <p:nvSpPr>
          <p:cNvPr id="5" name="Footer Placeholder 4">
            <a:extLst>
              <a:ext uri="{FF2B5EF4-FFF2-40B4-BE49-F238E27FC236}">
                <a16:creationId xmlns:a16="http://schemas.microsoft.com/office/drawing/2014/main" id="{BB6BD878-B8D5-9BF6-B119-CB8E2FBA687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DC1A9D23-71DC-CC7B-17C0-5E08C967D942}"/>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3583801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55E79-0500-A1A2-6D30-0F0DFDD6001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05B6914D-49A9-E97D-2C4E-18FAAF7260C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FDA4EA-60CD-56E7-0DAD-21A6159BCBB8}"/>
              </a:ext>
            </a:extLst>
          </p:cNvPr>
          <p:cNvSpPr>
            <a:spLocks noGrp="1"/>
          </p:cNvSpPr>
          <p:nvPr>
            <p:ph type="dt" sz="half" idx="10"/>
          </p:nvPr>
        </p:nvSpPr>
        <p:spPr/>
        <p:txBody>
          <a:bodyPr/>
          <a:lstStyle/>
          <a:p>
            <a:fld id="{7DB07CE9-C8DF-41DF-BDBB-830B84D62F5B}" type="datetimeFigureOut">
              <a:rPr lang="en-NL" smtClean="0"/>
              <a:t>12/03/2026</a:t>
            </a:fld>
            <a:endParaRPr lang="en-NL"/>
          </a:p>
        </p:txBody>
      </p:sp>
      <p:sp>
        <p:nvSpPr>
          <p:cNvPr id="5" name="Footer Placeholder 4">
            <a:extLst>
              <a:ext uri="{FF2B5EF4-FFF2-40B4-BE49-F238E27FC236}">
                <a16:creationId xmlns:a16="http://schemas.microsoft.com/office/drawing/2014/main" id="{C77721A8-BB79-306A-08AB-EFFF7B85E33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B6A46C38-EEEE-5592-0604-AA374F8CCAE0}"/>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459230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65D4E-F716-266C-EB44-F320FF044FC4}"/>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20FA0776-C324-EFAB-A946-10C85364B9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53F9D3D4-7D3D-D1F4-CD2A-A518E54694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CE693131-FB94-2B88-8093-B6F21E860B47}"/>
              </a:ext>
            </a:extLst>
          </p:cNvPr>
          <p:cNvSpPr>
            <a:spLocks noGrp="1"/>
          </p:cNvSpPr>
          <p:nvPr>
            <p:ph type="dt" sz="half" idx="10"/>
          </p:nvPr>
        </p:nvSpPr>
        <p:spPr/>
        <p:txBody>
          <a:bodyPr/>
          <a:lstStyle/>
          <a:p>
            <a:fld id="{7DB07CE9-C8DF-41DF-BDBB-830B84D62F5B}" type="datetimeFigureOut">
              <a:rPr lang="en-NL" smtClean="0"/>
              <a:t>12/03/2026</a:t>
            </a:fld>
            <a:endParaRPr lang="en-NL"/>
          </a:p>
        </p:txBody>
      </p:sp>
      <p:sp>
        <p:nvSpPr>
          <p:cNvPr id="6" name="Footer Placeholder 5">
            <a:extLst>
              <a:ext uri="{FF2B5EF4-FFF2-40B4-BE49-F238E27FC236}">
                <a16:creationId xmlns:a16="http://schemas.microsoft.com/office/drawing/2014/main" id="{4BD21B79-6DB2-349F-C356-71774F673FC1}"/>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185CBD36-D0DC-8F43-ACFD-1E9E357E7EB4}"/>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3267830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3BC18-D101-9213-B897-8851FE7C3D56}"/>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325E5057-8AB1-D931-F79F-0D54E845ED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C2EF1A-2434-D230-33B4-D17316B77A3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3C0C9925-AAE9-B6AC-9461-0917219EAC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4E5211-4325-D275-EE19-9984E66A82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457FEE0D-2772-4FE7-99AD-4C1D3AC628AD}"/>
              </a:ext>
            </a:extLst>
          </p:cNvPr>
          <p:cNvSpPr>
            <a:spLocks noGrp="1"/>
          </p:cNvSpPr>
          <p:nvPr>
            <p:ph type="dt" sz="half" idx="10"/>
          </p:nvPr>
        </p:nvSpPr>
        <p:spPr/>
        <p:txBody>
          <a:bodyPr/>
          <a:lstStyle/>
          <a:p>
            <a:fld id="{7DB07CE9-C8DF-41DF-BDBB-830B84D62F5B}" type="datetimeFigureOut">
              <a:rPr lang="en-NL" smtClean="0"/>
              <a:t>12/03/2026</a:t>
            </a:fld>
            <a:endParaRPr lang="en-NL"/>
          </a:p>
        </p:txBody>
      </p:sp>
      <p:sp>
        <p:nvSpPr>
          <p:cNvPr id="8" name="Footer Placeholder 7">
            <a:extLst>
              <a:ext uri="{FF2B5EF4-FFF2-40B4-BE49-F238E27FC236}">
                <a16:creationId xmlns:a16="http://schemas.microsoft.com/office/drawing/2014/main" id="{993169B9-CD5B-369C-DBC2-925297EB21EB}"/>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3E0BA7D5-A78A-09BB-A363-994BD9A02F46}"/>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2869802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9777B-F5E7-C08C-590D-ACFBE4C45424}"/>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300CC399-4A6B-4593-9E74-B6F8CA3DC207}"/>
              </a:ext>
            </a:extLst>
          </p:cNvPr>
          <p:cNvSpPr>
            <a:spLocks noGrp="1"/>
          </p:cNvSpPr>
          <p:nvPr>
            <p:ph type="dt" sz="half" idx="10"/>
          </p:nvPr>
        </p:nvSpPr>
        <p:spPr/>
        <p:txBody>
          <a:bodyPr/>
          <a:lstStyle/>
          <a:p>
            <a:fld id="{7DB07CE9-C8DF-41DF-BDBB-830B84D62F5B}" type="datetimeFigureOut">
              <a:rPr lang="en-NL" smtClean="0"/>
              <a:t>12/03/2026</a:t>
            </a:fld>
            <a:endParaRPr lang="en-NL"/>
          </a:p>
        </p:txBody>
      </p:sp>
      <p:sp>
        <p:nvSpPr>
          <p:cNvPr id="4" name="Footer Placeholder 3">
            <a:extLst>
              <a:ext uri="{FF2B5EF4-FFF2-40B4-BE49-F238E27FC236}">
                <a16:creationId xmlns:a16="http://schemas.microsoft.com/office/drawing/2014/main" id="{48EE88BE-564F-9BC9-D256-883FCC2992C9}"/>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A197D54D-0C50-C773-E94C-9E2D30D9305C}"/>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2745265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994506-3D43-84EA-E881-39D633077381}"/>
              </a:ext>
            </a:extLst>
          </p:cNvPr>
          <p:cNvSpPr>
            <a:spLocks noGrp="1"/>
          </p:cNvSpPr>
          <p:nvPr>
            <p:ph type="dt" sz="half" idx="10"/>
          </p:nvPr>
        </p:nvSpPr>
        <p:spPr/>
        <p:txBody>
          <a:bodyPr/>
          <a:lstStyle/>
          <a:p>
            <a:fld id="{7DB07CE9-C8DF-41DF-BDBB-830B84D62F5B}" type="datetimeFigureOut">
              <a:rPr lang="en-NL" smtClean="0"/>
              <a:t>12/03/2026</a:t>
            </a:fld>
            <a:endParaRPr lang="en-NL"/>
          </a:p>
        </p:txBody>
      </p:sp>
      <p:sp>
        <p:nvSpPr>
          <p:cNvPr id="3" name="Footer Placeholder 2">
            <a:extLst>
              <a:ext uri="{FF2B5EF4-FFF2-40B4-BE49-F238E27FC236}">
                <a16:creationId xmlns:a16="http://schemas.microsoft.com/office/drawing/2014/main" id="{981C55CA-8DBE-9019-86DA-AEBED897E0C9}"/>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2159772A-9555-52DB-D4E9-75AF3C15D25A}"/>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874220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D3A6E-DBBE-812E-85F2-A38B5249BA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5AFB2DEC-7E11-7FE1-3C8F-AB40257CCC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CA67515C-82D6-C8CD-79FD-0E6A1C9B19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08F352-32B7-00FA-4DA5-12E23612C097}"/>
              </a:ext>
            </a:extLst>
          </p:cNvPr>
          <p:cNvSpPr>
            <a:spLocks noGrp="1"/>
          </p:cNvSpPr>
          <p:nvPr>
            <p:ph type="dt" sz="half" idx="10"/>
          </p:nvPr>
        </p:nvSpPr>
        <p:spPr/>
        <p:txBody>
          <a:bodyPr/>
          <a:lstStyle/>
          <a:p>
            <a:fld id="{7DB07CE9-C8DF-41DF-BDBB-830B84D62F5B}" type="datetimeFigureOut">
              <a:rPr lang="en-NL" smtClean="0"/>
              <a:t>12/03/2026</a:t>
            </a:fld>
            <a:endParaRPr lang="en-NL"/>
          </a:p>
        </p:txBody>
      </p:sp>
      <p:sp>
        <p:nvSpPr>
          <p:cNvPr id="6" name="Footer Placeholder 5">
            <a:extLst>
              <a:ext uri="{FF2B5EF4-FFF2-40B4-BE49-F238E27FC236}">
                <a16:creationId xmlns:a16="http://schemas.microsoft.com/office/drawing/2014/main" id="{77D78EF5-AAF6-9556-0DA1-762E1477F249}"/>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F23A06DC-6CC1-26FA-41F2-FA573F7A3579}"/>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3587678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5C77B-CBEF-A395-D0FA-1C65A9CE29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E3E17272-008C-028F-3164-75FD0D3FA4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6FCEFC27-BE0A-B312-4CAE-0D22A173EF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841F1B-BF0C-E7EE-C200-6ACDD52E8532}"/>
              </a:ext>
            </a:extLst>
          </p:cNvPr>
          <p:cNvSpPr>
            <a:spLocks noGrp="1"/>
          </p:cNvSpPr>
          <p:nvPr>
            <p:ph type="dt" sz="half" idx="10"/>
          </p:nvPr>
        </p:nvSpPr>
        <p:spPr/>
        <p:txBody>
          <a:bodyPr/>
          <a:lstStyle/>
          <a:p>
            <a:fld id="{7DB07CE9-C8DF-41DF-BDBB-830B84D62F5B}" type="datetimeFigureOut">
              <a:rPr lang="en-NL" smtClean="0"/>
              <a:t>12/03/2026</a:t>
            </a:fld>
            <a:endParaRPr lang="en-NL"/>
          </a:p>
        </p:txBody>
      </p:sp>
      <p:sp>
        <p:nvSpPr>
          <p:cNvPr id="6" name="Footer Placeholder 5">
            <a:extLst>
              <a:ext uri="{FF2B5EF4-FFF2-40B4-BE49-F238E27FC236}">
                <a16:creationId xmlns:a16="http://schemas.microsoft.com/office/drawing/2014/main" id="{E33DBEA7-5C08-D5DF-326D-402497EEC0EB}"/>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128AB07C-EC9D-1E6E-88BF-08CF4DC29F79}"/>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2313419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C2113-B4D5-3AA6-7F42-D0DF7E554A28}"/>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327AC1B1-B636-EC3C-8268-7CF0D78B63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13308ECA-F03E-2322-8AB9-FF1B3570AC0C}"/>
              </a:ext>
            </a:extLst>
          </p:cNvPr>
          <p:cNvSpPr>
            <a:spLocks noGrp="1"/>
          </p:cNvSpPr>
          <p:nvPr>
            <p:ph type="dt" sz="half" idx="10"/>
          </p:nvPr>
        </p:nvSpPr>
        <p:spPr/>
        <p:txBody>
          <a:bodyPr/>
          <a:lstStyle/>
          <a:p>
            <a:fld id="{7DB07CE9-C8DF-41DF-BDBB-830B84D62F5B}" type="datetimeFigureOut">
              <a:rPr lang="en-NL" smtClean="0"/>
              <a:t>12/03/2026</a:t>
            </a:fld>
            <a:endParaRPr lang="en-NL"/>
          </a:p>
        </p:txBody>
      </p:sp>
      <p:sp>
        <p:nvSpPr>
          <p:cNvPr id="5" name="Footer Placeholder 4">
            <a:extLst>
              <a:ext uri="{FF2B5EF4-FFF2-40B4-BE49-F238E27FC236}">
                <a16:creationId xmlns:a16="http://schemas.microsoft.com/office/drawing/2014/main" id="{0A560E39-73E9-DBC5-E7A0-57B5094635D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91BBA569-67AF-6D26-BB44-6C9DA6C33646}"/>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915785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80FA20-7E26-5811-0F8E-E937CD7F6C3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CBC0AB59-9859-7F7C-9F9C-9BFEA1EF0F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C6583E10-4C21-18B0-80CE-477CC93505A1}"/>
              </a:ext>
            </a:extLst>
          </p:cNvPr>
          <p:cNvSpPr>
            <a:spLocks noGrp="1"/>
          </p:cNvSpPr>
          <p:nvPr>
            <p:ph type="dt" sz="half" idx="10"/>
          </p:nvPr>
        </p:nvSpPr>
        <p:spPr/>
        <p:txBody>
          <a:bodyPr/>
          <a:lstStyle/>
          <a:p>
            <a:fld id="{7DB07CE9-C8DF-41DF-BDBB-830B84D62F5B}" type="datetimeFigureOut">
              <a:rPr lang="en-NL" smtClean="0"/>
              <a:t>12/03/2026</a:t>
            </a:fld>
            <a:endParaRPr lang="en-NL"/>
          </a:p>
        </p:txBody>
      </p:sp>
      <p:sp>
        <p:nvSpPr>
          <p:cNvPr id="5" name="Footer Placeholder 4">
            <a:extLst>
              <a:ext uri="{FF2B5EF4-FFF2-40B4-BE49-F238E27FC236}">
                <a16:creationId xmlns:a16="http://schemas.microsoft.com/office/drawing/2014/main" id="{38CB85F3-CF9A-29D5-DEA3-31B6193373A6}"/>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E6122B00-4173-AFD9-EDBF-57D15872F595}"/>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318455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4814AA-CC4F-26EF-0940-42AD31BA46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498EE76C-C9DD-829C-0E04-FD727D9368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EEA92AA8-31FA-1538-0020-A6770000A6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DB07CE9-C8DF-41DF-BDBB-830B84D62F5B}" type="datetimeFigureOut">
              <a:rPr lang="en-NL" smtClean="0"/>
              <a:t>12/03/2026</a:t>
            </a:fld>
            <a:endParaRPr lang="en-NL"/>
          </a:p>
        </p:txBody>
      </p:sp>
      <p:sp>
        <p:nvSpPr>
          <p:cNvPr id="5" name="Footer Placeholder 4">
            <a:extLst>
              <a:ext uri="{FF2B5EF4-FFF2-40B4-BE49-F238E27FC236}">
                <a16:creationId xmlns:a16="http://schemas.microsoft.com/office/drawing/2014/main" id="{852936D0-EF18-388D-6CDB-4886CBEB09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3600218A-4CD5-B355-2F90-F63E2428D7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A9C285A-41FD-47C8-9B13-D40BAB452FEE}" type="slidenum">
              <a:rPr lang="en-NL" smtClean="0"/>
              <a:t>‹#›</a:t>
            </a:fld>
            <a:endParaRPr lang="en-NL"/>
          </a:p>
        </p:txBody>
      </p:sp>
    </p:spTree>
    <p:extLst>
      <p:ext uri="{BB962C8B-B14F-4D97-AF65-F5344CB8AC3E}">
        <p14:creationId xmlns:p14="http://schemas.microsoft.com/office/powerpoint/2010/main" val="3808427065"/>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58346-11EF-AF16-3F7E-D4AE642D6182}"/>
              </a:ext>
            </a:extLst>
          </p:cNvPr>
          <p:cNvSpPr>
            <a:spLocks noGrp="1"/>
          </p:cNvSpPr>
          <p:nvPr>
            <p:ph type="title"/>
          </p:nvPr>
        </p:nvSpPr>
        <p:spPr/>
        <p:txBody>
          <a:bodyPr/>
          <a:lstStyle/>
          <a:p>
            <a:r>
              <a:rPr lang="en-US" dirty="0"/>
              <a:t>Meeting Week 6</a:t>
            </a:r>
            <a:endParaRPr lang="en-NL" dirty="0"/>
          </a:p>
        </p:txBody>
      </p:sp>
      <p:sp>
        <p:nvSpPr>
          <p:cNvPr id="3" name="Content Placeholder 2">
            <a:extLst>
              <a:ext uri="{FF2B5EF4-FFF2-40B4-BE49-F238E27FC236}">
                <a16:creationId xmlns:a16="http://schemas.microsoft.com/office/drawing/2014/main" id="{DAAEF679-3C39-E36C-B710-9B50CBAE487E}"/>
              </a:ext>
            </a:extLst>
          </p:cNvPr>
          <p:cNvSpPr>
            <a:spLocks noGrp="1"/>
          </p:cNvSpPr>
          <p:nvPr>
            <p:ph idx="1"/>
          </p:nvPr>
        </p:nvSpPr>
        <p:spPr>
          <a:xfrm>
            <a:off x="838200" y="1690688"/>
            <a:ext cx="10515600" cy="4486275"/>
          </a:xfrm>
        </p:spPr>
        <p:txBody>
          <a:bodyPr>
            <a:normAutofit lnSpcReduction="10000"/>
          </a:bodyPr>
          <a:lstStyle/>
          <a:p>
            <a:r>
              <a:rPr lang="en-US" sz="3600" dirty="0"/>
              <a:t>Research Plan</a:t>
            </a:r>
          </a:p>
          <a:p>
            <a:pPr lvl="1"/>
            <a:r>
              <a:rPr lang="en-US" sz="3200" dirty="0"/>
              <a:t>Background</a:t>
            </a:r>
          </a:p>
          <a:p>
            <a:pPr lvl="1"/>
            <a:r>
              <a:rPr lang="en-US" sz="3200" dirty="0"/>
              <a:t>Literature Survey</a:t>
            </a:r>
          </a:p>
          <a:p>
            <a:pPr lvl="1"/>
            <a:r>
              <a:rPr lang="en-US" sz="3200" dirty="0"/>
              <a:t>Research Questions</a:t>
            </a:r>
          </a:p>
          <a:p>
            <a:pPr lvl="1"/>
            <a:r>
              <a:rPr lang="en-US" sz="3200" dirty="0"/>
              <a:t>AI&amp;ES Relevance</a:t>
            </a:r>
          </a:p>
          <a:p>
            <a:pPr lvl="1"/>
            <a:r>
              <a:rPr lang="en-US" sz="3200" dirty="0"/>
              <a:t>Research Methods</a:t>
            </a:r>
          </a:p>
          <a:p>
            <a:pPr lvl="1"/>
            <a:r>
              <a:rPr lang="en-US" sz="3200" dirty="0"/>
              <a:t>Expected Outcomes</a:t>
            </a:r>
          </a:p>
          <a:p>
            <a:pPr lvl="1"/>
            <a:r>
              <a:rPr lang="en-US" sz="3200" dirty="0"/>
              <a:t>Time Planning</a:t>
            </a:r>
          </a:p>
          <a:p>
            <a:r>
              <a:rPr lang="en-US" sz="3600" dirty="0"/>
              <a:t>Outline </a:t>
            </a:r>
            <a:r>
              <a:rPr lang="en-US" sz="3600" dirty="0" err="1"/>
              <a:t>ToDo</a:t>
            </a:r>
            <a:r>
              <a:rPr lang="en-US" sz="3600" dirty="0"/>
              <a:t> next week</a:t>
            </a:r>
            <a:endParaRPr lang="en-NL" sz="3600" dirty="0"/>
          </a:p>
        </p:txBody>
      </p:sp>
    </p:spTree>
    <p:extLst>
      <p:ext uri="{BB962C8B-B14F-4D97-AF65-F5344CB8AC3E}">
        <p14:creationId xmlns:p14="http://schemas.microsoft.com/office/powerpoint/2010/main" val="26795951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736B2-11FF-5B7B-FB42-80822EAA540C}"/>
              </a:ext>
            </a:extLst>
          </p:cNvPr>
          <p:cNvSpPr>
            <a:spLocks noGrp="1"/>
          </p:cNvSpPr>
          <p:nvPr>
            <p:ph type="title"/>
          </p:nvPr>
        </p:nvSpPr>
        <p:spPr/>
        <p:txBody>
          <a:bodyPr/>
          <a:lstStyle/>
          <a:p>
            <a:r>
              <a:rPr lang="en-US" dirty="0"/>
              <a:t>Research Plan - Background</a:t>
            </a:r>
            <a:endParaRPr lang="en-NL" dirty="0"/>
          </a:p>
        </p:txBody>
      </p:sp>
      <p:sp>
        <p:nvSpPr>
          <p:cNvPr id="3" name="Content Placeholder 2">
            <a:extLst>
              <a:ext uri="{FF2B5EF4-FFF2-40B4-BE49-F238E27FC236}">
                <a16:creationId xmlns:a16="http://schemas.microsoft.com/office/drawing/2014/main" id="{2F0542DA-0419-8E2A-B472-F4481305E1ED}"/>
              </a:ext>
            </a:extLst>
          </p:cNvPr>
          <p:cNvSpPr>
            <a:spLocks noGrp="1"/>
          </p:cNvSpPr>
          <p:nvPr>
            <p:ph idx="1"/>
          </p:nvPr>
        </p:nvSpPr>
        <p:spPr/>
        <p:txBody>
          <a:bodyPr>
            <a:normAutofit/>
          </a:bodyPr>
          <a:lstStyle/>
          <a:p>
            <a:r>
              <a:rPr lang="en-US" dirty="0"/>
              <a:t>Industrial Context &amp; Requirements</a:t>
            </a:r>
          </a:p>
          <a:p>
            <a:r>
              <a:rPr lang="en-US" dirty="0"/>
              <a:t>Dual-Gantry System Challenges</a:t>
            </a:r>
          </a:p>
          <a:p>
            <a:r>
              <a:rPr lang="en-US" dirty="0"/>
              <a:t>Current Industrial Practice (ASMPT Baseline)</a:t>
            </a:r>
          </a:p>
          <a:p>
            <a:r>
              <a:rPr lang="en-US" dirty="0"/>
              <a:t>Grey-Box justification</a:t>
            </a:r>
          </a:p>
          <a:p>
            <a:r>
              <a:rPr lang="en-US" dirty="0"/>
              <a:t>Grey-Box Interpretability Problem</a:t>
            </a:r>
          </a:p>
          <a:p>
            <a:r>
              <a:rPr lang="en-US" dirty="0"/>
              <a:t>Solution Framework / Research Gap</a:t>
            </a:r>
          </a:p>
        </p:txBody>
      </p:sp>
    </p:spTree>
    <p:extLst>
      <p:ext uri="{BB962C8B-B14F-4D97-AF65-F5344CB8AC3E}">
        <p14:creationId xmlns:p14="http://schemas.microsoft.com/office/powerpoint/2010/main" val="40806167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0F907-DF5D-8B21-BF9F-9253C6198887}"/>
              </a:ext>
            </a:extLst>
          </p:cNvPr>
          <p:cNvSpPr>
            <a:spLocks noGrp="1"/>
          </p:cNvSpPr>
          <p:nvPr>
            <p:ph type="title"/>
          </p:nvPr>
        </p:nvSpPr>
        <p:spPr/>
        <p:txBody>
          <a:bodyPr/>
          <a:lstStyle/>
          <a:p>
            <a:r>
              <a:rPr lang="en-US" dirty="0"/>
              <a:t>Research Plan - Background</a:t>
            </a:r>
            <a:endParaRPr lang="en-NL" b="1" dirty="0"/>
          </a:p>
        </p:txBody>
      </p:sp>
      <p:sp>
        <p:nvSpPr>
          <p:cNvPr id="3" name="Content Placeholder 2">
            <a:extLst>
              <a:ext uri="{FF2B5EF4-FFF2-40B4-BE49-F238E27FC236}">
                <a16:creationId xmlns:a16="http://schemas.microsoft.com/office/drawing/2014/main" id="{D4E6157A-E391-C3C6-B7FF-F46EBF3B8296}"/>
              </a:ext>
            </a:extLst>
          </p:cNvPr>
          <p:cNvSpPr>
            <a:spLocks noGrp="1"/>
          </p:cNvSpPr>
          <p:nvPr>
            <p:ph idx="1"/>
          </p:nvPr>
        </p:nvSpPr>
        <p:spPr/>
        <p:txBody>
          <a:bodyPr>
            <a:normAutofit/>
          </a:bodyPr>
          <a:lstStyle/>
          <a:p>
            <a:r>
              <a:rPr lang="en-US" sz="4000" dirty="0"/>
              <a:t>General feedback to include</a:t>
            </a:r>
          </a:p>
          <a:p>
            <a:pPr lvl="1" eaLnBrk="0" fontAlgn="base" hangingPunct="0">
              <a:lnSpc>
                <a:spcPct val="100000"/>
              </a:lnSpc>
              <a:spcBef>
                <a:spcPct val="0"/>
              </a:spcBef>
              <a:spcAft>
                <a:spcPct val="0"/>
              </a:spcAft>
            </a:pPr>
            <a:r>
              <a:rPr lang="en-NL" altLang="en-NL" sz="3600" dirty="0">
                <a:latin typeface="Arial" panose="020B0604020202020204" pitchFamily="34" charset="0"/>
              </a:rPr>
              <a:t>Background should motivate the problem broadly; method choices come later </a:t>
            </a:r>
            <a:endParaRPr lang="en-US" altLang="en-NL" sz="3600" dirty="0">
              <a:latin typeface="Arial" panose="020B0604020202020204" pitchFamily="34" charset="0"/>
            </a:endParaRPr>
          </a:p>
          <a:p>
            <a:pPr lvl="2" eaLnBrk="0" fontAlgn="base" hangingPunct="0">
              <a:lnSpc>
                <a:spcPct val="100000"/>
              </a:lnSpc>
              <a:spcBef>
                <a:spcPct val="0"/>
              </a:spcBef>
              <a:spcAft>
                <a:spcPct val="0"/>
              </a:spcAft>
            </a:pPr>
            <a:r>
              <a:rPr lang="en-US" altLang="en-NL" sz="3200" dirty="0">
                <a:latin typeface="Arial" panose="020B0604020202020204" pitchFamily="34" charset="0"/>
              </a:rPr>
              <a:t>I should move</a:t>
            </a:r>
            <a:r>
              <a:rPr lang="en-NL" altLang="en-NL" sz="3200" dirty="0">
                <a:latin typeface="Arial" panose="020B0604020202020204" pitchFamily="34" charset="0"/>
              </a:rPr>
              <a:t> LPV-LFR and augmentation choices </a:t>
            </a:r>
            <a:r>
              <a:rPr lang="en-US" altLang="en-NL" sz="3200" dirty="0">
                <a:latin typeface="Arial" panose="020B0604020202020204" pitchFamily="34" charset="0"/>
              </a:rPr>
              <a:t>to </a:t>
            </a:r>
            <a:r>
              <a:rPr lang="en-NL" altLang="en-NL" sz="3200" dirty="0">
                <a:latin typeface="Arial" panose="020B0604020202020204" pitchFamily="34" charset="0"/>
              </a:rPr>
              <a:t>literature survey</a:t>
            </a:r>
            <a:endParaRPr lang="en-US" altLang="en-NL" sz="3200" dirty="0">
              <a:latin typeface="Arial" panose="020B0604020202020204" pitchFamily="34" charset="0"/>
            </a:endParaRPr>
          </a:p>
          <a:p>
            <a:pPr lvl="2" eaLnBrk="0" fontAlgn="base" hangingPunct="0">
              <a:lnSpc>
                <a:spcPct val="100000"/>
              </a:lnSpc>
              <a:spcBef>
                <a:spcPct val="0"/>
              </a:spcBef>
              <a:spcAft>
                <a:spcPct val="0"/>
              </a:spcAft>
            </a:pPr>
            <a:r>
              <a:rPr lang="en-NL" altLang="en-NL" sz="3200" dirty="0">
                <a:latin typeface="Arial" panose="020B0604020202020204" pitchFamily="34" charset="0"/>
              </a:rPr>
              <a:t>Avoid </a:t>
            </a:r>
            <a:r>
              <a:rPr lang="en-US" altLang="en-NL" sz="3200" dirty="0">
                <a:latin typeface="Arial" panose="020B0604020202020204" pitchFamily="34" charset="0"/>
              </a:rPr>
              <a:t>“</a:t>
            </a:r>
            <a:r>
              <a:rPr lang="en-NL" altLang="en-NL" sz="3200" dirty="0">
                <a:latin typeface="Arial" panose="020B0604020202020204" pitchFamily="34" charset="0"/>
              </a:rPr>
              <a:t>augmentation</a:t>
            </a:r>
            <a:r>
              <a:rPr lang="en-US" altLang="en-NL" sz="3200" dirty="0">
                <a:latin typeface="Arial" panose="020B0604020202020204" pitchFamily="34" charset="0"/>
              </a:rPr>
              <a:t>”</a:t>
            </a:r>
            <a:r>
              <a:rPr lang="en-NL" altLang="en-NL" sz="3200" dirty="0">
                <a:latin typeface="Arial" panose="020B0604020202020204" pitchFamily="34" charset="0"/>
              </a:rPr>
              <a:t> in background</a:t>
            </a:r>
            <a:r>
              <a:rPr lang="en-US" altLang="en-NL" sz="3200" dirty="0">
                <a:latin typeface="Arial" panose="020B0604020202020204" pitchFamily="34" charset="0"/>
              </a:rPr>
              <a:t>, should </a:t>
            </a:r>
            <a:r>
              <a:rPr lang="en-NL" altLang="en-NL" sz="3200" dirty="0">
                <a:latin typeface="Arial" panose="020B0604020202020204" pitchFamily="34" charset="0"/>
              </a:rPr>
              <a:t>use </a:t>
            </a:r>
            <a:r>
              <a:rPr lang="en-US" altLang="en-NL" sz="3200" dirty="0">
                <a:latin typeface="Arial" panose="020B0604020202020204" pitchFamily="34" charset="0"/>
              </a:rPr>
              <a:t>“</a:t>
            </a:r>
            <a:r>
              <a:rPr lang="en-NL" altLang="en-NL" sz="3200" dirty="0">
                <a:latin typeface="Arial" panose="020B0604020202020204" pitchFamily="34" charset="0"/>
              </a:rPr>
              <a:t>grey-box modelling</a:t>
            </a:r>
            <a:r>
              <a:rPr lang="en-US" altLang="en-NL" sz="3200" dirty="0">
                <a:latin typeface="Arial" panose="020B0604020202020204" pitchFamily="34" charset="0"/>
              </a:rPr>
              <a:t>”</a:t>
            </a:r>
            <a:endParaRPr lang="en-NL" sz="3200" dirty="0"/>
          </a:p>
        </p:txBody>
      </p:sp>
    </p:spTree>
    <p:extLst>
      <p:ext uri="{BB962C8B-B14F-4D97-AF65-F5344CB8AC3E}">
        <p14:creationId xmlns:p14="http://schemas.microsoft.com/office/powerpoint/2010/main" val="37683306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DF709-A19F-47F6-F1B0-D60C996847BB}"/>
              </a:ext>
            </a:extLst>
          </p:cNvPr>
          <p:cNvSpPr>
            <a:spLocks noGrp="1"/>
          </p:cNvSpPr>
          <p:nvPr>
            <p:ph type="title"/>
          </p:nvPr>
        </p:nvSpPr>
        <p:spPr/>
        <p:txBody>
          <a:bodyPr/>
          <a:lstStyle/>
          <a:p>
            <a:r>
              <a:rPr lang="en-US" dirty="0"/>
              <a:t>Industrial Context &amp; Requirements</a:t>
            </a:r>
            <a:endParaRPr lang="en-NL" dirty="0"/>
          </a:p>
        </p:txBody>
      </p:sp>
      <p:sp>
        <p:nvSpPr>
          <p:cNvPr id="3" name="Content Placeholder 2">
            <a:extLst>
              <a:ext uri="{FF2B5EF4-FFF2-40B4-BE49-F238E27FC236}">
                <a16:creationId xmlns:a16="http://schemas.microsoft.com/office/drawing/2014/main" id="{2EE718CB-A070-E980-F324-DB41048A99DA}"/>
              </a:ext>
            </a:extLst>
          </p:cNvPr>
          <p:cNvSpPr>
            <a:spLocks noGrp="1"/>
          </p:cNvSpPr>
          <p:nvPr>
            <p:ph idx="1"/>
          </p:nvPr>
        </p:nvSpPr>
        <p:spPr/>
        <p:txBody>
          <a:bodyPr>
            <a:normAutofit/>
          </a:bodyPr>
          <a:lstStyle/>
          <a:p>
            <a:r>
              <a:rPr lang="en-US" b="1" dirty="0"/>
              <a:t>Application</a:t>
            </a:r>
            <a:r>
              <a:rPr lang="en-US" dirty="0"/>
              <a:t>: Semiconductor chip bonding for advanced packaging (die-to-wafer hybrid bonding)</a:t>
            </a:r>
          </a:p>
          <a:p>
            <a:r>
              <a:rPr lang="en-US" b="1" dirty="0"/>
              <a:t>Performance metric</a:t>
            </a:r>
            <a:r>
              <a:rPr lang="en-US" dirty="0"/>
              <a:t>: Settling </a:t>
            </a:r>
            <a:r>
              <a:rPr lang="en-US" dirty="0" err="1"/>
              <a:t>behaviour</a:t>
            </a:r>
            <a:r>
              <a:rPr lang="en-US" dirty="0"/>
              <a:t> drives throughput, residual vibrations after a motion delay the next motion</a:t>
            </a:r>
          </a:p>
          <a:p>
            <a:r>
              <a:rPr lang="en-US" b="1" dirty="0"/>
              <a:t>Need</a:t>
            </a:r>
            <a:r>
              <a:rPr lang="en-US" dirty="0"/>
              <a:t>: Accurate plant models for digital-twin development, offline evaluation, and control design</a:t>
            </a:r>
          </a:p>
          <a:p>
            <a:r>
              <a:rPr lang="en-US" b="1" dirty="0"/>
              <a:t>To update</a:t>
            </a:r>
            <a:r>
              <a:rPr lang="en-US" dirty="0"/>
              <a:t>: introduce ASMPT before the technical content; rephrase settling point (wait before next motion, not speed limited); add health management</a:t>
            </a:r>
            <a:endParaRPr lang="en-NL" dirty="0"/>
          </a:p>
        </p:txBody>
      </p:sp>
    </p:spTree>
    <p:extLst>
      <p:ext uri="{BB962C8B-B14F-4D97-AF65-F5344CB8AC3E}">
        <p14:creationId xmlns:p14="http://schemas.microsoft.com/office/powerpoint/2010/main" val="2444314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2B47B-6F64-01AA-B145-7F0DF9B39013}"/>
              </a:ext>
            </a:extLst>
          </p:cNvPr>
          <p:cNvSpPr>
            <a:spLocks noGrp="1"/>
          </p:cNvSpPr>
          <p:nvPr>
            <p:ph type="title"/>
          </p:nvPr>
        </p:nvSpPr>
        <p:spPr/>
        <p:txBody>
          <a:bodyPr/>
          <a:lstStyle/>
          <a:p>
            <a:r>
              <a:rPr lang="en-US" dirty="0"/>
              <a:t>Dual-Gantry System Challenges</a:t>
            </a:r>
            <a:endParaRPr lang="en-NL" dirty="0"/>
          </a:p>
        </p:txBody>
      </p:sp>
      <p:sp>
        <p:nvSpPr>
          <p:cNvPr id="3" name="Content Placeholder 2">
            <a:extLst>
              <a:ext uri="{FF2B5EF4-FFF2-40B4-BE49-F238E27FC236}">
                <a16:creationId xmlns:a16="http://schemas.microsoft.com/office/drawing/2014/main" id="{86CFA176-5D21-3B95-0A96-91FBDE9B2431}"/>
              </a:ext>
            </a:extLst>
          </p:cNvPr>
          <p:cNvSpPr>
            <a:spLocks noGrp="1"/>
          </p:cNvSpPr>
          <p:nvPr>
            <p:ph idx="1"/>
          </p:nvPr>
        </p:nvSpPr>
        <p:spPr/>
        <p:txBody>
          <a:bodyPr>
            <a:normAutofit lnSpcReduction="10000"/>
          </a:bodyPr>
          <a:lstStyle/>
          <a:p>
            <a:r>
              <a:rPr lang="en-US" b="1" dirty="0"/>
              <a:t>Configuration: </a:t>
            </a:r>
            <a:r>
              <a:rPr lang="en-US" dirty="0"/>
              <a:t>Two parallel linear actuators supporting a shared beam: coupling means motion of one actuator influences the other</a:t>
            </a:r>
          </a:p>
          <a:p>
            <a:r>
              <a:rPr lang="en-US" b="1" dirty="0"/>
              <a:t>Dynamics: </a:t>
            </a:r>
          </a:p>
          <a:p>
            <a:pPr lvl="1"/>
            <a:r>
              <a:rPr lang="en-US" dirty="0"/>
              <a:t>Position-dependent </a:t>
            </a:r>
            <a:r>
              <a:rPr lang="en-US" dirty="0" err="1"/>
              <a:t>behaviour</a:t>
            </a:r>
            <a:r>
              <a:rPr lang="en-US" dirty="0"/>
              <a:t> and residual dynamics relevant for settling and general prediction accuracy </a:t>
            </a:r>
          </a:p>
          <a:p>
            <a:r>
              <a:rPr lang="en-US" b="1" dirty="0"/>
              <a:t>Limitation: </a:t>
            </a:r>
            <a:r>
              <a:rPr lang="en-US" dirty="0"/>
              <a:t>A simple rigid-body model is insufficient to represent nonlinear plant dynamics accurately </a:t>
            </a:r>
          </a:p>
          <a:p>
            <a:r>
              <a:rPr lang="en-US" b="1" dirty="0"/>
              <a:t>To update: </a:t>
            </a:r>
            <a:r>
              <a:rPr lang="en-US" dirty="0"/>
              <a:t>explicitly mention flexible dynamics (currently only “residual dynamics”); clarify that cross-coupling affects both settling and tracking prediction</a:t>
            </a:r>
          </a:p>
        </p:txBody>
      </p:sp>
      <p:sp>
        <p:nvSpPr>
          <p:cNvPr id="5" name="Rectangle 2">
            <a:extLst>
              <a:ext uri="{FF2B5EF4-FFF2-40B4-BE49-F238E27FC236}">
                <a16:creationId xmlns:a16="http://schemas.microsoft.com/office/drawing/2014/main" id="{991F6304-BE21-85C4-55E2-236FB9484954}"/>
              </a:ext>
            </a:extLst>
          </p:cNvPr>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NL" altLang="en-NL"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NL" altLang="en-NL"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71708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4E17B-7276-5E00-BAE8-9E30FE3619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74D111-CC4E-C5A0-B850-643CE321EBD9}"/>
              </a:ext>
            </a:extLst>
          </p:cNvPr>
          <p:cNvSpPr>
            <a:spLocks noGrp="1"/>
          </p:cNvSpPr>
          <p:nvPr>
            <p:ph type="title"/>
          </p:nvPr>
        </p:nvSpPr>
        <p:spPr/>
        <p:txBody>
          <a:bodyPr/>
          <a:lstStyle/>
          <a:p>
            <a:r>
              <a:rPr lang="en-US" dirty="0"/>
              <a:t>Current Industrial Practice (ASMPT Baseline)</a:t>
            </a:r>
            <a:endParaRPr lang="en-NL" dirty="0"/>
          </a:p>
        </p:txBody>
      </p:sp>
      <p:sp>
        <p:nvSpPr>
          <p:cNvPr id="3" name="Content Placeholder 2">
            <a:extLst>
              <a:ext uri="{FF2B5EF4-FFF2-40B4-BE49-F238E27FC236}">
                <a16:creationId xmlns:a16="http://schemas.microsoft.com/office/drawing/2014/main" id="{40B5C7C3-4517-C419-A844-EA962638A741}"/>
              </a:ext>
            </a:extLst>
          </p:cNvPr>
          <p:cNvSpPr>
            <a:spLocks noGrp="1"/>
          </p:cNvSpPr>
          <p:nvPr>
            <p:ph idx="1"/>
          </p:nvPr>
        </p:nvSpPr>
        <p:spPr/>
        <p:txBody>
          <a:bodyPr/>
          <a:lstStyle/>
          <a:p>
            <a:pPr marL="0" lvl="0" indent="0" eaLnBrk="0" fontAlgn="base" hangingPunct="0">
              <a:lnSpc>
                <a:spcPct val="100000"/>
              </a:lnSpc>
              <a:spcBef>
                <a:spcPct val="0"/>
              </a:spcBef>
              <a:spcAft>
                <a:spcPct val="0"/>
              </a:spcAft>
              <a:buFontTx/>
              <a:buChar char="•"/>
            </a:pPr>
            <a:r>
              <a:rPr lang="en-NL" altLang="en-NL" b="1" dirty="0">
                <a:latin typeface="Arial" panose="020B0604020202020204" pitchFamily="34" charset="0"/>
              </a:rPr>
              <a:t>Current baseline: </a:t>
            </a:r>
            <a:r>
              <a:rPr lang="en-NL" altLang="en-NL" dirty="0">
                <a:latin typeface="Arial" panose="020B0604020202020204" pitchFamily="34" charset="0"/>
              </a:rPr>
              <a:t>FRF measurements at multiple operating points with interpolation </a:t>
            </a:r>
          </a:p>
          <a:p>
            <a:pPr marL="0" lvl="0" indent="0" eaLnBrk="0" fontAlgn="base" hangingPunct="0">
              <a:lnSpc>
                <a:spcPct val="100000"/>
              </a:lnSpc>
              <a:spcBef>
                <a:spcPct val="0"/>
              </a:spcBef>
              <a:spcAft>
                <a:spcPct val="0"/>
              </a:spcAft>
              <a:buFontTx/>
              <a:buChar char="•"/>
            </a:pPr>
            <a:r>
              <a:rPr lang="en-NL" altLang="en-NL" dirty="0">
                <a:latin typeface="Arial" panose="020B0604020202020204" pitchFamily="34" charset="0"/>
              </a:rPr>
              <a:t>Captures only part of the position dependence</a:t>
            </a:r>
            <a:r>
              <a:rPr lang="en-US" altLang="en-NL" dirty="0">
                <a:latin typeface="Arial" panose="020B0604020202020204" pitchFamily="34" charset="0"/>
              </a:rPr>
              <a:t>,</a:t>
            </a:r>
            <a:r>
              <a:rPr lang="en-NL" altLang="en-NL" dirty="0">
                <a:latin typeface="Arial" panose="020B0604020202020204" pitchFamily="34" charset="0"/>
              </a:rPr>
              <a:t> cross-coupling not captured systematically </a:t>
            </a:r>
          </a:p>
          <a:p>
            <a:pPr marL="0" lvl="0" indent="0" eaLnBrk="0" fontAlgn="base" hangingPunct="0">
              <a:lnSpc>
                <a:spcPct val="100000"/>
              </a:lnSpc>
              <a:spcBef>
                <a:spcPct val="0"/>
              </a:spcBef>
              <a:spcAft>
                <a:spcPct val="0"/>
              </a:spcAft>
              <a:buFontTx/>
              <a:buChar char="•"/>
            </a:pPr>
            <a:r>
              <a:rPr lang="en-NL" altLang="en-NL" b="1" dirty="0">
                <a:latin typeface="Arial" panose="020B0604020202020204" pitchFamily="34" charset="0"/>
              </a:rPr>
              <a:t>First-principles baseline (García-Herreros): </a:t>
            </a:r>
            <a:r>
              <a:rPr lang="en-NL" altLang="en-NL" dirty="0">
                <a:latin typeface="Arial" panose="020B0604020202020204" pitchFamily="34" charset="0"/>
              </a:rPr>
              <a:t>captures part of position dependence and part of cross-coupling</a:t>
            </a:r>
            <a:r>
              <a:rPr lang="en-US" altLang="en-NL" dirty="0">
                <a:latin typeface="Arial" panose="020B0604020202020204" pitchFamily="34" charset="0"/>
              </a:rPr>
              <a:t>: </a:t>
            </a:r>
            <a:r>
              <a:rPr lang="en-NL" altLang="en-NL" dirty="0">
                <a:latin typeface="Arial" panose="020B0604020202020204" pitchFamily="34" charset="0"/>
              </a:rPr>
              <a:t>physically meaningful </a:t>
            </a:r>
            <a:r>
              <a:rPr lang="en-US" altLang="en-NL" dirty="0">
                <a:latin typeface="Arial" panose="020B0604020202020204" pitchFamily="34" charset="0"/>
              </a:rPr>
              <a:t>baseline</a:t>
            </a:r>
            <a:endParaRPr lang="en-NL" altLang="en-NL" dirty="0">
              <a:latin typeface="Arial" panose="020B0604020202020204" pitchFamily="34" charset="0"/>
            </a:endParaRPr>
          </a:p>
        </p:txBody>
      </p:sp>
    </p:spTree>
    <p:extLst>
      <p:ext uri="{BB962C8B-B14F-4D97-AF65-F5344CB8AC3E}">
        <p14:creationId xmlns:p14="http://schemas.microsoft.com/office/powerpoint/2010/main" val="27383360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14C05-C7A8-7416-9605-6D6099C003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39D9E4-5AA0-4B83-38DE-2139E716B129}"/>
              </a:ext>
            </a:extLst>
          </p:cNvPr>
          <p:cNvSpPr>
            <a:spLocks noGrp="1"/>
          </p:cNvSpPr>
          <p:nvPr>
            <p:ph type="title"/>
          </p:nvPr>
        </p:nvSpPr>
        <p:spPr/>
        <p:txBody>
          <a:bodyPr/>
          <a:lstStyle/>
          <a:p>
            <a:r>
              <a:rPr lang="en-US" dirty="0"/>
              <a:t>Grey-Box justification</a:t>
            </a:r>
            <a:endParaRPr lang="en-NL" dirty="0"/>
          </a:p>
        </p:txBody>
      </p:sp>
      <p:sp>
        <p:nvSpPr>
          <p:cNvPr id="6" name="Content Placeholder 5">
            <a:extLst>
              <a:ext uri="{FF2B5EF4-FFF2-40B4-BE49-F238E27FC236}">
                <a16:creationId xmlns:a16="http://schemas.microsoft.com/office/drawing/2014/main" id="{9AEE5FC7-FD77-46FB-388F-40144CA03DE6}"/>
              </a:ext>
            </a:extLst>
          </p:cNvPr>
          <p:cNvSpPr>
            <a:spLocks noGrp="1"/>
          </p:cNvSpPr>
          <p:nvPr>
            <p:ph idx="1"/>
          </p:nvPr>
        </p:nvSpPr>
        <p:spPr>
          <a:xfrm>
            <a:off x="838200" y="1907457"/>
            <a:ext cx="10515600" cy="4269505"/>
          </a:xfrm>
        </p:spPr>
        <p:txBody>
          <a:bodyPr/>
          <a:lstStyle/>
          <a:p>
            <a:r>
              <a:rPr lang="en-US" b="1" dirty="0"/>
              <a:t>White-box (first-principles): </a:t>
            </a:r>
            <a:r>
              <a:rPr lang="en-US" dirty="0"/>
              <a:t>physically interpretable and relevant for control, but insufficient to capture all plant dynamics</a:t>
            </a:r>
          </a:p>
          <a:p>
            <a:r>
              <a:rPr lang="en-US" b="1" dirty="0"/>
              <a:t>Black-box (neural networks, Gaussian processes): </a:t>
            </a:r>
            <a:r>
              <a:rPr lang="en-US" dirty="0"/>
              <a:t>describe measured </a:t>
            </a:r>
            <a:r>
              <a:rPr lang="en-US" dirty="0" err="1"/>
              <a:t>behaviour</a:t>
            </a:r>
            <a:r>
              <a:rPr lang="en-US" dirty="0"/>
              <a:t> well, but limited physical insight and less reliable outside training data</a:t>
            </a:r>
          </a:p>
          <a:p>
            <a:r>
              <a:rPr lang="en-US" b="1" dirty="0"/>
              <a:t>Grey-box: </a:t>
            </a:r>
            <a:r>
              <a:rPr lang="en-US" dirty="0"/>
              <a:t>combines both, retains physically meaningful baseline while learning remaining dynamics from data</a:t>
            </a:r>
          </a:p>
          <a:p>
            <a:pPr lvl="1"/>
            <a:r>
              <a:rPr lang="en-US" dirty="0"/>
              <a:t>Related work by </a:t>
            </a:r>
            <a:r>
              <a:rPr lang="en-US" dirty="0" err="1"/>
              <a:t>Kessels</a:t>
            </a:r>
            <a:r>
              <a:rPr lang="en-US" dirty="0"/>
              <a:t> (ASMPT) on a </a:t>
            </a:r>
            <a:r>
              <a:rPr lang="en-US" dirty="0" err="1"/>
              <a:t>wirebonder</a:t>
            </a:r>
            <a:r>
              <a:rPr lang="en-US" dirty="0"/>
              <a:t> confirms relevance and mentions negation problem</a:t>
            </a:r>
          </a:p>
          <a:p>
            <a:r>
              <a:rPr lang="en-US" b="1" dirty="0"/>
              <a:t>To update: </a:t>
            </a:r>
            <a:r>
              <a:rPr lang="en-US" dirty="0"/>
              <a:t>add data/compute cost as black-box weakness</a:t>
            </a:r>
            <a:endParaRPr lang="en-NL" dirty="0"/>
          </a:p>
        </p:txBody>
      </p:sp>
    </p:spTree>
    <p:extLst>
      <p:ext uri="{BB962C8B-B14F-4D97-AF65-F5344CB8AC3E}">
        <p14:creationId xmlns:p14="http://schemas.microsoft.com/office/powerpoint/2010/main" val="16727301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1D303-9EC8-2A60-FC74-280B2FD364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C99F1A-FC63-8B4D-D5D7-9FEC3E3F08F2}"/>
              </a:ext>
            </a:extLst>
          </p:cNvPr>
          <p:cNvSpPr>
            <a:spLocks noGrp="1"/>
          </p:cNvSpPr>
          <p:nvPr>
            <p:ph type="title"/>
          </p:nvPr>
        </p:nvSpPr>
        <p:spPr/>
        <p:txBody>
          <a:bodyPr/>
          <a:lstStyle/>
          <a:p>
            <a:r>
              <a:rPr lang="en-US" dirty="0"/>
              <a:t>Grey-Box Interpretability Problem</a:t>
            </a:r>
            <a:endParaRPr lang="en-NL" dirty="0"/>
          </a:p>
        </p:txBody>
      </p:sp>
      <p:sp>
        <p:nvSpPr>
          <p:cNvPr id="3" name="Content Placeholder 2">
            <a:extLst>
              <a:ext uri="{FF2B5EF4-FFF2-40B4-BE49-F238E27FC236}">
                <a16:creationId xmlns:a16="http://schemas.microsoft.com/office/drawing/2014/main" id="{4005F404-DC83-4790-8B27-1C0C83D0379D}"/>
              </a:ext>
            </a:extLst>
          </p:cNvPr>
          <p:cNvSpPr>
            <a:spLocks noGrp="1"/>
          </p:cNvSpPr>
          <p:nvPr>
            <p:ph idx="1"/>
          </p:nvPr>
        </p:nvSpPr>
        <p:spPr/>
        <p:txBody>
          <a:bodyPr/>
          <a:lstStyle/>
          <a:p>
            <a:r>
              <a:rPr lang="en-US" b="1" dirty="0"/>
              <a:t>Parameter compensation:</a:t>
            </a:r>
            <a:r>
              <a:rPr lang="en-US" dirty="0"/>
              <a:t> learned component absorbs dynamics already captured by the physics baseline</a:t>
            </a:r>
          </a:p>
          <a:p>
            <a:r>
              <a:rPr lang="en-US" b="1" dirty="0"/>
              <a:t>Consequence:</a:t>
            </a:r>
            <a:r>
              <a:rPr lang="en-US" dirty="0"/>
              <a:t> physics parameters drift to non-physical values</a:t>
            </a:r>
          </a:p>
          <a:p>
            <a:r>
              <a:rPr lang="en-US" b="1" dirty="0"/>
              <a:t>Lost benefit:</a:t>
            </a:r>
            <a:r>
              <a:rPr lang="en-US" dirty="0"/>
              <a:t> </a:t>
            </a:r>
          </a:p>
          <a:p>
            <a:pPr lvl="1"/>
            <a:r>
              <a:rPr lang="en-US" dirty="0"/>
              <a:t>Physical interpretability: base line parameters lose meaning</a:t>
            </a:r>
          </a:p>
          <a:p>
            <a:r>
              <a:rPr lang="en-US" b="1" dirty="0"/>
              <a:t>To update: </a:t>
            </a:r>
            <a:r>
              <a:rPr lang="en-US"/>
              <a:t>avoid “augmentation” use “learned component” or “grey-box modelling”; </a:t>
            </a:r>
            <a:r>
              <a:rPr lang="en-US" dirty="0"/>
              <a:t>I should leave the specifics for literature survey; explain why baseline parameter regularization is insufficient</a:t>
            </a:r>
          </a:p>
        </p:txBody>
      </p:sp>
    </p:spTree>
    <p:extLst>
      <p:ext uri="{BB962C8B-B14F-4D97-AF65-F5344CB8AC3E}">
        <p14:creationId xmlns:p14="http://schemas.microsoft.com/office/powerpoint/2010/main" val="22906131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07899-5B6D-0C04-C6C7-80905158E5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F83960-ED27-DF02-30DE-755E5BBFC290}"/>
              </a:ext>
            </a:extLst>
          </p:cNvPr>
          <p:cNvSpPr>
            <a:spLocks noGrp="1"/>
          </p:cNvSpPr>
          <p:nvPr>
            <p:ph type="title"/>
          </p:nvPr>
        </p:nvSpPr>
        <p:spPr/>
        <p:txBody>
          <a:bodyPr/>
          <a:lstStyle/>
          <a:p>
            <a:r>
              <a:rPr lang="en-US" dirty="0"/>
              <a:t>Solution Framework / Research Gap</a:t>
            </a:r>
            <a:endParaRPr lang="en-NL" dirty="0"/>
          </a:p>
        </p:txBody>
      </p:sp>
      <p:sp>
        <p:nvSpPr>
          <p:cNvPr id="3" name="Content Placeholder 2">
            <a:extLst>
              <a:ext uri="{FF2B5EF4-FFF2-40B4-BE49-F238E27FC236}">
                <a16:creationId xmlns:a16="http://schemas.microsoft.com/office/drawing/2014/main" id="{F42EE3F7-46CC-C87E-3102-DB3ABF3B723A}"/>
              </a:ext>
            </a:extLst>
          </p:cNvPr>
          <p:cNvSpPr>
            <a:spLocks noGrp="1"/>
          </p:cNvSpPr>
          <p:nvPr>
            <p:ph idx="1"/>
          </p:nvPr>
        </p:nvSpPr>
        <p:spPr/>
        <p:txBody>
          <a:bodyPr>
            <a:normAutofit lnSpcReduction="10000"/>
          </a:bodyPr>
          <a:lstStyle/>
          <a:p>
            <a:pPr eaLnBrk="0" fontAlgn="base" hangingPunct="0">
              <a:lnSpc>
                <a:spcPct val="100000"/>
              </a:lnSpc>
              <a:spcBef>
                <a:spcPct val="0"/>
              </a:spcBef>
              <a:spcAft>
                <a:spcPct val="0"/>
              </a:spcAft>
            </a:pPr>
            <a:r>
              <a:rPr lang="en-NL" altLang="en-NL" b="1" dirty="0">
                <a:latin typeface="Arial" panose="020B0604020202020204" pitchFamily="34" charset="0"/>
              </a:rPr>
              <a:t>Gap:</a:t>
            </a:r>
            <a:r>
              <a:rPr lang="en-NL" altLang="en-NL" dirty="0">
                <a:latin typeface="Arial" panose="020B0604020202020204" pitchFamily="34" charset="0"/>
              </a:rPr>
              <a:t> no model that jointly captures position-dependent behaviour, cross-coupling, and flexible dynamics while preserving physical interpretability </a:t>
            </a:r>
          </a:p>
          <a:p>
            <a:pPr eaLnBrk="0" fontAlgn="base" hangingPunct="0">
              <a:lnSpc>
                <a:spcPct val="100000"/>
              </a:lnSpc>
              <a:spcBef>
                <a:spcPct val="0"/>
              </a:spcBef>
              <a:spcAft>
                <a:spcPct val="0"/>
              </a:spcAft>
            </a:pPr>
            <a:r>
              <a:rPr lang="en-NL" altLang="en-NL" b="1" dirty="0">
                <a:latin typeface="Arial" panose="020B0604020202020204" pitchFamily="34" charset="0"/>
              </a:rPr>
              <a:t>Direction:</a:t>
            </a:r>
            <a:r>
              <a:rPr lang="en-NL" altLang="en-NL" dirty="0">
                <a:latin typeface="Arial" panose="020B0604020202020204" pitchFamily="34" charset="0"/>
              </a:rPr>
              <a:t> grey-box modelling</a:t>
            </a:r>
            <a:r>
              <a:rPr lang="en-US" altLang="en-NL" dirty="0">
                <a:latin typeface="Arial" panose="020B0604020202020204" pitchFamily="34" charset="0"/>
              </a:rPr>
              <a:t>,</a:t>
            </a:r>
            <a:r>
              <a:rPr lang="en-NL" altLang="en-NL" dirty="0">
                <a:latin typeface="Arial" panose="020B0604020202020204" pitchFamily="34" charset="0"/>
              </a:rPr>
              <a:t> combine physics baseline with a learned component </a:t>
            </a:r>
          </a:p>
          <a:p>
            <a:pPr eaLnBrk="0" fontAlgn="base" hangingPunct="0">
              <a:lnSpc>
                <a:spcPct val="100000"/>
              </a:lnSpc>
              <a:spcBef>
                <a:spcPct val="0"/>
              </a:spcBef>
              <a:spcAft>
                <a:spcPct val="0"/>
              </a:spcAft>
            </a:pPr>
            <a:r>
              <a:rPr lang="en-NL" altLang="en-NL" b="1" dirty="0">
                <a:latin typeface="Arial" panose="020B0604020202020204" pitchFamily="34" charset="0"/>
              </a:rPr>
              <a:t>Open challenge:</a:t>
            </a:r>
            <a:r>
              <a:rPr lang="en-NL" altLang="en-NL" dirty="0">
                <a:latin typeface="Arial" panose="020B0604020202020204" pitchFamily="34" charset="0"/>
              </a:rPr>
              <a:t> preventing the learned component from absorbing dynamics already captured by the baseline (</a:t>
            </a:r>
            <a:r>
              <a:rPr lang="en-US" altLang="en-NL" dirty="0">
                <a:latin typeface="Arial" panose="020B0604020202020204" pitchFamily="34" charset="0"/>
              </a:rPr>
              <a:t>i</a:t>
            </a:r>
            <a:r>
              <a:rPr lang="en-US" dirty="0"/>
              <a:t>nterpretability</a:t>
            </a:r>
            <a:r>
              <a:rPr lang="en-NL" altLang="en-NL" dirty="0">
                <a:latin typeface="Arial" panose="020B0604020202020204" pitchFamily="34" charset="0"/>
              </a:rPr>
              <a:t> problem)</a:t>
            </a:r>
            <a:endParaRPr lang="en-US" altLang="en-NL" dirty="0">
              <a:latin typeface="Arial" panose="020B0604020202020204" pitchFamily="34" charset="0"/>
            </a:endParaRPr>
          </a:p>
          <a:p>
            <a:pPr eaLnBrk="0" fontAlgn="base" hangingPunct="0">
              <a:lnSpc>
                <a:spcPct val="100000"/>
              </a:lnSpc>
              <a:spcBef>
                <a:spcPct val="0"/>
              </a:spcBef>
              <a:spcAft>
                <a:spcPct val="0"/>
              </a:spcAft>
            </a:pPr>
            <a:r>
              <a:rPr lang="en-US" b="1" dirty="0"/>
              <a:t>To update: </a:t>
            </a:r>
            <a:r>
              <a:rPr lang="en-US" dirty="0"/>
              <a:t>keep solution broad. I currently have LPV-LFR, orthogonality regularization should move this to literature survey</a:t>
            </a:r>
          </a:p>
        </p:txBody>
      </p:sp>
    </p:spTree>
    <p:extLst>
      <p:ext uri="{BB962C8B-B14F-4D97-AF65-F5344CB8AC3E}">
        <p14:creationId xmlns:p14="http://schemas.microsoft.com/office/powerpoint/2010/main" val="39421086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B1467-FF07-DF9B-3FF2-72F909BF9090}"/>
              </a:ext>
            </a:extLst>
          </p:cNvPr>
          <p:cNvSpPr>
            <a:spLocks noGrp="1"/>
          </p:cNvSpPr>
          <p:nvPr>
            <p:ph type="title"/>
          </p:nvPr>
        </p:nvSpPr>
        <p:spPr/>
        <p:txBody>
          <a:bodyPr/>
          <a:lstStyle/>
          <a:p>
            <a:r>
              <a:rPr lang="en-US" dirty="0"/>
              <a:t>Literature survey</a:t>
            </a:r>
            <a:endParaRPr lang="en-NL" dirty="0"/>
          </a:p>
        </p:txBody>
      </p:sp>
      <p:sp>
        <p:nvSpPr>
          <p:cNvPr id="3" name="Content Placeholder 2">
            <a:extLst>
              <a:ext uri="{FF2B5EF4-FFF2-40B4-BE49-F238E27FC236}">
                <a16:creationId xmlns:a16="http://schemas.microsoft.com/office/drawing/2014/main" id="{0755DBE8-228F-BCB8-CF9F-56FFD7579485}"/>
              </a:ext>
            </a:extLst>
          </p:cNvPr>
          <p:cNvSpPr>
            <a:spLocks noGrp="1"/>
          </p:cNvSpPr>
          <p:nvPr>
            <p:ph idx="1"/>
          </p:nvPr>
        </p:nvSpPr>
        <p:spPr>
          <a:xfrm>
            <a:off x="838200" y="5478488"/>
            <a:ext cx="10429553" cy="1236944"/>
          </a:xfrm>
        </p:spPr>
        <p:txBody>
          <a:bodyPr>
            <a:normAutofit lnSpcReduction="10000"/>
          </a:bodyPr>
          <a:lstStyle/>
          <a:p>
            <a:r>
              <a:rPr lang="en-US" b="1" dirty="0"/>
              <a:t>To update: </a:t>
            </a:r>
            <a:r>
              <a:rPr lang="en-US" dirty="0"/>
              <a:t>add brief explanation of what each method entails and why it was chosen (e.g. why BFR, why operating-point generalization)</a:t>
            </a:r>
            <a:endParaRPr lang="en-NL" dirty="0"/>
          </a:p>
        </p:txBody>
      </p:sp>
      <p:graphicFrame>
        <p:nvGraphicFramePr>
          <p:cNvPr id="6" name="Content Placeholder 3">
            <a:extLst>
              <a:ext uri="{FF2B5EF4-FFF2-40B4-BE49-F238E27FC236}">
                <a16:creationId xmlns:a16="http://schemas.microsoft.com/office/drawing/2014/main" id="{353D0127-5CE5-C37C-C186-86712E36EF41}"/>
              </a:ext>
            </a:extLst>
          </p:cNvPr>
          <p:cNvGraphicFramePr>
            <a:graphicFrameLocks/>
          </p:cNvGraphicFramePr>
          <p:nvPr>
            <p:extLst>
              <p:ext uri="{D42A27DB-BD31-4B8C-83A1-F6EECF244321}">
                <p14:modId xmlns:p14="http://schemas.microsoft.com/office/powerpoint/2010/main" val="954583139"/>
              </p:ext>
            </p:extLst>
          </p:nvPr>
        </p:nvGraphicFramePr>
        <p:xfrm>
          <a:off x="924246" y="1379512"/>
          <a:ext cx="10343507" cy="3844619"/>
        </p:xfrm>
        <a:graphic>
          <a:graphicData uri="http://schemas.openxmlformats.org/drawingml/2006/table">
            <a:tbl>
              <a:tblPr>
                <a:tableStyleId>{BC89EF96-8CEA-46FF-86C4-4CE0E7609802}</a:tableStyleId>
              </a:tblPr>
              <a:tblGrid>
                <a:gridCol w="3443386">
                  <a:extLst>
                    <a:ext uri="{9D8B030D-6E8A-4147-A177-3AD203B41FA5}">
                      <a16:colId xmlns:a16="http://schemas.microsoft.com/office/drawing/2014/main" val="2315045143"/>
                    </a:ext>
                  </a:extLst>
                </a:gridCol>
                <a:gridCol w="3456735">
                  <a:extLst>
                    <a:ext uri="{9D8B030D-6E8A-4147-A177-3AD203B41FA5}">
                      <a16:colId xmlns:a16="http://schemas.microsoft.com/office/drawing/2014/main" val="3975261280"/>
                    </a:ext>
                  </a:extLst>
                </a:gridCol>
                <a:gridCol w="3443386">
                  <a:extLst>
                    <a:ext uri="{9D8B030D-6E8A-4147-A177-3AD203B41FA5}">
                      <a16:colId xmlns:a16="http://schemas.microsoft.com/office/drawing/2014/main" val="1226864625"/>
                    </a:ext>
                  </a:extLst>
                </a:gridCol>
              </a:tblGrid>
              <a:tr h="395241">
                <a:tc>
                  <a:txBody>
                    <a:bodyPr/>
                    <a:lstStyle/>
                    <a:p>
                      <a:pPr>
                        <a:buNone/>
                      </a:pPr>
                      <a:r>
                        <a:rPr lang="en-US" sz="1800" b="1" dirty="0"/>
                        <a:t>Topic</a:t>
                      </a:r>
                    </a:p>
                  </a:txBody>
                  <a:tcPr marL="89827" marR="89827" marT="44914" marB="44914" anchor="ctr"/>
                </a:tc>
                <a:tc>
                  <a:txBody>
                    <a:bodyPr/>
                    <a:lstStyle/>
                    <a:p>
                      <a:pPr>
                        <a:buNone/>
                      </a:pPr>
                      <a:r>
                        <a:rPr lang="en-US" sz="1800" b="1"/>
                        <a:t>Reference</a:t>
                      </a:r>
                    </a:p>
                  </a:txBody>
                  <a:tcPr marL="89827" marR="89827" marT="44914" marB="44914" anchor="ctr"/>
                </a:tc>
                <a:tc>
                  <a:txBody>
                    <a:bodyPr/>
                    <a:lstStyle/>
                    <a:p>
                      <a:pPr>
                        <a:buNone/>
                      </a:pPr>
                      <a:r>
                        <a:rPr lang="en-US" sz="1800" b="1"/>
                        <a:t>Used for</a:t>
                      </a:r>
                    </a:p>
                  </a:txBody>
                  <a:tcPr marL="89827" marR="89827" marT="44914" marB="44914" anchor="ctr"/>
                </a:tc>
                <a:extLst>
                  <a:ext uri="{0D108BD9-81ED-4DB2-BD59-A6C34878D82A}">
                    <a16:rowId xmlns:a16="http://schemas.microsoft.com/office/drawing/2014/main" val="1964404124"/>
                  </a:ext>
                </a:extLst>
              </a:tr>
              <a:tr h="395241">
                <a:tc>
                  <a:txBody>
                    <a:bodyPr/>
                    <a:lstStyle/>
                    <a:p>
                      <a:pPr>
                        <a:buNone/>
                      </a:pPr>
                      <a:r>
                        <a:rPr lang="en-US" sz="1800"/>
                        <a:t>Baseline model</a:t>
                      </a:r>
                    </a:p>
                  </a:txBody>
                  <a:tcPr marL="89827" marR="89827" marT="44914" marB="44914" anchor="ctr"/>
                </a:tc>
                <a:tc>
                  <a:txBody>
                    <a:bodyPr/>
                    <a:lstStyle/>
                    <a:p>
                      <a:pPr>
                        <a:buNone/>
                      </a:pPr>
                      <a:r>
                        <a:rPr lang="en-US" sz="1800"/>
                        <a:t>García-Herreros (2013)</a:t>
                      </a:r>
                    </a:p>
                  </a:txBody>
                  <a:tcPr marL="89827" marR="89827" marT="44914" marB="44914" anchor="ctr"/>
                </a:tc>
                <a:tc>
                  <a:txBody>
                    <a:bodyPr/>
                    <a:lstStyle/>
                    <a:p>
                      <a:pPr>
                        <a:buNone/>
                      </a:pPr>
                      <a:r>
                        <a:rPr lang="en-US" sz="1800" dirty="0"/>
                        <a:t>Model structure + parameter ID</a:t>
                      </a:r>
                    </a:p>
                  </a:txBody>
                  <a:tcPr marL="89827" marR="89827" marT="44914" marB="44914" anchor="ctr"/>
                </a:tc>
                <a:extLst>
                  <a:ext uri="{0D108BD9-81ED-4DB2-BD59-A6C34878D82A}">
                    <a16:rowId xmlns:a16="http://schemas.microsoft.com/office/drawing/2014/main" val="2545583497"/>
                  </a:ext>
                </a:extLst>
              </a:tr>
              <a:tr h="664724">
                <a:tc>
                  <a:txBody>
                    <a:bodyPr/>
                    <a:lstStyle/>
                    <a:p>
                      <a:pPr>
                        <a:buNone/>
                      </a:pPr>
                      <a:r>
                        <a:rPr lang="en-US" sz="1800" dirty="0"/>
                        <a:t>LPV modeling</a:t>
                      </a:r>
                    </a:p>
                  </a:txBody>
                  <a:tcPr marL="89827" marR="89827" marT="44914" marB="44914" anchor="ctr"/>
                </a:tc>
                <a:tc>
                  <a:txBody>
                    <a:bodyPr/>
                    <a:lstStyle/>
                    <a:p>
                      <a:pPr>
                        <a:buNone/>
                      </a:pPr>
                      <a:r>
                        <a:rPr lang="en-US" sz="1800"/>
                        <a:t>Tóth (2010)</a:t>
                      </a:r>
                    </a:p>
                  </a:txBody>
                  <a:tcPr marL="89827" marR="89827" marT="44914" marB="44914" anchor="ctr"/>
                </a:tc>
                <a:tc>
                  <a:txBody>
                    <a:bodyPr/>
                    <a:lstStyle/>
                    <a:p>
                      <a:pPr>
                        <a:buNone/>
                      </a:pPr>
                      <a:r>
                        <a:rPr lang="en-US" sz="1800"/>
                        <a:t>quasi-LPV formulation + ZOH discretization</a:t>
                      </a:r>
                    </a:p>
                  </a:txBody>
                  <a:tcPr marL="89827" marR="89827" marT="44914" marB="44914" anchor="ctr"/>
                </a:tc>
                <a:extLst>
                  <a:ext uri="{0D108BD9-81ED-4DB2-BD59-A6C34878D82A}">
                    <a16:rowId xmlns:a16="http://schemas.microsoft.com/office/drawing/2014/main" val="1798256054"/>
                  </a:ext>
                </a:extLst>
              </a:tr>
              <a:tr h="395241">
                <a:tc>
                  <a:txBody>
                    <a:bodyPr/>
                    <a:lstStyle/>
                    <a:p>
                      <a:pPr>
                        <a:buNone/>
                      </a:pPr>
                      <a:r>
                        <a:rPr lang="en-US" sz="1800"/>
                        <a:t>Augmentation structure</a:t>
                      </a:r>
                    </a:p>
                  </a:txBody>
                  <a:tcPr marL="89827" marR="89827" marT="44914" marB="44914" anchor="ctr"/>
                </a:tc>
                <a:tc>
                  <a:txBody>
                    <a:bodyPr/>
                    <a:lstStyle/>
                    <a:p>
                      <a:pPr>
                        <a:buNone/>
                      </a:pPr>
                      <a:r>
                        <a:rPr lang="en-US" sz="1800"/>
                        <a:t>Hoekstra (2026)</a:t>
                      </a:r>
                    </a:p>
                  </a:txBody>
                  <a:tcPr marL="89827" marR="89827" marT="44914" marB="44914" anchor="ctr"/>
                </a:tc>
                <a:tc>
                  <a:txBody>
                    <a:bodyPr/>
                    <a:lstStyle/>
                    <a:p>
                      <a:pPr>
                        <a:buNone/>
                      </a:pPr>
                      <a:r>
                        <a:rPr lang="en-US" sz="1800"/>
                        <a:t>LFR framework</a:t>
                      </a:r>
                    </a:p>
                  </a:txBody>
                  <a:tcPr marL="89827" marR="89827" marT="44914" marB="44914" anchor="ctr"/>
                </a:tc>
                <a:extLst>
                  <a:ext uri="{0D108BD9-81ED-4DB2-BD59-A6C34878D82A}">
                    <a16:rowId xmlns:a16="http://schemas.microsoft.com/office/drawing/2014/main" val="708316215"/>
                  </a:ext>
                </a:extLst>
              </a:tr>
              <a:tr h="664724">
                <a:tc>
                  <a:txBody>
                    <a:bodyPr/>
                    <a:lstStyle/>
                    <a:p>
                      <a:pPr>
                        <a:buNone/>
                      </a:pPr>
                      <a:r>
                        <a:rPr lang="en-US" sz="1800"/>
                        <a:t>LPV-LFR estimation</a:t>
                      </a:r>
                    </a:p>
                  </a:txBody>
                  <a:tcPr marL="89827" marR="89827" marT="44914" marB="44914" anchor="ctr"/>
                </a:tc>
                <a:tc>
                  <a:txBody>
                    <a:bodyPr/>
                    <a:lstStyle/>
                    <a:p>
                      <a:pPr>
                        <a:buNone/>
                      </a:pPr>
                      <a:r>
                        <a:rPr lang="en-US" sz="1800"/>
                        <a:t>Drenth et al. (2025)</a:t>
                      </a:r>
                    </a:p>
                  </a:txBody>
                  <a:tcPr marL="89827" marR="89827" marT="44914" marB="44914" anchor="ctr"/>
                </a:tc>
                <a:tc>
                  <a:txBody>
                    <a:bodyPr/>
                    <a:lstStyle/>
                    <a:p>
                      <a:pPr>
                        <a:buNone/>
                      </a:pPr>
                      <a:r>
                        <a:rPr lang="en-US" sz="1800"/>
                        <a:t>LPV-LFR extension + BFR metric</a:t>
                      </a:r>
                    </a:p>
                  </a:txBody>
                  <a:tcPr marL="89827" marR="89827" marT="44914" marB="44914" anchor="ctr"/>
                </a:tc>
                <a:extLst>
                  <a:ext uri="{0D108BD9-81ED-4DB2-BD59-A6C34878D82A}">
                    <a16:rowId xmlns:a16="http://schemas.microsoft.com/office/drawing/2014/main" val="4061239256"/>
                  </a:ext>
                </a:extLst>
              </a:tr>
              <a:tr h="664724">
                <a:tc>
                  <a:txBody>
                    <a:bodyPr/>
                    <a:lstStyle/>
                    <a:p>
                      <a:pPr>
                        <a:buNone/>
                      </a:pPr>
                      <a:r>
                        <a:rPr lang="en-US" sz="1800"/>
                        <a:t>Interpretability</a:t>
                      </a:r>
                    </a:p>
                  </a:txBody>
                  <a:tcPr marL="89827" marR="89827" marT="44914" marB="44914" anchor="ctr"/>
                </a:tc>
                <a:tc>
                  <a:txBody>
                    <a:bodyPr/>
                    <a:lstStyle/>
                    <a:p>
                      <a:pPr>
                        <a:buNone/>
                      </a:pPr>
                      <a:r>
                        <a:rPr lang="en-US" sz="1800" dirty="0"/>
                        <a:t>Kon (2022), Györök (2025)</a:t>
                      </a:r>
                    </a:p>
                  </a:txBody>
                  <a:tcPr marL="89827" marR="89827" marT="44914" marB="44914" anchor="ctr"/>
                </a:tc>
                <a:tc>
                  <a:txBody>
                    <a:bodyPr/>
                    <a:lstStyle/>
                    <a:p>
                      <a:pPr>
                        <a:buNone/>
                      </a:pPr>
                      <a:r>
                        <a:rPr lang="en-US" sz="1800"/>
                        <a:t>Orthogonal projection regularization</a:t>
                      </a:r>
                    </a:p>
                  </a:txBody>
                  <a:tcPr marL="89827" marR="89827" marT="44914" marB="44914" anchor="ctr"/>
                </a:tc>
                <a:extLst>
                  <a:ext uri="{0D108BD9-81ED-4DB2-BD59-A6C34878D82A}">
                    <a16:rowId xmlns:a16="http://schemas.microsoft.com/office/drawing/2014/main" val="3425932053"/>
                  </a:ext>
                </a:extLst>
              </a:tr>
              <a:tr h="664724">
                <a:tc>
                  <a:txBody>
                    <a:bodyPr/>
                    <a:lstStyle/>
                    <a:p>
                      <a:pPr>
                        <a:buNone/>
                      </a:pPr>
                      <a:r>
                        <a:rPr lang="en-US" sz="1800"/>
                        <a:t>Validation</a:t>
                      </a:r>
                    </a:p>
                  </a:txBody>
                  <a:tcPr marL="89827" marR="89827" marT="44914" marB="44914" anchor="ctr"/>
                </a:tc>
                <a:tc>
                  <a:txBody>
                    <a:bodyPr/>
                    <a:lstStyle/>
                    <a:p>
                      <a:pPr>
                        <a:buNone/>
                      </a:pPr>
                      <a:r>
                        <a:rPr lang="en-US" sz="1800" dirty="0" err="1"/>
                        <a:t>Paijmans</a:t>
                      </a:r>
                      <a:r>
                        <a:rPr lang="en-US" sz="1800" dirty="0"/>
                        <a:t> (2008), </a:t>
                      </a:r>
                      <a:r>
                        <a:rPr lang="en-US" sz="1800" dirty="0" err="1"/>
                        <a:t>Bachnas</a:t>
                      </a:r>
                      <a:r>
                        <a:rPr lang="en-US" sz="1800" dirty="0"/>
                        <a:t> (2014)</a:t>
                      </a:r>
                    </a:p>
                  </a:txBody>
                  <a:tcPr marL="89827" marR="89827" marT="44914" marB="44914" anchor="ctr"/>
                </a:tc>
                <a:tc>
                  <a:txBody>
                    <a:bodyPr/>
                    <a:lstStyle/>
                    <a:p>
                      <a:pPr>
                        <a:buNone/>
                      </a:pPr>
                      <a:r>
                        <a:rPr lang="en-US" sz="1800" dirty="0"/>
                        <a:t>Operating-point generalization</a:t>
                      </a:r>
                    </a:p>
                  </a:txBody>
                  <a:tcPr marL="89827" marR="89827" marT="44914" marB="44914" anchor="ctr"/>
                </a:tc>
                <a:extLst>
                  <a:ext uri="{0D108BD9-81ED-4DB2-BD59-A6C34878D82A}">
                    <a16:rowId xmlns:a16="http://schemas.microsoft.com/office/drawing/2014/main" val="1131825048"/>
                  </a:ext>
                </a:extLst>
              </a:tr>
            </a:tbl>
          </a:graphicData>
        </a:graphic>
      </p:graphicFrame>
    </p:spTree>
    <p:extLst>
      <p:ext uri="{BB962C8B-B14F-4D97-AF65-F5344CB8AC3E}">
        <p14:creationId xmlns:p14="http://schemas.microsoft.com/office/powerpoint/2010/main" val="21948262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8500E-68FD-72AC-B9E4-BA3E27B720E6}"/>
              </a:ext>
            </a:extLst>
          </p:cNvPr>
          <p:cNvSpPr>
            <a:spLocks noGrp="1"/>
          </p:cNvSpPr>
          <p:nvPr>
            <p:ph type="title"/>
          </p:nvPr>
        </p:nvSpPr>
        <p:spPr/>
        <p:txBody>
          <a:bodyPr/>
          <a:lstStyle/>
          <a:p>
            <a:r>
              <a:rPr lang="en-US" dirty="0"/>
              <a:t>Research questions</a:t>
            </a:r>
            <a:endParaRPr lang="en-NL" dirty="0"/>
          </a:p>
        </p:txBody>
      </p:sp>
      <p:sp>
        <p:nvSpPr>
          <p:cNvPr id="3" name="Content Placeholder 2">
            <a:extLst>
              <a:ext uri="{FF2B5EF4-FFF2-40B4-BE49-F238E27FC236}">
                <a16:creationId xmlns:a16="http://schemas.microsoft.com/office/drawing/2014/main" id="{C452192D-BC0A-3A67-BC74-0A61B8FFF195}"/>
              </a:ext>
            </a:extLst>
          </p:cNvPr>
          <p:cNvSpPr>
            <a:spLocks noGrp="1"/>
          </p:cNvSpPr>
          <p:nvPr>
            <p:ph idx="1"/>
          </p:nvPr>
        </p:nvSpPr>
        <p:spPr/>
        <p:txBody>
          <a:bodyPr/>
          <a:lstStyle/>
          <a:p>
            <a:r>
              <a:rPr lang="en-US" dirty="0"/>
              <a:t>How should physics-based plant models be augmented to improve parameter interpretability and settling prediction accuracy, particularly of cross-coupling and position-dependent dynamics, in dual-gantry systems?</a:t>
            </a:r>
          </a:p>
          <a:p>
            <a:endParaRPr lang="en-US" dirty="0"/>
          </a:p>
          <a:p>
            <a:r>
              <a:rPr lang="en-US" dirty="0"/>
              <a:t>Augmentation still to specific? Also, if I remove it from the background it just appears out of nowhere</a:t>
            </a:r>
          </a:p>
          <a:p>
            <a:pPr lvl="1"/>
            <a:r>
              <a:rPr lang="en-US" dirty="0"/>
              <a:t>General enough or should I replace it with grey-box modeling?</a:t>
            </a:r>
            <a:endParaRPr lang="en-NL" dirty="0"/>
          </a:p>
        </p:txBody>
      </p:sp>
    </p:spTree>
    <p:extLst>
      <p:ext uri="{BB962C8B-B14F-4D97-AF65-F5344CB8AC3E}">
        <p14:creationId xmlns:p14="http://schemas.microsoft.com/office/powerpoint/2010/main" val="963175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AD3FE-AF48-7A82-C988-1E8B637F31E7}"/>
              </a:ext>
            </a:extLst>
          </p:cNvPr>
          <p:cNvSpPr>
            <a:spLocks noGrp="1"/>
          </p:cNvSpPr>
          <p:nvPr>
            <p:ph type="title"/>
          </p:nvPr>
        </p:nvSpPr>
        <p:spPr/>
        <p:txBody>
          <a:bodyPr/>
          <a:lstStyle/>
          <a:p>
            <a:r>
              <a:rPr lang="en-US" dirty="0"/>
              <a:t>Research questions - Aspects</a:t>
            </a:r>
            <a:endParaRPr lang="en-NL" dirty="0"/>
          </a:p>
        </p:txBody>
      </p:sp>
      <p:sp>
        <p:nvSpPr>
          <p:cNvPr id="3" name="Content Placeholder 2">
            <a:extLst>
              <a:ext uri="{FF2B5EF4-FFF2-40B4-BE49-F238E27FC236}">
                <a16:creationId xmlns:a16="http://schemas.microsoft.com/office/drawing/2014/main" id="{7DF5C9CD-94B7-44EE-02E8-7809356D9AD0}"/>
              </a:ext>
            </a:extLst>
          </p:cNvPr>
          <p:cNvSpPr>
            <a:spLocks noGrp="1"/>
          </p:cNvSpPr>
          <p:nvPr>
            <p:ph idx="1"/>
          </p:nvPr>
        </p:nvSpPr>
        <p:spPr/>
        <p:txBody>
          <a:bodyPr/>
          <a:lstStyle/>
          <a:p>
            <a:pPr marL="514350" indent="-514350">
              <a:buFont typeface="+mj-lt"/>
              <a:buAutoNum type="arabicPeriod"/>
            </a:pPr>
            <a:r>
              <a:rPr lang="en-US" dirty="0"/>
              <a:t>Position-dependent baseline modeling</a:t>
            </a:r>
          </a:p>
          <a:p>
            <a:pPr marL="514350" indent="-514350">
              <a:buFont typeface="+mj-lt"/>
              <a:buAutoNum type="arabicPeriod"/>
            </a:pPr>
            <a:r>
              <a:rPr lang="en-US" dirty="0"/>
              <a:t>Augmentation structure</a:t>
            </a:r>
          </a:p>
          <a:p>
            <a:pPr marL="514350" indent="-514350">
              <a:buFont typeface="+mj-lt"/>
              <a:buAutoNum type="arabicPeriod"/>
            </a:pPr>
            <a:r>
              <a:rPr lang="en-US" dirty="0"/>
              <a:t>Interpretability preservation</a:t>
            </a:r>
          </a:p>
          <a:p>
            <a:pPr marL="514350" indent="-514350">
              <a:buFont typeface="+mj-lt"/>
              <a:buAutoNum type="arabicPeriod"/>
            </a:pPr>
            <a:r>
              <a:rPr lang="en-US" dirty="0"/>
              <a:t>Model generalization</a:t>
            </a:r>
            <a:endParaRPr lang="en-NL" dirty="0"/>
          </a:p>
        </p:txBody>
      </p:sp>
    </p:spTree>
    <p:extLst>
      <p:ext uri="{BB962C8B-B14F-4D97-AF65-F5344CB8AC3E}">
        <p14:creationId xmlns:p14="http://schemas.microsoft.com/office/powerpoint/2010/main" val="22095963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E2CCA-9A2C-18D3-224C-3BC7C744FB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5F2725-F3B7-BF6D-B50A-C587EC128B34}"/>
              </a:ext>
            </a:extLst>
          </p:cNvPr>
          <p:cNvSpPr>
            <a:spLocks noGrp="1"/>
          </p:cNvSpPr>
          <p:nvPr>
            <p:ph type="title"/>
          </p:nvPr>
        </p:nvSpPr>
        <p:spPr/>
        <p:txBody>
          <a:bodyPr>
            <a:normAutofit/>
          </a:bodyPr>
          <a:lstStyle/>
          <a:p>
            <a:r>
              <a:rPr lang="en-US" dirty="0"/>
              <a:t>Aspect 1 - Position-dependent baseline modeling</a:t>
            </a:r>
            <a:endParaRPr lang="en-NL" dirty="0"/>
          </a:p>
        </p:txBody>
      </p:sp>
      <p:sp>
        <p:nvSpPr>
          <p:cNvPr id="3" name="Content Placeholder 2">
            <a:extLst>
              <a:ext uri="{FF2B5EF4-FFF2-40B4-BE49-F238E27FC236}">
                <a16:creationId xmlns:a16="http://schemas.microsoft.com/office/drawing/2014/main" id="{893410D8-85F2-22C4-B5F2-0672BC11F284}"/>
              </a:ext>
            </a:extLst>
          </p:cNvPr>
          <p:cNvSpPr>
            <a:spLocks noGrp="1"/>
          </p:cNvSpPr>
          <p:nvPr>
            <p:ph idx="1"/>
          </p:nvPr>
        </p:nvSpPr>
        <p:spPr/>
        <p:txBody>
          <a:bodyPr/>
          <a:lstStyle/>
          <a:p>
            <a:r>
              <a:rPr lang="en-US" dirty="0"/>
              <a:t>In what form should the baseline model be represented for subsequent grey-box modelling, and does a position-dependent formulation improve prediction compared to position-independent alternatives?</a:t>
            </a:r>
          </a:p>
          <a:p>
            <a:endParaRPr lang="en-US" dirty="0"/>
          </a:p>
          <a:p>
            <a:r>
              <a:rPr lang="en-US" dirty="0"/>
              <a:t>Note: removed mentioning LPV as per feedback</a:t>
            </a:r>
            <a:endParaRPr lang="en-NL" dirty="0"/>
          </a:p>
        </p:txBody>
      </p:sp>
    </p:spTree>
    <p:extLst>
      <p:ext uri="{BB962C8B-B14F-4D97-AF65-F5344CB8AC3E}">
        <p14:creationId xmlns:p14="http://schemas.microsoft.com/office/powerpoint/2010/main" val="3756965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36684-3460-3BE0-923E-3C538213A5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36D1AD-8FBA-4F2D-6D12-B885FB1905FF}"/>
              </a:ext>
            </a:extLst>
          </p:cNvPr>
          <p:cNvSpPr>
            <a:spLocks noGrp="1"/>
          </p:cNvSpPr>
          <p:nvPr>
            <p:ph type="title"/>
          </p:nvPr>
        </p:nvSpPr>
        <p:spPr/>
        <p:txBody>
          <a:bodyPr>
            <a:normAutofit/>
          </a:bodyPr>
          <a:lstStyle/>
          <a:p>
            <a:r>
              <a:rPr lang="en-US" dirty="0"/>
              <a:t>Aspect 2 - Augmentation structure</a:t>
            </a:r>
            <a:endParaRPr lang="en-NL" dirty="0"/>
          </a:p>
        </p:txBody>
      </p:sp>
      <p:sp>
        <p:nvSpPr>
          <p:cNvPr id="3" name="Content Placeholder 2">
            <a:extLst>
              <a:ext uri="{FF2B5EF4-FFF2-40B4-BE49-F238E27FC236}">
                <a16:creationId xmlns:a16="http://schemas.microsoft.com/office/drawing/2014/main" id="{1148E9DC-C826-522B-9EE6-D088D2532417}"/>
              </a:ext>
            </a:extLst>
          </p:cNvPr>
          <p:cNvSpPr>
            <a:spLocks noGrp="1"/>
          </p:cNvSpPr>
          <p:nvPr>
            <p:ph idx="1"/>
          </p:nvPr>
        </p:nvSpPr>
        <p:spPr/>
        <p:txBody>
          <a:bodyPr/>
          <a:lstStyle/>
          <a:p>
            <a:r>
              <a:rPr lang="en-US" dirty="0"/>
              <a:t>What augmentation structure can effectively capture dynamics not modeled in the physics-based baseline model, in particular flexible cross-coupling dynamics?</a:t>
            </a:r>
          </a:p>
          <a:p>
            <a:endParaRPr lang="en-US" dirty="0"/>
          </a:p>
          <a:p>
            <a:r>
              <a:rPr lang="en-US" dirty="0"/>
              <a:t>Potential augmentation rephrasing if done for the </a:t>
            </a:r>
            <a:r>
              <a:rPr lang="en-US" dirty="0" err="1"/>
              <a:t>rq</a:t>
            </a:r>
            <a:r>
              <a:rPr lang="en-US" dirty="0"/>
              <a:t>.</a:t>
            </a:r>
            <a:endParaRPr lang="en-NL" dirty="0"/>
          </a:p>
        </p:txBody>
      </p:sp>
    </p:spTree>
    <p:extLst>
      <p:ext uri="{BB962C8B-B14F-4D97-AF65-F5344CB8AC3E}">
        <p14:creationId xmlns:p14="http://schemas.microsoft.com/office/powerpoint/2010/main" val="4052879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7737F-3164-B421-161D-4023958ABD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6CA2A9-8959-A7C1-9E39-195BF53C32EA}"/>
              </a:ext>
            </a:extLst>
          </p:cNvPr>
          <p:cNvSpPr>
            <a:spLocks noGrp="1"/>
          </p:cNvSpPr>
          <p:nvPr>
            <p:ph type="title"/>
          </p:nvPr>
        </p:nvSpPr>
        <p:spPr/>
        <p:txBody>
          <a:bodyPr>
            <a:normAutofit/>
          </a:bodyPr>
          <a:lstStyle/>
          <a:p>
            <a:r>
              <a:rPr lang="en-US" dirty="0"/>
              <a:t>Aspect 3 - Interpretability preservation</a:t>
            </a:r>
            <a:endParaRPr lang="en-NL" dirty="0"/>
          </a:p>
        </p:txBody>
      </p:sp>
      <p:sp>
        <p:nvSpPr>
          <p:cNvPr id="3" name="Content Placeholder 2">
            <a:extLst>
              <a:ext uri="{FF2B5EF4-FFF2-40B4-BE49-F238E27FC236}">
                <a16:creationId xmlns:a16="http://schemas.microsoft.com/office/drawing/2014/main" id="{87AFF714-27FF-67A9-E04E-24CF8C81E2C3}"/>
              </a:ext>
            </a:extLst>
          </p:cNvPr>
          <p:cNvSpPr>
            <a:spLocks noGrp="1"/>
          </p:cNvSpPr>
          <p:nvPr>
            <p:ph idx="1"/>
          </p:nvPr>
        </p:nvSpPr>
        <p:spPr/>
        <p:txBody>
          <a:bodyPr/>
          <a:lstStyle/>
          <a:p>
            <a:r>
              <a:rPr lang="en-US" dirty="0"/>
              <a:t>How can parameter interpretability be maintained during data-driven augmentation, compared to unconstrained approaches? Here, interpretability means that the physical parameters of the baseline retain values close to their physically meaningful initialization after augmentation.</a:t>
            </a:r>
            <a:endParaRPr lang="en-NL" dirty="0"/>
          </a:p>
        </p:txBody>
      </p:sp>
    </p:spTree>
    <p:extLst>
      <p:ext uri="{BB962C8B-B14F-4D97-AF65-F5344CB8AC3E}">
        <p14:creationId xmlns:p14="http://schemas.microsoft.com/office/powerpoint/2010/main" val="18684584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3C4A2-2B6F-3455-001B-AD0B36FB40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9CBFFC-AD3C-67C2-E152-62A1F387F867}"/>
              </a:ext>
            </a:extLst>
          </p:cNvPr>
          <p:cNvSpPr>
            <a:spLocks noGrp="1"/>
          </p:cNvSpPr>
          <p:nvPr>
            <p:ph type="title"/>
          </p:nvPr>
        </p:nvSpPr>
        <p:spPr/>
        <p:txBody>
          <a:bodyPr>
            <a:normAutofit/>
          </a:bodyPr>
          <a:lstStyle/>
          <a:p>
            <a:r>
              <a:rPr lang="en-US" dirty="0"/>
              <a:t>Aspect 4 - Model generalization</a:t>
            </a:r>
            <a:endParaRPr lang="en-NL" dirty="0"/>
          </a:p>
        </p:txBody>
      </p:sp>
      <p:sp>
        <p:nvSpPr>
          <p:cNvPr id="3" name="Content Placeholder 2">
            <a:extLst>
              <a:ext uri="{FF2B5EF4-FFF2-40B4-BE49-F238E27FC236}">
                <a16:creationId xmlns:a16="http://schemas.microsoft.com/office/drawing/2014/main" id="{3363CC4F-6C16-B810-A1A3-9F63D8A86496}"/>
              </a:ext>
            </a:extLst>
          </p:cNvPr>
          <p:cNvSpPr>
            <a:spLocks noGrp="1"/>
          </p:cNvSpPr>
          <p:nvPr>
            <p:ph idx="1"/>
          </p:nvPr>
        </p:nvSpPr>
        <p:spPr/>
        <p:txBody>
          <a:bodyPr/>
          <a:lstStyle/>
          <a:p>
            <a:r>
              <a:rPr lang="en-US" dirty="0"/>
              <a:t>How well does performance validation of both the baseline and augmented models generalize to (</a:t>
            </a:r>
            <a:r>
              <a:rPr lang="en-US" dirty="0" err="1"/>
              <a:t>i</a:t>
            </a:r>
            <a:r>
              <a:rPr lang="en-US" dirty="0"/>
              <a:t>) untrained operating points and (ii) untrained motion profiles within the operational range, across both simulation and experimental data?</a:t>
            </a:r>
            <a:endParaRPr lang="en-NL" dirty="0"/>
          </a:p>
        </p:txBody>
      </p:sp>
    </p:spTree>
    <p:extLst>
      <p:ext uri="{BB962C8B-B14F-4D97-AF65-F5344CB8AC3E}">
        <p14:creationId xmlns:p14="http://schemas.microsoft.com/office/powerpoint/2010/main" val="3712625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67E50-4FC0-C462-DFDD-6376E83E7D62}"/>
              </a:ext>
            </a:extLst>
          </p:cNvPr>
          <p:cNvSpPr>
            <a:spLocks noGrp="1"/>
          </p:cNvSpPr>
          <p:nvPr>
            <p:ph type="title"/>
          </p:nvPr>
        </p:nvSpPr>
        <p:spPr/>
        <p:txBody>
          <a:bodyPr/>
          <a:lstStyle/>
          <a:p>
            <a:r>
              <a:rPr lang="en-US" dirty="0"/>
              <a:t>AI&amp;ES relevance</a:t>
            </a:r>
            <a:endParaRPr lang="en-NL" dirty="0"/>
          </a:p>
        </p:txBody>
      </p:sp>
      <p:sp>
        <p:nvSpPr>
          <p:cNvPr id="3" name="Content Placeholder 2">
            <a:extLst>
              <a:ext uri="{FF2B5EF4-FFF2-40B4-BE49-F238E27FC236}">
                <a16:creationId xmlns:a16="http://schemas.microsoft.com/office/drawing/2014/main" id="{0B534A04-073B-40BA-9BB8-E365A05E656D}"/>
              </a:ext>
            </a:extLst>
          </p:cNvPr>
          <p:cNvSpPr>
            <a:spLocks noGrp="1"/>
          </p:cNvSpPr>
          <p:nvPr>
            <p:ph idx="1"/>
          </p:nvPr>
        </p:nvSpPr>
        <p:spPr/>
        <p:txBody>
          <a:bodyPr>
            <a:normAutofit lnSpcReduction="10000"/>
          </a:bodyPr>
          <a:lstStyle/>
          <a:p>
            <a:r>
              <a:rPr lang="en-US" b="1" dirty="0"/>
              <a:t>AI / data-driven learning: </a:t>
            </a:r>
            <a:r>
              <a:rPr lang="en-US" dirty="0"/>
              <a:t>learning an augmented model from measured data to capture dynamics that are difficult to represent accurately in the first-principles baseline model, including flexible cross-coupling and position-dependent effects.</a:t>
            </a:r>
          </a:p>
          <a:p>
            <a:r>
              <a:rPr lang="en-US" dirty="0"/>
              <a:t> </a:t>
            </a:r>
            <a:r>
              <a:rPr lang="en-US" b="1" dirty="0"/>
              <a:t>Engineering systems: </a:t>
            </a:r>
            <a:r>
              <a:rPr lang="en-US" dirty="0"/>
              <a:t>embedding the learned augmentation within a physics-based LPV-LFR plant model for a real dual-gantry system, accounting for coupling, scheduling dependence, and physical interpretability.</a:t>
            </a:r>
          </a:p>
          <a:p>
            <a:endParaRPr lang="en-US" dirty="0"/>
          </a:p>
          <a:p>
            <a:r>
              <a:rPr lang="en-US" dirty="0"/>
              <a:t>To update: also keep it here more broad instead of mentioning LPV-LFR</a:t>
            </a:r>
            <a:endParaRPr lang="en-NL" dirty="0"/>
          </a:p>
        </p:txBody>
      </p:sp>
    </p:spTree>
    <p:extLst>
      <p:ext uri="{BB962C8B-B14F-4D97-AF65-F5344CB8AC3E}">
        <p14:creationId xmlns:p14="http://schemas.microsoft.com/office/powerpoint/2010/main" val="20160126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BBA2E-D0E0-C56F-CFF6-3D1F74CAB766}"/>
              </a:ext>
            </a:extLst>
          </p:cNvPr>
          <p:cNvSpPr>
            <a:spLocks noGrp="1"/>
          </p:cNvSpPr>
          <p:nvPr>
            <p:ph type="title"/>
          </p:nvPr>
        </p:nvSpPr>
        <p:spPr/>
        <p:txBody>
          <a:bodyPr>
            <a:normAutofit fontScale="90000"/>
          </a:bodyPr>
          <a:lstStyle/>
          <a:p>
            <a:r>
              <a:rPr lang="en-US" dirty="0"/>
              <a:t>Research methods</a:t>
            </a:r>
            <a:br>
              <a:rPr lang="en-US" dirty="0"/>
            </a:br>
            <a:r>
              <a:rPr lang="en-US" dirty="0"/>
              <a:t>Aspect 1: Position-Dependent Baseline Modeling</a:t>
            </a:r>
            <a:endParaRPr lang="en-NL" dirty="0"/>
          </a:p>
        </p:txBody>
      </p:sp>
      <p:sp>
        <p:nvSpPr>
          <p:cNvPr id="3" name="Content Placeholder 2">
            <a:extLst>
              <a:ext uri="{FF2B5EF4-FFF2-40B4-BE49-F238E27FC236}">
                <a16:creationId xmlns:a16="http://schemas.microsoft.com/office/drawing/2014/main" id="{4215D5E5-1A73-4533-7B40-E24F089E4F9D}"/>
              </a:ext>
            </a:extLst>
          </p:cNvPr>
          <p:cNvSpPr>
            <a:spLocks noGrp="1"/>
          </p:cNvSpPr>
          <p:nvPr>
            <p:ph idx="1"/>
          </p:nvPr>
        </p:nvSpPr>
        <p:spPr/>
        <p:txBody>
          <a:bodyPr>
            <a:normAutofit fontScale="92500" lnSpcReduction="10000"/>
          </a:bodyPr>
          <a:lstStyle/>
          <a:p>
            <a:r>
              <a:rPr lang="en-US" dirty="0"/>
              <a:t>García-Herreros parameter model as physics baseline</a:t>
            </a:r>
          </a:p>
          <a:p>
            <a:pPr lvl="1"/>
            <a:r>
              <a:rPr lang="en-US" dirty="0"/>
              <a:t>Parameters identified through structured experiments from the paper</a:t>
            </a:r>
          </a:p>
          <a:p>
            <a:r>
              <a:rPr lang="en-US" dirty="0"/>
              <a:t>Model consists of three coupled second-order equations converted to six first-order equations in state-space form</a:t>
            </a:r>
          </a:p>
          <a:p>
            <a:r>
              <a:rPr lang="en-US" dirty="0"/>
              <a:t>Payload position Y enters the inertia matrix, reflecting position-dependent load distribution</a:t>
            </a:r>
          </a:p>
          <a:p>
            <a:pPr lvl="1"/>
            <a:r>
              <a:rPr lang="en-US" dirty="0"/>
              <a:t>Choose this as scheduling variable for LPV reformulation (quasi-LPV since Y is a system state and not an external input)</a:t>
            </a:r>
          </a:p>
          <a:p>
            <a:r>
              <a:rPr lang="en-US" dirty="0"/>
              <a:t>A ZOH discretization technique used to convert to discrete-time LPV state-space</a:t>
            </a:r>
          </a:p>
          <a:p>
            <a:r>
              <a:rPr lang="en-US" dirty="0"/>
              <a:t>Frozen LTI at fixed Y values used as comparison baseline</a:t>
            </a:r>
            <a:endParaRPr lang="en-NL" dirty="0"/>
          </a:p>
        </p:txBody>
      </p:sp>
    </p:spTree>
    <p:extLst>
      <p:ext uri="{BB962C8B-B14F-4D97-AF65-F5344CB8AC3E}">
        <p14:creationId xmlns:p14="http://schemas.microsoft.com/office/powerpoint/2010/main" val="21377623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1BE84-0008-7406-166F-F0C15A1483BA}"/>
              </a:ext>
            </a:extLst>
          </p:cNvPr>
          <p:cNvSpPr>
            <a:spLocks noGrp="1"/>
          </p:cNvSpPr>
          <p:nvPr>
            <p:ph type="title"/>
          </p:nvPr>
        </p:nvSpPr>
        <p:spPr/>
        <p:txBody>
          <a:bodyPr>
            <a:normAutofit fontScale="90000"/>
          </a:bodyPr>
          <a:lstStyle/>
          <a:p>
            <a:r>
              <a:rPr lang="en-US" dirty="0"/>
              <a:t>Research methods</a:t>
            </a:r>
            <a:br>
              <a:rPr lang="en-US" dirty="0"/>
            </a:br>
            <a:r>
              <a:rPr lang="en-US" dirty="0"/>
              <a:t>Aspect 1: Position-Dependent Baseline Modeling</a:t>
            </a:r>
            <a:endParaRPr lang="en-NL" dirty="0"/>
          </a:p>
        </p:txBody>
      </p:sp>
      <p:sp>
        <p:nvSpPr>
          <p:cNvPr id="3" name="Content Placeholder 2">
            <a:extLst>
              <a:ext uri="{FF2B5EF4-FFF2-40B4-BE49-F238E27FC236}">
                <a16:creationId xmlns:a16="http://schemas.microsoft.com/office/drawing/2014/main" id="{9314940B-59C9-9B69-14AF-4857321D39C5}"/>
              </a:ext>
            </a:extLst>
          </p:cNvPr>
          <p:cNvSpPr>
            <a:spLocks noGrp="1"/>
          </p:cNvSpPr>
          <p:nvPr>
            <p:ph idx="1"/>
          </p:nvPr>
        </p:nvSpPr>
        <p:spPr/>
        <p:txBody>
          <a:bodyPr/>
          <a:lstStyle/>
          <a:p>
            <a:r>
              <a:rPr lang="en-US" dirty="0"/>
              <a:t>Feedback to incorporate:</a:t>
            </a:r>
          </a:p>
          <a:p>
            <a:pPr marL="457200" lvl="1" indent="0" eaLnBrk="0" fontAlgn="base" hangingPunct="0">
              <a:lnSpc>
                <a:spcPct val="100000"/>
              </a:lnSpc>
              <a:spcBef>
                <a:spcPct val="0"/>
              </a:spcBef>
              <a:spcAft>
                <a:spcPct val="0"/>
              </a:spcAft>
              <a:buFontTx/>
              <a:buChar char="•"/>
            </a:pPr>
            <a:r>
              <a:rPr lang="en-NL" altLang="en-NL" dirty="0">
                <a:latin typeface="Arial" panose="020B0604020202020204" pitchFamily="34" charset="0"/>
              </a:rPr>
              <a:t>Too detailed for a research plan</a:t>
            </a:r>
            <a:r>
              <a:rPr lang="en-US" altLang="en-NL" dirty="0">
                <a:latin typeface="Arial" panose="020B0604020202020204" pitchFamily="34" charset="0"/>
              </a:rPr>
              <a:t>:</a:t>
            </a:r>
            <a:r>
              <a:rPr lang="en-NL" altLang="en-NL" dirty="0">
                <a:latin typeface="Arial" panose="020B0604020202020204" pitchFamily="34" charset="0"/>
              </a:rPr>
              <a:t> replace variable definitions and matrix details with an image of the system </a:t>
            </a:r>
          </a:p>
          <a:p>
            <a:pPr marL="457200" lvl="1" indent="0" eaLnBrk="0" fontAlgn="base" hangingPunct="0">
              <a:lnSpc>
                <a:spcPct val="100000"/>
              </a:lnSpc>
              <a:spcBef>
                <a:spcPct val="0"/>
              </a:spcBef>
              <a:spcAft>
                <a:spcPct val="0"/>
              </a:spcAft>
              <a:buFontTx/>
              <a:buChar char="•"/>
            </a:pPr>
            <a:r>
              <a:rPr lang="en-NL" altLang="en-NL" dirty="0">
                <a:latin typeface="Arial" panose="020B0604020202020204" pitchFamily="34" charset="0"/>
              </a:rPr>
              <a:t>Simplify the method description: García-Herreros model needs to be reduced to LPV form and </a:t>
            </a:r>
            <a:r>
              <a:rPr lang="en-NL" altLang="en-NL" dirty="0" err="1">
                <a:latin typeface="Arial" panose="020B0604020202020204" pitchFamily="34" charset="0"/>
              </a:rPr>
              <a:t>discretized</a:t>
            </a:r>
            <a:endParaRPr lang="en-US" altLang="en-NL" dirty="0">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lang="en-NL" altLang="en-NL" dirty="0">
                <a:latin typeface="Arial" panose="020B0604020202020204" pitchFamily="34" charset="0"/>
              </a:rPr>
              <a:t>Add simulation-first workflow before moving to experiments on the real machine </a:t>
            </a:r>
          </a:p>
          <a:p>
            <a:pPr marL="457200" lvl="1" indent="0" eaLnBrk="0" fontAlgn="base" hangingPunct="0">
              <a:lnSpc>
                <a:spcPct val="100000"/>
              </a:lnSpc>
              <a:spcBef>
                <a:spcPct val="0"/>
              </a:spcBef>
              <a:spcAft>
                <a:spcPct val="0"/>
              </a:spcAft>
              <a:buFontTx/>
              <a:buChar char="•"/>
            </a:pPr>
            <a:r>
              <a:rPr lang="en-NL" altLang="en-NL" dirty="0">
                <a:latin typeface="Arial" panose="020B0604020202020204" pitchFamily="34" charset="0"/>
              </a:rPr>
              <a:t>ZOH framed as "the" discretization</a:t>
            </a:r>
            <a:r>
              <a:rPr lang="en-US" altLang="en-NL" dirty="0">
                <a:latin typeface="Arial" panose="020B0604020202020204" pitchFamily="34" charset="0"/>
              </a:rPr>
              <a:t>, </a:t>
            </a:r>
            <a:r>
              <a:rPr lang="en-NL" altLang="en-NL" dirty="0">
                <a:latin typeface="Arial" panose="020B0604020202020204" pitchFamily="34" charset="0"/>
              </a:rPr>
              <a:t>should be framed as a chosen technique from available options </a:t>
            </a:r>
          </a:p>
          <a:p>
            <a:endParaRPr lang="en-US" dirty="0"/>
          </a:p>
          <a:p>
            <a:pPr lvl="1"/>
            <a:endParaRPr lang="en-NL" dirty="0"/>
          </a:p>
        </p:txBody>
      </p:sp>
    </p:spTree>
    <p:extLst>
      <p:ext uri="{BB962C8B-B14F-4D97-AF65-F5344CB8AC3E}">
        <p14:creationId xmlns:p14="http://schemas.microsoft.com/office/powerpoint/2010/main" val="13344119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D0E86-12CB-F94A-3026-5246C53E8D85}"/>
              </a:ext>
            </a:extLst>
          </p:cNvPr>
          <p:cNvSpPr>
            <a:spLocks noGrp="1"/>
          </p:cNvSpPr>
          <p:nvPr>
            <p:ph type="title"/>
          </p:nvPr>
        </p:nvSpPr>
        <p:spPr/>
        <p:txBody>
          <a:bodyPr>
            <a:normAutofit/>
          </a:bodyPr>
          <a:lstStyle/>
          <a:p>
            <a:r>
              <a:rPr lang="en-US" dirty="0"/>
              <a:t>Research methods</a:t>
            </a:r>
            <a:br>
              <a:rPr lang="en-US" dirty="0"/>
            </a:br>
            <a:r>
              <a:rPr lang="en-US" dirty="0"/>
              <a:t>Aspect 2: Augmentation Structure</a:t>
            </a:r>
            <a:endParaRPr lang="en-NL" dirty="0"/>
          </a:p>
        </p:txBody>
      </p:sp>
      <p:sp>
        <p:nvSpPr>
          <p:cNvPr id="3" name="Content Placeholder 2">
            <a:extLst>
              <a:ext uri="{FF2B5EF4-FFF2-40B4-BE49-F238E27FC236}">
                <a16:creationId xmlns:a16="http://schemas.microsoft.com/office/drawing/2014/main" id="{FFAF89B3-950E-2CD8-A08F-8B5779B1963F}"/>
              </a:ext>
            </a:extLst>
          </p:cNvPr>
          <p:cNvSpPr>
            <a:spLocks noGrp="1"/>
          </p:cNvSpPr>
          <p:nvPr>
            <p:ph idx="1"/>
          </p:nvPr>
        </p:nvSpPr>
        <p:spPr/>
        <p:txBody>
          <a:bodyPr>
            <a:normAutofit fontScale="92500" lnSpcReduction="20000"/>
          </a:bodyPr>
          <a:lstStyle/>
          <a:p>
            <a:r>
              <a:rPr lang="en-US" dirty="0"/>
              <a:t>LFR framework (Jan) as unifying structure: supports parallel and series interconnections with or without additional states</a:t>
            </a:r>
          </a:p>
          <a:p>
            <a:r>
              <a:rPr lang="en-US" dirty="0"/>
              <a:t>Parallel structure chosen, required for orthogonal projection regularization (Aspect 3), which is not readily applicable to series interconnections</a:t>
            </a:r>
          </a:p>
          <a:p>
            <a:r>
              <a:rPr lang="en-US" dirty="0"/>
              <a:t>Dynamic rather than static; static augmentation cannot introduce new degrees of freedom, insufficient to capture cross-coupling and position-dependent flexible dynamics</a:t>
            </a:r>
          </a:p>
          <a:p>
            <a:pPr lvl="1"/>
            <a:r>
              <a:rPr lang="en-US" dirty="0"/>
              <a:t>Since these are not fully captured by the baseline model</a:t>
            </a:r>
          </a:p>
          <a:p>
            <a:r>
              <a:rPr lang="en-US" dirty="0"/>
              <a:t>Dynamic parallel LFR structure (Jan) extended to LPV setting (Roel Drenth), restricted ourselves to well-posed realizations</a:t>
            </a:r>
          </a:p>
          <a:p>
            <a:r>
              <a:rPr lang="en-US" dirty="0"/>
              <a:t>To update: address how LFR structure is adapted to MIMO; address encoder initialization for simulation without prior measurements</a:t>
            </a:r>
          </a:p>
          <a:p>
            <a:pPr marL="0" indent="0">
              <a:buNone/>
            </a:pPr>
            <a:endParaRPr lang="en-NL" dirty="0"/>
          </a:p>
        </p:txBody>
      </p:sp>
      <p:sp>
        <p:nvSpPr>
          <p:cNvPr id="5" name="Rectangle 2">
            <a:extLst>
              <a:ext uri="{FF2B5EF4-FFF2-40B4-BE49-F238E27FC236}">
                <a16:creationId xmlns:a16="http://schemas.microsoft.com/office/drawing/2014/main" id="{498C2B67-7A65-BE6D-5E97-FA957AAAB0B2}"/>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NL" altLang="en-NL"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286426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351ED-EBF4-CF3B-1DB1-EC8C931154C7}"/>
              </a:ext>
            </a:extLst>
          </p:cNvPr>
          <p:cNvSpPr>
            <a:spLocks noGrp="1"/>
          </p:cNvSpPr>
          <p:nvPr>
            <p:ph type="title"/>
          </p:nvPr>
        </p:nvSpPr>
        <p:spPr/>
        <p:txBody>
          <a:bodyPr/>
          <a:lstStyle/>
          <a:p>
            <a:r>
              <a:rPr lang="en-US" dirty="0"/>
              <a:t>Research methods</a:t>
            </a:r>
            <a:br>
              <a:rPr lang="en-US" dirty="0"/>
            </a:br>
            <a:r>
              <a:rPr lang="en-US" dirty="0"/>
              <a:t>Aspect 3: Interpretability Preservation</a:t>
            </a:r>
            <a:endParaRPr lang="en-NL" dirty="0"/>
          </a:p>
        </p:txBody>
      </p:sp>
      <p:sp>
        <p:nvSpPr>
          <p:cNvPr id="3" name="Content Placeholder 2">
            <a:extLst>
              <a:ext uri="{FF2B5EF4-FFF2-40B4-BE49-F238E27FC236}">
                <a16:creationId xmlns:a16="http://schemas.microsoft.com/office/drawing/2014/main" id="{AD899B6D-F1DF-06FF-834B-6569530427FF}"/>
              </a:ext>
            </a:extLst>
          </p:cNvPr>
          <p:cNvSpPr>
            <a:spLocks noGrp="1"/>
          </p:cNvSpPr>
          <p:nvPr>
            <p:ph idx="1"/>
          </p:nvPr>
        </p:nvSpPr>
        <p:spPr/>
        <p:txBody>
          <a:bodyPr>
            <a:normAutofit/>
          </a:bodyPr>
          <a:lstStyle/>
          <a:p>
            <a:r>
              <a:rPr lang="en-US" dirty="0"/>
              <a:t>Orthogonal projection-based regularization (Kon, Györök): penalizes learned component for capturing dynamics already covered by the baseline, keeping physical parameters meaningful</a:t>
            </a:r>
          </a:p>
          <a:p>
            <a:r>
              <a:rPr lang="en-US" dirty="0"/>
              <a:t>Three extensions required to apply Györök in this setting: </a:t>
            </a:r>
          </a:p>
          <a:p>
            <a:pPr lvl="1"/>
            <a:r>
              <a:rPr lang="en-US" dirty="0"/>
              <a:t>Validated on system without structural cross-coupling</a:t>
            </a:r>
          </a:p>
          <a:p>
            <a:pPr lvl="1"/>
            <a:r>
              <a:rPr lang="en-US" dirty="0"/>
              <a:t>Projection matrix built from fixed dataset with no scheduling dependence, baseline output subspace varies with Y</a:t>
            </a:r>
          </a:p>
          <a:p>
            <a:pPr lvl="1"/>
            <a:r>
              <a:rPr lang="en-US" dirty="0"/>
              <a:t>Orthogonality regularization derived for parallel state-space structure, not an LFR interconnection</a:t>
            </a:r>
            <a:endParaRPr lang="en-NL" dirty="0"/>
          </a:p>
        </p:txBody>
      </p:sp>
    </p:spTree>
    <p:extLst>
      <p:ext uri="{BB962C8B-B14F-4D97-AF65-F5344CB8AC3E}">
        <p14:creationId xmlns:p14="http://schemas.microsoft.com/office/powerpoint/2010/main" val="4568909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AE25E-0D5C-EF00-2D5A-A1F38CD35A5B}"/>
              </a:ext>
            </a:extLst>
          </p:cNvPr>
          <p:cNvSpPr>
            <a:spLocks noGrp="1"/>
          </p:cNvSpPr>
          <p:nvPr>
            <p:ph type="title"/>
          </p:nvPr>
        </p:nvSpPr>
        <p:spPr/>
        <p:txBody>
          <a:bodyPr/>
          <a:lstStyle/>
          <a:p>
            <a:r>
              <a:rPr lang="en-US" dirty="0"/>
              <a:t>Research methods</a:t>
            </a:r>
            <a:br>
              <a:rPr lang="en-US" dirty="0"/>
            </a:br>
            <a:r>
              <a:rPr lang="en-US" dirty="0"/>
              <a:t>Aspect 4: Model Generalization</a:t>
            </a:r>
            <a:endParaRPr lang="en-NL" dirty="0"/>
          </a:p>
        </p:txBody>
      </p:sp>
      <p:sp>
        <p:nvSpPr>
          <p:cNvPr id="3" name="Content Placeholder 2">
            <a:extLst>
              <a:ext uri="{FF2B5EF4-FFF2-40B4-BE49-F238E27FC236}">
                <a16:creationId xmlns:a16="http://schemas.microsoft.com/office/drawing/2014/main" id="{55EC9800-632E-BC78-2D90-6695BB3D242B}"/>
              </a:ext>
            </a:extLst>
          </p:cNvPr>
          <p:cNvSpPr>
            <a:spLocks noGrp="1"/>
          </p:cNvSpPr>
          <p:nvPr>
            <p:ph idx="1"/>
          </p:nvPr>
        </p:nvSpPr>
        <p:spPr/>
        <p:txBody>
          <a:bodyPr/>
          <a:lstStyle/>
          <a:p>
            <a:r>
              <a:rPr lang="en-US" dirty="0"/>
              <a:t>Two complementary evaluations on held-out data:</a:t>
            </a:r>
          </a:p>
          <a:p>
            <a:pPr lvl="1"/>
            <a:r>
              <a:rPr lang="en-US" dirty="0"/>
              <a:t>Generalization to payload positions excluded from estimation, following operating-point validation strategy (</a:t>
            </a:r>
            <a:r>
              <a:rPr lang="en-US" dirty="0" err="1"/>
              <a:t>Paijmans</a:t>
            </a:r>
            <a:r>
              <a:rPr lang="en-US" dirty="0"/>
              <a:t>, </a:t>
            </a:r>
            <a:r>
              <a:rPr lang="en-US" dirty="0" err="1"/>
              <a:t>Bachnas</a:t>
            </a:r>
            <a:r>
              <a:rPr lang="en-US" dirty="0"/>
              <a:t>)</a:t>
            </a:r>
          </a:p>
          <a:p>
            <a:pPr lvl="1"/>
            <a:r>
              <a:rPr lang="en-US" dirty="0"/>
              <a:t>Generalization to motion profiles not used during estimation </a:t>
            </a:r>
          </a:p>
          <a:p>
            <a:r>
              <a:rPr lang="en-US" dirty="0"/>
              <a:t>Best Fit Rate (BFR) reported as primary fit measure (consistent with Drenth)</a:t>
            </a:r>
            <a:endParaRPr lang="en-NL" dirty="0"/>
          </a:p>
        </p:txBody>
      </p:sp>
    </p:spTree>
    <p:extLst>
      <p:ext uri="{BB962C8B-B14F-4D97-AF65-F5344CB8AC3E}">
        <p14:creationId xmlns:p14="http://schemas.microsoft.com/office/powerpoint/2010/main" val="24815372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767FE-6D52-3EBC-487F-D08EB5568561}"/>
              </a:ext>
            </a:extLst>
          </p:cNvPr>
          <p:cNvSpPr>
            <a:spLocks noGrp="1"/>
          </p:cNvSpPr>
          <p:nvPr>
            <p:ph type="title"/>
          </p:nvPr>
        </p:nvSpPr>
        <p:spPr/>
        <p:txBody>
          <a:bodyPr/>
          <a:lstStyle/>
          <a:p>
            <a:r>
              <a:rPr lang="en-US" dirty="0"/>
              <a:t>Expected outcomes</a:t>
            </a:r>
            <a:endParaRPr lang="en-NL" dirty="0"/>
          </a:p>
        </p:txBody>
      </p:sp>
      <p:sp>
        <p:nvSpPr>
          <p:cNvPr id="3" name="Content Placeholder 2">
            <a:extLst>
              <a:ext uri="{FF2B5EF4-FFF2-40B4-BE49-F238E27FC236}">
                <a16:creationId xmlns:a16="http://schemas.microsoft.com/office/drawing/2014/main" id="{AC0D096C-3DF8-6F3D-3533-44B35EF532B8}"/>
              </a:ext>
            </a:extLst>
          </p:cNvPr>
          <p:cNvSpPr>
            <a:spLocks noGrp="1"/>
          </p:cNvSpPr>
          <p:nvPr>
            <p:ph idx="1"/>
          </p:nvPr>
        </p:nvSpPr>
        <p:spPr/>
        <p:txBody>
          <a:bodyPr>
            <a:normAutofit fontScale="92500" lnSpcReduction="20000"/>
          </a:bodyPr>
          <a:lstStyle/>
          <a:p>
            <a:pPr eaLnBrk="0" fontAlgn="base" hangingPunct="0">
              <a:lnSpc>
                <a:spcPct val="100000"/>
              </a:lnSpc>
              <a:spcBef>
                <a:spcPct val="0"/>
              </a:spcBef>
              <a:spcAft>
                <a:spcPct val="0"/>
              </a:spcAft>
            </a:pPr>
            <a:r>
              <a:rPr lang="en-NL" altLang="en-NL" dirty="0">
                <a:latin typeface="Arial" panose="020B0604020202020204" pitchFamily="34" charset="0"/>
              </a:rPr>
              <a:t>Validated LPV-LFR grey-box model with improved settling prediction accuracy over baseline</a:t>
            </a:r>
            <a:endParaRPr lang="en-US" altLang="en-NL" dirty="0">
              <a:latin typeface="Arial" panose="020B0604020202020204" pitchFamily="34" charset="0"/>
            </a:endParaRPr>
          </a:p>
          <a:p>
            <a:pPr lvl="1" eaLnBrk="0" fontAlgn="base" hangingPunct="0">
              <a:lnSpc>
                <a:spcPct val="100000"/>
              </a:lnSpc>
              <a:spcBef>
                <a:spcPct val="0"/>
              </a:spcBef>
              <a:spcAft>
                <a:spcPct val="0"/>
              </a:spcAft>
            </a:pPr>
            <a:r>
              <a:rPr lang="en-NL" altLang="en-NL" dirty="0">
                <a:latin typeface="Arial" panose="020B0604020202020204" pitchFamily="34" charset="0"/>
              </a:rPr>
              <a:t>BFR on held-out operating points and motion profiles, simulation and experimental </a:t>
            </a:r>
            <a:endParaRPr lang="en-US" altLang="en-NL" dirty="0">
              <a:latin typeface="Arial" panose="020B0604020202020204" pitchFamily="34" charset="0"/>
            </a:endParaRPr>
          </a:p>
          <a:p>
            <a:pPr eaLnBrk="0" fontAlgn="base" hangingPunct="0">
              <a:lnSpc>
                <a:spcPct val="100000"/>
              </a:lnSpc>
              <a:spcBef>
                <a:spcPct val="0"/>
              </a:spcBef>
              <a:spcAft>
                <a:spcPct val="0"/>
              </a:spcAft>
            </a:pPr>
            <a:r>
              <a:rPr lang="en-NL" altLang="en-NL" dirty="0">
                <a:latin typeface="Arial" panose="020B0604020202020204" pitchFamily="34" charset="0"/>
              </a:rPr>
              <a:t>Clarification whether LPV baseline outperforms frozen LTI alternatives </a:t>
            </a:r>
            <a:endParaRPr lang="en-US" altLang="en-NL" dirty="0">
              <a:latin typeface="Arial" panose="020B0604020202020204" pitchFamily="34" charset="0"/>
            </a:endParaRPr>
          </a:p>
          <a:p>
            <a:pPr eaLnBrk="0" fontAlgn="base" hangingPunct="0">
              <a:lnSpc>
                <a:spcPct val="100000"/>
              </a:lnSpc>
              <a:spcBef>
                <a:spcPct val="0"/>
              </a:spcBef>
              <a:spcAft>
                <a:spcPct val="0"/>
              </a:spcAft>
            </a:pPr>
            <a:r>
              <a:rPr lang="en-NL" altLang="en-NL" dirty="0">
                <a:latin typeface="Arial" panose="020B0604020202020204" pitchFamily="34" charset="0"/>
              </a:rPr>
              <a:t>Clarification whether orthogonal projection regularization preserves physical parameter interpretability in LPV-LFR setting</a:t>
            </a:r>
            <a:endParaRPr lang="en-US" altLang="en-NL" dirty="0">
              <a:latin typeface="Arial" panose="020B0604020202020204" pitchFamily="34" charset="0"/>
            </a:endParaRPr>
          </a:p>
          <a:p>
            <a:pPr lvl="1" eaLnBrk="0" fontAlgn="base" hangingPunct="0">
              <a:lnSpc>
                <a:spcPct val="100000"/>
              </a:lnSpc>
              <a:spcBef>
                <a:spcPct val="0"/>
              </a:spcBef>
              <a:spcAft>
                <a:spcPct val="0"/>
              </a:spcAft>
            </a:pPr>
            <a:r>
              <a:rPr lang="en-NL" altLang="en-NL" dirty="0">
                <a:latin typeface="Arial" panose="020B0604020202020204" pitchFamily="34" charset="0"/>
              </a:rPr>
              <a:t>implications for MIMO and LFR extensions </a:t>
            </a:r>
            <a:endParaRPr lang="en-US" altLang="en-NL" dirty="0">
              <a:latin typeface="Arial" panose="020B0604020202020204" pitchFamily="34" charset="0"/>
            </a:endParaRPr>
          </a:p>
          <a:p>
            <a:pPr eaLnBrk="0" fontAlgn="base" hangingPunct="0">
              <a:lnSpc>
                <a:spcPct val="100000"/>
              </a:lnSpc>
              <a:spcBef>
                <a:spcPct val="0"/>
              </a:spcBef>
              <a:spcAft>
                <a:spcPct val="0"/>
              </a:spcAft>
            </a:pPr>
            <a:r>
              <a:rPr lang="en-NL" altLang="en-NL" dirty="0">
                <a:latin typeface="Arial" panose="020B0604020202020204" pitchFamily="34" charset="0"/>
              </a:rPr>
              <a:t>Practical: model supports feedforward controller design via plant inversion at ASMPT </a:t>
            </a:r>
            <a:endParaRPr lang="en-US" altLang="en-NL" dirty="0">
              <a:latin typeface="Arial" panose="020B0604020202020204" pitchFamily="34" charset="0"/>
            </a:endParaRPr>
          </a:p>
          <a:p>
            <a:pPr eaLnBrk="0" fontAlgn="base" hangingPunct="0">
              <a:lnSpc>
                <a:spcPct val="100000"/>
              </a:lnSpc>
              <a:spcBef>
                <a:spcPct val="0"/>
              </a:spcBef>
              <a:spcAft>
                <a:spcPct val="0"/>
              </a:spcAft>
            </a:pPr>
            <a:r>
              <a:rPr lang="en-NL" altLang="en-NL" dirty="0">
                <a:latin typeface="Arial" panose="020B0604020202020204" pitchFamily="34" charset="0"/>
              </a:rPr>
              <a:t>Deliverables: identified models, implementation code, validation scripts, documented </a:t>
            </a:r>
            <a:r>
              <a:rPr lang="en-NL" altLang="en-NL" dirty="0" err="1">
                <a:latin typeface="Arial" panose="020B0604020202020204" pitchFamily="34" charset="0"/>
              </a:rPr>
              <a:t>modeling</a:t>
            </a:r>
            <a:r>
              <a:rPr lang="en-NL" altLang="en-NL" dirty="0">
                <a:latin typeface="Arial" panose="020B0604020202020204" pitchFamily="34" charset="0"/>
              </a:rPr>
              <a:t> workflow </a:t>
            </a:r>
          </a:p>
        </p:txBody>
      </p:sp>
    </p:spTree>
    <p:extLst>
      <p:ext uri="{BB962C8B-B14F-4D97-AF65-F5344CB8AC3E}">
        <p14:creationId xmlns:p14="http://schemas.microsoft.com/office/powerpoint/2010/main" val="28929792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922FA-98D7-2929-D27F-810CECE6E8CA}"/>
              </a:ext>
            </a:extLst>
          </p:cNvPr>
          <p:cNvSpPr>
            <a:spLocks noGrp="1"/>
          </p:cNvSpPr>
          <p:nvPr>
            <p:ph type="title"/>
          </p:nvPr>
        </p:nvSpPr>
        <p:spPr/>
        <p:txBody>
          <a:bodyPr/>
          <a:lstStyle/>
          <a:p>
            <a:r>
              <a:rPr lang="en-US" dirty="0"/>
              <a:t>Outline current and next week</a:t>
            </a:r>
            <a:endParaRPr lang="en-NL" dirty="0"/>
          </a:p>
        </p:txBody>
      </p:sp>
      <p:sp>
        <p:nvSpPr>
          <p:cNvPr id="3" name="Content Placeholder 2">
            <a:extLst>
              <a:ext uri="{FF2B5EF4-FFF2-40B4-BE49-F238E27FC236}">
                <a16:creationId xmlns:a16="http://schemas.microsoft.com/office/drawing/2014/main" id="{78179DB8-2509-8E4F-14E4-B0B6B2FE756A}"/>
              </a:ext>
            </a:extLst>
          </p:cNvPr>
          <p:cNvSpPr>
            <a:spLocks noGrp="1"/>
          </p:cNvSpPr>
          <p:nvPr>
            <p:ph idx="1"/>
          </p:nvPr>
        </p:nvSpPr>
        <p:spPr/>
        <p:txBody>
          <a:bodyPr/>
          <a:lstStyle/>
          <a:p>
            <a:r>
              <a:rPr lang="en-US" dirty="0"/>
              <a:t>Hand in updated version research plan</a:t>
            </a:r>
          </a:p>
          <a:p>
            <a:r>
              <a:rPr lang="en-US" dirty="0"/>
              <a:t>Next week</a:t>
            </a:r>
          </a:p>
          <a:p>
            <a:pPr lvl="1"/>
            <a:r>
              <a:rPr lang="en-US" dirty="0"/>
              <a:t>Start with phase 2: will first focus on converting physical model and simulation.</a:t>
            </a:r>
          </a:p>
        </p:txBody>
      </p:sp>
    </p:spTree>
    <p:extLst>
      <p:ext uri="{BB962C8B-B14F-4D97-AF65-F5344CB8AC3E}">
        <p14:creationId xmlns:p14="http://schemas.microsoft.com/office/powerpoint/2010/main" val="41339758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508</TotalTime>
  <Words>1523</Words>
  <Application>Microsoft Office PowerPoint</Application>
  <PresentationFormat>Widescreen</PresentationFormat>
  <Paragraphs>161</Paragraphs>
  <Slides>24</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Aptos</vt:lpstr>
      <vt:lpstr>Aptos Display</vt:lpstr>
      <vt:lpstr>Arial</vt:lpstr>
      <vt:lpstr>Office Theme</vt:lpstr>
      <vt:lpstr>Meeting Week 6</vt:lpstr>
      <vt:lpstr>Research Plan - Background</vt:lpstr>
      <vt:lpstr>Research Plan - Background</vt:lpstr>
      <vt:lpstr>Industrial Context &amp; Requirements</vt:lpstr>
      <vt:lpstr>Dual-Gantry System Challenges</vt:lpstr>
      <vt:lpstr>Current Industrial Practice (ASMPT Baseline)</vt:lpstr>
      <vt:lpstr>Grey-Box justification</vt:lpstr>
      <vt:lpstr>Grey-Box Interpretability Problem</vt:lpstr>
      <vt:lpstr>Solution Framework / Research Gap</vt:lpstr>
      <vt:lpstr>Literature survey</vt:lpstr>
      <vt:lpstr>Research questions</vt:lpstr>
      <vt:lpstr>Research questions - Aspects</vt:lpstr>
      <vt:lpstr>Aspect 1 - Position-dependent baseline modeling</vt:lpstr>
      <vt:lpstr>Aspect 2 - Augmentation structure</vt:lpstr>
      <vt:lpstr>Aspect 3 - Interpretability preservation</vt:lpstr>
      <vt:lpstr>Aspect 4 - Model generalization</vt:lpstr>
      <vt:lpstr>AI&amp;ES relevance</vt:lpstr>
      <vt:lpstr>Research methods Aspect 1: Position-Dependent Baseline Modeling</vt:lpstr>
      <vt:lpstr>Research methods Aspect 1: Position-Dependent Baseline Modeling</vt:lpstr>
      <vt:lpstr>Research methods Aspect 2: Augmentation Structure</vt:lpstr>
      <vt:lpstr>Research methods Aspect 3: Interpretability Preservation</vt:lpstr>
      <vt:lpstr>Research methods Aspect 4: Model Generalization</vt:lpstr>
      <vt:lpstr>Expected outcomes</vt:lpstr>
      <vt:lpstr>Outline current and next week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Hoekstra, Jan</dc:creator>
  <cp:lastModifiedBy>Berg, Dirk van den</cp:lastModifiedBy>
  <cp:revision>1</cp:revision>
  <dcterms:created xsi:type="dcterms:W3CDTF">2026-02-02T15:14:22Z</dcterms:created>
  <dcterms:modified xsi:type="dcterms:W3CDTF">2026-03-12T20:33:17Z</dcterms:modified>
</cp:coreProperties>
</file>