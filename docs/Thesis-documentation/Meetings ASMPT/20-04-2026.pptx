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61"/>
  </p:notesMasterIdLst>
  <p:sldIdLst>
    <p:sldId id="257" r:id="rId2"/>
    <p:sldId id="277" r:id="rId3"/>
    <p:sldId id="278" r:id="rId4"/>
    <p:sldId id="279" r:id="rId5"/>
    <p:sldId id="280" r:id="rId6"/>
    <p:sldId id="281" r:id="rId7"/>
    <p:sldId id="282" r:id="rId8"/>
    <p:sldId id="394" r:id="rId9"/>
    <p:sldId id="390" r:id="rId10"/>
    <p:sldId id="391" r:id="rId11"/>
    <p:sldId id="392" r:id="rId12"/>
    <p:sldId id="396" r:id="rId13"/>
    <p:sldId id="395" r:id="rId14"/>
    <p:sldId id="397" r:id="rId15"/>
    <p:sldId id="398" r:id="rId16"/>
    <p:sldId id="271" r:id="rId17"/>
    <p:sldId id="416" r:id="rId18"/>
    <p:sldId id="421" r:id="rId19"/>
    <p:sldId id="419" r:id="rId20"/>
    <p:sldId id="413" r:id="rId21"/>
    <p:sldId id="417" r:id="rId22"/>
    <p:sldId id="420" r:id="rId23"/>
    <p:sldId id="418" r:id="rId24"/>
    <p:sldId id="275" r:id="rId25"/>
    <p:sldId id="276" r:id="rId26"/>
    <p:sldId id="274" r:id="rId27"/>
    <p:sldId id="425" r:id="rId28"/>
    <p:sldId id="426" r:id="rId29"/>
    <p:sldId id="423" r:id="rId30"/>
    <p:sldId id="424" r:id="rId31"/>
    <p:sldId id="427" r:id="rId32"/>
    <p:sldId id="272" r:id="rId33"/>
    <p:sldId id="401" r:id="rId34"/>
    <p:sldId id="402" r:id="rId35"/>
    <p:sldId id="403" r:id="rId36"/>
    <p:sldId id="404" r:id="rId37"/>
    <p:sldId id="405" r:id="rId38"/>
    <p:sldId id="406" r:id="rId39"/>
    <p:sldId id="407" r:id="rId40"/>
    <p:sldId id="408" r:id="rId41"/>
    <p:sldId id="283" r:id="rId42"/>
    <p:sldId id="409" r:id="rId43"/>
    <p:sldId id="410" r:id="rId44"/>
    <p:sldId id="411" r:id="rId45"/>
    <p:sldId id="286" r:id="rId46"/>
    <p:sldId id="285" r:id="rId47"/>
    <p:sldId id="412" r:id="rId48"/>
    <p:sldId id="287" r:id="rId49"/>
    <p:sldId id="260" r:id="rId50"/>
    <p:sldId id="422" r:id="rId51"/>
    <p:sldId id="399" r:id="rId52"/>
    <p:sldId id="400" r:id="rId53"/>
    <p:sldId id="263" r:id="rId54"/>
    <p:sldId id="264" r:id="rId55"/>
    <p:sldId id="265" r:id="rId56"/>
    <p:sldId id="266" r:id="rId57"/>
    <p:sldId id="270" r:id="rId58"/>
    <p:sldId id="268" r:id="rId59"/>
    <p:sldId id="267" r:id="rId6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2DF0DC-8C3B-4256-B80B-E75E01A3C17B}" v="39" dt="2026-04-20T07:58:37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77908" autoAdjust="0"/>
  </p:normalViewPr>
  <p:slideViewPr>
    <p:cSldViewPr snapToGrid="0">
      <p:cViewPr>
        <p:scale>
          <a:sx n="66" d="100"/>
          <a:sy n="66" d="100"/>
        </p:scale>
        <p:origin x="116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20T08:00:01.544" v="2061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4-20T07:35:05.986" v="1481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20T06:11:35.480" v="563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20T07:35:05.986" v="1481" actId="6549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4-20T06:11:38.818" v="564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del">
        <pc:chgData name="Berg, Dirk van den" userId="035ecb32-01d9-4b47-a105-eacf059a4647" providerId="ADAL" clId="{F7FF961E-CF96-44AC-93C2-93612F62D46D}" dt="2026-04-20T06:20:21.005" v="581" actId="47"/>
        <pc:sldMkLst>
          <pc:docMk/>
          <pc:sldMk cId="1617226886" sldId="258"/>
        </pc:sldMkLst>
      </pc:sldChg>
      <pc:sldChg chg="del">
        <pc:chgData name="Berg, Dirk van den" userId="035ecb32-01d9-4b47-a105-eacf059a4647" providerId="ADAL" clId="{F7FF961E-CF96-44AC-93C2-93612F62D46D}" dt="2026-04-20T06:33:34.874" v="910" actId="47"/>
        <pc:sldMkLst>
          <pc:docMk/>
          <pc:sldMk cId="2138626586" sldId="259"/>
        </pc:sldMkLst>
      </pc:sldChg>
      <pc:sldChg chg="delSp modSp mod modShow">
        <pc:chgData name="Berg, Dirk van den" userId="035ecb32-01d9-4b47-a105-eacf059a4647" providerId="ADAL" clId="{F7FF961E-CF96-44AC-93C2-93612F62D46D}" dt="2026-04-20T07:39:44.408" v="1485" actId="729"/>
        <pc:sldMkLst>
          <pc:docMk/>
          <pc:sldMk cId="2175299465" sldId="260"/>
        </pc:sldMkLst>
        <pc:spChg chg="mod">
          <ac:chgData name="Berg, Dirk van den" userId="035ecb32-01d9-4b47-a105-eacf059a4647" providerId="ADAL" clId="{F7FF961E-CF96-44AC-93C2-93612F62D46D}" dt="2026-04-20T07:00:01.195" v="1276" actId="20577"/>
          <ac:spMkLst>
            <pc:docMk/>
            <pc:sldMk cId="2175299465" sldId="260"/>
            <ac:spMk id="3" creationId="{07C68050-ABAC-21A7-30BB-2C997CD155E6}"/>
          </ac:spMkLst>
        </pc:spChg>
        <pc:spChg chg="del">
          <ac:chgData name="Berg, Dirk van den" userId="035ecb32-01d9-4b47-a105-eacf059a4647" providerId="ADAL" clId="{F7FF961E-CF96-44AC-93C2-93612F62D46D}" dt="2026-04-20T06:59:47.484" v="1209" actId="478"/>
          <ac:spMkLst>
            <pc:docMk/>
            <pc:sldMk cId="2175299465" sldId="260"/>
            <ac:spMk id="4" creationId="{C22B2196-272F-FC1F-4220-C87739CBF73F}"/>
          </ac:spMkLst>
        </pc:spChg>
      </pc:sldChg>
      <pc:sldChg chg="del">
        <pc:chgData name="Berg, Dirk van den" userId="035ecb32-01d9-4b47-a105-eacf059a4647" providerId="ADAL" clId="{F7FF961E-CF96-44AC-93C2-93612F62D46D}" dt="2026-04-20T07:36:12.795" v="1484" actId="47"/>
        <pc:sldMkLst>
          <pc:docMk/>
          <pc:sldMk cId="4133975854" sldId="261"/>
        </pc:sldMkLst>
      </pc:sldChg>
      <pc:sldChg chg="del">
        <pc:chgData name="Berg, Dirk van den" userId="035ecb32-01d9-4b47-a105-eacf059a4647" providerId="ADAL" clId="{F7FF961E-CF96-44AC-93C2-93612F62D46D}" dt="2026-04-20T06:35:31.878" v="1027" actId="47"/>
        <pc:sldMkLst>
          <pc:docMk/>
          <pc:sldMk cId="3503897311" sldId="262"/>
        </pc:sldMkLst>
      </pc:sldChg>
      <pc:sldChg chg="addSp modSp new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3071721217" sldId="263"/>
        </pc:sldMkLst>
        <pc:spChg chg="mod">
          <ac:chgData name="Berg, Dirk van den" userId="035ecb32-01d9-4b47-a105-eacf059a4647" providerId="ADAL" clId="{F7FF961E-CF96-44AC-93C2-93612F62D46D}" dt="2026-04-18T11:40:09.333" v="40" actId="20577"/>
          <ac:spMkLst>
            <pc:docMk/>
            <pc:sldMk cId="3071721217" sldId="263"/>
            <ac:spMk id="2" creationId="{A37B0154-CF69-DEDE-9D66-4F92C64B5047}"/>
          </ac:spMkLst>
        </pc:spChg>
        <pc:picChg chg="add mod">
          <ac:chgData name="Berg, Dirk van den" userId="035ecb32-01d9-4b47-a105-eacf059a4647" providerId="ADAL" clId="{F7FF961E-CF96-44AC-93C2-93612F62D46D}" dt="2026-04-18T11:40:15.059" v="43" actId="1076"/>
          <ac:picMkLst>
            <pc:docMk/>
            <pc:sldMk cId="3071721217" sldId="263"/>
            <ac:picMk id="5" creationId="{C2C77003-32BC-43E9-5ED5-4F8D098D0983}"/>
          </ac:picMkLst>
        </pc:picChg>
      </pc:sldChg>
      <pc:sldChg chg="addSp new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318280763" sldId="264"/>
        </pc:sldMkLst>
        <pc:picChg chg="add">
          <ac:chgData name="Berg, Dirk van den" userId="035ecb32-01d9-4b47-a105-eacf059a4647" providerId="ADAL" clId="{F7FF961E-CF96-44AC-93C2-93612F62D46D}" dt="2026-04-19T13:54:56.291" v="45" actId="22"/>
          <ac:picMkLst>
            <pc:docMk/>
            <pc:sldMk cId="318280763" sldId="264"/>
            <ac:picMk id="5" creationId="{4CC8CB4B-1241-775E-17D9-C435E0A163F3}"/>
          </ac:picMkLst>
        </pc:picChg>
      </pc:sldChg>
      <pc:sldChg chg="addSp modSp add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3637118999" sldId="265"/>
        </pc:sldMkLst>
        <pc:spChg chg="add mod">
          <ac:chgData name="Berg, Dirk van den" userId="035ecb32-01d9-4b47-a105-eacf059a4647" providerId="ADAL" clId="{F7FF961E-CF96-44AC-93C2-93612F62D46D}" dt="2026-04-19T13:55:42.065" v="56" actId="14100"/>
          <ac:spMkLst>
            <pc:docMk/>
            <pc:sldMk cId="3637118999" sldId="265"/>
            <ac:spMk id="4" creationId="{7E4EF3E9-D255-3D14-B080-C102901EA34A}"/>
          </ac:spMkLst>
        </pc:spChg>
      </pc:sldChg>
      <pc:sldChg chg="addSp new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736188435" sldId="266"/>
        </pc:sldMkLst>
        <pc:picChg chg="add">
          <ac:chgData name="Berg, Dirk van den" userId="035ecb32-01d9-4b47-a105-eacf059a4647" providerId="ADAL" clId="{F7FF961E-CF96-44AC-93C2-93612F62D46D}" dt="2026-04-19T13:58:05.702" v="58" actId="22"/>
          <ac:picMkLst>
            <pc:docMk/>
            <pc:sldMk cId="736188435" sldId="266"/>
            <ac:picMk id="5" creationId="{D78A56C4-B94E-9800-FBA2-CC8C97B61A43}"/>
          </ac:picMkLst>
        </pc:picChg>
      </pc:sldChg>
      <pc:sldChg chg="addSp new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2423917073" sldId="267"/>
        </pc:sldMkLst>
        <pc:picChg chg="add">
          <ac:chgData name="Berg, Dirk van den" userId="035ecb32-01d9-4b47-a105-eacf059a4647" providerId="ADAL" clId="{F7FF961E-CF96-44AC-93C2-93612F62D46D}" dt="2026-04-19T14:40:01.116" v="60" actId="22"/>
          <ac:picMkLst>
            <pc:docMk/>
            <pc:sldMk cId="2423917073" sldId="267"/>
            <ac:picMk id="5" creationId="{A149CFB7-01DA-1D44-0549-E92F755412BD}"/>
          </ac:picMkLst>
        </pc:picChg>
      </pc:sldChg>
      <pc:sldChg chg="addSp modSp add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3532998045" sldId="268"/>
        </pc:sldMkLst>
        <pc:spChg chg="add mod">
          <ac:chgData name="Berg, Dirk van den" userId="035ecb32-01d9-4b47-a105-eacf059a4647" providerId="ADAL" clId="{F7FF961E-CF96-44AC-93C2-93612F62D46D}" dt="2026-04-19T14:40:21.907" v="67" actId="14100"/>
          <ac:spMkLst>
            <pc:docMk/>
            <pc:sldMk cId="3532998045" sldId="268"/>
            <ac:spMk id="4" creationId="{A84370FD-0115-FA2E-66F8-5986C8017D3D}"/>
          </ac:spMkLst>
        </pc:spChg>
        <pc:picChg chg="mod">
          <ac:chgData name="Berg, Dirk van den" userId="035ecb32-01d9-4b47-a105-eacf059a4647" providerId="ADAL" clId="{F7FF961E-CF96-44AC-93C2-93612F62D46D}" dt="2026-04-19T14:40:17.986" v="66" actId="1076"/>
          <ac:picMkLst>
            <pc:docMk/>
            <pc:sldMk cId="3532998045" sldId="268"/>
            <ac:picMk id="5" creationId="{956F89C5-CFE3-4377-6EAA-A6D0F2D58AC0}"/>
          </ac:picMkLst>
        </pc:picChg>
        <pc:picChg chg="add mod">
          <ac:chgData name="Berg, Dirk van den" userId="035ecb32-01d9-4b47-a105-eacf059a4647" providerId="ADAL" clId="{F7FF961E-CF96-44AC-93C2-93612F62D46D}" dt="2026-04-19T14:41:17.992" v="69" actId="1076"/>
          <ac:picMkLst>
            <pc:docMk/>
            <pc:sldMk cId="3532998045" sldId="268"/>
            <ac:picMk id="7" creationId="{CE849BAF-9DAF-868F-E914-7CF0D87E89B4}"/>
          </ac:picMkLst>
        </pc:picChg>
      </pc:sldChg>
      <pc:sldChg chg="modSp new del mod">
        <pc:chgData name="Berg, Dirk van den" userId="035ecb32-01d9-4b47-a105-eacf059a4647" providerId="ADAL" clId="{F7FF961E-CF96-44AC-93C2-93612F62D46D}" dt="2026-04-20T06:38:25.235" v="1053" actId="47"/>
        <pc:sldMkLst>
          <pc:docMk/>
          <pc:sldMk cId="3470366340" sldId="269"/>
        </pc:sldMkLst>
        <pc:spChg chg="mod">
          <ac:chgData name="Berg, Dirk van den" userId="035ecb32-01d9-4b47-a105-eacf059a4647" providerId="ADAL" clId="{F7FF961E-CF96-44AC-93C2-93612F62D46D}" dt="2026-04-19T14:44:35.144" v="77" actId="20577"/>
          <ac:spMkLst>
            <pc:docMk/>
            <pc:sldMk cId="3470366340" sldId="269"/>
            <ac:spMk id="2" creationId="{1DE4F3E9-DBC4-89BA-892D-52D5DF2F71A2}"/>
          </ac:spMkLst>
        </pc:spChg>
        <pc:spChg chg="mod">
          <ac:chgData name="Berg, Dirk van den" userId="035ecb32-01d9-4b47-a105-eacf059a4647" providerId="ADAL" clId="{F7FF961E-CF96-44AC-93C2-93612F62D46D}" dt="2026-04-20T06:38:12.912" v="1049" actId="6549"/>
          <ac:spMkLst>
            <pc:docMk/>
            <pc:sldMk cId="3470366340" sldId="269"/>
            <ac:spMk id="3" creationId="{C2834597-ADD6-52F9-6CF4-8895B67E7556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4-20T06:44:44" v="1105"/>
        <pc:sldMkLst>
          <pc:docMk/>
          <pc:sldMk cId="2683621708" sldId="270"/>
        </pc:sldMkLst>
        <pc:spChg chg="mod">
          <ac:chgData name="Berg, Dirk van den" userId="035ecb32-01d9-4b47-a105-eacf059a4647" providerId="ADAL" clId="{F7FF961E-CF96-44AC-93C2-93612F62D46D}" dt="2026-04-19T14:52:56.646" v="213" actId="20577"/>
          <ac:spMkLst>
            <pc:docMk/>
            <pc:sldMk cId="2683621708" sldId="270"/>
            <ac:spMk id="2" creationId="{B1E0DC10-15B8-47FC-D785-F67705943A9F}"/>
          </ac:spMkLst>
        </pc:spChg>
        <pc:spChg chg="mod">
          <ac:chgData name="Berg, Dirk van den" userId="035ecb32-01d9-4b47-a105-eacf059a4647" providerId="ADAL" clId="{F7FF961E-CF96-44AC-93C2-93612F62D46D}" dt="2026-04-19T14:54:48.125" v="342" actId="27636"/>
          <ac:spMkLst>
            <pc:docMk/>
            <pc:sldMk cId="2683621708" sldId="270"/>
            <ac:spMk id="3" creationId="{7EC11CBA-A26B-F75E-D12C-ECAE712FAE64}"/>
          </ac:spMkLst>
        </pc:spChg>
      </pc:sldChg>
      <pc:sldChg chg="addSp delSp modSp new mod modShow modNotesTx">
        <pc:chgData name="Berg, Dirk van den" userId="035ecb32-01d9-4b47-a105-eacf059a4647" providerId="ADAL" clId="{F7FF961E-CF96-44AC-93C2-93612F62D46D}" dt="2026-04-20T07:23:03.869" v="1454" actId="729"/>
        <pc:sldMkLst>
          <pc:docMk/>
          <pc:sldMk cId="1208657952" sldId="271"/>
        </pc:sldMkLst>
        <pc:spChg chg="mod">
          <ac:chgData name="Berg, Dirk van den" userId="035ecb32-01d9-4b47-a105-eacf059a4647" providerId="ADAL" clId="{F7FF961E-CF96-44AC-93C2-93612F62D46D}" dt="2026-04-20T06:39:12.229" v="1079" actId="20577"/>
          <ac:spMkLst>
            <pc:docMk/>
            <pc:sldMk cId="1208657952" sldId="271"/>
            <ac:spMk id="2" creationId="{0C1FA567-F232-68C2-1596-F4E6349F7C50}"/>
          </ac:spMkLst>
        </pc:spChg>
        <pc:spChg chg="mod">
          <ac:chgData name="Berg, Dirk van den" userId="035ecb32-01d9-4b47-a105-eacf059a4647" providerId="ADAL" clId="{F7FF961E-CF96-44AC-93C2-93612F62D46D}" dt="2026-04-19T14:53:37.892" v="337" actId="20577"/>
          <ac:spMkLst>
            <pc:docMk/>
            <pc:sldMk cId="1208657952" sldId="271"/>
            <ac:spMk id="3" creationId="{910CAAFC-9119-B0C1-D181-2BE817901870}"/>
          </ac:spMkLst>
        </pc:spChg>
        <pc:picChg chg="add del mod">
          <ac:chgData name="Berg, Dirk van den" userId="035ecb32-01d9-4b47-a105-eacf059a4647" providerId="ADAL" clId="{F7FF961E-CF96-44AC-93C2-93612F62D46D}" dt="2026-04-20T07:22:55.891" v="1453" actId="478"/>
          <ac:picMkLst>
            <pc:docMk/>
            <pc:sldMk cId="1208657952" sldId="271"/>
            <ac:picMk id="5" creationId="{94A202EE-0BD4-19E4-6BFC-B218F35A6618}"/>
          </ac:picMkLst>
        </pc:picChg>
      </pc:sldChg>
      <pc:sldChg chg="modSp new mod ord">
        <pc:chgData name="Berg, Dirk van den" userId="035ecb32-01d9-4b47-a105-eacf059a4647" providerId="ADAL" clId="{F7FF961E-CF96-44AC-93C2-93612F62D46D}" dt="2026-04-20T07:12:32.452" v="1382" actId="6549"/>
        <pc:sldMkLst>
          <pc:docMk/>
          <pc:sldMk cId="566076041" sldId="272"/>
        </pc:sldMkLst>
        <pc:spChg chg="mod">
          <ac:chgData name="Berg, Dirk van den" userId="035ecb32-01d9-4b47-a105-eacf059a4647" providerId="ADAL" clId="{F7FF961E-CF96-44AC-93C2-93612F62D46D}" dt="2026-04-19T15:11:08.503" v="465" actId="20577"/>
          <ac:spMkLst>
            <pc:docMk/>
            <pc:sldMk cId="566076041" sldId="272"/>
            <ac:spMk id="2" creationId="{0DCCB5DA-E169-6DF3-5A93-C2A2B37D6CC0}"/>
          </ac:spMkLst>
        </pc:spChg>
        <pc:spChg chg="mod">
          <ac:chgData name="Berg, Dirk van den" userId="035ecb32-01d9-4b47-a105-eacf059a4647" providerId="ADAL" clId="{F7FF961E-CF96-44AC-93C2-93612F62D46D}" dt="2026-04-20T07:12:32.452" v="1382" actId="6549"/>
          <ac:spMkLst>
            <pc:docMk/>
            <pc:sldMk cId="566076041" sldId="272"/>
            <ac:spMk id="3" creationId="{C92EFF7A-3F44-3D8D-3376-BC970B355D2D}"/>
          </ac:spMkLst>
        </pc:spChg>
      </pc:sldChg>
      <pc:sldChg chg="modSp new del mod">
        <pc:chgData name="Berg, Dirk van den" userId="035ecb32-01d9-4b47-a105-eacf059a4647" providerId="ADAL" clId="{F7FF961E-CF96-44AC-93C2-93612F62D46D}" dt="2026-04-20T07:10:46.295" v="1316" actId="47"/>
        <pc:sldMkLst>
          <pc:docMk/>
          <pc:sldMk cId="1239424456" sldId="273"/>
        </pc:sldMkLst>
        <pc:spChg chg="mod">
          <ac:chgData name="Berg, Dirk van den" userId="035ecb32-01d9-4b47-a105-eacf059a4647" providerId="ADAL" clId="{F7FF961E-CF96-44AC-93C2-93612F62D46D}" dt="2026-04-19T15:11:21.555" v="500" actId="20577"/>
          <ac:spMkLst>
            <pc:docMk/>
            <pc:sldMk cId="1239424456" sldId="273"/>
            <ac:spMk id="2" creationId="{4CB4DC42-A404-755B-ADD4-9F646B6EA1BB}"/>
          </ac:spMkLst>
        </pc:spChg>
        <pc:spChg chg="mod">
          <ac:chgData name="Berg, Dirk van den" userId="035ecb32-01d9-4b47-a105-eacf059a4647" providerId="ADAL" clId="{F7FF961E-CF96-44AC-93C2-93612F62D46D}" dt="2026-04-19T15:11:24.956" v="508" actId="20577"/>
          <ac:spMkLst>
            <pc:docMk/>
            <pc:sldMk cId="1239424456" sldId="273"/>
            <ac:spMk id="3" creationId="{153AB0C8-A442-AEFA-79DD-F0DDA642F771}"/>
          </ac:spMkLst>
        </pc:spChg>
      </pc:sldChg>
      <pc:sldChg chg="modSp new mod">
        <pc:chgData name="Berg, Dirk van den" userId="035ecb32-01d9-4b47-a105-eacf059a4647" providerId="ADAL" clId="{F7FF961E-CF96-44AC-93C2-93612F62D46D}" dt="2026-04-20T07:17:47.185" v="1443" actId="20577"/>
        <pc:sldMkLst>
          <pc:docMk/>
          <pc:sldMk cId="3777841627" sldId="274"/>
        </pc:sldMkLst>
        <pc:spChg chg="mod">
          <ac:chgData name="Berg, Dirk van den" userId="035ecb32-01d9-4b47-a105-eacf059a4647" providerId="ADAL" clId="{F7FF961E-CF96-44AC-93C2-93612F62D46D}" dt="2026-04-20T07:14:54.193" v="1414" actId="20577"/>
          <ac:spMkLst>
            <pc:docMk/>
            <pc:sldMk cId="3777841627" sldId="274"/>
            <ac:spMk id="2" creationId="{E742F82E-AB8C-B4A1-C60E-5FD80C92E879}"/>
          </ac:spMkLst>
        </pc:spChg>
        <pc:spChg chg="mod">
          <ac:chgData name="Berg, Dirk van den" userId="035ecb32-01d9-4b47-a105-eacf059a4647" providerId="ADAL" clId="{F7FF961E-CF96-44AC-93C2-93612F62D46D}" dt="2026-04-20T07:17:47.185" v="1443" actId="20577"/>
          <ac:spMkLst>
            <pc:docMk/>
            <pc:sldMk cId="3777841627" sldId="274"/>
            <ac:spMk id="3" creationId="{73C459EF-F7CC-CBCA-AF4A-18B5BA1D1532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20T07:24:59.148" v="1465" actId="729"/>
        <pc:sldMkLst>
          <pc:docMk/>
          <pc:sldMk cId="3154274491" sldId="275"/>
        </pc:sldMkLst>
        <pc:spChg chg="mod">
          <ac:chgData name="Berg, Dirk van den" userId="035ecb32-01d9-4b47-a105-eacf059a4647" providerId="ADAL" clId="{F7FF961E-CF96-44AC-93C2-93612F62D46D}" dt="2026-04-20T07:14:47.495" v="1403" actId="20577"/>
          <ac:spMkLst>
            <pc:docMk/>
            <pc:sldMk cId="3154274491" sldId="275"/>
            <ac:spMk id="2" creationId="{5F8EE2B4-41AA-112D-9AE5-C77E1504904F}"/>
          </ac:spMkLst>
        </pc:spChg>
        <pc:picChg chg="add mod modCrop">
          <ac:chgData name="Berg, Dirk van den" userId="035ecb32-01d9-4b47-a105-eacf059a4647" providerId="ADAL" clId="{F7FF961E-CF96-44AC-93C2-93612F62D46D}" dt="2026-04-20T07:21:52.465" v="1452" actId="1076"/>
          <ac:picMkLst>
            <pc:docMk/>
            <pc:sldMk cId="3154274491" sldId="275"/>
            <ac:picMk id="5" creationId="{2F48C175-2E18-FE5F-F89C-955BD69D0C24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4-20T07:12:08.864" v="1318" actId="729"/>
        <pc:sldMkLst>
          <pc:docMk/>
          <pc:sldMk cId="3294389919" sldId="276"/>
        </pc:sldMkLst>
        <pc:picChg chg="add">
          <ac:chgData name="Berg, Dirk van den" userId="035ecb32-01d9-4b47-a105-eacf059a4647" providerId="ADAL" clId="{F7FF961E-CF96-44AC-93C2-93612F62D46D}" dt="2026-04-19T20:39:08.217" v="562" actId="22"/>
          <ac:picMkLst>
            <pc:docMk/>
            <pc:sldMk cId="3294389919" sldId="276"/>
            <ac:picMk id="5" creationId="{861A8528-52FA-D057-2E84-26140FA623EE}"/>
          </ac:picMkLst>
        </pc:picChg>
      </pc:sldChg>
      <pc:sldChg chg="modSp add mod">
        <pc:chgData name="Berg, Dirk van den" userId="035ecb32-01d9-4b47-a105-eacf059a4647" providerId="ADAL" clId="{F7FF961E-CF96-44AC-93C2-93612F62D46D}" dt="2026-04-20T06:20:19.183" v="580" actId="20577"/>
        <pc:sldMkLst>
          <pc:docMk/>
          <pc:sldMk cId="1844279838" sldId="277"/>
        </pc:sldMkLst>
        <pc:spChg chg="mod">
          <ac:chgData name="Berg, Dirk van den" userId="035ecb32-01d9-4b47-a105-eacf059a4647" providerId="ADAL" clId="{F7FF961E-CF96-44AC-93C2-93612F62D46D}" dt="2026-04-20T06:20:13.618" v="577"/>
          <ac:spMkLst>
            <pc:docMk/>
            <pc:sldMk cId="1844279838" sldId="277"/>
            <ac:spMk id="2" creationId="{B3E76C42-DF06-5793-A11F-069B10DDAD06}"/>
          </ac:spMkLst>
        </pc:spChg>
        <pc:spChg chg="mod">
          <ac:chgData name="Berg, Dirk van den" userId="035ecb32-01d9-4b47-a105-eacf059a4647" providerId="ADAL" clId="{F7FF961E-CF96-44AC-93C2-93612F62D46D}" dt="2026-04-20T06:20:19.183" v="580" actId="20577"/>
          <ac:spMkLst>
            <pc:docMk/>
            <pc:sldMk cId="1844279838" sldId="277"/>
            <ac:spMk id="3" creationId="{C6A8BFDA-DC9D-233B-9E07-DB2391D5E008}"/>
          </ac:spMkLst>
        </pc:spChg>
      </pc:sldChg>
      <pc:sldChg chg="add">
        <pc:chgData name="Berg, Dirk van den" userId="035ecb32-01d9-4b47-a105-eacf059a4647" providerId="ADAL" clId="{F7FF961E-CF96-44AC-93C2-93612F62D46D}" dt="2026-04-20T06:19:33.719" v="569"/>
        <pc:sldMkLst>
          <pc:docMk/>
          <pc:sldMk cId="2262123547" sldId="278"/>
        </pc:sldMkLst>
      </pc:sldChg>
      <pc:sldChg chg="add">
        <pc:chgData name="Berg, Dirk van den" userId="035ecb32-01d9-4b47-a105-eacf059a4647" providerId="ADAL" clId="{F7FF961E-CF96-44AC-93C2-93612F62D46D}" dt="2026-04-20T06:19:33.719" v="569"/>
        <pc:sldMkLst>
          <pc:docMk/>
          <pc:sldMk cId="2317445419" sldId="279"/>
        </pc:sldMkLst>
      </pc:sldChg>
      <pc:sldChg chg="add">
        <pc:chgData name="Berg, Dirk van den" userId="035ecb32-01d9-4b47-a105-eacf059a4647" providerId="ADAL" clId="{F7FF961E-CF96-44AC-93C2-93612F62D46D}" dt="2026-04-20T06:19:33.719" v="569"/>
        <pc:sldMkLst>
          <pc:docMk/>
          <pc:sldMk cId="3703599865" sldId="280"/>
        </pc:sldMkLst>
      </pc:sldChg>
      <pc:sldChg chg="add">
        <pc:chgData name="Berg, Dirk van den" userId="035ecb32-01d9-4b47-a105-eacf059a4647" providerId="ADAL" clId="{F7FF961E-CF96-44AC-93C2-93612F62D46D}" dt="2026-04-20T06:19:33.719" v="569"/>
        <pc:sldMkLst>
          <pc:docMk/>
          <pc:sldMk cId="3150823560" sldId="281"/>
        </pc:sldMkLst>
      </pc:sldChg>
      <pc:sldChg chg="add">
        <pc:chgData name="Berg, Dirk van den" userId="035ecb32-01d9-4b47-a105-eacf059a4647" providerId="ADAL" clId="{F7FF961E-CF96-44AC-93C2-93612F62D46D}" dt="2026-04-20T06:19:33.719" v="569"/>
        <pc:sldMkLst>
          <pc:docMk/>
          <pc:sldMk cId="2513273976" sldId="282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205556035" sldId="283"/>
        </pc:sldMkLst>
      </pc:sldChg>
      <pc:sldChg chg="new del">
        <pc:chgData name="Berg, Dirk van den" userId="035ecb32-01d9-4b47-a105-eacf059a4647" providerId="ADAL" clId="{F7FF961E-CF96-44AC-93C2-93612F62D46D}" dt="2026-04-20T06:20:01.392" v="571" actId="47"/>
        <pc:sldMkLst>
          <pc:docMk/>
          <pc:sldMk cId="2048057083" sldId="283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1270058092" sldId="285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2803434166" sldId="286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1033200021" sldId="287"/>
        </pc:sldMkLst>
      </pc:sldChg>
      <pc:sldChg chg="delSp modSp add mod">
        <pc:chgData name="Berg, Dirk van den" userId="035ecb32-01d9-4b47-a105-eacf059a4647" providerId="ADAL" clId="{F7FF961E-CF96-44AC-93C2-93612F62D46D}" dt="2026-04-20T06:22:15.266" v="586" actId="478"/>
        <pc:sldMkLst>
          <pc:docMk/>
          <pc:sldMk cId="50572499" sldId="390"/>
        </pc:sldMkLst>
        <pc:spChg chg="del mod">
          <ac:chgData name="Berg, Dirk van den" userId="035ecb32-01d9-4b47-a105-eacf059a4647" providerId="ADAL" clId="{F7FF961E-CF96-44AC-93C2-93612F62D46D}" dt="2026-04-20T06:22:15.266" v="586" actId="478"/>
          <ac:spMkLst>
            <pc:docMk/>
            <pc:sldMk cId="50572499" sldId="390"/>
            <ac:spMk id="9" creationId="{D60E2896-0859-25EB-1B75-11010A4EDB86}"/>
          </ac:spMkLst>
        </pc:spChg>
      </pc:sldChg>
      <pc:sldChg chg="add">
        <pc:chgData name="Berg, Dirk van den" userId="035ecb32-01d9-4b47-a105-eacf059a4647" providerId="ADAL" clId="{F7FF961E-CF96-44AC-93C2-93612F62D46D}" dt="2026-04-20T06:22:12.848" v="585" actId="2890"/>
        <pc:sldMkLst>
          <pc:docMk/>
          <pc:sldMk cId="2060652814" sldId="391"/>
        </pc:sldMkLst>
      </pc:sldChg>
      <pc:sldChg chg="modSp add mod">
        <pc:chgData name="Berg, Dirk van den" userId="035ecb32-01d9-4b47-a105-eacf059a4647" providerId="ADAL" clId="{F7FF961E-CF96-44AC-93C2-93612F62D46D}" dt="2026-04-20T06:22:28.182" v="589" actId="14100"/>
        <pc:sldMkLst>
          <pc:docMk/>
          <pc:sldMk cId="506602137" sldId="392"/>
        </pc:sldMkLst>
        <pc:spChg chg="mod">
          <ac:chgData name="Berg, Dirk van den" userId="035ecb32-01d9-4b47-a105-eacf059a4647" providerId="ADAL" clId="{F7FF961E-CF96-44AC-93C2-93612F62D46D}" dt="2026-04-20T06:22:28.182" v="589" actId="14100"/>
          <ac:spMkLst>
            <pc:docMk/>
            <pc:sldMk cId="506602137" sldId="392"/>
            <ac:spMk id="9" creationId="{37E84D07-BE2F-6F4C-9AD5-F6AA51ECF898}"/>
          </ac:spMkLst>
        </pc:spChg>
      </pc:sldChg>
      <pc:sldChg chg="addSp delSp modSp new del mod ord">
        <pc:chgData name="Berg, Dirk van den" userId="035ecb32-01d9-4b47-a105-eacf059a4647" providerId="ADAL" clId="{F7FF961E-CF96-44AC-93C2-93612F62D46D}" dt="2026-04-20T06:24:36.751" v="709" actId="47"/>
        <pc:sldMkLst>
          <pc:docMk/>
          <pc:sldMk cId="2763447820" sldId="393"/>
        </pc:sldMkLst>
        <pc:spChg chg="mod">
          <ac:chgData name="Berg, Dirk van den" userId="035ecb32-01d9-4b47-a105-eacf059a4647" providerId="ADAL" clId="{F7FF961E-CF96-44AC-93C2-93612F62D46D}" dt="2026-04-20T06:23:52.015" v="608" actId="20577"/>
          <ac:spMkLst>
            <pc:docMk/>
            <pc:sldMk cId="2763447820" sldId="393"/>
            <ac:spMk id="2" creationId="{9833F724-01B9-DF75-F08D-626F38446188}"/>
          </ac:spMkLst>
        </pc:spChg>
        <pc:spChg chg="del">
          <ac:chgData name="Berg, Dirk van den" userId="035ecb32-01d9-4b47-a105-eacf059a4647" providerId="ADAL" clId="{F7FF961E-CF96-44AC-93C2-93612F62D46D}" dt="2026-04-20T06:23:36.185" v="591" actId="22"/>
          <ac:spMkLst>
            <pc:docMk/>
            <pc:sldMk cId="2763447820" sldId="393"/>
            <ac:spMk id="3" creationId="{2F67D79A-C634-BAC9-BBC5-D003D40D13DC}"/>
          </ac:spMkLst>
        </pc:spChg>
        <pc:picChg chg="add mod ord modCrop">
          <ac:chgData name="Berg, Dirk van den" userId="035ecb32-01d9-4b47-a105-eacf059a4647" providerId="ADAL" clId="{F7FF961E-CF96-44AC-93C2-93612F62D46D}" dt="2026-04-20T06:24:27.674" v="705" actId="732"/>
          <ac:picMkLst>
            <pc:docMk/>
            <pc:sldMk cId="2763447820" sldId="393"/>
            <ac:picMk id="5" creationId="{7CDB3236-B189-CA7E-9CB0-5F8C97FA271A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20T06:38:22.553" v="1052" actId="20577"/>
        <pc:sldMkLst>
          <pc:docMk/>
          <pc:sldMk cId="1468316132" sldId="394"/>
        </pc:sldMkLst>
        <pc:spChg chg="mod">
          <ac:chgData name="Berg, Dirk van den" userId="035ecb32-01d9-4b47-a105-eacf059a4647" providerId="ADAL" clId="{F7FF961E-CF96-44AC-93C2-93612F62D46D}" dt="2026-04-20T06:38:22.553" v="1052" actId="20577"/>
          <ac:spMkLst>
            <pc:docMk/>
            <pc:sldMk cId="1468316132" sldId="394"/>
            <ac:spMk id="2" creationId="{322B2358-769B-F9AC-0F7F-60E8BDA7B8ED}"/>
          </ac:spMkLst>
        </pc:spChg>
        <pc:spChg chg="mod">
          <ac:chgData name="Berg, Dirk van den" userId="035ecb32-01d9-4b47-a105-eacf059a4647" providerId="ADAL" clId="{F7FF961E-CF96-44AC-93C2-93612F62D46D}" dt="2026-04-20T06:24:22.002" v="703" actId="20577"/>
          <ac:spMkLst>
            <pc:docMk/>
            <pc:sldMk cId="1468316132" sldId="394"/>
            <ac:spMk id="3" creationId="{34DBE051-A589-EF44-6D1A-2AE36A891208}"/>
          </ac:spMkLst>
        </pc:spChg>
        <pc:picChg chg="add mod">
          <ac:chgData name="Berg, Dirk van den" userId="035ecb32-01d9-4b47-a105-eacf059a4647" providerId="ADAL" clId="{F7FF961E-CF96-44AC-93C2-93612F62D46D}" dt="2026-04-20T06:24:32.027" v="707" actId="1076"/>
          <ac:picMkLst>
            <pc:docMk/>
            <pc:sldMk cId="1468316132" sldId="394"/>
            <ac:picMk id="4" creationId="{5A27827B-8E1D-648A-C1CE-E5E4E4D6E494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20T06:28:31.501" v="759" actId="20577"/>
        <pc:sldMkLst>
          <pc:docMk/>
          <pc:sldMk cId="1036308162" sldId="395"/>
        </pc:sldMkLst>
        <pc:spChg chg="mod">
          <ac:chgData name="Berg, Dirk van den" userId="035ecb32-01d9-4b47-a105-eacf059a4647" providerId="ADAL" clId="{F7FF961E-CF96-44AC-93C2-93612F62D46D}" dt="2026-04-20T06:28:22.779" v="723" actId="20577"/>
          <ac:spMkLst>
            <pc:docMk/>
            <pc:sldMk cId="1036308162" sldId="395"/>
            <ac:spMk id="2" creationId="{8F544805-D312-A169-7EAC-7E2C08FD4C9F}"/>
          </ac:spMkLst>
        </pc:spChg>
        <pc:spChg chg="mod">
          <ac:chgData name="Berg, Dirk van den" userId="035ecb32-01d9-4b47-a105-eacf059a4647" providerId="ADAL" clId="{F7FF961E-CF96-44AC-93C2-93612F62D46D}" dt="2026-04-20T06:28:31.501" v="759" actId="20577"/>
          <ac:spMkLst>
            <pc:docMk/>
            <pc:sldMk cId="1036308162" sldId="395"/>
            <ac:spMk id="3" creationId="{53B3B8DA-2992-E3D8-5F7A-56CEC463398E}"/>
          </ac:spMkLst>
        </pc:spChg>
        <pc:picChg chg="add mod">
          <ac:chgData name="Berg, Dirk van den" userId="035ecb32-01d9-4b47-a105-eacf059a4647" providerId="ADAL" clId="{F7FF961E-CF96-44AC-93C2-93612F62D46D}" dt="2026-04-20T06:26:54.032" v="715" actId="1076"/>
          <ac:picMkLst>
            <pc:docMk/>
            <pc:sldMk cId="1036308162" sldId="395"/>
            <ac:picMk id="5" creationId="{1EAF4D86-1D89-115C-CDBD-B6E7685AE061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20T06:29:50.356" v="790" actId="1076"/>
        <pc:sldMkLst>
          <pc:docMk/>
          <pc:sldMk cId="2912369172" sldId="396"/>
        </pc:sldMkLst>
        <pc:spChg chg="mod">
          <ac:chgData name="Berg, Dirk van den" userId="035ecb32-01d9-4b47-a105-eacf059a4647" providerId="ADAL" clId="{F7FF961E-CF96-44AC-93C2-93612F62D46D}" dt="2026-04-20T06:29:46.937" v="789" actId="20577"/>
          <ac:spMkLst>
            <pc:docMk/>
            <pc:sldMk cId="2912369172" sldId="396"/>
            <ac:spMk id="2" creationId="{72B167B9-B24C-557E-5E51-5CA2C24192CD}"/>
          </ac:spMkLst>
        </pc:spChg>
        <pc:picChg chg="add mod">
          <ac:chgData name="Berg, Dirk van den" userId="035ecb32-01d9-4b47-a105-eacf059a4647" providerId="ADAL" clId="{F7FF961E-CF96-44AC-93C2-93612F62D46D}" dt="2026-04-20T06:29:50.356" v="790" actId="1076"/>
          <ac:picMkLst>
            <pc:docMk/>
            <pc:sldMk cId="2912369172" sldId="396"/>
            <ac:picMk id="5" creationId="{925F00A2-5DF3-18D5-44FE-E620BF679142}"/>
          </ac:picMkLst>
        </pc:picChg>
      </pc:sldChg>
      <pc:sldChg chg="new del">
        <pc:chgData name="Berg, Dirk van den" userId="035ecb32-01d9-4b47-a105-eacf059a4647" providerId="ADAL" clId="{F7FF961E-CF96-44AC-93C2-93612F62D46D}" dt="2026-04-20T06:30:35.906" v="792" actId="47"/>
        <pc:sldMkLst>
          <pc:docMk/>
          <pc:sldMk cId="1748421465" sldId="397"/>
        </pc:sldMkLst>
      </pc:sldChg>
      <pc:sldChg chg="modSp add mod">
        <pc:chgData name="Berg, Dirk van den" userId="035ecb32-01d9-4b47-a105-eacf059a4647" providerId="ADAL" clId="{F7FF961E-CF96-44AC-93C2-93612F62D46D}" dt="2026-04-20T06:31:18.331" v="900" actId="20577"/>
        <pc:sldMkLst>
          <pc:docMk/>
          <pc:sldMk cId="3195501793" sldId="397"/>
        </pc:sldMkLst>
        <pc:spChg chg="mod">
          <ac:chgData name="Berg, Dirk van den" userId="035ecb32-01d9-4b47-a105-eacf059a4647" providerId="ADAL" clId="{F7FF961E-CF96-44AC-93C2-93612F62D46D}" dt="2026-04-20T06:31:18.331" v="900" actId="20577"/>
          <ac:spMkLst>
            <pc:docMk/>
            <pc:sldMk cId="3195501793" sldId="397"/>
            <ac:spMk id="3" creationId="{27ED576A-C569-C10D-BBBF-832C81F58233}"/>
          </ac:spMkLst>
        </pc:spChg>
        <pc:picChg chg="ord">
          <ac:chgData name="Berg, Dirk van den" userId="035ecb32-01d9-4b47-a105-eacf059a4647" providerId="ADAL" clId="{F7FF961E-CF96-44AC-93C2-93612F62D46D}" dt="2026-04-20T06:31:06.606" v="836" actId="167"/>
          <ac:picMkLst>
            <pc:docMk/>
            <pc:sldMk cId="3195501793" sldId="397"/>
            <ac:picMk id="5" creationId="{BBEE6EF8-B748-AFD0-E56E-D638428AD60B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20T06:33:01.898" v="909" actId="1076"/>
        <pc:sldMkLst>
          <pc:docMk/>
          <pc:sldMk cId="624792310" sldId="398"/>
        </pc:sldMkLst>
        <pc:picChg chg="add mod">
          <ac:chgData name="Berg, Dirk van den" userId="035ecb32-01d9-4b47-a105-eacf059a4647" providerId="ADAL" clId="{F7FF961E-CF96-44AC-93C2-93612F62D46D}" dt="2026-04-20T06:33:01.898" v="909" actId="1076"/>
          <ac:picMkLst>
            <pc:docMk/>
            <pc:sldMk cId="624792310" sldId="398"/>
            <ac:picMk id="4" creationId="{5079F260-C298-B0C9-8960-A63A481246A9}"/>
          </ac:picMkLst>
        </pc:picChg>
      </pc:sldChg>
      <pc:sldChg chg="addSp modSp add del mod">
        <pc:chgData name="Berg, Dirk van den" userId="035ecb32-01d9-4b47-a105-eacf059a4647" providerId="ADAL" clId="{F7FF961E-CF96-44AC-93C2-93612F62D46D}" dt="2026-04-20T06:32:55.274" v="904" actId="47"/>
        <pc:sldMkLst>
          <pc:docMk/>
          <pc:sldMk cId="1176205700" sldId="398"/>
        </pc:sldMkLst>
        <pc:picChg chg="add mod">
          <ac:chgData name="Berg, Dirk van den" userId="035ecb32-01d9-4b47-a105-eacf059a4647" providerId="ADAL" clId="{F7FF961E-CF96-44AC-93C2-93612F62D46D}" dt="2026-04-20T06:32:53.045" v="903" actId="1076"/>
          <ac:picMkLst>
            <pc:docMk/>
            <pc:sldMk cId="1176205700" sldId="398"/>
            <ac:picMk id="4" creationId="{6655571F-D8D4-701B-9C1E-564BA56575BB}"/>
          </ac:picMkLst>
        </pc:picChg>
      </pc:sldChg>
      <pc:sldChg chg="modSp add mod">
        <pc:chgData name="Berg, Dirk van den" userId="035ecb32-01d9-4b47-a105-eacf059a4647" providerId="ADAL" clId="{F7FF961E-CF96-44AC-93C2-93612F62D46D}" dt="2026-04-20T06:35:15.292" v="1026" actId="20577"/>
        <pc:sldMkLst>
          <pc:docMk/>
          <pc:sldMk cId="2091158474" sldId="399"/>
        </pc:sldMkLst>
        <pc:spChg chg="mod">
          <ac:chgData name="Berg, Dirk van den" userId="035ecb32-01d9-4b47-a105-eacf059a4647" providerId="ADAL" clId="{F7FF961E-CF96-44AC-93C2-93612F62D46D}" dt="2026-04-20T06:35:15.292" v="1026" actId="20577"/>
          <ac:spMkLst>
            <pc:docMk/>
            <pc:sldMk cId="2091158474" sldId="399"/>
            <ac:spMk id="2" creationId="{E87AE796-708B-909C-F9F8-D1C4E09DB0F7}"/>
          </ac:spMkLst>
        </pc:spChg>
      </pc:sldChg>
      <pc:sldChg chg="modSp add mod">
        <pc:chgData name="Berg, Dirk van den" userId="035ecb32-01d9-4b47-a105-eacf059a4647" providerId="ADAL" clId="{F7FF961E-CF96-44AC-93C2-93612F62D46D}" dt="2026-04-20T06:35:11.436" v="1024" actId="20577"/>
        <pc:sldMkLst>
          <pc:docMk/>
          <pc:sldMk cId="431880464" sldId="400"/>
        </pc:sldMkLst>
        <pc:spChg chg="mod">
          <ac:chgData name="Berg, Dirk van den" userId="035ecb32-01d9-4b47-a105-eacf059a4647" providerId="ADAL" clId="{F7FF961E-CF96-44AC-93C2-93612F62D46D}" dt="2026-04-20T06:35:11.436" v="1024" actId="20577"/>
          <ac:spMkLst>
            <pc:docMk/>
            <pc:sldMk cId="431880464" sldId="400"/>
            <ac:spMk id="2" creationId="{1656BB93-5748-3C8A-8B99-51A2433E792C}"/>
          </ac:spMkLst>
        </pc:spChg>
        <pc:spChg chg="mod">
          <ac:chgData name="Berg, Dirk van den" userId="035ecb32-01d9-4b47-a105-eacf059a4647" providerId="ADAL" clId="{F7FF961E-CF96-44AC-93C2-93612F62D46D}" dt="2026-04-20T06:35:09.983" v="1022" actId="1076"/>
          <ac:spMkLst>
            <pc:docMk/>
            <pc:sldMk cId="431880464" sldId="400"/>
            <ac:spMk id="3" creationId="{08ACBF9B-6C6F-B7A7-9888-21427B4D92A3}"/>
          </ac:spMkLst>
        </pc:spChg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3687162435" sldId="401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1647281379" sldId="402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490312212" sldId="403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2115619206" sldId="404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3945454414" sldId="405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3863608345" sldId="406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3420146747" sldId="407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3816634002" sldId="408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2112139329" sldId="409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4127140620" sldId="410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2417488876" sldId="411"/>
        </pc:sldMkLst>
      </pc:sldChg>
      <pc:sldChg chg="add">
        <pc:chgData name="Berg, Dirk van den" userId="035ecb32-01d9-4b47-a105-eacf059a4647" providerId="ADAL" clId="{F7FF961E-CF96-44AC-93C2-93612F62D46D}" dt="2026-04-20T06:36:23.245" v="1028"/>
        <pc:sldMkLst>
          <pc:docMk/>
          <pc:sldMk cId="1070310953" sldId="412"/>
        </pc:sldMkLst>
      </pc:sldChg>
      <pc:sldChg chg="addSp modSp new mod ord modShow">
        <pc:chgData name="Berg, Dirk van den" userId="035ecb32-01d9-4b47-a105-eacf059a4647" providerId="ADAL" clId="{F7FF961E-CF96-44AC-93C2-93612F62D46D}" dt="2026-04-20T07:27:51.739" v="1466" actId="729"/>
        <pc:sldMkLst>
          <pc:docMk/>
          <pc:sldMk cId="3480333881" sldId="413"/>
        </pc:sldMkLst>
        <pc:spChg chg="add mod">
          <ac:chgData name="Berg, Dirk van den" userId="035ecb32-01d9-4b47-a105-eacf059a4647" providerId="ADAL" clId="{F7FF961E-CF96-44AC-93C2-93612F62D46D}" dt="2026-04-20T07:08:17.687" v="1301" actId="14100"/>
          <ac:spMkLst>
            <pc:docMk/>
            <pc:sldMk cId="3480333881" sldId="413"/>
            <ac:spMk id="6" creationId="{D811A604-B6BC-2538-B6C7-F6C1DCDBF009}"/>
          </ac:spMkLst>
        </pc:spChg>
        <pc:spChg chg="add mod">
          <ac:chgData name="Berg, Dirk van den" userId="035ecb32-01d9-4b47-a105-eacf059a4647" providerId="ADAL" clId="{F7FF961E-CF96-44AC-93C2-93612F62D46D}" dt="2026-04-20T07:08:24.724" v="1303" actId="1076"/>
          <ac:spMkLst>
            <pc:docMk/>
            <pc:sldMk cId="3480333881" sldId="413"/>
            <ac:spMk id="7" creationId="{4ABB2C3F-6C74-C5DC-3549-9C7813A8A4E7}"/>
          </ac:spMkLst>
        </pc:spChg>
        <pc:spChg chg="add mod">
          <ac:chgData name="Berg, Dirk van den" userId="035ecb32-01d9-4b47-a105-eacf059a4647" providerId="ADAL" clId="{F7FF961E-CF96-44AC-93C2-93612F62D46D}" dt="2026-04-20T07:08:28.299" v="1305" actId="1076"/>
          <ac:spMkLst>
            <pc:docMk/>
            <pc:sldMk cId="3480333881" sldId="413"/>
            <ac:spMk id="8" creationId="{7EF24633-4F04-86BC-08D0-E425DC8EDDEB}"/>
          </ac:spMkLst>
        </pc:spChg>
        <pc:picChg chg="add mod">
          <ac:chgData name="Berg, Dirk van den" userId="035ecb32-01d9-4b47-a105-eacf059a4647" providerId="ADAL" clId="{F7FF961E-CF96-44AC-93C2-93612F62D46D}" dt="2026-04-20T06:53:45.885" v="1112" actId="14100"/>
          <ac:picMkLst>
            <pc:docMk/>
            <pc:sldMk cId="3480333881" sldId="413"/>
            <ac:picMk id="5" creationId="{445F65A9-1582-788E-A447-60F238F7B3C2}"/>
          </ac:picMkLst>
        </pc:picChg>
      </pc:sldChg>
      <pc:sldChg chg="modSp new del mod">
        <pc:chgData name="Berg, Dirk van den" userId="035ecb32-01d9-4b47-a105-eacf059a4647" providerId="ADAL" clId="{F7FF961E-CF96-44AC-93C2-93612F62D46D}" dt="2026-04-20T07:10:52.055" v="1317" actId="47"/>
        <pc:sldMkLst>
          <pc:docMk/>
          <pc:sldMk cId="1031018953" sldId="414"/>
        </pc:sldMkLst>
        <pc:spChg chg="mod">
          <ac:chgData name="Berg, Dirk van den" userId="035ecb32-01d9-4b47-a105-eacf059a4647" providerId="ADAL" clId="{F7FF961E-CF96-44AC-93C2-93612F62D46D}" dt="2026-04-20T06:55:23.597" v="1204" actId="20577"/>
          <ac:spMkLst>
            <pc:docMk/>
            <pc:sldMk cId="1031018953" sldId="414"/>
            <ac:spMk id="3" creationId="{7FA2CC7A-FACB-68C7-968F-8624721C0A6D}"/>
          </ac:spMkLst>
        </pc:spChg>
      </pc:sldChg>
      <pc:sldChg chg="addSp modSp new del mod">
        <pc:chgData name="Berg, Dirk van den" userId="035ecb32-01d9-4b47-a105-eacf059a4647" providerId="ADAL" clId="{F7FF961E-CF96-44AC-93C2-93612F62D46D}" dt="2026-04-20T07:10:45.594" v="1315" actId="47"/>
        <pc:sldMkLst>
          <pc:docMk/>
          <pc:sldMk cId="1889092466" sldId="415"/>
        </pc:sldMkLst>
        <pc:picChg chg="add mod">
          <ac:chgData name="Berg, Dirk van den" userId="035ecb32-01d9-4b47-a105-eacf059a4647" providerId="ADAL" clId="{F7FF961E-CF96-44AC-93C2-93612F62D46D}" dt="2026-04-20T06:57:25.083" v="1208" actId="14100"/>
          <ac:picMkLst>
            <pc:docMk/>
            <pc:sldMk cId="1889092466" sldId="415"/>
            <ac:picMk id="5" creationId="{ED4E52A9-E0FF-6A45-2CCA-1D0A98A3F795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4-20T07:31:09.052" v="1480" actId="1076"/>
        <pc:sldMkLst>
          <pc:docMk/>
          <pc:sldMk cId="1130175313" sldId="416"/>
        </pc:sldMkLst>
        <pc:spChg chg="mod">
          <ac:chgData name="Berg, Dirk van den" userId="035ecb32-01d9-4b47-a105-eacf059a4647" providerId="ADAL" clId="{F7FF961E-CF96-44AC-93C2-93612F62D46D}" dt="2026-04-20T07:23:13.392" v="1464" actId="20577"/>
          <ac:spMkLst>
            <pc:docMk/>
            <pc:sldMk cId="1130175313" sldId="416"/>
            <ac:spMk id="2" creationId="{AEE56471-80CA-04CF-98C5-5E5C9D0D3B58}"/>
          </ac:spMkLst>
        </pc:spChg>
        <pc:picChg chg="add del mod">
          <ac:chgData name="Berg, Dirk van den" userId="035ecb32-01d9-4b47-a105-eacf059a4647" providerId="ADAL" clId="{F7FF961E-CF96-44AC-93C2-93612F62D46D}" dt="2026-04-20T07:30:05.810" v="1469" actId="478"/>
          <ac:picMkLst>
            <pc:docMk/>
            <pc:sldMk cId="1130175313" sldId="416"/>
            <ac:picMk id="5" creationId="{CB0851FC-091F-1B9D-1A4C-78DE0E7112A3}"/>
          </ac:picMkLst>
        </pc:picChg>
        <pc:picChg chg="add del mod">
          <ac:chgData name="Berg, Dirk van den" userId="035ecb32-01d9-4b47-a105-eacf059a4647" providerId="ADAL" clId="{F7FF961E-CF96-44AC-93C2-93612F62D46D}" dt="2026-04-20T07:31:03.499" v="1476" actId="478"/>
          <ac:picMkLst>
            <pc:docMk/>
            <pc:sldMk cId="1130175313" sldId="416"/>
            <ac:picMk id="7" creationId="{03145114-D451-5B67-58DC-87E6F67CA99A}"/>
          </ac:picMkLst>
        </pc:picChg>
        <pc:picChg chg="add mod">
          <ac:chgData name="Berg, Dirk van den" userId="035ecb32-01d9-4b47-a105-eacf059a4647" providerId="ADAL" clId="{F7FF961E-CF96-44AC-93C2-93612F62D46D}" dt="2026-04-20T07:31:09.052" v="1480" actId="1076"/>
          <ac:picMkLst>
            <pc:docMk/>
            <pc:sldMk cId="1130175313" sldId="416"/>
            <ac:picMk id="9" creationId="{6493201E-36C7-887A-1A22-BB27D15DCDD8}"/>
          </ac:picMkLst>
        </pc:picChg>
      </pc:sldChg>
      <pc:sldChg chg="addSp delSp modSp new del mod">
        <pc:chgData name="Berg, Dirk van den" userId="035ecb32-01d9-4b47-a105-eacf059a4647" providerId="ADAL" clId="{F7FF961E-CF96-44AC-93C2-93612F62D46D}" dt="2026-04-20T07:06:57.582" v="1286" actId="47"/>
        <pc:sldMkLst>
          <pc:docMk/>
          <pc:sldMk cId="1911022121" sldId="416"/>
        </pc:sldMkLst>
        <pc:spChg chg="del">
          <ac:chgData name="Berg, Dirk van den" userId="035ecb32-01d9-4b47-a105-eacf059a4647" providerId="ADAL" clId="{F7FF961E-CF96-44AC-93C2-93612F62D46D}" dt="2026-04-20T07:03:41.093" v="1279" actId="3680"/>
          <ac:spMkLst>
            <pc:docMk/>
            <pc:sldMk cId="1911022121" sldId="416"/>
            <ac:spMk id="3" creationId="{854FC203-43A9-B49B-64DD-020CC1D202F1}"/>
          </ac:spMkLst>
        </pc:spChg>
        <pc:spChg chg="add del">
          <ac:chgData name="Berg, Dirk van den" userId="035ecb32-01d9-4b47-a105-eacf059a4647" providerId="ADAL" clId="{F7FF961E-CF96-44AC-93C2-93612F62D46D}" dt="2026-04-20T07:04:10.018" v="1282" actId="478"/>
          <ac:spMkLst>
            <pc:docMk/>
            <pc:sldMk cId="1911022121" sldId="416"/>
            <ac:spMk id="6" creationId="{30FEB37E-CD24-4383-31B5-A286272B3FDB}"/>
          </ac:spMkLst>
        </pc:spChg>
        <pc:graphicFrameChg chg="add mod ord modGraphic">
          <ac:chgData name="Berg, Dirk van den" userId="035ecb32-01d9-4b47-a105-eacf059a4647" providerId="ADAL" clId="{F7FF961E-CF96-44AC-93C2-93612F62D46D}" dt="2026-04-20T07:05:46.113" v="1285"/>
          <ac:graphicFrameMkLst>
            <pc:docMk/>
            <pc:sldMk cId="1911022121" sldId="416"/>
            <ac:graphicFrameMk id="4" creationId="{E4E0151E-D178-2253-EEB0-662103906094}"/>
          </ac:graphicFrameMkLst>
        </pc:graphicFrameChg>
      </pc:sldChg>
      <pc:sldChg chg="add mod modShow">
        <pc:chgData name="Berg, Dirk van den" userId="035ecb32-01d9-4b47-a105-eacf059a4647" providerId="ADAL" clId="{F7FF961E-CF96-44AC-93C2-93612F62D46D}" dt="2026-04-20T07:27:51.739" v="1466" actId="729"/>
        <pc:sldMkLst>
          <pc:docMk/>
          <pc:sldMk cId="773824019" sldId="417"/>
        </pc:sldMkLst>
      </pc:sldChg>
      <pc:sldChg chg="modSp add mod modShow">
        <pc:chgData name="Berg, Dirk van den" userId="035ecb32-01d9-4b47-a105-eacf059a4647" providerId="ADAL" clId="{F7FF961E-CF96-44AC-93C2-93612F62D46D}" dt="2026-04-20T07:27:51.739" v="1466" actId="729"/>
        <pc:sldMkLst>
          <pc:docMk/>
          <pc:sldMk cId="1488220443" sldId="418"/>
        </pc:sldMkLst>
        <pc:spChg chg="mod">
          <ac:chgData name="Berg, Dirk van den" userId="035ecb32-01d9-4b47-a105-eacf059a4647" providerId="ADAL" clId="{F7FF961E-CF96-44AC-93C2-93612F62D46D}" dt="2026-04-20T07:09:31.742" v="1314" actId="14100"/>
          <ac:spMkLst>
            <pc:docMk/>
            <pc:sldMk cId="1488220443" sldId="418"/>
            <ac:spMk id="6" creationId="{DF93DF83-7C85-F51A-60E2-24A06C091F22}"/>
          </ac:spMkLst>
        </pc:spChg>
      </pc:sldChg>
      <pc:sldChg chg="addSp modSp add mod modShow">
        <pc:chgData name="Berg, Dirk van den" userId="035ecb32-01d9-4b47-a105-eacf059a4647" providerId="ADAL" clId="{F7FF961E-CF96-44AC-93C2-93612F62D46D}" dt="2026-04-20T07:27:51.739" v="1466" actId="729"/>
        <pc:sldMkLst>
          <pc:docMk/>
          <pc:sldMk cId="2006726710" sldId="419"/>
        </pc:sldMkLst>
        <pc:spChg chg="mod">
          <ac:chgData name="Berg, Dirk van den" userId="035ecb32-01d9-4b47-a105-eacf059a4647" providerId="ADAL" clId="{F7FF961E-CF96-44AC-93C2-93612F62D46D}" dt="2026-04-20T07:23:10.503" v="1460" actId="20577"/>
          <ac:spMkLst>
            <pc:docMk/>
            <pc:sldMk cId="2006726710" sldId="419"/>
            <ac:spMk id="2" creationId="{975DEC3F-AE76-159D-6824-3F08EE764829}"/>
          </ac:spMkLst>
        </pc:spChg>
        <pc:spChg chg="add mod">
          <ac:chgData name="Berg, Dirk van den" userId="035ecb32-01d9-4b47-a105-eacf059a4647" providerId="ADAL" clId="{F7FF961E-CF96-44AC-93C2-93612F62D46D}" dt="2026-04-20T07:08:56.054" v="1310" actId="14100"/>
          <ac:spMkLst>
            <pc:docMk/>
            <pc:sldMk cId="2006726710" sldId="419"/>
            <ac:spMk id="4" creationId="{E9B82C06-62EB-96A9-E038-3E02D18E66F7}"/>
          </ac:spMkLst>
        </pc:spChg>
      </pc:sldChg>
      <pc:sldChg chg="modSp add mod modShow">
        <pc:chgData name="Berg, Dirk van den" userId="035ecb32-01d9-4b47-a105-eacf059a4647" providerId="ADAL" clId="{F7FF961E-CF96-44AC-93C2-93612F62D46D}" dt="2026-04-20T07:27:51.739" v="1466" actId="729"/>
        <pc:sldMkLst>
          <pc:docMk/>
          <pc:sldMk cId="552054869" sldId="420"/>
        </pc:sldMkLst>
        <pc:spChg chg="mod">
          <ac:chgData name="Berg, Dirk van den" userId="035ecb32-01d9-4b47-a105-eacf059a4647" providerId="ADAL" clId="{F7FF961E-CF96-44AC-93C2-93612F62D46D}" dt="2026-04-20T07:09:23.184" v="1312" actId="1076"/>
          <ac:spMkLst>
            <pc:docMk/>
            <pc:sldMk cId="552054869" sldId="420"/>
            <ac:spMk id="4" creationId="{E84E380C-CE48-56EF-477F-FBB55D9EEDEA}"/>
          </ac:spMkLst>
        </pc:spChg>
      </pc:sldChg>
      <pc:sldChg chg="add mod modShow">
        <pc:chgData name="Berg, Dirk van den" userId="035ecb32-01d9-4b47-a105-eacf059a4647" providerId="ADAL" clId="{F7FF961E-CF96-44AC-93C2-93612F62D46D}" dt="2026-04-20T07:30:04.046" v="1468" actId="729"/>
        <pc:sldMkLst>
          <pc:docMk/>
          <pc:sldMk cId="628167026" sldId="421"/>
        </pc:sldMkLst>
      </pc:sldChg>
      <pc:sldChg chg="modSp new del mod">
        <pc:chgData name="Berg, Dirk van den" userId="035ecb32-01d9-4b47-a105-eacf059a4647" providerId="ADAL" clId="{F7FF961E-CF96-44AC-93C2-93612F62D46D}" dt="2026-04-20T07:14:39.966" v="1392" actId="47"/>
        <pc:sldMkLst>
          <pc:docMk/>
          <pc:sldMk cId="2701694685" sldId="421"/>
        </pc:sldMkLst>
        <pc:spChg chg="mod">
          <ac:chgData name="Berg, Dirk van den" userId="035ecb32-01d9-4b47-a105-eacf059a4647" providerId="ADAL" clId="{F7FF961E-CF96-44AC-93C2-93612F62D46D}" dt="2026-04-20T07:14:37.911" v="1391" actId="20577"/>
          <ac:spMkLst>
            <pc:docMk/>
            <pc:sldMk cId="2701694685" sldId="421"/>
            <ac:spMk id="2" creationId="{9704EC41-3D9D-B087-6B45-44BF4966264A}"/>
          </ac:spMkLst>
        </pc:spChg>
      </pc:sldChg>
      <pc:sldChg chg="modSp add mod">
        <pc:chgData name="Berg, Dirk van den" userId="035ecb32-01d9-4b47-a105-eacf059a4647" providerId="ADAL" clId="{F7FF961E-CF96-44AC-93C2-93612F62D46D}" dt="2026-04-20T07:56:48.353" v="1588" actId="20577"/>
        <pc:sldMkLst>
          <pc:docMk/>
          <pc:sldMk cId="150590511" sldId="422"/>
        </pc:sldMkLst>
        <pc:spChg chg="mod">
          <ac:chgData name="Berg, Dirk van den" userId="035ecb32-01d9-4b47-a105-eacf059a4647" providerId="ADAL" clId="{F7FF961E-CF96-44AC-93C2-93612F62D46D}" dt="2026-04-20T07:56:48.353" v="1588" actId="20577"/>
          <ac:spMkLst>
            <pc:docMk/>
            <pc:sldMk cId="150590511" sldId="422"/>
            <ac:spMk id="3" creationId="{78179DB8-2509-8E4F-14E4-B0B6B2FE756A}"/>
          </ac:spMkLst>
        </pc:spChg>
      </pc:sldChg>
      <pc:sldChg chg="addSp modSp new mod">
        <pc:chgData name="Berg, Dirk van den" userId="035ecb32-01d9-4b47-a105-eacf059a4647" providerId="ADAL" clId="{F7FF961E-CF96-44AC-93C2-93612F62D46D}" dt="2026-04-20T07:54:13.992" v="1529" actId="1076"/>
        <pc:sldMkLst>
          <pc:docMk/>
          <pc:sldMk cId="911746609" sldId="423"/>
        </pc:sldMkLst>
        <pc:picChg chg="add mod">
          <ac:chgData name="Berg, Dirk van den" userId="035ecb32-01d9-4b47-a105-eacf059a4647" providerId="ADAL" clId="{F7FF961E-CF96-44AC-93C2-93612F62D46D}" dt="2026-04-20T07:54:13.992" v="1529" actId="1076"/>
          <ac:picMkLst>
            <pc:docMk/>
            <pc:sldMk cId="911746609" sldId="423"/>
            <ac:picMk id="5" creationId="{482BA4C5-2C1B-D829-C4FE-C71A294F9F57}"/>
          </ac:picMkLst>
        </pc:picChg>
      </pc:sldChg>
      <pc:sldChg chg="addSp delSp modSp new mod modNotesTx">
        <pc:chgData name="Berg, Dirk van den" userId="035ecb32-01d9-4b47-a105-eacf059a4647" providerId="ADAL" clId="{F7FF961E-CF96-44AC-93C2-93612F62D46D}" dt="2026-04-20T07:58:22.632" v="1782" actId="20577"/>
        <pc:sldMkLst>
          <pc:docMk/>
          <pc:sldMk cId="1575653684" sldId="424"/>
        </pc:sldMkLst>
        <pc:picChg chg="add del mod">
          <ac:chgData name="Berg, Dirk van den" userId="035ecb32-01d9-4b47-a105-eacf059a4647" providerId="ADAL" clId="{F7FF961E-CF96-44AC-93C2-93612F62D46D}" dt="2026-04-20T07:40:37.491" v="1498" actId="478"/>
          <ac:picMkLst>
            <pc:docMk/>
            <pc:sldMk cId="1575653684" sldId="424"/>
            <ac:picMk id="5" creationId="{AF12F8CB-A0F4-0D06-5C36-FF9D23781B14}"/>
          </ac:picMkLst>
        </pc:picChg>
        <pc:picChg chg="add mod">
          <ac:chgData name="Berg, Dirk van den" userId="035ecb32-01d9-4b47-a105-eacf059a4647" providerId="ADAL" clId="{F7FF961E-CF96-44AC-93C2-93612F62D46D}" dt="2026-04-20T07:40:41.905" v="1503" actId="1076"/>
          <ac:picMkLst>
            <pc:docMk/>
            <pc:sldMk cId="1575653684" sldId="424"/>
            <ac:picMk id="7" creationId="{A9A9D42B-3957-E68C-CEE9-2E270AE2F20B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4-20T07:53:13.635" v="1524" actId="478"/>
        <pc:sldMkLst>
          <pc:docMk/>
          <pc:sldMk cId="1617213223" sldId="425"/>
        </pc:sldMkLst>
        <pc:spChg chg="mod">
          <ac:chgData name="Berg, Dirk van den" userId="035ecb32-01d9-4b47-a105-eacf059a4647" providerId="ADAL" clId="{F7FF961E-CF96-44AC-93C2-93612F62D46D}" dt="2026-04-20T07:50:57.658" v="1521" actId="20577"/>
          <ac:spMkLst>
            <pc:docMk/>
            <pc:sldMk cId="1617213223" sldId="425"/>
            <ac:spMk id="2" creationId="{DFCDAB35-6211-7F79-EDFF-7EAC8F133158}"/>
          </ac:spMkLst>
        </pc:spChg>
        <pc:picChg chg="add del mod">
          <ac:chgData name="Berg, Dirk van den" userId="035ecb32-01d9-4b47-a105-eacf059a4647" providerId="ADAL" clId="{F7FF961E-CF96-44AC-93C2-93612F62D46D}" dt="2026-04-20T07:53:13.635" v="1524" actId="478"/>
          <ac:picMkLst>
            <pc:docMk/>
            <pc:sldMk cId="1617213223" sldId="425"/>
            <ac:picMk id="5" creationId="{3E2CD1B6-8B79-7F8E-B4D2-230FC9302EC1}"/>
          </ac:picMkLst>
        </pc:picChg>
      </pc:sldChg>
      <pc:sldChg chg="addSp new mod">
        <pc:chgData name="Berg, Dirk van den" userId="035ecb32-01d9-4b47-a105-eacf059a4647" providerId="ADAL" clId="{F7FF961E-CF96-44AC-93C2-93612F62D46D}" dt="2026-04-20T07:53:16.511" v="1526" actId="22"/>
        <pc:sldMkLst>
          <pc:docMk/>
          <pc:sldMk cId="369788767" sldId="426"/>
        </pc:sldMkLst>
        <pc:picChg chg="add">
          <ac:chgData name="Berg, Dirk van den" userId="035ecb32-01d9-4b47-a105-eacf059a4647" providerId="ADAL" clId="{F7FF961E-CF96-44AC-93C2-93612F62D46D}" dt="2026-04-20T07:53:16.511" v="1526" actId="22"/>
          <ac:picMkLst>
            <pc:docMk/>
            <pc:sldMk cId="369788767" sldId="426"/>
            <ac:picMk id="5" creationId="{1335DF4E-DDDA-8E87-ECA1-3E819116E2B6}"/>
          </ac:picMkLst>
        </pc:picChg>
      </pc:sldChg>
      <pc:sldChg chg="modSp new mod">
        <pc:chgData name="Berg, Dirk van den" userId="035ecb32-01d9-4b47-a105-eacf059a4647" providerId="ADAL" clId="{F7FF961E-CF96-44AC-93C2-93612F62D46D}" dt="2026-04-20T08:00:01.544" v="2061" actId="20577"/>
        <pc:sldMkLst>
          <pc:docMk/>
          <pc:sldMk cId="809074021" sldId="427"/>
        </pc:sldMkLst>
        <pc:spChg chg="mod">
          <ac:chgData name="Berg, Dirk van den" userId="035ecb32-01d9-4b47-a105-eacf059a4647" providerId="ADAL" clId="{F7FF961E-CF96-44AC-93C2-93612F62D46D}" dt="2026-04-20T07:58:35.921" v="1808" actId="20577"/>
          <ac:spMkLst>
            <pc:docMk/>
            <pc:sldMk cId="809074021" sldId="427"/>
            <ac:spMk id="2" creationId="{C8757677-7931-2D03-7BAB-31B2A39C497A}"/>
          </ac:spMkLst>
        </pc:spChg>
        <pc:spChg chg="mod">
          <ac:chgData name="Berg, Dirk van den" userId="035ecb32-01d9-4b47-a105-eacf059a4647" providerId="ADAL" clId="{F7FF961E-CF96-44AC-93C2-93612F62D46D}" dt="2026-04-20T08:00:01.544" v="2061" actId="20577"/>
          <ac:spMkLst>
            <pc:docMk/>
            <pc:sldMk cId="809074021" sldId="427"/>
            <ac:spMk id="3" creationId="{46723B68-4B12-AFEA-1194-BD8C782531E6}"/>
          </ac:spMkLst>
        </pc:spChg>
      </pc:sldChg>
      <pc:sldChg chg="new del">
        <pc:chgData name="Berg, Dirk van den" userId="035ecb32-01d9-4b47-a105-eacf059a4647" providerId="ADAL" clId="{F7FF961E-CF96-44AC-93C2-93612F62D46D}" dt="2026-04-20T07:57:36.205" v="1590" actId="47"/>
        <pc:sldMkLst>
          <pc:docMk/>
          <pc:sldMk cId="2823117126" sldId="4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46F85-636F-4D4E-AE40-F6D245534771}" type="datetimeFigureOut">
              <a:rPr lang="en-NL" smtClean="0"/>
              <a:t>20/04/2026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852AD-EF36-4396-8D31-19C111C94F7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498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endParaRPr lang="en-US" dirty="0"/>
          </a:p>
          <a:p>
            <a:r>
              <a:rPr lang="en-US" dirty="0"/>
              <a:t>  simulate() rolls out RK4 over each segment with </a:t>
            </a:r>
            <a:r>
              <a:rPr lang="en-US" dirty="0" err="1"/>
              <a:t>bptt_mode</a:t>
            </a:r>
            <a:r>
              <a:rPr lang="en-US" dirty="0"/>
              <a:t>='full' — full backpropagation </a:t>
            </a:r>
          </a:p>
          <a:p>
            <a:r>
              <a:rPr lang="en-US" dirty="0"/>
              <a:t>  through time (BPTT) through all </a:t>
            </a:r>
            <a:r>
              <a:rPr lang="en-US" dirty="0" err="1"/>
              <a:t>segment_len</a:t>
            </a:r>
            <a:r>
              <a:rPr lang="en-US" dirty="0"/>
              <a:t> steps. The gradient flows through simulate →</a:t>
            </a:r>
          </a:p>
          <a:p>
            <a:r>
              <a:rPr lang="en-US" dirty="0"/>
              <a:t>   _</a:t>
            </a:r>
            <a:r>
              <a:rPr lang="en-US" dirty="0" err="1"/>
              <a:t>build_matrices</a:t>
            </a:r>
            <a:r>
              <a:rPr lang="en-US" dirty="0"/>
              <a:t> → _</a:t>
            </a:r>
            <a:r>
              <a:rPr lang="en-US" dirty="0" err="1"/>
              <a:t>recover_params</a:t>
            </a:r>
            <a:r>
              <a:rPr lang="en-US" dirty="0"/>
              <a:t> → </a:t>
            </a:r>
            <a:r>
              <a:rPr lang="en-US" dirty="0" err="1"/>
              <a:t>log_params</a:t>
            </a:r>
            <a:r>
              <a:rPr lang="en-US" dirty="0"/>
              <a:t> (the single trainable </a:t>
            </a:r>
            <a:r>
              <a:rPr lang="en-US" dirty="0" err="1"/>
              <a:t>nn.Parameter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Gradient flows back through the RK4 simulation (full BPTT over 4000 steps per segment)</a:t>
            </a:r>
          </a:p>
          <a:p>
            <a:r>
              <a:rPr lang="en-US" dirty="0"/>
              <a:t>   to </a:t>
            </a:r>
            <a:r>
              <a:rPr lang="en-US" dirty="0" err="1"/>
              <a:t>log_params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Looks at MSE but also looks at how the develops over multiple…</a:t>
            </a:r>
          </a:p>
          <a:p>
            <a:r>
              <a:rPr lang="en-US" dirty="0"/>
              <a:t>Val for tuning learning rate… --&gt;&gt; </a:t>
            </a:r>
            <a:r>
              <a:rPr lang="en-US" dirty="0" err="1"/>
              <a:t>stratisfied</a:t>
            </a:r>
            <a:r>
              <a:rPr lang="en-US" dirty="0"/>
              <a:t> sampling </a:t>
            </a:r>
            <a:r>
              <a:rPr lang="en-US" dirty="0" err="1"/>
              <a:t>balab</a:t>
            </a:r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2082A-3DD7-41C8-8A72-DE74927655EE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928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D0F4-3E77-00C5-5505-639A5802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4C592-BD33-2EB3-F5D3-E06E7C46A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365EA-03C7-651F-D59E-61F908DA5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90D95-E59B-768F-2E38-4EBC4F74B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6545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B3F9-7440-5339-FD87-EB0950CE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5E0FF-6698-2CBC-0771-AC433F2DE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0A5E1-B11C-B4C4-FF64-96D4197F4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2354F-E6EA-46AB-EB0F-580034DE3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4351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9B62-59C9-0059-BFF1-9937E6A4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F5B4C-64E5-518A-0F5E-2B573ACE2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F62F-6390-5331-52B5-6363DF7E0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BB403-4356-CBB5-AB70-490696172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8048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Grouping logic:</a:t>
            </a:r>
            <a:br>
              <a:rPr lang="en-US" dirty="0"/>
            </a:br>
            <a:r>
              <a:rPr lang="en-US" dirty="0"/>
              <a:t> - T1 + T6 pair: Same Y displacement, very different dynamics ratio — needed to separate friction (cy) from inertia (</a:t>
            </a:r>
            <a:r>
              <a:rPr lang="en-US" dirty="0" err="1"/>
              <a:t>mh</a:t>
            </a:r>
            <a:r>
              <a:rPr lang="en-US" dirty="0"/>
              <a:t>).</a:t>
            </a:r>
          </a:p>
          <a:p>
            <a:r>
              <a:rPr lang="en-US" dirty="0"/>
              <a:t>  - T2 + T3 pair: Same X motion, different Y position — needed to isolate </a:t>
            </a:r>
            <a:r>
              <a:rPr lang="en-US" dirty="0" err="1"/>
              <a:t>mh</a:t>
            </a:r>
            <a:r>
              <a:rPr lang="en-US" dirty="0"/>
              <a:t> from total translational mass.</a:t>
            </a:r>
          </a:p>
          <a:p>
            <a:r>
              <a:rPr lang="en-US" dirty="0"/>
              <a:t>  - T4 is the only trajectory exciting the joint stiffness kb1+kb2 (via differential X motion creating cross-arm rotation).</a:t>
            </a:r>
          </a:p>
          <a:p>
            <a:r>
              <a:rPr lang="en-US" dirty="0"/>
              <a:t>  - T5 provides a continuous sweep of the scheduling variable Y(t), giving the full M1 coupling range in one shot.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5686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theta is defined, difference </a:t>
            </a:r>
          </a:p>
          <a:p>
            <a:r>
              <a:rPr lang="en-US" dirty="0"/>
              <a:t>Max formula was 72 mm 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5130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5673-331A-0EA5-FFA8-8C19AAE1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F85AF-B483-7EB6-2A64-9CD02ECB4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5640A-9B6C-C5B8-8CD9-67787714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theta is defined, difference </a:t>
            </a:r>
          </a:p>
          <a:p>
            <a:r>
              <a:rPr lang="en-US" dirty="0"/>
              <a:t>Max formula was 72 mm 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4D253-BA99-57D1-347A-81F87CB17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9784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Overal</a:t>
            </a:r>
            <a:r>
              <a:rPr lang="en-US" dirty="0"/>
              <a:t> result is worse, but parameter recovery overall is better. But that’s mainly due to before one trajectory</a:t>
            </a:r>
          </a:p>
          <a:p>
            <a:r>
              <a:rPr lang="en-US" dirty="0"/>
              <a:t>Don’t clearly show per channel (X1, X2, and Y) currently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0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9EFF-44C6-ABE0-DEB8-0909C438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5BD-C963-C6C5-2A80-DABF77C8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42B62-3903-370B-86B7-CCA034C80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0D84-419D-6F16-43FB-307D8E6E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288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026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ED8E0-8599-4E4E-B1FF-048908CF2F16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3815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8924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737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C88D-56BB-F034-78E1-D15A6DFD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B85CC-CBBB-5125-946F-8DE787059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753285-6B6C-6B48-4D66-431762893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753285-6B6C-6B48-4D66-431762893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5E149-5301-4763-AA84-0A2247148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3331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320C9-DF18-41C7-2B5B-4756A70A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69379-5DB4-C011-C4A8-679B2F7D0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415E0AD-BD24-3612-AB77-21143937F2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415E0AD-BD24-3612-AB77-21143937F2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D8596-9E83-6147-7EE5-9B4FD16E6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5659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19/04/2026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LPV-LFR</a:t>
            </a:r>
          </a:p>
          <a:p>
            <a:r>
              <a:rPr lang="en-US" dirty="0"/>
              <a:t>Augmentation simulation</a:t>
            </a:r>
          </a:p>
          <a:p>
            <a:pPr lvl="1"/>
            <a:r>
              <a:rPr lang="en-US" dirty="0"/>
              <a:t>Parameter recovery</a:t>
            </a:r>
          </a:p>
          <a:p>
            <a:pPr lvl="1"/>
            <a:r>
              <a:rPr lang="en-US" dirty="0"/>
              <a:t>Additional state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C42-DF06-5793-A11F-069B10DD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BFDA-DC9D-233B-9E07-DB2391D5E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Simulation – Parameter recovery</a:t>
            </a:r>
          </a:p>
          <a:p>
            <a:r>
              <a:rPr lang="en-US" dirty="0"/>
              <a:t>Trajectory</a:t>
            </a:r>
          </a:p>
          <a:p>
            <a:r>
              <a:rPr lang="en-US" dirty="0"/>
              <a:t>Stratified random sampling</a:t>
            </a:r>
          </a:p>
          <a:p>
            <a:r>
              <a:rPr lang="en-US" dirty="0"/>
              <a:t>Batching</a:t>
            </a:r>
          </a:p>
          <a:p>
            <a:r>
              <a:rPr lang="en-US" dirty="0"/>
              <a:t>Gradient</a:t>
            </a:r>
          </a:p>
        </p:txBody>
      </p:sp>
    </p:spTree>
    <p:extLst>
      <p:ext uri="{BB962C8B-B14F-4D97-AF65-F5344CB8AC3E}">
        <p14:creationId xmlns:p14="http://schemas.microsoft.com/office/powerpoint/2010/main" val="184427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92B059-0169-24A2-3618-317913AC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" y="1243329"/>
            <a:ext cx="11489787" cy="5614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1B077-15BA-B2B8-552B-1D7EBDD5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36AD3-CC96-AFBF-DC0C-7351EF0098F4}"/>
              </a:ext>
            </a:extLst>
          </p:cNvPr>
          <p:cNvSpPr/>
          <p:nvPr/>
        </p:nvSpPr>
        <p:spPr>
          <a:xfrm>
            <a:off x="5645951" y="1243329"/>
            <a:ext cx="2047009" cy="1939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212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6449-6FC5-55A6-DFC4-E01FEF60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random sampling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87B7-553D-94F8-9719-3350EC86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total trajectory is too long (35001 steps) to </a:t>
            </a:r>
            <a:r>
              <a:rPr lang="en-US"/>
              <a:t>train in one </a:t>
            </a:r>
            <a:r>
              <a:rPr lang="en-US" dirty="0"/>
              <a:t>pass </a:t>
            </a:r>
            <a:r>
              <a:rPr lang="en-US" dirty="0">
                <a:sym typeface="Wingdings" panose="05000000000000000000" pitchFamily="2" charset="2"/>
              </a:rPr>
              <a:t> solution: split it into segments</a:t>
            </a:r>
            <a:r>
              <a:rPr lang="en-US" dirty="0"/>
              <a:t> (8 × 4000 per epoch)</a:t>
            </a:r>
          </a:p>
          <a:p>
            <a:pPr lvl="1"/>
            <a:r>
              <a:rPr lang="en-US" dirty="0"/>
              <a:t>Divided into 4375 × 8 separate parts, but per epoch only 4000</a:t>
            </a:r>
          </a:p>
          <a:p>
            <a:pPr lvl="2"/>
            <a:r>
              <a:rPr lang="en-US" dirty="0"/>
              <a:t>This allows to have different starting positions, don’t see the same segment every epoch</a:t>
            </a:r>
          </a:p>
          <a:p>
            <a:r>
              <a:rPr lang="en-US" dirty="0"/>
              <a:t>Stratified guarantees every part of the trajectory is seen every epoch over pure random</a:t>
            </a:r>
          </a:p>
        </p:txBody>
      </p:sp>
    </p:spTree>
    <p:extLst>
      <p:ext uri="{BB962C8B-B14F-4D97-AF65-F5344CB8AC3E}">
        <p14:creationId xmlns:p14="http://schemas.microsoft.com/office/powerpoint/2010/main" val="231744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73C2-7D74-3E36-A2E7-0EB1868C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BE73-9260-3F7E-37C6-18EEA5163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shooting</a:t>
            </a:r>
          </a:p>
          <a:p>
            <a:pPr lvl="1"/>
            <a:r>
              <a:rPr lang="en-US" dirty="0"/>
              <a:t>Batch: each epoch processes all n=8 segments simulated in parallel</a:t>
            </a:r>
          </a:p>
          <a:p>
            <a:r>
              <a:rPr lang="en-US" dirty="0"/>
              <a:t>Each segment starts from a precomputed state (position + velocity from data)</a:t>
            </a:r>
          </a:p>
          <a:p>
            <a:pPr lvl="1"/>
            <a:r>
              <a:rPr lang="en-US" dirty="0"/>
              <a:t>Positions are taken directly from q1 (measured). Velocities are not measured they are computed via central differences</a:t>
            </a:r>
          </a:p>
        </p:txBody>
      </p:sp>
    </p:spTree>
    <p:extLst>
      <p:ext uri="{BB962C8B-B14F-4D97-AF65-F5344CB8AC3E}">
        <p14:creationId xmlns:p14="http://schemas.microsoft.com/office/powerpoint/2010/main" val="37035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E11B-D567-9134-8034-4E1A45AE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9F0F-A55C-D5E4-57CB-4FD0E894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pPr lvl="1"/>
            <a:r>
              <a:rPr lang="en-US" dirty="0"/>
              <a:t>Loss = MSE(predicted positions, measured positions)</a:t>
            </a:r>
          </a:p>
          <a:p>
            <a:pPr lvl="1"/>
            <a:r>
              <a:rPr lang="en-US" dirty="0"/>
              <a:t>All 8 segments contribute</a:t>
            </a:r>
            <a:r>
              <a:rPr lang="en-US"/>
              <a:t>, averaged </a:t>
            </a:r>
            <a:r>
              <a:rPr lang="en-US" dirty="0"/>
              <a:t>before parameter updating</a:t>
            </a:r>
          </a:p>
          <a:p>
            <a:r>
              <a:rPr lang="en-US" dirty="0"/>
              <a:t>Adam optimizer</a:t>
            </a:r>
          </a:p>
          <a:p>
            <a:pPr lvl="1"/>
            <a:r>
              <a:rPr lang="en-US" dirty="0"/>
              <a:t>Adam optimizes over the 13 parameters in log space (to guarantee M(Y) is invertible because all parameters &gt; 0 )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2DC4A-E809-69B5-3B2E-80EBD7923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216" y="2538608"/>
            <a:ext cx="3254022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2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4F0C-C190-6722-9AB7-9CD6764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detuning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CDC9C-D074-D42B-C009-88D41D17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30975" cy="4351338"/>
          </a:xfrm>
        </p:spPr>
        <p:txBody>
          <a:bodyPr/>
          <a:lstStyle/>
          <a:p>
            <a:r>
              <a:rPr lang="en-US" dirty="0"/>
              <a:t>Detuned all parameters with 10 percent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F0F909-01A6-D5F6-9B5C-BE35392A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49" y="1652826"/>
            <a:ext cx="8101822" cy="48400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E772C0-70F7-B6B0-658B-A165915E8965}"/>
              </a:ext>
            </a:extLst>
          </p:cNvPr>
          <p:cNvSpPr/>
          <p:nvPr/>
        </p:nvSpPr>
        <p:spPr>
          <a:xfrm>
            <a:off x="8333773" y="1690688"/>
            <a:ext cx="1122744" cy="47101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327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2358-769B-F9AC-0F7F-60E8BDA7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- Previous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BE051-A589-EF44-6D1A-2AE36A891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Collapsed the separate block structure with constant G matrix and varying delta block</a:t>
            </a:r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A27827B-8E1D-648A-C1CE-E5E4E4D6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04" r="11481"/>
          <a:stretch>
            <a:fillRect/>
          </a:stretch>
        </p:blipFill>
        <p:spPr>
          <a:xfrm>
            <a:off x="7319557" y="2489861"/>
            <a:ext cx="4329211" cy="400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16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8DA30-D586-A0BB-1AF7-64D86EA1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209C31-5844-45A8-66CD-AB951232AF22}"/>
              </a:ext>
            </a:extLst>
          </p:cNvPr>
          <p:cNvCxnSpPr/>
          <p:nvPr/>
        </p:nvCxnSpPr>
        <p:spPr>
          <a:xfrm flipV="1">
            <a:off x="5586761" y="1992631"/>
            <a:ext cx="0" cy="4285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707EA4-39D1-E82F-AEEB-48E4670B53B8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3042B9-2414-ADA0-FE96-3C46E02B15F0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8D3237-0EB0-00FD-2BC4-E512AA0484D0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524721-83DE-5E10-A096-5535A3AD53A7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F83197-07A8-68D7-E247-438129EAC491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4ACF36-D8E8-CF20-F149-36B7FF7F88D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38BFF7-6E2A-161D-D50C-BF83100F1169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62A802-9163-4F3A-E357-A0DD3A1BFCC9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518AAC-42FF-73AD-84CD-E8798A665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44831F7-324C-9E1D-8C5F-E5E5A8470630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14899DD-442F-1A17-F5AF-C980AE47D838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4B8629-C11D-D556-CB03-2DD51471F40F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B4A65D-46F4-41ED-0C59-5468A366E8D4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16C5768-FB0F-C0D7-53A8-6FC91DDC6D74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19104F5-70E5-E7D5-8F09-5DD3342D5F4B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CB62814-8BB9-F183-BC22-124C68CD5154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A9F8D1B-6059-2730-49F3-C8DA958ECFF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871289-9EA0-2324-D13D-B6E0203D4A2B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42DCCE-9B6B-F437-10D2-25FFA72FC194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7B89FA-A4E2-8462-E907-95B4ADE4A9F8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C236062-FAB8-AEE0-E9E4-7BD14D09D5EA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C347AFD-7B2E-AD06-B6A2-50479306BDAC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CB95FB-6956-0B77-9B74-AA99FFE3A55D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9E624D5-295F-59B9-8AEF-C129EBD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CE92E2-41B2-A90F-7E05-97B153FFFBDB}"/>
              </a:ext>
            </a:extLst>
          </p:cNvPr>
          <p:cNvCxnSpPr>
            <a:stCxn id="43" idx="3"/>
          </p:cNvCxnSpPr>
          <p:nvPr/>
        </p:nvCxnSpPr>
        <p:spPr>
          <a:xfrm>
            <a:off x="2014331" y="6234947"/>
            <a:ext cx="3561279" cy="32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541EAA-F1BF-56B8-7CCD-0E7DB12F4D90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C904C-A701-E8EF-B266-BF65A2A46308}"/>
              </a:ext>
            </a:extLst>
          </p:cNvPr>
          <p:cNvSpPr txBox="1"/>
          <p:nvPr/>
        </p:nvSpPr>
        <p:spPr>
          <a:xfrm>
            <a:off x="6791160" y="4822064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X0 = </a:t>
            </a:r>
            <a:r>
              <a:rPr lang="en-NL" sz="2400" dirty="0"/>
              <a:t>[0, 0, 0.3, 0, 0, 0]</a:t>
            </a:r>
          </a:p>
        </p:txBody>
      </p:sp>
    </p:spTree>
    <p:extLst>
      <p:ext uri="{BB962C8B-B14F-4D97-AF65-F5344CB8AC3E}">
        <p14:creationId xmlns:p14="http://schemas.microsoft.com/office/powerpoint/2010/main" val="5057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DB43-82E1-CCB0-A29E-E1C0A47F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CAD6FD-66D6-919C-69E5-AF18B7A92AAA}"/>
              </a:ext>
            </a:extLst>
          </p:cNvPr>
          <p:cNvCxnSpPr/>
          <p:nvPr/>
        </p:nvCxnSpPr>
        <p:spPr>
          <a:xfrm flipV="1">
            <a:off x="5586761" y="1992631"/>
            <a:ext cx="0" cy="4285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6C8694D-CC62-65DE-3F6A-C0031024882E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DE62A7-4A95-7610-0ACF-F6CAA7577FC5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754EAC-D5C6-9E52-0F05-A0E760FA41A0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FF8509-3879-5547-9511-AD8799335685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96E448-5609-AF00-3A51-3CF4116A00C8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05FF48-9AFB-6D3B-E01F-7CC5D99866FB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87287F-E102-017B-41DE-AA0462EA4EBF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8B14E8-CEEF-E090-7389-887A846E2EFC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32665F3-C73C-D116-EC0A-02AFD8AF8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C5471E4-6918-10D8-4A77-37579A9CD6FB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161AFB-2A1A-D224-6BFF-C5AC6FC47768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E38FDC-8316-8809-AB4D-10FEE2060A94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E822AF-3379-0D05-BB01-4BFE2F088A48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542A38-2E95-1DE6-B2F6-2843ABAC28D0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26F6FBA-47A7-6FB1-271B-C8CBC5D4F651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907D43-CD2B-8E11-005D-4386ADD7ADE4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9200AF4-E525-6FFA-D733-B788FD503655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E5BF83-5018-EFC8-FF89-046683B7069F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09FD47-603E-A8FF-CDE4-39302B55BC90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30145E8-7C64-87F1-BE32-A1EC425FBA0F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C662EB4-77E6-5D78-B4C9-0760E0361BB5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52A46AB-FDC3-9C0E-3DED-8B0B05650167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697179-80A2-33F3-5C98-03D247EDE2E4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5F68F12A-6F05-2259-06AF-B1F9EBEBB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22AA71-8E82-DEA8-9B7C-89545953E139}"/>
              </a:ext>
            </a:extLst>
          </p:cNvPr>
          <p:cNvCxnSpPr>
            <a:stCxn id="43" idx="3"/>
          </p:cNvCxnSpPr>
          <p:nvPr/>
        </p:nvCxnSpPr>
        <p:spPr>
          <a:xfrm>
            <a:off x="2014331" y="6234947"/>
            <a:ext cx="3561279" cy="32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1AA9C44-0F77-0460-1A6E-9E0D71DD71BB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563DB-4B62-3D10-DDFA-F74093347707}"/>
              </a:ext>
            </a:extLst>
          </p:cNvPr>
          <p:cNvSpPr txBox="1"/>
          <p:nvPr/>
        </p:nvSpPr>
        <p:spPr>
          <a:xfrm>
            <a:off x="6791160" y="4822064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X0 = </a:t>
            </a:r>
            <a:r>
              <a:rPr lang="en-NL" sz="2400" dirty="0"/>
              <a:t>[0, 0, 0.3, 0, 0, 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70CD43-0DBF-51FF-96B3-5C990BD681C6}"/>
              </a:ext>
            </a:extLst>
          </p:cNvPr>
          <p:cNvSpPr/>
          <p:nvPr/>
        </p:nvSpPr>
        <p:spPr>
          <a:xfrm>
            <a:off x="939743" y="2861308"/>
            <a:ext cx="3045514" cy="15802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6065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68F2-430D-CD3F-3774-DB23186D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C5EFC1-A700-505E-CB83-D2B7E390E1D2}"/>
              </a:ext>
            </a:extLst>
          </p:cNvPr>
          <p:cNvCxnSpPr/>
          <p:nvPr/>
        </p:nvCxnSpPr>
        <p:spPr>
          <a:xfrm flipV="1">
            <a:off x="5586761" y="1992631"/>
            <a:ext cx="0" cy="4285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228D179-D607-01FF-211E-83BAF16B200A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6287F4-280E-503D-F3FF-BC8F18DCF7A2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73CB72-0ECA-35C0-1041-AB7AEF673DEF}"/>
                </a:ext>
              </a:extLst>
            </p:cNvPr>
            <p:cNvSpPr txBox="1"/>
            <p:nvPr/>
          </p:nvSpPr>
          <p:spPr>
            <a:xfrm>
              <a:off x="1211342" y="1614964"/>
              <a:ext cx="164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u_transformed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A5012D-848D-A9BA-DEF0-C5CB34018299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065A01-711A-38C9-66B3-76E55AE07774}"/>
                </a:ext>
              </a:extLst>
            </p:cNvPr>
            <p:cNvSpPr txBox="1"/>
            <p:nvPr/>
          </p:nvSpPr>
          <p:spPr>
            <a:xfrm>
              <a:off x="5124212" y="1614964"/>
              <a:ext cx="2663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X, Y, Physical parameters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BCFD53-E794-C2D2-DD75-60D042FA3149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1748638" y="872252"/>
              <a:ext cx="0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DC96D1-F27C-1988-AFA8-E843F8B166FA}"/>
                </a:ext>
              </a:extLst>
            </p:cNvPr>
            <p:cNvCxnSpPr>
              <a:cxnSpLocks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D1F467E-1527-5CE6-A60D-BE7B5145F416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DBA2A0-D067-E57B-6697-F4C2D430A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7109288-8EF3-6A64-1372-25C43AD04D2C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8DA464-F3D4-AD6D-9F74-28FFA7EA5D83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07D65A-F0AC-1639-BF6C-EC7A5F4BC1DE}"/>
                </a:ext>
              </a:extLst>
            </p:cNvPr>
            <p:cNvSpPr txBox="1"/>
            <p:nvPr/>
          </p:nvSpPr>
          <p:spPr>
            <a:xfrm>
              <a:off x="2308309" y="4889778"/>
              <a:ext cx="644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539C0A-0D04-0CD8-1B0F-255DCDBE8F03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5891440-A242-CED5-18EC-58A224E881A9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47AA94-67B3-D330-08E3-97B337568A2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BA5D39A-05D3-0A24-0F2C-4910B8F03E8A}"/>
                </a:ext>
              </a:extLst>
            </p:cNvPr>
            <p:cNvCxnSpPr>
              <a:stCxn id="27" idx="0"/>
            </p:cNvCxnSpPr>
            <p:nvPr/>
          </p:nvCxnSpPr>
          <p:spPr>
            <a:xfrm flipH="1" flipV="1">
              <a:off x="2615990" y="4274820"/>
              <a:ext cx="14683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1933BF0-A6CE-601B-041E-9C224D67B470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EF60695-7C3D-120A-68E5-B1E095EAEB12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6F78F4E-A38B-8B4E-7BC0-22E53A6E8786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F4064B-7B01-0B76-1611-FE099B7AF22D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0A835B2-3C0B-78DB-79CE-A82B1E69CBE2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4684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4C5527C-7CF6-2924-2F0D-F6206B65B38E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06606A-A7DA-01DF-5BDA-329F7A4356F8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0FE0BCF5-DD17-403A-2619-93A965E77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9CE368-C8DA-E85B-2F3F-08DD15F59B2A}"/>
              </a:ext>
            </a:extLst>
          </p:cNvPr>
          <p:cNvCxnSpPr>
            <a:stCxn id="43" idx="3"/>
          </p:cNvCxnSpPr>
          <p:nvPr/>
        </p:nvCxnSpPr>
        <p:spPr>
          <a:xfrm>
            <a:off x="2014331" y="6234947"/>
            <a:ext cx="3561279" cy="320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73F689-8ECF-E99F-3231-BE377542B58F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7FDD0-7948-3728-5E3E-E62032452993}"/>
              </a:ext>
            </a:extLst>
          </p:cNvPr>
          <p:cNvSpPr txBox="1"/>
          <p:nvPr/>
        </p:nvSpPr>
        <p:spPr>
          <a:xfrm>
            <a:off x="6791160" y="4822064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X0 = </a:t>
            </a:r>
            <a:r>
              <a:rPr lang="en-NL" sz="2400" dirty="0"/>
              <a:t>[0, 0, 0.3, 0, 0, 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84D07-BE2F-6F4C-9AD5-F6AA51ECF898}"/>
              </a:ext>
            </a:extLst>
          </p:cNvPr>
          <p:cNvSpPr/>
          <p:nvPr/>
        </p:nvSpPr>
        <p:spPr>
          <a:xfrm>
            <a:off x="1248625" y="3675580"/>
            <a:ext cx="2360787" cy="4557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6602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67B9-B24C-557E-5E51-5CA2C2419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9FDE3-E0DD-F0C2-32F5-C3073D1CC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F00A2-5DF3-18D5-44FE-E620BF679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40" y="1289028"/>
            <a:ext cx="9177180" cy="542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69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44805-D312-A169-7EAC-7E2C08FD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3B8DA-2992-E3D8-5F7A-56CEC4633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Inverting the I-</a:t>
            </a:r>
            <a:r>
              <a:rPr lang="en-US" dirty="0" err="1"/>
              <a:t>Dzw</a:t>
            </a:r>
            <a:r>
              <a:rPr lang="en-US" dirty="0"/>
              <a:t>*delta(Y)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F4D86-1D89-115C-CDBD-B6E7685AE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04" y="2965300"/>
            <a:ext cx="8523228" cy="92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0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A4BE-6CAE-EB9B-AF87-2EC88314A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EE6EF8-B748-AFD0-E56E-D638428A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904" y="2965300"/>
            <a:ext cx="8523228" cy="927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55DD75-34BF-2A4C-EF78-271F8976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576A-C569-C10D-BBBF-832C81F5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Inverting the I-</a:t>
            </a:r>
            <a:r>
              <a:rPr lang="en-US" dirty="0" err="1"/>
              <a:t>Dzw</a:t>
            </a:r>
            <a:r>
              <a:rPr lang="en-US" dirty="0"/>
              <a:t>*delta(Y)</a:t>
            </a:r>
          </a:p>
          <a:p>
            <a:r>
              <a:rPr lang="en-US" dirty="0"/>
              <a:t>Now z and w can be expressed</a:t>
            </a:r>
          </a:p>
          <a:p>
            <a:pPr lvl="1"/>
            <a:r>
              <a:rPr lang="en-US" dirty="0"/>
              <a:t>And now can construct constant G block and scheduling delta block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95501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CF74-E470-1823-5D6C-F09B9948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EF0D4-604D-6F5D-A939-FFB33DFB9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079F260-C298-B0C9-8960-A63A48124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04" r="11481"/>
          <a:stretch>
            <a:fillRect/>
          </a:stretch>
        </p:blipFill>
        <p:spPr>
          <a:xfrm>
            <a:off x="2484798" y="365125"/>
            <a:ext cx="6711753" cy="620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92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A567-F232-68C2-1596-F4E6349F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- Multiple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AAFC-9119-B0C1-D181-2BE81790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use the force inputs, how do I use this for specific trajectories?</a:t>
            </a:r>
          </a:p>
          <a:p>
            <a:r>
              <a:rPr lang="en-US" dirty="0"/>
              <a:t>I only use the initial Y position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08657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6471-80CA-04CF-98C5-5E5C9D0D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Multiple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0E5C-2ADA-45F9-9730-4E1A4615F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3201E-36C7-887A-1A22-BB27D15DC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7" y="1941372"/>
            <a:ext cx="11431003" cy="33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75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E6C6CF-3AB2-2D60-AD61-D6536DEF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D04F-331E-7AC2-AF94-ECE7A8B2E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Multiple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9CC9B-1ACB-7323-9E33-C07B9313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E4613-CD2B-E133-B592-0D4C3209E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13" y="2091372"/>
            <a:ext cx="11218087" cy="267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6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452AB3-9A35-23A3-8E4C-F544230F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DEC3F-AE76-159D-6824-3F08EE76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Multiple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405D-5E53-DF95-B387-61871C1FB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0F783-AA81-57BD-27DC-464DAF50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3" y="2091372"/>
            <a:ext cx="11218087" cy="26752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B82C06-62EB-96A9-E038-3E02D18E66F7}"/>
              </a:ext>
            </a:extLst>
          </p:cNvPr>
          <p:cNvSpPr/>
          <p:nvPr/>
        </p:nvSpPr>
        <p:spPr>
          <a:xfrm>
            <a:off x="370840" y="2574464"/>
            <a:ext cx="108661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0672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EBA4-82AA-28E1-0C3E-23B039A4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58E6C-6CD3-2B39-A396-D8FF87E79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5F65A9-1582-788E-A447-60F238F7B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5" y="1825625"/>
            <a:ext cx="11438245" cy="19730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11A604-B6BC-2538-B6C7-F6C1DCDBF009}"/>
              </a:ext>
            </a:extLst>
          </p:cNvPr>
          <p:cNvSpPr/>
          <p:nvPr/>
        </p:nvSpPr>
        <p:spPr>
          <a:xfrm>
            <a:off x="3596640" y="2625264"/>
            <a:ext cx="9347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BB2C3F-6C74-C5DC-3549-9C7813A8A4E7}"/>
              </a:ext>
            </a:extLst>
          </p:cNvPr>
          <p:cNvSpPr/>
          <p:nvPr/>
        </p:nvSpPr>
        <p:spPr>
          <a:xfrm>
            <a:off x="7843520" y="1938368"/>
            <a:ext cx="9347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F24633-4F04-86BC-08D0-E425DC8EDDEB}"/>
              </a:ext>
            </a:extLst>
          </p:cNvPr>
          <p:cNvSpPr/>
          <p:nvPr/>
        </p:nvSpPr>
        <p:spPr>
          <a:xfrm>
            <a:off x="9045565" y="2625264"/>
            <a:ext cx="9347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80333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4482E6-16B4-C425-6775-CC76C768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D477-7671-74BE-8951-5BA2FD90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ECF67-D1EF-2D4C-B5F2-1402FD8C5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BA20D-9435-26EE-12BE-02D5E42E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3" y="2091372"/>
            <a:ext cx="11218087" cy="267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24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D2CF73-5551-0E7E-83C7-595E6831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9E57-819E-33FF-B6E5-805D61C5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01ECA-B8EF-18D0-2A02-D5C99EDED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90EDB-C804-BBC3-8890-7C8E72B7D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3" y="2091372"/>
            <a:ext cx="11218087" cy="26752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4E380C-CE48-56EF-477F-FBB55D9EEDEA}"/>
              </a:ext>
            </a:extLst>
          </p:cNvPr>
          <p:cNvSpPr/>
          <p:nvPr/>
        </p:nvSpPr>
        <p:spPr>
          <a:xfrm>
            <a:off x="311696" y="3214544"/>
            <a:ext cx="108661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52054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FF7D59-EF74-0BCD-0556-62595ECA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4FB8-8C92-DFE6-4AD0-911935E6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84715-70B0-99EE-5998-7BE752613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C4583-3B3F-1F14-AEA6-6CE584F4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5" y="1825625"/>
            <a:ext cx="11438245" cy="19730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93DF83-7C85-F51A-60E2-24A06C091F22}"/>
              </a:ext>
            </a:extLst>
          </p:cNvPr>
          <p:cNvSpPr/>
          <p:nvPr/>
        </p:nvSpPr>
        <p:spPr>
          <a:xfrm>
            <a:off x="1615440" y="1911872"/>
            <a:ext cx="282448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A1D0DA-AFA7-6B46-B0B5-017B2E7BEC70}"/>
              </a:ext>
            </a:extLst>
          </p:cNvPr>
          <p:cNvSpPr/>
          <p:nvPr/>
        </p:nvSpPr>
        <p:spPr>
          <a:xfrm>
            <a:off x="7843520" y="1938368"/>
            <a:ext cx="9347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09B76B-A8B0-BEC9-062F-38438544D0E5}"/>
              </a:ext>
            </a:extLst>
          </p:cNvPr>
          <p:cNvSpPr/>
          <p:nvPr/>
        </p:nvSpPr>
        <p:spPr>
          <a:xfrm>
            <a:off x="9045565" y="2625264"/>
            <a:ext cx="934720" cy="68689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488220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E2B4-41AA-112D-9AE5-C77E1504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Diagnosis segment length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A4631-1A5B-89F8-77E9-DCAD702F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8C175-2E18-FE5F-F89C-955BD69D0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411"/>
          <a:stretch>
            <a:fillRect/>
          </a:stretch>
        </p:blipFill>
        <p:spPr>
          <a:xfrm>
            <a:off x="1762961" y="1690688"/>
            <a:ext cx="8225990" cy="47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74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7D7C-1219-7326-ED1B-B6EF96D35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8CE9-517E-FBCE-C65C-8898FCC6C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A8528-52FA-D057-2E84-26140FA6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095" y="1725782"/>
            <a:ext cx="4503810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89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F82E-AB8C-B4A1-C60E-5FD80C92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Channel 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59EF-F7CC-CBCA-AF4A-18B5BA1D1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Sigma: per-channel std of X1, X2, Y pooled over all 6 trajectories</a:t>
            </a:r>
          </a:p>
          <a:p>
            <a:r>
              <a:rPr lang="en-US" dirty="0"/>
              <a:t>Loss: MSE((q1_sim − q1_meas) / σ), normalizing X1, X2, Y to equal weight</a:t>
            </a:r>
          </a:p>
          <a:p>
            <a:endParaRPr lang="en-US" dirty="0"/>
          </a:p>
          <a:p>
            <a:r>
              <a:rPr lang="en-US" dirty="0"/>
              <a:t>(q1 is the measured stage positions)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77841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AB35-6211-7F79-EDFF-7EAC8F13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-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7B56-BF87-E9A7-BBCC-12E644ED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7213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67A6-00AC-4914-60CC-668D6D18E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615E-608C-FD84-F3B4-7108A98D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5DF4E-DDDA-8E87-ECA1-3E819116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503"/>
            <a:ext cx="12192000" cy="59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8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FC40F-1A28-14FC-F78D-D5DFA689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ABB91-719B-09B1-470B-995E033CE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BA4C5-2C1B-D829-C4FE-C71A294F9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20" y="365125"/>
            <a:ext cx="11411551" cy="557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46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233C-45BA-0F28-5CBB-C7AC223F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18B6-741E-0CCA-6E29-04436AF7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9D42B-3957-E68C-CEE9-2E270AE2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742" y="824491"/>
            <a:ext cx="7376515" cy="535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53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7677-7931-2D03-7BAB-31B2A39C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- Conclusion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23B68-4B12-AFEA-1194-BD8C78253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recovery improved: earlier only Y-sweep didn’t “expose” all the parameters</a:t>
            </a:r>
          </a:p>
          <a:p>
            <a:r>
              <a:rPr lang="en-US" dirty="0" err="1"/>
              <a:t>Overal</a:t>
            </a:r>
            <a:r>
              <a:rPr lang="en-US" dirty="0"/>
              <a:t> RMSE is worse and not yet in acceptable range</a:t>
            </a:r>
          </a:p>
          <a:p>
            <a:pPr lvl="1"/>
            <a:r>
              <a:rPr lang="en-US" dirty="0"/>
              <a:t>Worse compared to single trajectory, but not fair comparison due to overfitting</a:t>
            </a:r>
          </a:p>
          <a:p>
            <a:r>
              <a:rPr lang="en-US"/>
              <a:t>(Don’t </a:t>
            </a:r>
            <a:r>
              <a:rPr lang="en-US" dirty="0"/>
              <a:t>clearly show per channel (X1, X2, and Y</a:t>
            </a:r>
            <a:r>
              <a:rPr lang="en-US"/>
              <a:t>) currently)</a:t>
            </a:r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09074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B5DA-E169-6DF3-5A93-C2A2B37D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not processed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EFF7A-3F44-3D8D-3376-BC970B355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Multishoot</a:t>
            </a:r>
            <a:r>
              <a:rPr lang="en-US" dirty="0"/>
              <a:t> for parameters currently not implemented</a:t>
            </a:r>
          </a:p>
        </p:txBody>
      </p:sp>
    </p:spTree>
    <p:extLst>
      <p:ext uri="{BB962C8B-B14F-4D97-AF65-F5344CB8AC3E}">
        <p14:creationId xmlns:p14="http://schemas.microsoft.com/office/powerpoint/2010/main" val="566076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EC50-B2A4-9A37-AC0B-9CC197DC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FE67-C110-9B33-1A47-0BC1571FD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  <a:p>
            <a:r>
              <a:rPr lang="en-US" dirty="0"/>
              <a:t>Suggestion</a:t>
            </a:r>
          </a:p>
          <a:p>
            <a:r>
              <a:rPr lang="en-US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687162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07EA-5796-3E04-BBEF-89253DB5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19C9-3C74-B641-FD4C-5400E68F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F7047-491E-23DD-09F7-4D815DBD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state should not be measured directly.</a:t>
            </a:r>
          </a:p>
          <a:p>
            <a:r>
              <a:rPr lang="en-US" dirty="0"/>
              <a:t>Structurally non-absorbable by the rigid baseline</a:t>
            </a:r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r>
              <a:rPr lang="en-US" dirty="0"/>
              <a:t>Physically interpretable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7281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375A-368E-59C7-9F62-44BF5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2965-E2D5-4466-3204-E3F327F4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New state should not be measured directly.</a:t>
            </a:r>
          </a:p>
          <a:p>
            <a:pPr lvl="1"/>
            <a:r>
              <a:rPr lang="en-US" dirty="0"/>
              <a:t>Indirect visible through dynamics: We only see the effect of it / it disturbs the measured motion</a:t>
            </a:r>
          </a:p>
          <a:p>
            <a:r>
              <a:rPr lang="en-US" dirty="0"/>
              <a:t>Structurally non-absorbable by the rigid baseline </a:t>
            </a:r>
            <a:r>
              <a:rPr lang="en-US" b="1" dirty="0"/>
              <a:t>(hard to quantify)</a:t>
            </a:r>
          </a:p>
          <a:p>
            <a:pPr lvl="1"/>
            <a:r>
              <a:rPr lang="en-US" dirty="0"/>
              <a:t>The original baseline model can’t fake the effect by changing its parameter values </a:t>
            </a:r>
            <a:r>
              <a:rPr lang="en-US" dirty="0">
                <a:sym typeface="Wingdings" panose="05000000000000000000" pitchFamily="2" charset="2"/>
              </a:rPr>
              <a:t> the baseline would need to add states to imitate it </a:t>
            </a:r>
            <a:endParaRPr lang="en-US" dirty="0"/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pPr lvl="1"/>
            <a:r>
              <a:rPr lang="en-US" dirty="0"/>
              <a:t>Could be quantified before implementing augmentation: </a:t>
            </a:r>
          </a:p>
          <a:p>
            <a:pPr lvl="2"/>
            <a:r>
              <a:rPr lang="en-US" dirty="0"/>
              <a:t>Relative output contribution compared to total measured motion</a:t>
            </a:r>
          </a:p>
          <a:p>
            <a:pPr lvl="2"/>
            <a:r>
              <a:rPr lang="en-US" dirty="0"/>
              <a:t>Residual of best re-identified model after refitting the baseline parameters on data</a:t>
            </a:r>
          </a:p>
          <a:p>
            <a:r>
              <a:rPr lang="en-US" dirty="0"/>
              <a:t>Physically interpretable</a:t>
            </a:r>
          </a:p>
          <a:p>
            <a:pPr lvl="1"/>
            <a:r>
              <a:rPr lang="en-US" dirty="0"/>
              <a:t>Relevant to the gantry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90312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6D2F-FE6C-06A9-5E60-5F92DC7E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D546-7121-0FD6-8682-733A9DB0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F482-ACE6-11E4-4C5A-2A339814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Mass Spring Damper attached to payload mass (</a:t>
            </a:r>
            <a:r>
              <a:rPr lang="en-US" dirty="0" err="1"/>
              <a:t>mh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and velocity as additional states</a:t>
            </a:r>
          </a:p>
          <a:p>
            <a:pPr lvl="1"/>
            <a:r>
              <a:rPr lang="en-US" dirty="0"/>
              <a:t>Similar to Jan adding MSD</a:t>
            </a:r>
          </a:p>
          <a:p>
            <a:pPr lvl="1"/>
            <a:r>
              <a:rPr lang="en-US" dirty="0"/>
              <a:t>I can justify it with a sensor or camera</a:t>
            </a:r>
          </a:p>
        </p:txBody>
      </p:sp>
    </p:spTree>
    <p:extLst>
      <p:ext uri="{BB962C8B-B14F-4D97-AF65-F5344CB8AC3E}">
        <p14:creationId xmlns:p14="http://schemas.microsoft.com/office/powerpoint/2010/main" val="2115619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60F8-AD16-C8D9-2248-3E3FA873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4FEA-6A04-A2CA-3402-C012045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8CDBB-BD2A-6BE8-70BE-FBD809B3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66073"/>
            <a:ext cx="11240153" cy="450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44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7DD7C-FE5C-127B-3F5B-FD05C695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9861-274B-D8F0-6249-6BC3B5F7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BBDF-07AC-5D79-8743-74C881E9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18A30-7C19-9A12-BF70-15E5D88D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77647"/>
            <a:ext cx="11240153" cy="4504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B1850C-48B3-F236-ED3C-3D8D96EA1975}"/>
              </a:ext>
            </a:extLst>
          </p:cNvPr>
          <p:cNvSpPr/>
          <p:nvPr/>
        </p:nvSpPr>
        <p:spPr>
          <a:xfrm>
            <a:off x="7905508" y="1947439"/>
            <a:ext cx="2870522" cy="26129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4B36C7-7C80-2448-FF50-DE76C29530EB}"/>
              </a:ext>
            </a:extLst>
          </p:cNvPr>
          <p:cNvSpPr/>
          <p:nvPr/>
        </p:nvSpPr>
        <p:spPr>
          <a:xfrm>
            <a:off x="9073587" y="4704795"/>
            <a:ext cx="2280213" cy="1277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With p3 the position of the additional mass - not measured</a:t>
            </a:r>
            <a:endParaRPr lang="en-NL" dirty="0">
              <a:solidFill>
                <a:schemeClr val="tx1"/>
              </a:solidFill>
            </a:endParaRPr>
          </a:p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63608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9617-1386-4464-C4F6-E2458078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2762-401D-E405-A81B-1314E278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DBCD1-2092-3553-1D38-9ABFF94D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46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C97F-58F8-0DA5-BD9F-5BD22DB3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C150-D497-C032-CD60-50F21F15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0F56-8011-7FE8-60B6-5A79EA05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8A6FD-7CD4-1B5A-0750-AABC61020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8C7AD5B-A887-68C9-87FD-173E22689440}"/>
              </a:ext>
            </a:extLst>
          </p:cNvPr>
          <p:cNvGrpSpPr/>
          <p:nvPr/>
        </p:nvGrpSpPr>
        <p:grpSpPr>
          <a:xfrm rot="21112073">
            <a:off x="2512618" y="1773253"/>
            <a:ext cx="2059702" cy="1677486"/>
            <a:chOff x="7399252" y="4167670"/>
            <a:chExt cx="2059702" cy="16774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52F61E9-5C90-AB59-5F8D-5807F0ED011F}"/>
                </a:ext>
              </a:extLst>
            </p:cNvPr>
            <p:cNvGrpSpPr/>
            <p:nvPr/>
          </p:nvGrpSpPr>
          <p:grpSpPr>
            <a:xfrm>
              <a:off x="7399252" y="4170244"/>
              <a:ext cx="1645516" cy="1674912"/>
              <a:chOff x="7982725" y="1828582"/>
              <a:chExt cx="2287518" cy="192449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81A6423-307A-9E61-3DF7-88417AB86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3509" t="15263" r="6139" b="42014"/>
              <a:stretch>
                <a:fillRect/>
              </a:stretch>
            </p:blipFill>
            <p:spPr>
              <a:xfrm>
                <a:off x="7982725" y="1828582"/>
                <a:ext cx="2287518" cy="1924493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DF77A6-86DD-BD0B-34C6-BE5E50AAABE6}"/>
                  </a:ext>
                </a:extLst>
              </p:cNvPr>
              <p:cNvSpPr/>
              <p:nvPr/>
            </p:nvSpPr>
            <p:spPr>
              <a:xfrm>
                <a:off x="8052816" y="3224784"/>
                <a:ext cx="950976" cy="5253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9326E0-EF79-62DF-1CD5-9CB48416E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6634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6C8BD9A-1A88-EA2B-9836-EFE5636E9F1E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D307C22-E782-3621-3832-346A19383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0093E3-1D06-3063-6ACA-3EE2CB32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0E22869-FA04-DCD5-705F-6B1F2C2B64FF}"/>
              </a:ext>
            </a:extLst>
          </p:cNvPr>
          <p:cNvSpPr/>
          <p:nvPr/>
        </p:nvSpPr>
        <p:spPr>
          <a:xfrm>
            <a:off x="7291393" y="3815393"/>
            <a:ext cx="4850294" cy="2026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BF368-4E88-E6F9-F8C5-7F3408791008}"/>
              </a:ext>
            </a:extLst>
          </p:cNvPr>
          <p:cNvSpPr txBox="1"/>
          <p:nvPr/>
        </p:nvSpPr>
        <p:spPr>
          <a:xfrm>
            <a:off x="7306223" y="3774124"/>
            <a:ext cx="48502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br>
              <a:rPr lang="en-US" sz="2400" b="1" dirty="0"/>
            </a:br>
            <a:r>
              <a:rPr lang="en-US" sz="2400" b="1" dirty="0"/>
              <a:t>Picture is not fully accurate, we define the mass as the relative displacement from </a:t>
            </a:r>
            <a:r>
              <a:rPr lang="en-US" sz="2400" b="1" dirty="0" err="1"/>
              <a:t>mh</a:t>
            </a:r>
            <a:r>
              <a:rPr lang="en-US" sz="2400" b="1" dirty="0"/>
              <a:t> currently</a:t>
            </a:r>
          </a:p>
          <a:p>
            <a:r>
              <a:rPr lang="en-US" sz="2400" b="1" dirty="0"/>
              <a:t>Will need to add offset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F230-FD63-327C-E051-0708C67C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5168-7D93-283F-A4EE-B474A1D4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6908-BACE-41D6-67AF-1C8C7BC0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ABFE1E-42E0-3BD9-CBAA-FCE69286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04"/>
          <a:stretch>
            <a:fillRect/>
          </a:stretch>
        </p:blipFill>
        <p:spPr>
          <a:xfrm>
            <a:off x="894734" y="1458652"/>
            <a:ext cx="10402532" cy="376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88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2CCB-9342-874A-12B2-ACA4110D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F1D6-1352-E34A-6A90-D101072F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E4B-88E0-1B74-430A-E217E79C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94EC5F-051D-39B9-A059-6498B571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04"/>
          <a:stretch>
            <a:fillRect/>
          </a:stretch>
        </p:blipFill>
        <p:spPr>
          <a:xfrm>
            <a:off x="894734" y="1458652"/>
            <a:ext cx="10402532" cy="37679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990472-80FC-0248-30EF-707F4E495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92" y="4801565"/>
            <a:ext cx="7393208" cy="19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34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ED54-6CE9-481A-7784-3BF5CD63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D120-669C-AE81-7313-7849526F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1E82-D836-08E5-F699-F8539079B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1A08A-3D88-8147-E54F-B9B25B27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4" y="1458651"/>
            <a:ext cx="10402532" cy="508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58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FD8F-EB1B-1D85-2F68-F95A10BD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toolbox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632A-9D6A-D09E-CA45-C14F75B0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95639"/>
            <a:ext cx="8693426" cy="1688997"/>
          </a:xfrm>
        </p:spPr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row and 4</a:t>
            </a:r>
            <a:r>
              <a:rPr lang="en-US" baseline="30000" dirty="0"/>
              <a:t>th</a:t>
            </a:r>
            <a:r>
              <a:rPr lang="en-US" dirty="0"/>
              <a:t> column is the addition of the additional state </a:t>
            </a:r>
            <a:r>
              <a:rPr lang="en-US" dirty="0" err="1"/>
              <a:t>delta_a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F012A-3A19-007F-9437-0C50D778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589"/>
            <a:ext cx="12192000" cy="28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09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9706-5180-F55B-4494-C4B86749A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state – To do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CE98E-C2B5-C6F1-8F21-5C33A00CE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 with </a:t>
            </a:r>
            <a:r>
              <a:rPr lang="en-US" dirty="0" err="1"/>
              <a:t>simscape</a:t>
            </a:r>
            <a:r>
              <a:rPr lang="en-US" dirty="0"/>
              <a:t> model</a:t>
            </a:r>
          </a:p>
          <a:p>
            <a:r>
              <a:rPr lang="en-US" dirty="0"/>
              <a:t>Add offset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332000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to get additional information for gantry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 additional state with </a:t>
            </a:r>
            <a:r>
              <a:rPr lang="en-US" dirty="0" err="1"/>
              <a:t>simscape</a:t>
            </a:r>
            <a:endParaRPr lang="en-US" dirty="0"/>
          </a:p>
          <a:p>
            <a:r>
              <a:rPr lang="en-US" dirty="0"/>
              <a:t>Simulation ensure proper identification for parameter recovery</a:t>
            </a:r>
          </a:p>
          <a:p>
            <a:r>
              <a:rPr lang="en-US" dirty="0"/>
              <a:t>Add </a:t>
            </a:r>
            <a:r>
              <a:rPr lang="en-US" dirty="0" err="1"/>
              <a:t>multisine</a:t>
            </a:r>
            <a:r>
              <a:rPr lang="en-US" dirty="0"/>
              <a:t> for identification to the trajectories</a:t>
            </a:r>
          </a:p>
        </p:txBody>
      </p:sp>
    </p:spTree>
    <p:extLst>
      <p:ext uri="{BB962C8B-B14F-4D97-AF65-F5344CB8AC3E}">
        <p14:creationId xmlns:p14="http://schemas.microsoft.com/office/powerpoint/2010/main" val="150590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4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E0E46-2873-E998-5425-9863D40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584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7F87-FEB5-5FC6-BB96-946DDBCE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BB93-5748-3C8A-8B99-51A2433E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4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5EE40-DDBA-F593-AC80-46FBCB6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ACBF9B-6C6F-B7A7-9888-21427B4D92A3}"/>
              </a:ext>
            </a:extLst>
          </p:cNvPr>
          <p:cNvSpPr/>
          <p:nvPr/>
        </p:nvSpPr>
        <p:spPr>
          <a:xfrm>
            <a:off x="486972" y="3794235"/>
            <a:ext cx="5394251" cy="6224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18804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0154-CF69-DEDE-9D66-4F92C64B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 limits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F9CF-2722-E5AE-15BA-8CC89E1CA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77003-32BC-43E9-5ED5-4F8D098D0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82" y="1825625"/>
            <a:ext cx="6823318" cy="42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212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4D45-B6D8-732A-0495-3BD0E29E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EE6D9-C43E-4AED-1838-3B793519F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8CB4B-1241-775E-17D9-C435E0A16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902751"/>
            <a:ext cx="8893311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07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4BB16C-9CDA-2ED9-25F9-13F3630E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94F1-8EA6-6A16-7E73-90155885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BD7C-4911-E948-DFCF-6B62CDAA7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2361F-B6C4-6083-00E5-E23C92321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902751"/>
            <a:ext cx="8893311" cy="50524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4EF3E9-D255-3D14-B080-C102901EA34A}"/>
              </a:ext>
            </a:extLst>
          </p:cNvPr>
          <p:cNvSpPr/>
          <p:nvPr/>
        </p:nvSpPr>
        <p:spPr>
          <a:xfrm>
            <a:off x="1649343" y="5171768"/>
            <a:ext cx="8763017" cy="2654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371189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8DF5-A517-66E4-A452-DD4F3A5F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39640-10B4-EA92-1F30-AD3A281A5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A56C4-B94E-9800-FBA2-CC8C97B6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448" y="2773623"/>
            <a:ext cx="8817104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884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DC10-15B8-47FC-D785-F6770594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unrealistic profiles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11CBA-A26B-F75E-D12C-ECAE712FA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dirty="0" err="1"/>
              <a:t>validate_response</a:t>
            </a:r>
            <a:r>
              <a:rPr lang="en-US" dirty="0"/>
              <a:t>(q1, fs) checks the actual response against all ETEL limits (position,       </a:t>
            </a:r>
          </a:p>
          <a:p>
            <a:r>
              <a:rPr lang="en-US" dirty="0"/>
              <a:t>  velocity, per-axis acceleration, yaw differential)</a:t>
            </a:r>
          </a:p>
          <a:p>
            <a:endParaRPr lang="en-US" dirty="0"/>
          </a:p>
          <a:p>
            <a:r>
              <a:rPr lang="en-US" dirty="0"/>
              <a:t> 4. If it passes: record </a:t>
            </a:r>
            <a:r>
              <a:rPr lang="en-US" dirty="0" err="1"/>
              <a:t>amp_max</a:t>
            </a:r>
            <a:r>
              <a:rPr lang="en-US" dirty="0"/>
              <a:t> = amp, try the next higher amplitude</a:t>
            </a:r>
          </a:p>
          <a:p>
            <a:r>
              <a:rPr lang="en-US" dirty="0"/>
              <a:t>  5. If it fails: stop the sweep, </a:t>
            </a:r>
            <a:r>
              <a:rPr lang="en-US" dirty="0" err="1"/>
              <a:t>amp_max</a:t>
            </a:r>
            <a:r>
              <a:rPr lang="en-US" dirty="0"/>
              <a:t> holds the last passing value</a:t>
            </a:r>
          </a:p>
          <a:p>
            <a:r>
              <a:rPr lang="en-US" dirty="0"/>
              <a:t>  6. Run one final simulation at </a:t>
            </a:r>
            <a:r>
              <a:rPr lang="en-US" dirty="0" err="1"/>
              <a:t>amp_max</a:t>
            </a:r>
            <a:r>
              <a:rPr lang="en-US" dirty="0"/>
              <a:t> to get the clean training data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836217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84C249-D846-0F7B-7C37-2CD20442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0AE4-A968-D9BF-EF2D-B22C7333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BDAC-A18E-4AC2-8CD9-08D40040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F89C5-CFE3-4377-6EAA-A6D0F2D5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25" y="2659313"/>
            <a:ext cx="9350550" cy="15393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4370FD-0115-FA2E-66F8-5986C8017D3D}"/>
              </a:ext>
            </a:extLst>
          </p:cNvPr>
          <p:cNvSpPr/>
          <p:nvPr/>
        </p:nvSpPr>
        <p:spPr>
          <a:xfrm>
            <a:off x="1514262" y="2826327"/>
            <a:ext cx="5177484" cy="5091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ln w="76200"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49BAF-9DAF-868F-E914-7CF0D87E8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172" y="2198978"/>
            <a:ext cx="5654530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980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989A-0732-ACE8-FDE1-368AD9E8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38060-2ED9-5007-6F00-033B0A84D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9CFB7-01DA-1D44-0549-E92F7554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25" y="2659313"/>
            <a:ext cx="9350550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1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1300</TotalTime>
  <Words>1630</Words>
  <Application>Microsoft Office PowerPoint</Application>
  <PresentationFormat>Widescreen</PresentationFormat>
  <Paragraphs>248</Paragraphs>
  <Slides>59</Slides>
  <Notes>16</Notes>
  <HiddenSlides>17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Aptos</vt:lpstr>
      <vt:lpstr>Aptos Display</vt:lpstr>
      <vt:lpstr>Arial</vt:lpstr>
      <vt:lpstr>Cambria Math</vt:lpstr>
      <vt:lpstr>Wingdings</vt:lpstr>
      <vt:lpstr>Office Theme</vt:lpstr>
      <vt:lpstr>Meeting Week 12</vt:lpstr>
      <vt:lpstr>Last week summary</vt:lpstr>
      <vt:lpstr>Trajectory</vt:lpstr>
      <vt:lpstr>Stratified random sampling</vt:lpstr>
      <vt:lpstr>Batching</vt:lpstr>
      <vt:lpstr>Gradient</vt:lpstr>
      <vt:lpstr>Parameter detuning</vt:lpstr>
      <vt:lpstr>LPV-LFR - Previous</vt:lpstr>
      <vt:lpstr>PowerPoint Presentation</vt:lpstr>
      <vt:lpstr>PowerPoint Presentation</vt:lpstr>
      <vt:lpstr>PowerPoint Presentation</vt:lpstr>
      <vt:lpstr>LPV-LFR</vt:lpstr>
      <vt:lpstr>Solution</vt:lpstr>
      <vt:lpstr>Solution</vt:lpstr>
      <vt:lpstr>PowerPoint Presentation</vt:lpstr>
      <vt:lpstr>Simulation - Multiple Trajectories</vt:lpstr>
      <vt:lpstr>Simulation Multiple Trajectories</vt:lpstr>
      <vt:lpstr>Simulation Multiple Trajectories</vt:lpstr>
      <vt:lpstr>Simulation Multiple Trajectories</vt:lpstr>
      <vt:lpstr>PowerPoint Presentation</vt:lpstr>
      <vt:lpstr>PowerPoint Presentation</vt:lpstr>
      <vt:lpstr>PowerPoint Presentation</vt:lpstr>
      <vt:lpstr>PowerPoint Presentation</vt:lpstr>
      <vt:lpstr>Simulation Diagnosis segment length</vt:lpstr>
      <vt:lpstr>PowerPoint Presentation</vt:lpstr>
      <vt:lpstr>Simulation Channel normalization</vt:lpstr>
      <vt:lpstr>Simulation - Result</vt:lpstr>
      <vt:lpstr>PowerPoint Presentation</vt:lpstr>
      <vt:lpstr>PowerPoint Presentation</vt:lpstr>
      <vt:lpstr>PowerPoint Presentation</vt:lpstr>
      <vt:lpstr>Simulation - Conclusion</vt:lpstr>
      <vt:lpstr>Feedback not processed</vt:lpstr>
      <vt:lpstr>Augmentation – Additional state</vt:lpstr>
      <vt:lpstr>Requirements</vt:lpstr>
      <vt:lpstr>Requirements</vt:lpstr>
      <vt:lpstr>Suggestion</vt:lpstr>
      <vt:lpstr>Comparison with Jan</vt:lpstr>
      <vt:lpstr>Comparison with Jan</vt:lpstr>
      <vt:lpstr>PowerPoint Presentation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Lagrange-Euler – Additional state</vt:lpstr>
      <vt:lpstr>Lagrange-Euler – Additional state</vt:lpstr>
      <vt:lpstr>Symbolic toolbox result</vt:lpstr>
      <vt:lpstr>Additional state – To do</vt:lpstr>
      <vt:lpstr>Question 1</vt:lpstr>
      <vt:lpstr>Outline next week</vt:lpstr>
      <vt:lpstr>Planning – Week 4</vt:lpstr>
      <vt:lpstr>Planning – Week 4</vt:lpstr>
      <vt:lpstr>Trajectories limits</vt:lpstr>
      <vt:lpstr>PowerPoint Presentation</vt:lpstr>
      <vt:lpstr>PowerPoint Presentation</vt:lpstr>
      <vt:lpstr>PowerPoint Presentation</vt:lpstr>
      <vt:lpstr>Filter unrealistic profiles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2026-04-20T08:00:03Z</dcterms:modified>
</cp:coreProperties>
</file>