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465" r:id="rId2"/>
    <p:sldId id="348" r:id="rId3"/>
    <p:sldId id="349" r:id="rId4"/>
    <p:sldId id="350" r:id="rId5"/>
    <p:sldId id="360" r:id="rId6"/>
    <p:sldId id="462" r:id="rId7"/>
    <p:sldId id="355" r:id="rId8"/>
    <p:sldId id="361" r:id="rId9"/>
    <p:sldId id="362" r:id="rId10"/>
    <p:sldId id="257" r:id="rId11"/>
    <p:sldId id="258" r:id="rId12"/>
    <p:sldId id="262" r:id="rId13"/>
    <p:sldId id="259" r:id="rId14"/>
    <p:sldId id="261" r:id="rId15"/>
    <p:sldId id="260" r:id="rId16"/>
    <p:sldId id="263" r:id="rId17"/>
    <p:sldId id="264" r:id="rId18"/>
    <p:sldId id="265" r:id="rId19"/>
    <p:sldId id="266" r:id="rId20"/>
    <p:sldId id="267" r:id="rId21"/>
    <p:sldId id="270" r:id="rId22"/>
    <p:sldId id="271" r:id="rId23"/>
    <p:sldId id="268" r:id="rId24"/>
    <p:sldId id="269" r:id="rId25"/>
    <p:sldId id="467" r:id="rId26"/>
    <p:sldId id="457" r:id="rId27"/>
    <p:sldId id="468" r:id="rId28"/>
    <p:sldId id="409" r:id="rId29"/>
    <p:sldId id="410" r:id="rId30"/>
    <p:sldId id="469" r:id="rId31"/>
    <p:sldId id="466" r:id="rId32"/>
    <p:sldId id="464" r:id="rId33"/>
    <p:sldId id="470" r:id="rId34"/>
    <p:sldId id="463" r:id="rId35"/>
    <p:sldId id="275" r:id="rId36"/>
    <p:sldId id="274" r:id="rId37"/>
    <p:sldId id="272" r:id="rId38"/>
    <p:sldId id="471" r:id="rId39"/>
    <p:sldId id="273" r:id="rId40"/>
    <p:sldId id="461" r:id="rId4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BD017-AF1A-4471-B000-838D20AA1D66}" v="16" dt="2026-05-25T18:50:43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5-25T18:50:55.214" v="2669" actId="729"/>
      <pc:docMkLst>
        <pc:docMk/>
      </pc:docMkLst>
      <pc:sldChg chg="del">
        <pc:chgData name="Berg, Dirk van den" userId="035ecb32-01d9-4b47-a105-eacf059a4647" providerId="ADAL" clId="{F7FF961E-CF96-44AC-93C2-93612F62D46D}" dt="2026-05-25T18:07:34.956" v="2017" actId="47"/>
        <pc:sldMkLst>
          <pc:docMk/>
          <pc:sldMk cId="4211246446" sldId="256"/>
        </pc:sldMkLst>
      </pc:sldChg>
      <pc:sldChg chg="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443462810" sldId="257"/>
        </pc:sldMkLst>
      </pc:sldChg>
      <pc:sldChg chg="mo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2318214440" sldId="258"/>
        </pc:sldMkLst>
        <pc:spChg chg="mod">
          <ac:chgData name="Berg, Dirk van den" userId="035ecb32-01d9-4b47-a105-eacf059a4647" providerId="ADAL" clId="{F7FF961E-CF96-44AC-93C2-93612F62D46D}" dt="2026-05-20T07:21:03.596" v="58"/>
          <ac:spMkLst>
            <pc:docMk/>
            <pc:sldMk cId="2318214440" sldId="258"/>
            <ac:spMk id="2" creationId="{474981E7-91CF-78C5-FB17-1855EE0CFF98}"/>
          </ac:spMkLst>
        </pc:spChg>
        <pc:spChg chg="mod">
          <ac:chgData name="Berg, Dirk van den" userId="035ecb32-01d9-4b47-a105-eacf059a4647" providerId="ADAL" clId="{F7FF961E-CF96-44AC-93C2-93612F62D46D}" dt="2026-05-20T07:59:28.194" v="598" actId="6549"/>
          <ac:spMkLst>
            <pc:docMk/>
            <pc:sldMk cId="2318214440" sldId="258"/>
            <ac:spMk id="3" creationId="{BEF90ACE-745B-D1F5-D0EC-69101DDD5341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614900298" sldId="259"/>
        </pc:sldMkLst>
        <pc:spChg chg="mod">
          <ac:chgData name="Berg, Dirk van den" userId="035ecb32-01d9-4b47-a105-eacf059a4647" providerId="ADAL" clId="{F7FF961E-CF96-44AC-93C2-93612F62D46D}" dt="2026-05-20T07:37:45.683" v="384" actId="6549"/>
          <ac:spMkLst>
            <pc:docMk/>
            <pc:sldMk cId="614900298" sldId="259"/>
            <ac:spMk id="3" creationId="{8A79183E-D850-CE30-0025-3A9C0EAC3A09}"/>
          </ac:spMkLst>
        </pc:spChg>
        <pc:picChg chg="add mod">
          <ac:chgData name="Berg, Dirk van den" userId="035ecb32-01d9-4b47-a105-eacf059a4647" providerId="ADAL" clId="{F7FF961E-CF96-44AC-93C2-93612F62D46D}" dt="2026-05-20T07:38:30.961" v="386" actId="1076"/>
          <ac:picMkLst>
            <pc:docMk/>
            <pc:sldMk cId="614900298" sldId="259"/>
            <ac:picMk id="5" creationId="{3775B642-C42E-9A0E-9EE9-54E29D93DF41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2072591287" sldId="260"/>
        </pc:sldMkLst>
        <pc:spChg chg="mod">
          <ac:chgData name="Berg, Dirk van den" userId="035ecb32-01d9-4b47-a105-eacf059a4647" providerId="ADAL" clId="{F7FF961E-CF96-44AC-93C2-93612F62D46D}" dt="2026-05-20T07:32:22.741" v="172" actId="20577"/>
          <ac:spMkLst>
            <pc:docMk/>
            <pc:sldMk cId="2072591287" sldId="260"/>
            <ac:spMk id="2" creationId="{863182E9-683D-1A91-FAD0-5FBBDF346666}"/>
          </ac:spMkLst>
        </pc:spChg>
        <pc:spChg chg="mod">
          <ac:chgData name="Berg, Dirk van den" userId="035ecb32-01d9-4b47-a105-eacf059a4647" providerId="ADAL" clId="{F7FF961E-CF96-44AC-93C2-93612F62D46D}" dt="2026-05-20T07:32:53.520" v="180"/>
          <ac:spMkLst>
            <pc:docMk/>
            <pc:sldMk cId="2072591287" sldId="260"/>
            <ac:spMk id="3" creationId="{CB48D172-A3E6-3C46-0D3B-D473481D8F15}"/>
          </ac:spMkLst>
        </pc:spChg>
      </pc:sldChg>
      <pc:sldChg chg="ad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4102383454" sldId="261"/>
        </pc:sldMkLst>
        <pc:picChg chg="add">
          <ac:chgData name="Berg, Dirk van den" userId="035ecb32-01d9-4b47-a105-eacf059a4647" providerId="ADAL" clId="{F7FF961E-CF96-44AC-93C2-93612F62D46D}" dt="2026-05-20T07:38:56.094" v="388" actId="22"/>
          <ac:picMkLst>
            <pc:docMk/>
            <pc:sldMk cId="4102383454" sldId="261"/>
            <ac:picMk id="5" creationId="{82AB3BC1-0C9A-0915-A5F5-03621615A1D5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2827075100" sldId="262"/>
        </pc:sldMkLst>
        <pc:spChg chg="mod">
          <ac:chgData name="Berg, Dirk van den" userId="035ecb32-01d9-4b47-a105-eacf059a4647" providerId="ADAL" clId="{F7FF961E-CF96-44AC-93C2-93612F62D46D}" dt="2026-05-20T07:39:42.236" v="465"/>
          <ac:spMkLst>
            <pc:docMk/>
            <pc:sldMk cId="2827075100" sldId="262"/>
            <ac:spMk id="3" creationId="{5E678416-48F4-E399-8DF3-E00D0743B559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1651564132" sldId="263"/>
        </pc:sldMkLst>
        <pc:spChg chg="mod">
          <ac:chgData name="Berg, Dirk van den" userId="035ecb32-01d9-4b47-a105-eacf059a4647" providerId="ADAL" clId="{F7FF961E-CF96-44AC-93C2-93612F62D46D}" dt="2026-05-20T07:40:58.337" v="467"/>
          <ac:spMkLst>
            <pc:docMk/>
            <pc:sldMk cId="1651564132" sldId="263"/>
            <ac:spMk id="3" creationId="{5AE8EE7D-1359-D51A-FB42-AAB07B0833D0}"/>
          </ac:spMkLst>
        </pc:spChg>
        <pc:picChg chg="add mod">
          <ac:chgData name="Berg, Dirk van den" userId="035ecb32-01d9-4b47-a105-eacf059a4647" providerId="ADAL" clId="{F7FF961E-CF96-44AC-93C2-93612F62D46D}" dt="2026-05-20T07:42:24.484" v="471" actId="1076"/>
          <ac:picMkLst>
            <pc:docMk/>
            <pc:sldMk cId="1651564132" sldId="263"/>
            <ac:picMk id="5" creationId="{FC781896-E677-A8CF-A7C6-28C4D072E1BD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2536447892" sldId="264"/>
        </pc:sldMkLst>
        <pc:picChg chg="add">
          <ac:chgData name="Berg, Dirk van den" userId="035ecb32-01d9-4b47-a105-eacf059a4647" providerId="ADAL" clId="{F7FF961E-CF96-44AC-93C2-93612F62D46D}" dt="2026-05-20T07:54:31.305" v="473" actId="22"/>
          <ac:picMkLst>
            <pc:docMk/>
            <pc:sldMk cId="2536447892" sldId="264"/>
            <ac:picMk id="5" creationId="{CDD0370D-A6BB-F713-625D-C315A51475DB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5-25T18:32:04.341" v="2168" actId="729"/>
        <pc:sldMkLst>
          <pc:docMk/>
          <pc:sldMk cId="3695582194" sldId="265"/>
        </pc:sldMkLst>
        <pc:picChg chg="add">
          <ac:chgData name="Berg, Dirk van den" userId="035ecb32-01d9-4b47-a105-eacf059a4647" providerId="ADAL" clId="{F7FF961E-CF96-44AC-93C2-93612F62D46D}" dt="2026-05-20T07:55:04.814" v="475" actId="22"/>
          <ac:picMkLst>
            <pc:docMk/>
            <pc:sldMk cId="3695582194" sldId="265"/>
            <ac:picMk id="5" creationId="{418BD88C-272D-197A-6F74-EA665311DA92}"/>
          </ac:picMkLst>
        </pc:picChg>
      </pc:sldChg>
      <pc:sldChg chg="addSp delSp modSp new mod modShow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1526747894" sldId="266"/>
        </pc:sldMkLst>
        <pc:spChg chg="mod">
          <ac:chgData name="Berg, Dirk van den" userId="035ecb32-01d9-4b47-a105-eacf059a4647" providerId="ADAL" clId="{F7FF961E-CF96-44AC-93C2-93612F62D46D}" dt="2026-05-20T08:04:36.493" v="636" actId="20577"/>
          <ac:spMkLst>
            <pc:docMk/>
            <pc:sldMk cId="1526747894" sldId="266"/>
            <ac:spMk id="2" creationId="{651CA395-B228-2F32-4D43-17FCF59686C7}"/>
          </ac:spMkLst>
        </pc:spChg>
        <pc:spChg chg="mod">
          <ac:chgData name="Berg, Dirk van den" userId="035ecb32-01d9-4b47-a105-eacf059a4647" providerId="ADAL" clId="{F7FF961E-CF96-44AC-93C2-93612F62D46D}" dt="2026-05-20T08:05:06.049" v="773" actId="5793"/>
          <ac:spMkLst>
            <pc:docMk/>
            <pc:sldMk cId="1526747894" sldId="266"/>
            <ac:spMk id="3" creationId="{2D511F69-74CE-DB70-1CCF-4B10168B52B3}"/>
          </ac:spMkLst>
        </pc:spChg>
      </pc:sldChg>
      <pc:sldChg chg="addSp modSp add mod modShow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2425421417" sldId="267"/>
        </pc:sldMkLst>
        <pc:spChg chg="mod">
          <ac:chgData name="Berg, Dirk van den" userId="035ecb32-01d9-4b47-a105-eacf059a4647" providerId="ADAL" clId="{F7FF961E-CF96-44AC-93C2-93612F62D46D}" dt="2026-05-20T08:05:17.734" v="778" actId="20577"/>
          <ac:spMkLst>
            <pc:docMk/>
            <pc:sldMk cId="2425421417" sldId="267"/>
            <ac:spMk id="3" creationId="{2B01D187-134A-34FC-5603-A1D06A9F4F03}"/>
          </ac:spMkLst>
        </pc:spChg>
        <pc:picChg chg="add mod">
          <ac:chgData name="Berg, Dirk van den" userId="035ecb32-01d9-4b47-a105-eacf059a4647" providerId="ADAL" clId="{F7FF961E-CF96-44AC-93C2-93612F62D46D}" dt="2026-05-20T08:05:23.861" v="781" actId="1076"/>
          <ac:picMkLst>
            <pc:docMk/>
            <pc:sldMk cId="2425421417" sldId="267"/>
            <ac:picMk id="5" creationId="{D1725F0E-2BA8-0F59-78B3-6DADC898E6AE}"/>
          </ac:picMkLst>
        </pc:picChg>
        <pc:picChg chg="add mod">
          <ac:chgData name="Berg, Dirk van den" userId="035ecb32-01d9-4b47-a105-eacf059a4647" providerId="ADAL" clId="{F7FF961E-CF96-44AC-93C2-93612F62D46D}" dt="2026-05-20T08:05:38.170" v="785" actId="1076"/>
          <ac:picMkLst>
            <pc:docMk/>
            <pc:sldMk cId="2425421417" sldId="267"/>
            <ac:picMk id="7" creationId="{29F8A9A2-D7E2-F3A7-2DE0-83D6E16D7A3A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708178327" sldId="268"/>
        </pc:sldMkLst>
        <pc:spChg chg="mod">
          <ac:chgData name="Berg, Dirk van den" userId="035ecb32-01d9-4b47-a105-eacf059a4647" providerId="ADAL" clId="{F7FF961E-CF96-44AC-93C2-93612F62D46D}" dt="2026-05-20T08:41:10.562" v="831" actId="20577"/>
          <ac:spMkLst>
            <pc:docMk/>
            <pc:sldMk cId="708178327" sldId="268"/>
            <ac:spMk id="2" creationId="{E2F5BFFA-5E72-C46B-FBE8-8B4AB617D0A0}"/>
          </ac:spMkLst>
        </pc:spChg>
        <pc:picChg chg="add mod">
          <ac:chgData name="Berg, Dirk van den" userId="035ecb32-01d9-4b47-a105-eacf059a4647" providerId="ADAL" clId="{F7FF961E-CF96-44AC-93C2-93612F62D46D}" dt="2026-05-20T08:40:54.392" v="788" actId="1076"/>
          <ac:picMkLst>
            <pc:docMk/>
            <pc:sldMk cId="708178327" sldId="268"/>
            <ac:picMk id="5" creationId="{EC1BA313-4973-CA89-AE8C-D2376BD72C82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2966486677" sldId="269"/>
        </pc:sldMkLst>
        <pc:spChg chg="mod">
          <ac:chgData name="Berg, Dirk van den" userId="035ecb32-01d9-4b47-a105-eacf059a4647" providerId="ADAL" clId="{F7FF961E-CF96-44AC-93C2-93612F62D46D}" dt="2026-05-20T09:02:22.014" v="895" actId="20577"/>
          <ac:spMkLst>
            <pc:docMk/>
            <pc:sldMk cId="2966486677" sldId="269"/>
            <ac:spMk id="2" creationId="{54646557-DE47-21B0-83B0-8295A6C03638}"/>
          </ac:spMkLst>
        </pc:spChg>
        <pc:spChg chg="mod">
          <ac:chgData name="Berg, Dirk van den" userId="035ecb32-01d9-4b47-a105-eacf059a4647" providerId="ADAL" clId="{F7FF961E-CF96-44AC-93C2-93612F62D46D}" dt="2026-05-20T09:02:57.587" v="1028" actId="20577"/>
          <ac:spMkLst>
            <pc:docMk/>
            <pc:sldMk cId="2966486677" sldId="269"/>
            <ac:spMk id="3" creationId="{9363C3E7-2F58-8DFF-E635-C5C6FE7DF7E7}"/>
          </ac:spMkLst>
        </pc:spChg>
        <pc:picChg chg="add mod">
          <ac:chgData name="Berg, Dirk van den" userId="035ecb32-01d9-4b47-a105-eacf059a4647" providerId="ADAL" clId="{F7FF961E-CF96-44AC-93C2-93612F62D46D}" dt="2026-05-20T09:03:26.874" v="1029" actId="1076"/>
          <ac:picMkLst>
            <pc:docMk/>
            <pc:sldMk cId="2966486677" sldId="269"/>
            <ac:picMk id="5" creationId="{A61A1FE6-B1B2-E2F1-64E8-CF09AF71C67D}"/>
          </ac:picMkLst>
        </pc:picChg>
        <pc:picChg chg="add mod">
          <ac:chgData name="Berg, Dirk van den" userId="035ecb32-01d9-4b47-a105-eacf059a4647" providerId="ADAL" clId="{F7FF961E-CF96-44AC-93C2-93612F62D46D}" dt="2026-05-20T09:03:30.810" v="1033" actId="1076"/>
          <ac:picMkLst>
            <pc:docMk/>
            <pc:sldMk cId="2966486677" sldId="269"/>
            <ac:picMk id="7" creationId="{AD96F443-D7B2-BFAF-FADF-BF8A7EBB3C87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881030384" sldId="270"/>
        </pc:sldMkLst>
        <pc:spChg chg="mod">
          <ac:chgData name="Berg, Dirk van den" userId="035ecb32-01d9-4b47-a105-eacf059a4647" providerId="ADAL" clId="{F7FF961E-CF96-44AC-93C2-93612F62D46D}" dt="2026-05-20T11:16:52.833" v="1151" actId="20577"/>
          <ac:spMkLst>
            <pc:docMk/>
            <pc:sldMk cId="881030384" sldId="270"/>
            <ac:spMk id="3" creationId="{77473DDA-E971-ACC4-106A-4A9EB8DB0FAF}"/>
          </ac:spMkLst>
        </pc:spChg>
      </pc:sldChg>
      <pc:sldChg chg="modSp new mod modShow modNotesTx">
        <pc:chgData name="Berg, Dirk van den" userId="035ecb32-01d9-4b47-a105-eacf059a4647" providerId="ADAL" clId="{F7FF961E-CF96-44AC-93C2-93612F62D46D}" dt="2026-05-25T18:32:36.856" v="2169" actId="729"/>
        <pc:sldMkLst>
          <pc:docMk/>
          <pc:sldMk cId="3538912568" sldId="271"/>
        </pc:sldMkLst>
        <pc:spChg chg="mod">
          <ac:chgData name="Berg, Dirk van den" userId="035ecb32-01d9-4b47-a105-eacf059a4647" providerId="ADAL" clId="{F7FF961E-CF96-44AC-93C2-93612F62D46D}" dt="2026-05-20T11:53:02.235" v="1162" actId="20577"/>
          <ac:spMkLst>
            <pc:docMk/>
            <pc:sldMk cId="3538912568" sldId="271"/>
            <ac:spMk id="2" creationId="{7BB4E0B2-727E-8D37-9506-BCB565497883}"/>
          </ac:spMkLst>
        </pc:spChg>
        <pc:spChg chg="mod">
          <ac:chgData name="Berg, Dirk van den" userId="035ecb32-01d9-4b47-a105-eacf059a4647" providerId="ADAL" clId="{F7FF961E-CF96-44AC-93C2-93612F62D46D}" dt="2026-05-20T11:58:29.682" v="1244" actId="6549"/>
          <ac:spMkLst>
            <pc:docMk/>
            <pc:sldMk cId="3538912568" sldId="271"/>
            <ac:spMk id="3" creationId="{FD46037B-2271-176B-FA36-463437BC5AB8}"/>
          </ac:spMkLst>
        </pc:spChg>
      </pc:sldChg>
      <pc:sldChg chg="addSp modSp new mod ord">
        <pc:chgData name="Berg, Dirk van den" userId="035ecb32-01d9-4b47-a105-eacf059a4647" providerId="ADAL" clId="{F7FF961E-CF96-44AC-93C2-93612F62D46D}" dt="2026-05-25T18:43:21.355" v="2356"/>
        <pc:sldMkLst>
          <pc:docMk/>
          <pc:sldMk cId="2393359277" sldId="272"/>
        </pc:sldMkLst>
        <pc:spChg chg="mod">
          <ac:chgData name="Berg, Dirk van den" userId="035ecb32-01d9-4b47-a105-eacf059a4647" providerId="ADAL" clId="{F7FF961E-CF96-44AC-93C2-93612F62D46D}" dt="2026-05-20T14:18:43.439" v="1263" actId="20577"/>
          <ac:spMkLst>
            <pc:docMk/>
            <pc:sldMk cId="2393359277" sldId="272"/>
            <ac:spMk id="2" creationId="{4A8140C2-AD96-3F68-5918-2DE6F279B84E}"/>
          </ac:spMkLst>
        </pc:spChg>
        <pc:spChg chg="mod">
          <ac:chgData name="Berg, Dirk van den" userId="035ecb32-01d9-4b47-a105-eacf059a4647" providerId="ADAL" clId="{F7FF961E-CF96-44AC-93C2-93612F62D46D}" dt="2026-05-25T17:46:53.578" v="2010"/>
          <ac:spMkLst>
            <pc:docMk/>
            <pc:sldMk cId="2393359277" sldId="272"/>
            <ac:spMk id="3" creationId="{68C8F97B-A51F-70C0-DAA0-5EBA49F90A98}"/>
          </ac:spMkLst>
        </pc:spChg>
        <pc:picChg chg="add mod">
          <ac:chgData name="Berg, Dirk van den" userId="035ecb32-01d9-4b47-a105-eacf059a4647" providerId="ADAL" clId="{F7FF961E-CF96-44AC-93C2-93612F62D46D}" dt="2026-05-25T17:45:25.273" v="2006" actId="1076"/>
          <ac:picMkLst>
            <pc:docMk/>
            <pc:sldMk cId="2393359277" sldId="272"/>
            <ac:picMk id="1026" creationId="{53CAC0D8-C8D2-C58C-69EE-E9AE8E465B62}"/>
          </ac:picMkLst>
        </pc:picChg>
        <pc:picChg chg="add mod">
          <ac:chgData name="Berg, Dirk van den" userId="035ecb32-01d9-4b47-a105-eacf059a4647" providerId="ADAL" clId="{F7FF961E-CF96-44AC-93C2-93612F62D46D}" dt="2026-05-25T17:46:43.055" v="2008" actId="1076"/>
          <ac:picMkLst>
            <pc:docMk/>
            <pc:sldMk cId="2393359277" sldId="272"/>
            <ac:picMk id="1028" creationId="{5137FA8D-FF86-0BD8-BAFC-B797D874FD09}"/>
          </ac:picMkLst>
        </pc:picChg>
      </pc:sldChg>
      <pc:sldChg chg="addSp delSp modSp new mod ord">
        <pc:chgData name="Berg, Dirk van den" userId="035ecb32-01d9-4b47-a105-eacf059a4647" providerId="ADAL" clId="{F7FF961E-CF96-44AC-93C2-93612F62D46D}" dt="2026-05-25T18:43:21.355" v="2356"/>
        <pc:sldMkLst>
          <pc:docMk/>
          <pc:sldMk cId="326871557" sldId="273"/>
        </pc:sldMkLst>
        <pc:spChg chg="mod">
          <ac:chgData name="Berg, Dirk van den" userId="035ecb32-01d9-4b47-a105-eacf059a4647" providerId="ADAL" clId="{F7FF961E-CF96-44AC-93C2-93612F62D46D}" dt="2026-05-20T14:28:32.064" v="1686" actId="20577"/>
          <ac:spMkLst>
            <pc:docMk/>
            <pc:sldMk cId="326871557" sldId="273"/>
            <ac:spMk id="2" creationId="{B27C3050-EF40-4455-D28F-C2F8C9E6E986}"/>
          </ac:spMkLst>
        </pc:spChg>
        <pc:spChg chg="mod">
          <ac:chgData name="Berg, Dirk van den" userId="035ecb32-01d9-4b47-a105-eacf059a4647" providerId="ADAL" clId="{F7FF961E-CF96-44AC-93C2-93612F62D46D}" dt="2026-05-20T14:29:42.121" v="1825" actId="20577"/>
          <ac:spMkLst>
            <pc:docMk/>
            <pc:sldMk cId="326871557" sldId="273"/>
            <ac:spMk id="3" creationId="{63EA5E37-BD5A-5EC0-821E-8C1AA86995BD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45:44.050" v="2665" actId="20577"/>
        <pc:sldMkLst>
          <pc:docMk/>
          <pc:sldMk cId="2710247232" sldId="274"/>
        </pc:sldMkLst>
        <pc:spChg chg="mod">
          <ac:chgData name="Berg, Dirk van den" userId="035ecb32-01d9-4b47-a105-eacf059a4647" providerId="ADAL" clId="{F7FF961E-CF96-44AC-93C2-93612F62D46D}" dt="2026-05-25T18:44:06.971" v="2359"/>
          <ac:spMkLst>
            <pc:docMk/>
            <pc:sldMk cId="2710247232" sldId="274"/>
            <ac:spMk id="2" creationId="{23A6A66E-E605-15F0-0325-9E2D6BDD01BB}"/>
          </ac:spMkLst>
        </pc:spChg>
        <pc:spChg chg="mod">
          <ac:chgData name="Berg, Dirk van den" userId="035ecb32-01d9-4b47-a105-eacf059a4647" providerId="ADAL" clId="{F7FF961E-CF96-44AC-93C2-93612F62D46D}" dt="2026-05-25T18:45:44.050" v="2665" actId="20577"/>
          <ac:spMkLst>
            <pc:docMk/>
            <pc:sldMk cId="2710247232" sldId="274"/>
            <ac:spMk id="3" creationId="{F445091B-545C-A00D-75E1-712DEE5C430C}"/>
          </ac:spMkLst>
        </pc:spChg>
      </pc:sldChg>
      <pc:sldChg chg="modSp new mod ord modShow">
        <pc:chgData name="Berg, Dirk van den" userId="035ecb32-01d9-4b47-a105-eacf059a4647" providerId="ADAL" clId="{F7FF961E-CF96-44AC-93C2-93612F62D46D}" dt="2026-05-25T18:50:55.214" v="2669" actId="729"/>
        <pc:sldMkLst>
          <pc:docMk/>
          <pc:sldMk cId="3305378744" sldId="275"/>
        </pc:sldMkLst>
        <pc:spChg chg="mod">
          <ac:chgData name="Berg, Dirk van den" userId="035ecb32-01d9-4b47-a105-eacf059a4647" providerId="ADAL" clId="{F7FF961E-CF96-44AC-93C2-93612F62D46D}" dt="2026-05-25T16:03:21.164" v="1861" actId="20577"/>
          <ac:spMkLst>
            <pc:docMk/>
            <pc:sldMk cId="3305378744" sldId="275"/>
            <ac:spMk id="2" creationId="{EDF1A816-4238-81E2-640A-3F70CBF1C2DA}"/>
          </ac:spMkLst>
        </pc:spChg>
        <pc:spChg chg="mod">
          <ac:chgData name="Berg, Dirk van den" userId="035ecb32-01d9-4b47-a105-eacf059a4647" providerId="ADAL" clId="{F7FF961E-CF96-44AC-93C2-93612F62D46D}" dt="2026-05-25T16:03:06.239" v="1829"/>
          <ac:spMkLst>
            <pc:docMk/>
            <pc:sldMk cId="3305378744" sldId="275"/>
            <ac:spMk id="3" creationId="{728E26B7-7814-A41C-E45F-191FBE32692B}"/>
          </ac:spMkLst>
        </pc:spChg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477912698" sldId="348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19011616" sldId="349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1232960790" sldId="350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3504993741" sldId="355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2944537417" sldId="360"/>
        </pc:sldMkLst>
      </pc:sldChg>
      <pc:sldChg chg="add">
        <pc:chgData name="Berg, Dirk van den" userId="035ecb32-01d9-4b47-a105-eacf059a4647" providerId="ADAL" clId="{F7FF961E-CF96-44AC-93C2-93612F62D46D}" dt="2026-05-25T16:23:58.866" v="1863"/>
        <pc:sldMkLst>
          <pc:docMk/>
          <pc:sldMk cId="512189835" sldId="361"/>
        </pc:sldMkLst>
      </pc:sldChg>
      <pc:sldChg chg="modSp add mod">
        <pc:chgData name="Berg, Dirk van den" userId="035ecb32-01d9-4b47-a105-eacf059a4647" providerId="ADAL" clId="{F7FF961E-CF96-44AC-93C2-93612F62D46D}" dt="2026-05-25T18:09:29.821" v="2164" actId="20577"/>
        <pc:sldMkLst>
          <pc:docMk/>
          <pc:sldMk cId="3289676636" sldId="362"/>
        </pc:sldMkLst>
        <pc:spChg chg="mod">
          <ac:chgData name="Berg, Dirk van den" userId="035ecb32-01d9-4b47-a105-eacf059a4647" providerId="ADAL" clId="{F7FF961E-CF96-44AC-93C2-93612F62D46D}" dt="2026-05-25T18:09:29.821" v="2164" actId="20577"/>
          <ac:spMkLst>
            <pc:docMk/>
            <pc:sldMk cId="3289676636" sldId="362"/>
            <ac:spMk id="3" creationId="{7FFB37A4-F3CE-A011-5F29-4FD462EE98CD}"/>
          </ac:spMkLst>
        </pc:spChg>
      </pc:sldChg>
      <pc:sldChg chg="add del">
        <pc:chgData name="Berg, Dirk van den" userId="035ecb32-01d9-4b47-a105-eacf059a4647" providerId="ADAL" clId="{F7FF961E-CF96-44AC-93C2-93612F62D46D}" dt="2026-05-25T18:09:01.575" v="2107" actId="47"/>
        <pc:sldMkLst>
          <pc:docMk/>
          <pc:sldMk cId="3858016717" sldId="378"/>
        </pc:sldMkLst>
      </pc:sldChg>
      <pc:sldChg chg="add">
        <pc:chgData name="Berg, Dirk van den" userId="035ecb32-01d9-4b47-a105-eacf059a4647" providerId="ADAL" clId="{F7FF961E-CF96-44AC-93C2-93612F62D46D}" dt="2026-05-25T18:37:59.991" v="2296"/>
        <pc:sldMkLst>
          <pc:docMk/>
          <pc:sldMk cId="2112139329" sldId="409"/>
        </pc:sldMkLst>
      </pc:sldChg>
      <pc:sldChg chg="add">
        <pc:chgData name="Berg, Dirk van den" userId="035ecb32-01d9-4b47-a105-eacf059a4647" providerId="ADAL" clId="{F7FF961E-CF96-44AC-93C2-93612F62D46D}" dt="2026-05-25T18:37:59.991" v="2296"/>
        <pc:sldMkLst>
          <pc:docMk/>
          <pc:sldMk cId="4127140620" sldId="410"/>
        </pc:sldMkLst>
      </pc:sldChg>
      <pc:sldChg chg="delSp add mod ord">
        <pc:chgData name="Berg, Dirk van den" userId="035ecb32-01d9-4b47-a105-eacf059a4647" providerId="ADAL" clId="{F7FF961E-CF96-44AC-93C2-93612F62D46D}" dt="2026-05-25T18:36:22.972" v="2294" actId="478"/>
        <pc:sldMkLst>
          <pc:docMk/>
          <pc:sldMk cId="205556035" sldId="457"/>
        </pc:sldMkLst>
        <pc:grpChg chg="del">
          <ac:chgData name="Berg, Dirk van den" userId="035ecb32-01d9-4b47-a105-eacf059a4647" providerId="ADAL" clId="{F7FF961E-CF96-44AC-93C2-93612F62D46D}" dt="2026-05-25T18:36:22.972" v="2294" actId="478"/>
          <ac:grpSpMkLst>
            <pc:docMk/>
            <pc:sldMk cId="205556035" sldId="457"/>
            <ac:grpSpMk id="9" creationId="{76C8BD9A-1A88-EA2B-9836-EFE5636E9F1E}"/>
          </ac:grpSpMkLst>
        </pc:grpChg>
      </pc:sldChg>
      <pc:sldChg chg="add ord">
        <pc:chgData name="Berg, Dirk van den" userId="035ecb32-01d9-4b47-a105-eacf059a4647" providerId="ADAL" clId="{F7FF961E-CF96-44AC-93C2-93612F62D46D}" dt="2026-05-25T18:32:58.632" v="2171"/>
        <pc:sldMkLst>
          <pc:docMk/>
          <pc:sldMk cId="1336927260" sldId="461"/>
        </pc:sldMkLst>
      </pc:sldChg>
      <pc:sldChg chg="add del">
        <pc:chgData name="Berg, Dirk van den" userId="035ecb32-01d9-4b47-a105-eacf059a4647" providerId="ADAL" clId="{F7FF961E-CF96-44AC-93C2-93612F62D46D}" dt="2026-05-25T18:08:34.102" v="2106" actId="47"/>
        <pc:sldMkLst>
          <pc:docMk/>
          <pc:sldMk cId="2868400274" sldId="462"/>
        </pc:sldMkLst>
      </pc:sldChg>
      <pc:sldChg chg="addSp delSp new mod">
        <pc:chgData name="Berg, Dirk van den" userId="035ecb32-01d9-4b47-a105-eacf059a4647" providerId="ADAL" clId="{F7FF961E-CF96-44AC-93C2-93612F62D46D}" dt="2026-05-25T18:07:12.918" v="2016" actId="22"/>
        <pc:sldMkLst>
          <pc:docMk/>
          <pc:sldMk cId="4021438315" sldId="463"/>
        </pc:sldMkLst>
        <pc:picChg chg="add del">
          <ac:chgData name="Berg, Dirk van den" userId="035ecb32-01d9-4b47-a105-eacf059a4647" providerId="ADAL" clId="{F7FF961E-CF96-44AC-93C2-93612F62D46D}" dt="2026-05-25T18:07:12.419" v="2015" actId="478"/>
          <ac:picMkLst>
            <pc:docMk/>
            <pc:sldMk cId="4021438315" sldId="463"/>
            <ac:picMk id="5" creationId="{67A66690-F30D-BDB6-93E7-236EA2DCE711}"/>
          </ac:picMkLst>
        </pc:picChg>
        <pc:picChg chg="add">
          <ac:chgData name="Berg, Dirk van den" userId="035ecb32-01d9-4b47-a105-eacf059a4647" providerId="ADAL" clId="{F7FF961E-CF96-44AC-93C2-93612F62D46D}" dt="2026-05-25T18:07:12.918" v="2016" actId="22"/>
          <ac:picMkLst>
            <pc:docMk/>
            <pc:sldMk cId="4021438315" sldId="463"/>
            <ac:picMk id="7" creationId="{4B579222-DAF9-2D71-D253-A0984B91660F}"/>
          </ac:picMkLst>
        </pc:picChg>
      </pc:sldChg>
      <pc:sldChg chg="addSp new mod">
        <pc:chgData name="Berg, Dirk van den" userId="035ecb32-01d9-4b47-a105-eacf059a4647" providerId="ADAL" clId="{F7FF961E-CF96-44AC-93C2-93612F62D46D}" dt="2026-05-25T18:06:56.609" v="2014" actId="22"/>
        <pc:sldMkLst>
          <pc:docMk/>
          <pc:sldMk cId="3589465008" sldId="464"/>
        </pc:sldMkLst>
        <pc:picChg chg="add">
          <ac:chgData name="Berg, Dirk van den" userId="035ecb32-01d9-4b47-a105-eacf059a4647" providerId="ADAL" clId="{F7FF961E-CF96-44AC-93C2-93612F62D46D}" dt="2026-05-25T18:06:56.609" v="2014" actId="22"/>
          <ac:picMkLst>
            <pc:docMk/>
            <pc:sldMk cId="3589465008" sldId="464"/>
            <ac:picMk id="5" creationId="{F081C9B7-B599-A483-36CB-A1134088C6A2}"/>
          </ac:picMkLst>
        </pc:picChg>
      </pc:sldChg>
      <pc:sldChg chg="modSp add mod ord">
        <pc:chgData name="Berg, Dirk van den" userId="035ecb32-01d9-4b47-a105-eacf059a4647" providerId="ADAL" clId="{F7FF961E-CF96-44AC-93C2-93612F62D46D}" dt="2026-05-25T18:08:13.687" v="2104" actId="20577"/>
        <pc:sldMkLst>
          <pc:docMk/>
          <pc:sldMk cId="2679595137" sldId="465"/>
        </pc:sldMkLst>
        <pc:spChg chg="mod">
          <ac:chgData name="Berg, Dirk van den" userId="035ecb32-01d9-4b47-a105-eacf059a4647" providerId="ADAL" clId="{F7FF961E-CF96-44AC-93C2-93612F62D46D}" dt="2026-05-25T18:07:43.243" v="2022" actId="20577"/>
          <ac:spMkLst>
            <pc:docMk/>
            <pc:sldMk cId="2679595137" sldId="465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5-25T18:08:13.687" v="2104" actId="20577"/>
          <ac:spMkLst>
            <pc:docMk/>
            <pc:sldMk cId="2679595137" sldId="465"/>
            <ac:spMk id="3" creationId="{DAAEF679-3C39-E36C-B710-9B50CBAE487E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42:50.925" v="2350" actId="20577"/>
        <pc:sldMkLst>
          <pc:docMk/>
          <pc:sldMk cId="3829422185" sldId="466"/>
        </pc:sldMkLst>
        <pc:spChg chg="mod">
          <ac:chgData name="Berg, Dirk van den" userId="035ecb32-01d9-4b47-a105-eacf059a4647" providerId="ADAL" clId="{F7FF961E-CF96-44AC-93C2-93612F62D46D}" dt="2026-05-25T18:42:50.925" v="2350" actId="20577"/>
          <ac:spMkLst>
            <pc:docMk/>
            <pc:sldMk cId="3829422185" sldId="466"/>
            <ac:spMk id="3" creationId="{4F4741D6-32F7-39D4-0312-7950F0B171D6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36:16.631" v="2292" actId="20577"/>
        <pc:sldMkLst>
          <pc:docMk/>
          <pc:sldMk cId="3227706364" sldId="467"/>
        </pc:sldMkLst>
        <pc:spChg chg="mod">
          <ac:chgData name="Berg, Dirk van den" userId="035ecb32-01d9-4b47-a105-eacf059a4647" providerId="ADAL" clId="{F7FF961E-CF96-44AC-93C2-93612F62D46D}" dt="2026-05-25T18:33:13.125" v="2186" actId="20577"/>
          <ac:spMkLst>
            <pc:docMk/>
            <pc:sldMk cId="3227706364" sldId="467"/>
            <ac:spMk id="2" creationId="{6245CAE1-2F37-DD86-F994-2A447CB38C75}"/>
          </ac:spMkLst>
        </pc:spChg>
        <pc:spChg chg="mod">
          <ac:chgData name="Berg, Dirk van den" userId="035ecb32-01d9-4b47-a105-eacf059a4647" providerId="ADAL" clId="{F7FF961E-CF96-44AC-93C2-93612F62D46D}" dt="2026-05-25T18:36:16.631" v="2292" actId="20577"/>
          <ac:spMkLst>
            <pc:docMk/>
            <pc:sldMk cId="3227706364" sldId="467"/>
            <ac:spMk id="3" creationId="{C50165B1-B241-5092-840B-DB4348FC3141}"/>
          </ac:spMkLst>
        </pc:spChg>
      </pc:sldChg>
      <pc:sldChg chg="add">
        <pc:chgData name="Berg, Dirk van den" userId="035ecb32-01d9-4b47-a105-eacf059a4647" providerId="ADAL" clId="{F7FF961E-CF96-44AC-93C2-93612F62D46D}" dt="2026-05-25T18:36:20.677" v="2293" actId="2890"/>
        <pc:sldMkLst>
          <pc:docMk/>
          <pc:sldMk cId="1330280161" sldId="468"/>
        </pc:sldMkLst>
      </pc:sldChg>
      <pc:sldChg chg="addSp modSp new mod">
        <pc:chgData name="Berg, Dirk van den" userId="035ecb32-01d9-4b47-a105-eacf059a4647" providerId="ADAL" clId="{F7FF961E-CF96-44AC-93C2-93612F62D46D}" dt="2026-05-25T18:41:36.972" v="2326" actId="20577"/>
        <pc:sldMkLst>
          <pc:docMk/>
          <pc:sldMk cId="827937325" sldId="469"/>
        </pc:sldMkLst>
        <pc:spChg chg="mod">
          <ac:chgData name="Berg, Dirk van den" userId="035ecb32-01d9-4b47-a105-eacf059a4647" providerId="ADAL" clId="{F7FF961E-CF96-44AC-93C2-93612F62D46D}" dt="2026-05-25T18:40:58.607" v="2302"/>
          <ac:spMkLst>
            <pc:docMk/>
            <pc:sldMk cId="827937325" sldId="469"/>
            <ac:spMk id="2" creationId="{F7D2506C-05CC-BE4F-DA31-6CBCC8710543}"/>
          </ac:spMkLst>
        </pc:spChg>
        <pc:spChg chg="mod">
          <ac:chgData name="Berg, Dirk van den" userId="035ecb32-01d9-4b47-a105-eacf059a4647" providerId="ADAL" clId="{F7FF961E-CF96-44AC-93C2-93612F62D46D}" dt="2026-05-25T18:41:36.972" v="2326" actId="20577"/>
          <ac:spMkLst>
            <pc:docMk/>
            <pc:sldMk cId="827937325" sldId="469"/>
            <ac:spMk id="3" creationId="{3C897B34-9594-5E65-4E1B-E6D876DC3351}"/>
          </ac:spMkLst>
        </pc:spChg>
        <pc:picChg chg="add mod">
          <ac:chgData name="Berg, Dirk van den" userId="035ecb32-01d9-4b47-a105-eacf059a4647" providerId="ADAL" clId="{F7FF961E-CF96-44AC-93C2-93612F62D46D}" dt="2026-05-25T18:41:31.914" v="2306" actId="1076"/>
          <ac:picMkLst>
            <pc:docMk/>
            <pc:sldMk cId="827937325" sldId="469"/>
            <ac:picMk id="5" creationId="{EE50A34E-D2E5-1073-5632-C493C07C8A0E}"/>
          </ac:picMkLst>
        </pc:picChg>
      </pc:sldChg>
      <pc:sldChg chg="modSp new ord">
        <pc:chgData name="Berg, Dirk van den" userId="035ecb32-01d9-4b47-a105-eacf059a4647" providerId="ADAL" clId="{F7FF961E-CF96-44AC-93C2-93612F62D46D}" dt="2026-05-25T18:43:02.216" v="2354"/>
        <pc:sldMkLst>
          <pc:docMk/>
          <pc:sldMk cId="4267446528" sldId="470"/>
        </pc:sldMkLst>
        <pc:spChg chg="mod">
          <ac:chgData name="Berg, Dirk van den" userId="035ecb32-01d9-4b47-a105-eacf059a4647" providerId="ADAL" clId="{F7FF961E-CF96-44AC-93C2-93612F62D46D}" dt="2026-05-25T18:43:02.216" v="2354"/>
          <ac:spMkLst>
            <pc:docMk/>
            <pc:sldMk cId="4267446528" sldId="470"/>
            <ac:spMk id="3" creationId="{EEDB8481-CCD5-60FC-7705-935B26B92550}"/>
          </ac:spMkLst>
        </pc:spChg>
      </pc:sldChg>
      <pc:sldChg chg="modSp new mod">
        <pc:chgData name="Berg, Dirk van den" userId="035ecb32-01d9-4b47-a105-eacf059a4647" providerId="ADAL" clId="{F7FF961E-CF96-44AC-93C2-93612F62D46D}" dt="2026-05-25T18:50:43.823" v="2668" actId="27636"/>
        <pc:sldMkLst>
          <pc:docMk/>
          <pc:sldMk cId="3098417451" sldId="471"/>
        </pc:sldMkLst>
        <pc:spChg chg="mod">
          <ac:chgData name="Berg, Dirk van den" userId="035ecb32-01d9-4b47-a105-eacf059a4647" providerId="ADAL" clId="{F7FF961E-CF96-44AC-93C2-93612F62D46D}" dt="2026-05-25T18:50:43.823" v="2668" actId="27636"/>
          <ac:spMkLst>
            <pc:docMk/>
            <pc:sldMk cId="3098417451" sldId="471"/>
            <ac:spMk id="3" creationId="{DCCC2797-F575-3CFA-C06E-93EE1A88A5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A63E00-04D3-47A4-8F1E-F60A23411078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152F9-FD73-491F-A309-667F3E9D22F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934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8639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C62EE-A230-40F7-A6E2-7784DE8EB74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6410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Why ka=500, ca=2? Is it reasonable?</a:t>
            </a:r>
          </a:p>
          <a:p>
            <a:endParaRPr lang="en-US" dirty="0"/>
          </a:p>
          <a:p>
            <a:r>
              <a:rPr lang="en-US" dirty="0"/>
              <a:t>  These came from the context prompt (Jasper's guidance), not my own choice. The</a:t>
            </a:r>
          </a:p>
          <a:p>
            <a:r>
              <a:rPr lang="en-US" dirty="0"/>
              <a:t>  reasoning was:</a:t>
            </a:r>
          </a:p>
          <a:p>
            <a:endParaRPr lang="en-US" dirty="0"/>
          </a:p>
          <a:p>
            <a:r>
              <a:rPr lang="en-US" dirty="0"/>
              <a:t>  - </a:t>
            </a:r>
            <a:r>
              <a:rPr lang="en-US" dirty="0" err="1"/>
              <a:t>omega_n</a:t>
            </a:r>
            <a:r>
              <a:rPr lang="en-US" dirty="0"/>
              <a:t> = sqrt(ka/ma) = sqrt(500/1.01) ≈ 22.2 rad/s ≈ 3.54 Hz — places the</a:t>
            </a:r>
          </a:p>
          <a:p>
            <a:r>
              <a:rPr lang="en-US" dirty="0"/>
              <a:t>  resonance within the setpoint bandwidth so it gets excited by the step trajectory</a:t>
            </a:r>
          </a:p>
          <a:p>
            <a:r>
              <a:rPr lang="en-US" dirty="0"/>
              <a:t>  - zeta = ca / (2*sqrt(ka*ma)) = 2 / (2*sqrt(500*1.01)) ≈ 0.045 — within Jasper's JPE</a:t>
            </a:r>
          </a:p>
          <a:p>
            <a:r>
              <a:rPr lang="en-US" dirty="0"/>
              <a:t>   damping range 0.03–0.07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How to frame it to supervisors: the FRF is not a research contribution — it is</a:t>
            </a:r>
          </a:p>
          <a:p>
            <a:r>
              <a:rPr lang="en-US" dirty="0"/>
              <a:t>  evidence that the simulation PoC is a valid test. Without it, a reviewer can always</a:t>
            </a:r>
          </a:p>
          <a:p>
            <a:r>
              <a:rPr lang="en-US" dirty="0"/>
              <a:t>  ask "how do you know the hidden dynamics were actually excited?" The FRF closes that</a:t>
            </a:r>
          </a:p>
          <a:p>
            <a:r>
              <a:rPr lang="en-US" dirty="0"/>
              <a:t>   question.</a:t>
            </a:r>
          </a:p>
          <a:p>
            <a:endParaRPr lang="en-US" dirty="0"/>
          </a:p>
          <a:p>
            <a:r>
              <a:rPr lang="en-US" dirty="0"/>
              <a:t>  If supervisors still push back, the counter-question is: what would they accept as</a:t>
            </a:r>
          </a:p>
          <a:p>
            <a:r>
              <a:rPr lang="en-US" dirty="0"/>
              <a:t>  evidence that the simulation PoC is a fair test of the augmentation?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0152F9-FD73-491F-A309-667F3E9D22FA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2198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83F0-C52C-A715-3BE4-B0A24BFA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161D4-7246-F2F0-F6CC-76208EBF5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42DB3-7C76-2195-9543-D836A3561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935EC-A31D-4ACD-712A-78592F1B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431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6254-C53F-E2F7-51D9-01710DCF0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F94CA-3BDD-738D-251F-8DBA3C5BE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AFEF7-DA92-9E2D-CA27-64E74A26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E649-9120-4AA1-C2B1-58D4B7B1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5B3CD-DC22-39C5-6D42-90F0BDA7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838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E61C9-5876-72FE-405D-15DE7470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BC551-0810-798B-817F-8C7CB9AAE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58926-19A3-AA95-DB60-19FA274B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F46D2-B6ED-F9A4-2A66-26F7875E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7C4C-0CC2-2003-852B-92F3D198D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863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B659-DA80-FF74-92C8-4976C048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B6E1D-BCD7-7529-36F8-E57E89DA7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29D5A-7E1F-6681-C006-93A8513ED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42DF7-D159-92DC-3A7D-D785CC3A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4EB6-1045-0984-CC02-0F3C798B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528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AEC7-FF7D-C2E2-C51E-2EDB7403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7969-599C-2D15-1756-F7ABB8B33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AAA2E-E60B-5ECB-3A74-53FAD36DF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0A985-CC2A-9512-1E11-D7726F80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7E73B-2F27-FCEE-4643-F42752D9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311D5-EE66-F62B-A68C-D628DB28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229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FEFA-F1F4-228A-5DEF-B72786E9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C866-434E-0B82-7EB3-D208FEA5E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F1BC4-E5E0-6277-CDA7-AB9E0CE84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FD85-7D87-BC16-05E0-D87DCFB7A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989E4-DA01-2987-17B5-E8BFC19B2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E37D5-49A9-F48F-4820-1F5977D4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6DFC4-C2F8-9BFF-A18A-D8156AAA2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4BB86-2FEF-7FBB-41D6-A0EC6FE82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696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91F11-73F8-BCD5-5A1B-EBD369FB4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4E10D-2634-2956-22A5-D7CA68B2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752A3-0F90-AAB8-6F43-AE32F29D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5F3D1-CE2D-AC13-B0C2-A8A4A56B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791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1139F-9D1D-2C34-0EC1-9D9122118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A1483-BA14-9580-197C-39F063EC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6D6B1-6CEF-B883-6144-5AF2533A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55117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28EF-FF9B-B226-75DC-34D76C75A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7F3F-99AB-EE09-BD20-2D0E298FD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A0244-1320-E67D-5C9E-B4328985D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18D8E-9F5F-C69D-0F5C-4CB50B11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4543C-1FA7-B2A6-1B47-D0C9145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E129E-6E7A-0B3D-2F48-47BAAFC6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622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1986-30E7-8AB5-CDAD-4B7E9ECC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8AF8C5-0CBD-F7AA-DF1F-8B58E30F4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D8105-683A-AFA1-160E-3389488D6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DE28E-BFB1-2D85-ABDB-4BD1A7208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01F4D-4F88-B1CF-502A-679C7743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A09D2-FB78-6620-9930-61489973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814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5C6C3-4A84-DA1D-7D7B-14327B27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88759-FC69-94B7-38B2-F550248BC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980B4-9098-65CC-0F73-85FA991D7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84DE2-F324-FD23-A316-482CF65C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A0E3-73E4-12DB-2AA7-41819E904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1840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D3389-E657-22C9-C623-D4FDF7A1C3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80CE9-A460-F66E-C274-C7AEB25FB1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D6B9B-BCEC-BF9A-8466-80AB7A2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E074-81A8-181A-AF55-FBA9B1DC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D04ED-2100-CA2F-5B5F-3EBD8223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531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23D7E-5C89-B6C4-F43A-EF4CB08D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57EE9-4976-7229-77A2-8919767E1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C85E-BFC1-F7B3-BABE-CD65A04D3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AFE96-B4AC-4548-ACC0-410186A935FA}" type="datetimeFigureOut">
              <a:rPr lang="en-NL" smtClean="0"/>
              <a:t>25/05/2026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0D039-D145-6AFE-4A12-695C83D9B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66ADD-9A13-10D7-9995-BAC4F8FDD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09838-CAA7-4B22-99F9-2E91759EC3F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1003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pe-innovations.com/precision-point/structural-damping-properties-mechanical-systems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17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Parameter recovery – adding parameters together</a:t>
            </a:r>
          </a:p>
          <a:p>
            <a:r>
              <a:rPr lang="en-US" dirty="0"/>
              <a:t>Augmentation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47CA5-9AD8-63A1-1470-CB609BFE9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5B70-4BE5-4C25-129D-CF0EC61A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77DF2-77ED-67BF-7152-DF428570A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 of 1500 epochs, best validation RMSE for epoch 660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EC092-6955-6AF2-9F17-F479A947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975"/>
          <a:stretch>
            <a:fillRect/>
          </a:stretch>
        </p:blipFill>
        <p:spPr>
          <a:xfrm>
            <a:off x="-149907" y="2268632"/>
            <a:ext cx="6245907" cy="4107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DDC847-05BF-180B-8EA3-63A12614B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793"/>
          <a:stretch>
            <a:fillRect/>
          </a:stretch>
        </p:blipFill>
        <p:spPr>
          <a:xfrm>
            <a:off x="6096000" y="2268632"/>
            <a:ext cx="7530859" cy="345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1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EB38-FDC3-F9A5-6DCC-3E92E7A8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B3C4-FE36-2C7E-4611-D97A1722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91100" cy="1460500"/>
          </a:xfrm>
        </p:spPr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1A0F-7FA2-3DFC-2E78-F12EED1E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</a:t>
            </a:r>
            <a:r>
              <a:rPr lang="en-US" dirty="0" err="1"/>
              <a:t>J_sum</a:t>
            </a:r>
            <a:endParaRPr lang="en-US" dirty="0"/>
          </a:p>
          <a:p>
            <a:r>
              <a:rPr lang="en-US" dirty="0"/>
              <a:t>m1, m2 and mb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85F870-A731-34AC-8075-18BCB96A5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983" y="-22245"/>
            <a:ext cx="6519017" cy="69024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CA47FC-30E0-1A4F-4450-B5A326EE11CD}"/>
              </a:ext>
            </a:extLst>
          </p:cNvPr>
          <p:cNvSpPr/>
          <p:nvPr/>
        </p:nvSpPr>
        <p:spPr>
          <a:xfrm>
            <a:off x="5829301" y="2980945"/>
            <a:ext cx="5701283" cy="10515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01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6A7B1-22AF-6E89-5214-8ED2B4FC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Trajectory – 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CBF15-4016-67CC-09A4-E63444C17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sum the matrix indexes they match the true parameters exactly</a:t>
            </a:r>
          </a:p>
          <a:p>
            <a:r>
              <a:rPr lang="en-US" dirty="0"/>
              <a:t>But current problem: the individual parameters cannot be identified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21D2AB-8186-BE52-F147-104511504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4" y="-2047743"/>
            <a:ext cx="11975251" cy="15914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FD876D-631D-95B8-8DD5-03A63C10F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2099"/>
            <a:ext cx="6220693" cy="828791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CBFDCA0-FA6B-2D93-2A89-97518BACA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851"/>
            <a:ext cx="6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NL" altLang="en-NL" sz="900" b="0" i="0" u="none" strike="noStrike" cap="none" normalizeH="0" baseline="0" dirty="0">
                <a:ln>
                  <a:noFill/>
                </a:ln>
                <a:solidFill>
                  <a:srgbClr val="BBBEBF"/>
                </a:solidFill>
                <a:effectLst/>
                <a:latin typeface="Segoe WPC"/>
              </a:rPr>
            </a:b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18BC6F-41B8-F07A-2D45-C75B497C14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55949"/>
          <a:stretch>
            <a:fillRect/>
          </a:stretch>
        </p:blipFill>
        <p:spPr>
          <a:xfrm>
            <a:off x="120429" y="3468397"/>
            <a:ext cx="10085832" cy="23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6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B79C-8F6D-7DCA-8556-D1A4BB3E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C2F7-AF52-2E55-6D9D-4CE98BD69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FFCFA-9FEC-542B-3A32-47AFB8DA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25685"/>
            <a:ext cx="10085832" cy="53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7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63CEF-F436-65D8-4A19-E3E54110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additional table for each matrix index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022E4-4B77-AB27-C026-A678BFD7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D538C-E708-D705-0761-88303FB12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8" y="1933603"/>
            <a:ext cx="9307622" cy="41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00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DCCB-F905-186D-D38E-99901A58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BEF0F-56BE-6543-298E-72905462F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11FDD-4E21-C14D-9C40-A1D20CFE5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4354" cy="6608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A48C1-FF8E-C676-5DB3-ABF49522C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54" y="1284789"/>
            <a:ext cx="7108275" cy="321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335CB4-DA41-6429-D9AE-E435CBFD34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5"/>
          <a:stretch>
            <a:fillRect/>
          </a:stretch>
        </p:blipFill>
        <p:spPr>
          <a:xfrm>
            <a:off x="1512717" y="620973"/>
            <a:ext cx="8621883" cy="58719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E00DC6-B7EE-3CCD-BDEB-3D129D0DE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-41809"/>
            <a:ext cx="10515600" cy="1325563"/>
          </a:xfrm>
        </p:spPr>
        <p:txBody>
          <a:bodyPr/>
          <a:lstStyle/>
          <a:p>
            <a:r>
              <a:rPr lang="en-US" dirty="0"/>
              <a:t>T1 – Y sweep conservative (training set)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1218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0D0F-AAE6-9CA0-91BA-DA4A10CE7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Trajectories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37A4-F3CE-A011-5F29-4FD462EE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Without </a:t>
            </a:r>
            <a:r>
              <a:rPr lang="en-US" dirty="0" err="1"/>
              <a:t>multisine</a:t>
            </a:r>
            <a:r>
              <a:rPr lang="en-US" dirty="0"/>
              <a:t> perfect recovery</a:t>
            </a:r>
          </a:p>
          <a:p>
            <a:pPr lvl="1"/>
            <a:r>
              <a:rPr lang="en-US" dirty="0"/>
              <a:t>No reason for </a:t>
            </a:r>
            <a:r>
              <a:rPr lang="en-US" dirty="0" err="1"/>
              <a:t>multisine</a:t>
            </a:r>
            <a:r>
              <a:rPr lang="en-US" dirty="0"/>
              <a:t> at the moment</a:t>
            </a:r>
          </a:p>
          <a:p>
            <a:r>
              <a:rPr lang="en-US" dirty="0"/>
              <a:t>Instead need to move on to </a:t>
            </a:r>
            <a:r>
              <a:rPr lang="en-US" dirty="0" err="1"/>
              <a:t>augmenation</a:t>
            </a:r>
            <a:endParaRPr lang="en-US" dirty="0"/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8967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9E90-BDAF-4C6B-8FA4-78B4B77B0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augmentation methods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37B4-F1B0-B3C8-8B59-EA7277C43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methods</a:t>
            </a:r>
          </a:p>
          <a:p>
            <a:r>
              <a:rPr lang="en-US" dirty="0"/>
              <a:t>Benefits of different methods</a:t>
            </a:r>
          </a:p>
          <a:p>
            <a:r>
              <a:rPr lang="en-US" dirty="0"/>
              <a:t>Which </a:t>
            </a:r>
            <a:r>
              <a:rPr lang="en-US" dirty="0" err="1"/>
              <a:t>dynamica</a:t>
            </a:r>
            <a:r>
              <a:rPr lang="en-US" dirty="0"/>
              <a:t> do we want to model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43462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81E7-91CF-78C5-FB17-1855EE0C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Unmodeled dynamics</a:t>
            </a:r>
            <a:br>
              <a:rPr lang="en-US" dirty="0"/>
            </a:br>
            <a:r>
              <a:rPr lang="en-US" dirty="0"/>
              <a:t>(Dual) Gantry -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90ACE-745B-D1F5-D0EC-69101DDD5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Coupling most important. See meeting notes txt files if something useful has come up</a:t>
            </a:r>
          </a:p>
          <a:p>
            <a:r>
              <a:rPr lang="en-US" dirty="0" err="1"/>
              <a:t>Vereisten</a:t>
            </a:r>
            <a:r>
              <a:rPr lang="en-US" dirty="0"/>
              <a:t> </a:t>
            </a:r>
            <a:r>
              <a:rPr lang="en-US" dirty="0" err="1"/>
              <a:t>vanuit</a:t>
            </a:r>
            <a:r>
              <a:rPr lang="en-US" dirty="0"/>
              <a:t> ASMPT</a:t>
            </a:r>
          </a:p>
          <a:p>
            <a:pPr lvl="1"/>
            <a:r>
              <a:rPr lang="en-US" dirty="0"/>
              <a:t>Augmentation: want to capture unmodeled dynamics, expect this to be …. And capturing the coupling is most important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Cross-coupling between X and Y axes, and between the two gantries. Important for settling error and prediction accuracy. Currently not fully captured.</a:t>
            </a:r>
          </a:p>
          <a:p>
            <a:pPr lvl="1"/>
            <a:r>
              <a:rPr lang="en-US" dirty="0"/>
              <a:t>flexible dynamics  are the most important unmodeled effect.</a:t>
            </a:r>
          </a:p>
          <a:p>
            <a:pPr lvl="1"/>
            <a:r>
              <a:rPr lang="en-US" dirty="0"/>
              <a:t>Nonlinearities (for example actuator not fully linear?)</a:t>
            </a:r>
          </a:p>
          <a:p>
            <a:pPr lvl="1"/>
            <a:r>
              <a:rPr lang="en-US" dirty="0"/>
              <a:t>Cogging and friction are partially handled already by  firmware: not the primary augmentation target.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 flexible/structural effects are hard to model because they are strongly  coupled and structurally complex.  The rigid-body FP model captures translation and rotation as rigid degrees of  freedom. The flexible modes require extra states (the spring-mass-damper modes) that do not exist in the rigid-body state vector — they are hidden,  not directly observable.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1821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72C7-0C74-1690-A6AB-C86654C9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78416-48F4-E399-8DF3-E00D0743B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static and dynamic and then series and parallel for both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707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0CD5-042E-FF95-F721-1A692F28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9183E-D850-CE30-0025-3A9C0EAC3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Static parallel: adds a correction directly to the state transition, taking the same inputs as the FP model. No extra states</a:t>
            </a:r>
          </a:p>
          <a:p>
            <a:r>
              <a:rPr lang="en-US" dirty="0"/>
              <a:t>2. Static series</a:t>
            </a:r>
          </a:p>
          <a:p>
            <a:r>
              <a:rPr lang="en-US" dirty="0"/>
              <a:t>3. Dynamic parallel</a:t>
            </a:r>
          </a:p>
          <a:p>
            <a:r>
              <a:rPr lang="en-US" dirty="0"/>
              <a:t>4. Dynamic series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75B642-C42E-9A0E-9EE9-54E29D93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482" y="3128997"/>
            <a:ext cx="6378493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00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928C-2E25-1FAF-B05F-7C6DF0FD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21C3-D550-64AC-C9DA-F84876E77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B3BC1-0C9A-0915-A5F5-03621615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046" y="1992505"/>
            <a:ext cx="6309907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83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82E9-683D-1A91-FAD0-5FBBDF34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Orthogonality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8D172-A3E6-3C46-0D3B-D473481D8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orthogonality paper adds (Györök et al. 2025)</a:t>
            </a:r>
          </a:p>
          <a:p>
            <a:r>
              <a:rPr lang="en-US" dirty="0"/>
              <a:t>This paper focuses exclusively on static parallel / additive augmentation</a:t>
            </a:r>
          </a:p>
          <a:p>
            <a:endParaRPr lang="en-US" dirty="0"/>
          </a:p>
          <a:p>
            <a:r>
              <a:rPr lang="en-US" dirty="0"/>
              <a:t>The solution: orthogonal projection regularization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72591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D177-351D-55C2-22DF-E2F12F89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E7D-1359-D51A-FB42-AAB07B08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target: dynamic parallel + joint estimation + orthogonal regularization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81896-E677-A8CF-A7C6-28C4D072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739" y="3225533"/>
            <a:ext cx="4290432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64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0DAB-61FB-3E05-C657-C597B61E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F58B-39DB-E34A-49F3-673090E11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0370D-A6BB-F713-625D-C315A5147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12" y="735096"/>
            <a:ext cx="4343776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47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DA81-473B-E20C-EE63-3BF72F45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B2D2-DF7A-C7E9-9B98-29761076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8BD88C-272D-197A-6F74-EA665311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543" y="1440007"/>
            <a:ext cx="4320914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82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CA395-B228-2F32-4D43-17FCF596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br>
              <a:rPr lang="en-US" dirty="0"/>
            </a:br>
            <a:r>
              <a:rPr lang="en-US" dirty="0"/>
              <a:t>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11F69-74CE-DB70-1CCF-4B10168B5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it to be physically meaningful / if I add dynamics (MSD) the formulas need to be correct – ASMPT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26747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AACF7C-4443-EF88-564F-830F7B80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C976-117A-A953-DD93-417C5AA1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br>
              <a:rPr lang="en-US" dirty="0"/>
            </a:br>
            <a:r>
              <a:rPr lang="en-US" dirty="0"/>
              <a:t>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1D187-134A-34FC-5603-A1D06A9F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725F0E-2BA8-0F59-78B3-6DADC898E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64" y="1653089"/>
            <a:ext cx="4359018" cy="5204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F8A9A2-D7E2-F3A7-2DE0-83D6E16D7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768" y="1653089"/>
            <a:ext cx="5155725" cy="295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421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45D3-3B42-4280-A0B1-7DA69BA7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73DDA-E971-ACC4-106A-4A9EB8DB0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I add the total payload mass and then the augmentation has to “find” the two masses (MSD attached)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81030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E0B2-727E-8D37-9506-BCB56549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037B-2271-176B-FA36-463437BC5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Simulink</a:t>
            </a:r>
          </a:p>
          <a:p>
            <a:r>
              <a:rPr lang="en-US" dirty="0"/>
              <a:t>Does the augmentation show up in the FRF?:</a:t>
            </a:r>
            <a:br>
              <a:rPr lang="en-US" dirty="0"/>
            </a:br>
            <a:r>
              <a:rPr lang="en-US" dirty="0"/>
              <a:t>I </a:t>
            </a:r>
            <a:r>
              <a:rPr lang="en-US" dirty="0" err="1"/>
              <a:t>dont</a:t>
            </a:r>
            <a:r>
              <a:rPr lang="en-US" dirty="0"/>
              <a:t> know how to classify this. I think I'll have to compare the FRFs of the two </a:t>
            </a:r>
          </a:p>
          <a:p>
            <a:r>
              <a:rPr lang="en-US" dirty="0"/>
              <a:t>  or rms or some metric to determine whether the augmentation is valid </a:t>
            </a:r>
          </a:p>
          <a:p>
            <a:endParaRPr lang="en-US" dirty="0"/>
          </a:p>
          <a:p>
            <a:r>
              <a:rPr lang="en-US" dirty="0"/>
              <a:t>What does an MSD add to the dynamics? what do we expect to see in addition due to the MSD? </a:t>
            </a:r>
          </a:p>
          <a:p>
            <a:endParaRPr lang="en-US" dirty="0"/>
          </a:p>
          <a:p>
            <a:r>
              <a:rPr lang="en-US" dirty="0"/>
              <a:t>(- The difference should show a clear resonance bump at </a:t>
            </a:r>
            <a:r>
              <a:rPr lang="en-US" dirty="0" err="1"/>
              <a:t>omega_n</a:t>
            </a:r>
            <a:r>
              <a:rPr lang="en-US" dirty="0"/>
              <a:t> / (2*pi) ≈ 3.6 Hz</a:t>
            </a:r>
          </a:p>
          <a:p>
            <a:r>
              <a:rPr lang="en-US" dirty="0"/>
              <a:t>  - If the bump is barely above the noise floor the fraction is too small)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38912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5BFFA-5E72-C46B-FBE8-8B4AB617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 with ASMPT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E8CDC-B2B9-D91E-61F5-3096833A1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BA313-4973-CA89-AE8C-D2376BD72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473" y="1825625"/>
            <a:ext cx="4359018" cy="535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8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6557-DE47-21B0-83B0-8295A6C0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planning next month</a:t>
            </a:r>
            <a:br>
              <a:rPr lang="en-US" dirty="0"/>
            </a:br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C3E7-2F58-8DFF-E635-C5C6FE7D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joint without orthogonality? Maybe first choose a simpler structure, maybe just extra work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1A1FE6-B1B2-E2F1-64E8-CF09AF71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5" y="2738229"/>
            <a:ext cx="6663776" cy="3573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96F443-D7B2-BFAF-FADF-BF8A7EBB3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261" y="2951856"/>
            <a:ext cx="5256816" cy="314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486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CAE1-2F37-DD86-F994-2A447CB3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65B1-B241-5092-840B-DB4348FC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Adding MSD to the baseline model</a:t>
            </a:r>
          </a:p>
          <a:p>
            <a:r>
              <a:rPr lang="en-US" dirty="0"/>
              <a:t>Verify with </a:t>
            </a:r>
            <a:r>
              <a:rPr lang="en-US" dirty="0" err="1"/>
              <a:t>simscape</a:t>
            </a:r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7706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506C-05CC-BE4F-DA31-6CBCC8710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B34-9594-5E65-4E1B-E6D876DC3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205601"/>
            <a:ext cx="10515600" cy="4351338"/>
          </a:xfrm>
        </p:spPr>
        <p:txBody>
          <a:bodyPr/>
          <a:lstStyle/>
          <a:p>
            <a:r>
              <a:rPr lang="en-US" dirty="0"/>
              <a:t>Only added offset L0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0A34E-D2E5-1073-5632-C493C07C8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68433"/>
            <a:ext cx="9976316" cy="466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37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F4E-215B-314B-861B-A35887E1A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41D6-32F7-39D4-0312-7950F0B1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=== Extended model RMSE vs </a:t>
            </a:r>
            <a:r>
              <a:rPr lang="en-US" dirty="0" err="1"/>
              <a:t>Simscape</a:t>
            </a:r>
            <a:r>
              <a:rPr lang="en-US" dirty="0"/>
              <a:t> ===</a:t>
            </a:r>
            <a:br>
              <a:rPr lang="en-US" dirty="0"/>
            </a:br>
            <a:r>
              <a:rPr lang="en-US" dirty="0"/>
              <a:t>RMSE X1 : 2.4919e-07 m</a:t>
            </a:r>
            <a:br>
              <a:rPr lang="en-US" dirty="0"/>
            </a:br>
            <a:r>
              <a:rPr lang="en-US" dirty="0"/>
              <a:t>RMSE X2 : 1.6463e-07 m</a:t>
            </a:r>
            <a:br>
              <a:rPr lang="en-US" dirty="0"/>
            </a:br>
            <a:r>
              <a:rPr lang="en-US" dirty="0"/>
              <a:t>RMSE Y : 5.0275e-09 m</a:t>
            </a:r>
            <a:br>
              <a:rPr lang="en-US" dirty="0"/>
            </a:br>
            <a:br>
              <a:rPr lang="en-US" dirty="0"/>
            </a:br>
            <a:r>
              <a:rPr lang="en-US" dirty="0"/>
              <a:t>=== Baseline model RMSE vs </a:t>
            </a:r>
            <a:r>
              <a:rPr lang="en-US" dirty="0" err="1"/>
              <a:t>Simscape</a:t>
            </a:r>
            <a:r>
              <a:rPr lang="en-US" dirty="0"/>
              <a:t> ===</a:t>
            </a:r>
            <a:br>
              <a:rPr lang="en-US" dirty="0"/>
            </a:br>
            <a:r>
              <a:rPr lang="en-US" dirty="0"/>
              <a:t>RMSE X1 : 4.4957e-07 m</a:t>
            </a:r>
            <a:br>
              <a:rPr lang="en-US" dirty="0"/>
            </a:br>
            <a:r>
              <a:rPr lang="en-US" dirty="0"/>
              <a:t>RMSE X2 : 2.9607e-07 m</a:t>
            </a:r>
            <a:br>
              <a:rPr lang="en-US" dirty="0"/>
            </a:br>
            <a:r>
              <a:rPr lang="en-US" dirty="0"/>
              <a:t>RMSE Y : 7.6171e-09 m</a:t>
            </a: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9422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B6A5-BDE3-9764-A5C0-6CC45FE1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B4F8-50C1-94AB-6E66-98DBFA16D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1C9B7-B599-A483-36CB-A1134088C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1571"/>
            <a:ext cx="12192000" cy="557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650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D611-D6D5-6658-F2F0-DF6990EA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8481-CCD5-60FC-7705-935B26B92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=== Additional state </a:t>
            </a:r>
            <a:r>
              <a:rPr lang="en-US" dirty="0" err="1"/>
              <a:t>delta_a</a:t>
            </a:r>
            <a:r>
              <a:rPr lang="en-US" dirty="0"/>
              <a:t> (extended ODE vs </a:t>
            </a:r>
            <a:r>
              <a:rPr lang="en-US" dirty="0" err="1"/>
              <a:t>Simscape</a:t>
            </a:r>
            <a:r>
              <a:rPr lang="en-US" dirty="0"/>
              <a:t>) ===</a:t>
            </a:r>
            <a:br>
              <a:rPr lang="en-US" dirty="0"/>
            </a:br>
            <a:r>
              <a:rPr lang="en-US" dirty="0"/>
              <a:t>RMSE </a:t>
            </a:r>
            <a:r>
              <a:rPr lang="en-US" dirty="0" err="1"/>
              <a:t>delta_a</a:t>
            </a:r>
            <a:r>
              <a:rPr lang="en-US" dirty="0"/>
              <a:t> : 2.1787e-10 m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67446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B477-3BC8-4D68-C047-1A9486D7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9A3AB-932E-1EE7-849F-5B01FFE1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579222-DAF9-2D71-D253-A0984B91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8310"/>
            <a:ext cx="12192000" cy="56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38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A816-4238-81E2-640A-3F70CBF1C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without </a:t>
            </a:r>
            <a:r>
              <a:rPr lang="en-US" dirty="0" err="1"/>
              <a:t>augmenatation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26B7-7814-A41C-E45F-191FBE326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=== Baseline model RMSE vs Simscape ===</a:t>
            </a:r>
            <a:br>
              <a:rPr lang="it-IT" dirty="0"/>
            </a:br>
            <a:r>
              <a:rPr lang="it-IT" dirty="0"/>
              <a:t>RMSE X1 : 5.7487e-09 m</a:t>
            </a:r>
            <a:br>
              <a:rPr lang="it-IT" dirty="0"/>
            </a:br>
            <a:r>
              <a:rPr lang="it-IT" dirty="0"/>
              <a:t>RMSE X2 : 4.3737e-09 m</a:t>
            </a:r>
            <a:br>
              <a:rPr lang="it-IT" dirty="0"/>
            </a:br>
            <a:r>
              <a:rPr lang="it-IT" dirty="0"/>
              <a:t>RMSE Y : 8.8062e-10 m</a:t>
            </a:r>
          </a:p>
        </p:txBody>
      </p:sp>
    </p:spTree>
    <p:extLst>
      <p:ext uri="{BB962C8B-B14F-4D97-AF65-F5344CB8AC3E}">
        <p14:creationId xmlns:p14="http://schemas.microsoft.com/office/powerpoint/2010/main" val="3305378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A66E-E605-15F0-0325-9E2D6BDD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5091B-545C-A00D-75E1-712DEE5C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for augmentation next month</a:t>
            </a:r>
          </a:p>
          <a:p>
            <a:pPr lvl="1"/>
            <a:r>
              <a:rPr lang="en-US" dirty="0"/>
              <a:t>Clear outline of what goals to achieve for augmentation (main headings)</a:t>
            </a:r>
          </a:p>
          <a:p>
            <a:r>
              <a:rPr lang="en-US" dirty="0"/>
              <a:t>Work on implementing Jan’s augmentation structure</a:t>
            </a:r>
          </a:p>
          <a:p>
            <a:pPr lvl="1"/>
            <a:r>
              <a:rPr lang="en-US" dirty="0"/>
              <a:t>First without joint estimation </a:t>
            </a:r>
            <a:r>
              <a:rPr lang="en-US" dirty="0">
                <a:sym typeface="Wingdings" panose="05000000000000000000" pitchFamily="2" charset="2"/>
              </a:rPr>
              <a:t> parameters of the baseline model are kept constant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10247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40C2-AD96-3F68-5918-2DE6F279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F97B-A51F-70C0-DAA0-5EBA49F9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400 </a:t>
            </a:r>
            <a:r>
              <a:rPr lang="en-US" dirty="0" err="1"/>
              <a:t>hz</a:t>
            </a:r>
            <a:r>
              <a:rPr lang="en-US" dirty="0"/>
              <a:t> range </a:t>
            </a:r>
            <a:r>
              <a:rPr lang="en-US" dirty="0" err="1"/>
              <a:t>kijken</a:t>
            </a:r>
            <a:r>
              <a:rPr lang="en-US" dirty="0"/>
              <a:t> met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spring stiffness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meer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realistisch</a:t>
            </a:r>
            <a:r>
              <a:rPr lang="en-US" dirty="0">
                <a:sym typeface="Wingdings" panose="05000000000000000000" pitchFamily="2" charset="2"/>
              </a:rPr>
              <a:t> dan in de 27 </a:t>
            </a:r>
            <a:r>
              <a:rPr lang="en-US" dirty="0" err="1">
                <a:sym typeface="Wingdings" panose="05000000000000000000" pitchFamily="2" charset="2"/>
              </a:rPr>
              <a:t>hz</a:t>
            </a:r>
            <a:r>
              <a:rPr lang="en-US" dirty="0">
                <a:sym typeface="Wingdings" panose="05000000000000000000" pitchFamily="2" charset="2"/>
              </a:rPr>
              <a:t> range </a:t>
            </a:r>
            <a:r>
              <a:rPr lang="en-US" dirty="0" err="1">
                <a:sym typeface="Wingdings" panose="05000000000000000000" pitchFamily="2" charset="2"/>
              </a:rPr>
              <a:t>als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ik</a:t>
            </a:r>
            <a:r>
              <a:rPr lang="en-US" dirty="0">
                <a:sym typeface="Wingdings" panose="05000000000000000000" pitchFamily="2" charset="2"/>
              </a:rPr>
              <a:t> die </a:t>
            </a:r>
            <a:r>
              <a:rPr lang="en-US" dirty="0" err="1">
                <a:sym typeface="Wingdings" panose="05000000000000000000" pitchFamily="2" charset="2"/>
              </a:rPr>
              <a:t>nog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niet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gevonden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zou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hebben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r>
              <a:rPr lang="en-US" dirty="0" err="1"/>
              <a:t>Formule</a:t>
            </a:r>
            <a:r>
              <a:rPr lang="en-US" dirty="0"/>
              <a:t> jasper </a:t>
            </a:r>
            <a:r>
              <a:rPr lang="en-US" dirty="0" err="1"/>
              <a:t>gebruiken</a:t>
            </a:r>
            <a:r>
              <a:rPr lang="en-US" dirty="0"/>
              <a:t> voor damping coefficient </a:t>
            </a:r>
            <a:r>
              <a:rPr lang="en-US" dirty="0" err="1"/>
              <a:t>bepalen</a:t>
            </a:r>
            <a:r>
              <a:rPr lang="en-US" dirty="0"/>
              <a:t>: Meestal percentage</a:t>
            </a:r>
          </a:p>
          <a:p>
            <a:r>
              <a:rPr lang="en-US" dirty="0"/>
              <a:t>Offset </a:t>
            </a:r>
            <a:r>
              <a:rPr lang="en-US" dirty="0" err="1"/>
              <a:t>middelpunt</a:t>
            </a:r>
            <a:r>
              <a:rPr lang="en-US" dirty="0"/>
              <a:t> </a:t>
            </a:r>
            <a:r>
              <a:rPr lang="en-US" dirty="0" err="1"/>
              <a:t>zelfde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formules</a:t>
            </a:r>
            <a:r>
              <a:rPr lang="en-US" dirty="0"/>
              <a:t> (R)</a:t>
            </a:r>
          </a:p>
          <a:p>
            <a:r>
              <a:rPr lang="pt-BR" dirty="0"/>
              <a:t> ka = 1.01 * (2π * 400)² ≈ 6.38 × 10⁶ N/m</a:t>
            </a:r>
            <a:endParaRPr lang="en-NL" dirty="0"/>
          </a:p>
        </p:txBody>
      </p:sp>
      <p:pic>
        <p:nvPicPr>
          <p:cNvPr id="1026" name="Picture 2" descr="Theory of vibration - Composite Materials Hub">
            <a:extLst>
              <a:ext uri="{FF2B5EF4-FFF2-40B4-BE49-F238E27FC236}">
                <a16:creationId xmlns:a16="http://schemas.microsoft.com/office/drawing/2014/main" id="{53CAC0D8-C8D2-C58C-69EE-E9AE8E465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4252" y="4248305"/>
            <a:ext cx="300037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National Center for Voice and Speech - Tutorials">
            <a:extLst>
              <a:ext uri="{FF2B5EF4-FFF2-40B4-BE49-F238E27FC236}">
                <a16:creationId xmlns:a16="http://schemas.microsoft.com/office/drawing/2014/main" id="{5137FA8D-FF86-0BD8-BAFC-B797D874F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379" y="4835525"/>
            <a:ext cx="36957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3592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5921-E551-B1C3-2ACA-C9FF5D54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C2797-F575-3CFA-C06E-93EE1A88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Choices:                       </a:t>
            </a:r>
          </a:p>
          <a:p>
            <a:r>
              <a:rPr lang="en-US" dirty="0"/>
              <a:t>  - Target frequency: </a:t>
            </a:r>
            <a:r>
              <a:rPr lang="en-US" dirty="0" err="1"/>
              <a:t>f_a</a:t>
            </a:r>
            <a:r>
              <a:rPr lang="en-US" dirty="0"/>
              <a:t> = 400 Hz                                                    </a:t>
            </a:r>
          </a:p>
          <a:p>
            <a:r>
              <a:rPr lang="en-US" dirty="0"/>
              <a:t>  - Damping ratio: zeta = 0.05 (metal structures with joints, range 0.03-0.07)</a:t>
            </a:r>
          </a:p>
          <a:p>
            <a:endParaRPr lang="en-US" dirty="0"/>
          </a:p>
          <a:p>
            <a:r>
              <a:rPr lang="en-US" dirty="0"/>
              <a:t>  Calculated:                                                                         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  </a:t>
            </a:r>
            <a:r>
              <a:rPr lang="en-US" dirty="0" err="1"/>
              <a:t>k_a</a:t>
            </a:r>
            <a:r>
              <a:rPr lang="en-US" dirty="0"/>
              <a:t> = </a:t>
            </a:r>
            <a:r>
              <a:rPr lang="en-US" dirty="0" err="1"/>
              <a:t>m_a</a:t>
            </a:r>
            <a:r>
              <a:rPr lang="en-US" dirty="0"/>
              <a:t> * (2pif_a)^2 = 1.01 * (2pi400)^2 ≈ 6.38e6 N/m                             </a:t>
            </a:r>
          </a:p>
          <a:p>
            <a:r>
              <a:rPr lang="en-US" dirty="0"/>
              <a:t>                                                            </a:t>
            </a:r>
          </a:p>
          <a:p>
            <a:r>
              <a:rPr lang="en-US" dirty="0"/>
              <a:t>  </a:t>
            </a:r>
            <a:r>
              <a:rPr lang="en-US" dirty="0" err="1"/>
              <a:t>c_a</a:t>
            </a:r>
            <a:r>
              <a:rPr lang="en-US" dirty="0"/>
              <a:t> = 2 * zeta * sqrt(</a:t>
            </a:r>
            <a:r>
              <a:rPr lang="en-US" dirty="0" err="1"/>
              <a:t>k_a</a:t>
            </a:r>
            <a:r>
              <a:rPr lang="en-US" dirty="0"/>
              <a:t> * </a:t>
            </a:r>
            <a:r>
              <a:rPr lang="en-US" dirty="0" err="1"/>
              <a:t>m_a</a:t>
            </a:r>
            <a:r>
              <a:rPr lang="en-US" dirty="0"/>
              <a:t>) = 2 * 0.05 * sqrt(6.38e6 * 1.01) ≈ 254 Ns/m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98417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3050-EF40-4455-D28F-C2F8C9E6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stiffness and damping coefficient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5E37-BD5A-5EC0-821E-8C1AA8699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https://www.jpe-innovations.com/precision-point/structural-damping-properties-mechanical-systems/</a:t>
            </a:r>
            <a:endParaRPr lang="en-US" dirty="0"/>
          </a:p>
          <a:p>
            <a:r>
              <a:rPr lang="en-US" dirty="0"/>
              <a:t>Formula stiffness circa 200-400 </a:t>
            </a:r>
            <a:r>
              <a:rPr lang="en-US" dirty="0" err="1"/>
              <a:t>hz</a:t>
            </a:r>
            <a:r>
              <a:rPr lang="en-US" dirty="0"/>
              <a:t> (choose 400) but coupled system, so will have to see how it affects.</a:t>
            </a:r>
          </a:p>
          <a:p>
            <a:pPr fontAlgn="t"/>
            <a:r>
              <a:rPr lang="en-US" dirty="0"/>
              <a:t>For damping choose Metal structures with joints </a:t>
            </a:r>
            <a:r>
              <a:rPr lang="en-NL" dirty="0"/>
              <a:t>0.03 - 0.07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6871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117F-039F-282C-001A-DCB3802A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ADC22-C08B-1810-D7BF-F69FA5E0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A39C1-CB83-C079-A3B3-FCCF5D69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095DE-B479-FFDF-9C12-CC1F4C9BD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866CDA-D1E4-770C-8322-E3C8C0748A58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EA01BF-BA42-F9E3-BC71-A76BCBEBC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A48FE22-2F0E-031B-B2E8-59745BBC0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BB91E65-0D1D-B7AF-EEC9-2B693ABB0F19}"/>
              </a:ext>
            </a:extLst>
          </p:cNvPr>
          <p:cNvSpPr/>
          <p:nvPr/>
        </p:nvSpPr>
        <p:spPr>
          <a:xfrm>
            <a:off x="7291393" y="3815393"/>
            <a:ext cx="4850294" cy="2026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86B3D2-DFFF-2503-87D6-42B790453814}"/>
              </a:ext>
            </a:extLst>
          </p:cNvPr>
          <p:cNvSpPr txBox="1"/>
          <p:nvPr/>
        </p:nvSpPr>
        <p:spPr>
          <a:xfrm>
            <a:off x="7306223" y="3774124"/>
            <a:ext cx="4850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br>
              <a:rPr lang="en-US" sz="2400" b="1" dirty="0"/>
            </a:br>
            <a:r>
              <a:rPr lang="en-US" sz="2400" b="1" dirty="0"/>
              <a:t>Picture is not fully accurate, we define the mass as the relative displacement from </a:t>
            </a:r>
            <a:r>
              <a:rPr lang="en-US" sz="2400" b="1" dirty="0" err="1"/>
              <a:t>mh</a:t>
            </a:r>
            <a:r>
              <a:rPr lang="en-US" sz="2400" b="1" dirty="0"/>
              <a:t> currently</a:t>
            </a:r>
          </a:p>
          <a:p>
            <a:r>
              <a:rPr lang="en-US" sz="2400" b="1" dirty="0"/>
              <a:t>Will need to add offset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133692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3067</TotalTime>
  <Words>1176</Words>
  <Application>Microsoft Office PowerPoint</Application>
  <PresentationFormat>Widescreen</PresentationFormat>
  <Paragraphs>120</Paragraphs>
  <Slides>40</Slides>
  <Notes>6</Notes>
  <HiddenSlides>16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Segoe WPC</vt:lpstr>
      <vt:lpstr>Wingdings</vt:lpstr>
      <vt:lpstr>Office Theme</vt:lpstr>
      <vt:lpstr>Meeting Week 17</vt:lpstr>
      <vt:lpstr>Trajectory – parameter recovery</vt:lpstr>
      <vt:lpstr>Trajectory – parameter recovery</vt:lpstr>
      <vt:lpstr>Trajectory – parameter recovery</vt:lpstr>
      <vt:lpstr>PowerPoint Presentation</vt:lpstr>
      <vt:lpstr>Print additional table for each matrix index</vt:lpstr>
      <vt:lpstr>PowerPoint Presentation</vt:lpstr>
      <vt:lpstr>T1 – Y sweep conservative (training set)</vt:lpstr>
      <vt:lpstr>Trajectories + multisine</vt:lpstr>
      <vt:lpstr>Current augmentation methods</vt:lpstr>
      <vt:lpstr>Unmodeled dynamics (Dual) Gantry - ASMPT</vt:lpstr>
      <vt:lpstr>PowerPoint Presentation</vt:lpstr>
      <vt:lpstr>PowerPoint Presentation</vt:lpstr>
      <vt:lpstr>PowerPoint Presentation</vt:lpstr>
      <vt:lpstr>Orthogonality</vt:lpstr>
      <vt:lpstr>PowerPoint Presentation</vt:lpstr>
      <vt:lpstr>PowerPoint Presentation</vt:lpstr>
      <vt:lpstr>PowerPoint Presentation</vt:lpstr>
      <vt:lpstr>Augmentation Additional state</vt:lpstr>
      <vt:lpstr>Augmentation Additional state</vt:lpstr>
      <vt:lpstr>PowerPoint Presentation</vt:lpstr>
      <vt:lpstr>Validation</vt:lpstr>
      <vt:lpstr>Establish with ASMPT</vt:lpstr>
      <vt:lpstr>High level planning next month Augmentation</vt:lpstr>
      <vt:lpstr>Augmentation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PowerPoint Presentation</vt:lpstr>
      <vt:lpstr>PowerPoint Presentation</vt:lpstr>
      <vt:lpstr>PowerPoint Presentation</vt:lpstr>
      <vt:lpstr>PowerPoint Presentation</vt:lpstr>
      <vt:lpstr>Both without augmenatation</vt:lpstr>
      <vt:lpstr>Outline next week</vt:lpstr>
      <vt:lpstr>Frequency</vt:lpstr>
      <vt:lpstr>PowerPoint Presentation</vt:lpstr>
      <vt:lpstr>Determining stiffness and damping coefficient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Berg, Dirk van den</dc:creator>
  <cp:lastModifiedBy>Berg, Dirk van den</cp:lastModifiedBy>
  <cp:revision>1</cp:revision>
  <dcterms:created xsi:type="dcterms:W3CDTF">2026-05-20T07:20:29Z</dcterms:created>
  <dcterms:modified xsi:type="dcterms:W3CDTF">2026-05-25T18:50:58Z</dcterms:modified>
</cp:coreProperties>
</file>