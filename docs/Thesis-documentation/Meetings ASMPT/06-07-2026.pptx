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5"/>
  </p:notesMasterIdLst>
  <p:sldIdLst>
    <p:sldId id="257" r:id="rId2"/>
    <p:sldId id="258" r:id="rId3"/>
    <p:sldId id="616" r:id="rId4"/>
    <p:sldId id="622" r:id="rId5"/>
    <p:sldId id="617" r:id="rId6"/>
    <p:sldId id="618" r:id="rId7"/>
    <p:sldId id="619" r:id="rId8"/>
    <p:sldId id="620" r:id="rId9"/>
    <p:sldId id="621" r:id="rId10"/>
    <p:sldId id="623" r:id="rId11"/>
    <p:sldId id="565" r:id="rId12"/>
    <p:sldId id="569" r:id="rId13"/>
    <p:sldId id="624" r:id="rId14"/>
    <p:sldId id="457" r:id="rId15"/>
    <p:sldId id="468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9" r:id="rId29"/>
    <p:sldId id="587" r:id="rId30"/>
    <p:sldId id="588" r:id="rId31"/>
    <p:sldId id="595" r:id="rId32"/>
    <p:sldId id="590" r:id="rId33"/>
    <p:sldId id="591" r:id="rId34"/>
    <p:sldId id="592" r:id="rId35"/>
    <p:sldId id="593" r:id="rId36"/>
    <p:sldId id="594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3" r:id="rId49"/>
    <p:sldId id="614" r:id="rId50"/>
    <p:sldId id="610" r:id="rId51"/>
    <p:sldId id="612" r:id="rId52"/>
    <p:sldId id="615" r:id="rId53"/>
    <p:sldId id="611" r:id="rId5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2418" autoAdjust="0"/>
  </p:normalViewPr>
  <p:slideViewPr>
    <p:cSldViewPr snapToGrid="0">
      <p:cViewPr varScale="1">
        <p:scale>
          <a:sx n="76" d="100"/>
          <a:sy n="76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7-06T07:02:49.119" v="8662" actId="20577"/>
      <pc:docMkLst>
        <pc:docMk/>
      </pc:docMkLst>
      <pc:sldChg chg="modSp mod">
        <pc:chgData name="Berg, Dirk van den" userId="035ecb32-01d9-4b47-a105-eacf059a4647" providerId="ADAL" clId="{F7FF961E-CF96-44AC-93C2-93612F62D46D}" dt="2026-07-06T07:02:49.119" v="8662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7-06T07:02:49.119" v="8662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29T07:47:54.985" v="8354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29T07:47:36.187" v="8321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29T07:47:36.187" v="8321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744048149" sldId="457"/>
        </pc:sldMkLst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042286521" sldId="468"/>
        </pc:sldMkLst>
      </pc:sldChg>
      <pc:sldChg chg="modSp new mod">
        <pc:chgData name="Berg, Dirk van den" userId="035ecb32-01d9-4b47-a105-eacf059a4647" providerId="ADAL" clId="{F7FF961E-CF96-44AC-93C2-93612F62D46D}" dt="2026-06-29T08:00:55.682" v="8660" actId="20577"/>
        <pc:sldMkLst>
          <pc:docMk/>
          <pc:sldMk cId="3979323314" sldId="565"/>
        </pc:sldMkLst>
        <pc:spChg chg="mod">
          <ac:chgData name="Berg, Dirk van den" userId="035ecb32-01d9-4b47-a105-eacf059a4647" providerId="ADAL" clId="{F7FF961E-CF96-44AC-93C2-93612F62D46D}" dt="2026-06-21T19:18:25.381" v="4633"/>
          <ac:spMkLst>
            <pc:docMk/>
            <pc:sldMk cId="3979323314" sldId="565"/>
            <ac:spMk id="2" creationId="{1BCB0E9F-EE3C-2DB6-6691-303D86109221}"/>
          </ac:spMkLst>
        </pc:spChg>
        <pc:spChg chg="mod">
          <ac:chgData name="Berg, Dirk van den" userId="035ecb32-01d9-4b47-a105-eacf059a4647" providerId="ADAL" clId="{F7FF961E-CF96-44AC-93C2-93612F62D46D}" dt="2026-06-29T08:00:55.682" v="8660" actId="20577"/>
          <ac:spMkLst>
            <pc:docMk/>
            <pc:sldMk cId="3979323314" sldId="565"/>
            <ac:spMk id="3" creationId="{9FA67A8A-5C42-4ABA-C524-260D141C9E51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59:24.923" v="8588" actId="6549"/>
        <pc:sldMkLst>
          <pc:docMk/>
          <pc:sldMk cId="1155322034" sldId="569"/>
        </pc:sldMkLst>
        <pc:spChg chg="mod">
          <ac:chgData name="Berg, Dirk van den" userId="035ecb32-01d9-4b47-a105-eacf059a4647" providerId="ADAL" clId="{F7FF961E-CF96-44AC-93C2-93612F62D46D}" dt="2026-06-22T07:23:57.814" v="4958"/>
          <ac:spMkLst>
            <pc:docMk/>
            <pc:sldMk cId="1155322034" sldId="569"/>
            <ac:spMk id="2" creationId="{EB0CFE66-1B35-EB99-C744-96F634DCEB5C}"/>
          </ac:spMkLst>
        </pc:spChg>
        <pc:spChg chg="mod">
          <ac:chgData name="Berg, Dirk van den" userId="035ecb32-01d9-4b47-a105-eacf059a4647" providerId="ADAL" clId="{F7FF961E-CF96-44AC-93C2-93612F62D46D}" dt="2026-06-29T07:59:24.923" v="8588" actId="6549"/>
          <ac:spMkLst>
            <pc:docMk/>
            <pc:sldMk cId="1155322034" sldId="569"/>
            <ac:spMk id="3" creationId="{6B67C483-E0EE-5306-9CB7-15EC2DD774FC}"/>
          </ac:spMkLst>
        </pc:spChg>
      </pc:sldChg>
      <pc:sldChg chg="new">
        <pc:chgData name="Berg, Dirk van den" userId="035ecb32-01d9-4b47-a105-eacf059a4647" providerId="ADAL" clId="{F7FF961E-CF96-44AC-93C2-93612F62D46D}" dt="2026-06-22T11:15:01.290" v="6062" actId="680"/>
        <pc:sldMkLst>
          <pc:docMk/>
          <pc:sldMk cId="140383083" sldId="575"/>
        </pc:sldMkLst>
      </pc:sldChg>
      <pc:sldChg chg="addSp modSp new mod">
        <pc:chgData name="Berg, Dirk van den" userId="035ecb32-01d9-4b47-a105-eacf059a4647" providerId="ADAL" clId="{F7FF961E-CF96-44AC-93C2-93612F62D46D}" dt="2026-06-22T11:15:08.795" v="6085" actId="1076"/>
        <pc:sldMkLst>
          <pc:docMk/>
          <pc:sldMk cId="2321769400" sldId="576"/>
        </pc:sldMkLst>
        <pc:spChg chg="mod">
          <ac:chgData name="Berg, Dirk van den" userId="035ecb32-01d9-4b47-a105-eacf059a4647" providerId="ADAL" clId="{F7FF961E-CF96-44AC-93C2-93612F62D46D}" dt="2026-06-22T11:15:06.053" v="6083" actId="20577"/>
          <ac:spMkLst>
            <pc:docMk/>
            <pc:sldMk cId="2321769400" sldId="576"/>
            <ac:spMk id="2" creationId="{A56F1B74-214F-51F8-56B3-2B8DFF8DA747}"/>
          </ac:spMkLst>
        </pc:spChg>
        <pc:picChg chg="add mod">
          <ac:chgData name="Berg, Dirk van den" userId="035ecb32-01d9-4b47-a105-eacf059a4647" providerId="ADAL" clId="{F7FF961E-CF96-44AC-93C2-93612F62D46D}" dt="2026-06-22T11:15:08.795" v="6085" actId="1076"/>
          <ac:picMkLst>
            <pc:docMk/>
            <pc:sldMk cId="2321769400" sldId="576"/>
            <ac:picMk id="5" creationId="{7A00D54C-CF6C-8250-68FA-6697D242128E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12:50:36.490" v="6092" actId="1076"/>
        <pc:sldMkLst>
          <pc:docMk/>
          <pc:sldMk cId="813091127" sldId="577"/>
        </pc:sldMkLst>
        <pc:spChg chg="mod">
          <ac:chgData name="Berg, Dirk van den" userId="035ecb32-01d9-4b47-a105-eacf059a4647" providerId="ADAL" clId="{F7FF961E-CF96-44AC-93C2-93612F62D46D}" dt="2026-06-22T12:50:30.587" v="6089"/>
          <ac:spMkLst>
            <pc:docMk/>
            <pc:sldMk cId="813091127" sldId="577"/>
            <ac:spMk id="3" creationId="{BE790A54-187A-9432-5BCE-91A06333DFA9}"/>
          </ac:spMkLst>
        </pc:spChg>
        <pc:picChg chg="add mod">
          <ac:chgData name="Berg, Dirk van den" userId="035ecb32-01d9-4b47-a105-eacf059a4647" providerId="ADAL" clId="{F7FF961E-CF96-44AC-93C2-93612F62D46D}" dt="2026-06-22T12:50:36.490" v="6092" actId="1076"/>
          <ac:picMkLst>
            <pc:docMk/>
            <pc:sldMk cId="813091127" sldId="577"/>
            <ac:picMk id="5" creationId="{E1C54BE5-CF47-5783-E633-ECD14F377FE4}"/>
          </ac:picMkLst>
        </pc:picChg>
      </pc:sldChg>
      <pc:sldChg chg="modSp new mod">
        <pc:chgData name="Berg, Dirk van den" userId="035ecb32-01d9-4b47-a105-eacf059a4647" providerId="ADAL" clId="{F7FF961E-CF96-44AC-93C2-93612F62D46D}" dt="2026-06-22T13:45:15.696" v="6244" actId="20577"/>
        <pc:sldMkLst>
          <pc:docMk/>
          <pc:sldMk cId="393969879" sldId="578"/>
        </pc:sldMkLst>
        <pc:spChg chg="mod">
          <ac:chgData name="Berg, Dirk van den" userId="035ecb32-01d9-4b47-a105-eacf059a4647" providerId="ADAL" clId="{F7FF961E-CF96-44AC-93C2-93612F62D46D}" dt="2026-06-22T13:45:15.696" v="6244" actId="20577"/>
          <ac:spMkLst>
            <pc:docMk/>
            <pc:sldMk cId="393969879" sldId="578"/>
            <ac:spMk id="2" creationId="{04F797E2-3686-E80D-8EF9-F185B213FAD6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2T13:58:42.218" v="6266" actId="1076"/>
        <pc:sldMkLst>
          <pc:docMk/>
          <pc:sldMk cId="2681782951" sldId="579"/>
        </pc:sldMkLst>
        <pc:spChg chg="mod">
          <ac:chgData name="Berg, Dirk van den" userId="035ecb32-01d9-4b47-a105-eacf059a4647" providerId="ADAL" clId="{F7FF961E-CF96-44AC-93C2-93612F62D46D}" dt="2026-06-22T13:58:25.748" v="6262" actId="20577"/>
          <ac:spMkLst>
            <pc:docMk/>
            <pc:sldMk cId="2681782951" sldId="579"/>
            <ac:spMk id="2" creationId="{D019E930-6AD5-6D98-8A7B-3B04EF1563D2}"/>
          </ac:spMkLst>
        </pc:spChg>
        <pc:spChg chg="mod">
          <ac:chgData name="Berg, Dirk van den" userId="035ecb32-01d9-4b47-a105-eacf059a4647" providerId="ADAL" clId="{F7FF961E-CF96-44AC-93C2-93612F62D46D}" dt="2026-06-22T13:58:27.240" v="6264" actId="27636"/>
          <ac:spMkLst>
            <pc:docMk/>
            <pc:sldMk cId="2681782951" sldId="579"/>
            <ac:spMk id="3" creationId="{513C8C1C-EE36-1908-E4D2-E3AC61FAA17D}"/>
          </ac:spMkLst>
        </pc:spChg>
        <pc:spChg chg="add mod">
          <ac:chgData name="Berg, Dirk van den" userId="035ecb32-01d9-4b47-a105-eacf059a4647" providerId="ADAL" clId="{F7FF961E-CF96-44AC-93C2-93612F62D46D}" dt="2026-06-22T13:58:42.218" v="6266" actId="1076"/>
          <ac:spMkLst>
            <pc:docMk/>
            <pc:sldMk cId="2681782951" sldId="579"/>
            <ac:spMk id="5" creationId="{9D3FD8B8-6CCF-ACC4-AD7C-31220F9EA02C}"/>
          </ac:spMkLst>
        </pc:spChg>
      </pc:sldChg>
      <pc:sldChg chg="modSp new mod">
        <pc:chgData name="Berg, Dirk van den" userId="035ecb32-01d9-4b47-a105-eacf059a4647" providerId="ADAL" clId="{F7FF961E-CF96-44AC-93C2-93612F62D46D}" dt="2026-06-22T14:41:21.178" v="6408" actId="27636"/>
        <pc:sldMkLst>
          <pc:docMk/>
          <pc:sldMk cId="1596967763" sldId="580"/>
        </pc:sldMkLst>
        <pc:spChg chg="mod">
          <ac:chgData name="Berg, Dirk van den" userId="035ecb32-01d9-4b47-a105-eacf059a4647" providerId="ADAL" clId="{F7FF961E-CF96-44AC-93C2-93612F62D46D}" dt="2026-06-22T14:26:16.761" v="6306" actId="20577"/>
          <ac:spMkLst>
            <pc:docMk/>
            <pc:sldMk cId="1596967763" sldId="580"/>
            <ac:spMk id="2" creationId="{BF56F580-C3FE-E34B-4BEE-12E2D0DFB859}"/>
          </ac:spMkLst>
        </pc:spChg>
        <pc:spChg chg="mod">
          <ac:chgData name="Berg, Dirk van den" userId="035ecb32-01d9-4b47-a105-eacf059a4647" providerId="ADAL" clId="{F7FF961E-CF96-44AC-93C2-93612F62D46D}" dt="2026-06-22T14:41:21.178" v="6408" actId="27636"/>
          <ac:spMkLst>
            <pc:docMk/>
            <pc:sldMk cId="1596967763" sldId="580"/>
            <ac:spMk id="3" creationId="{E3598352-B73F-2D4D-8FEC-BE651F48AD07}"/>
          </ac:spMkLst>
        </pc:spChg>
      </pc:sldChg>
      <pc:sldChg chg="modSp new mod">
        <pc:chgData name="Berg, Dirk van den" userId="035ecb32-01d9-4b47-a105-eacf059a4647" providerId="ADAL" clId="{F7FF961E-CF96-44AC-93C2-93612F62D46D}" dt="2026-06-23T09:30:31.416" v="6430" actId="27636"/>
        <pc:sldMkLst>
          <pc:docMk/>
          <pc:sldMk cId="2000537512" sldId="581"/>
        </pc:sldMkLst>
        <pc:spChg chg="mod">
          <ac:chgData name="Berg, Dirk van den" userId="035ecb32-01d9-4b47-a105-eacf059a4647" providerId="ADAL" clId="{F7FF961E-CF96-44AC-93C2-93612F62D46D}" dt="2026-06-23T08:22:30.854" v="6423" actId="20577"/>
          <ac:spMkLst>
            <pc:docMk/>
            <pc:sldMk cId="2000537512" sldId="581"/>
            <ac:spMk id="2" creationId="{C6B2B6D4-A954-D63E-D1B7-E8CF68863118}"/>
          </ac:spMkLst>
        </pc:spChg>
        <pc:spChg chg="mod">
          <ac:chgData name="Berg, Dirk van den" userId="035ecb32-01d9-4b47-a105-eacf059a4647" providerId="ADAL" clId="{F7FF961E-CF96-44AC-93C2-93612F62D46D}" dt="2026-06-23T09:30:31.416" v="6430" actId="27636"/>
          <ac:spMkLst>
            <pc:docMk/>
            <pc:sldMk cId="2000537512" sldId="581"/>
            <ac:spMk id="3" creationId="{46117841-D0BA-348F-B3C7-CB74B8605B71}"/>
          </ac:spMkLst>
        </pc:spChg>
      </pc:sldChg>
      <pc:sldChg chg="modSp new mod">
        <pc:chgData name="Berg, Dirk van den" userId="035ecb32-01d9-4b47-a105-eacf059a4647" providerId="ADAL" clId="{F7FF961E-CF96-44AC-93C2-93612F62D46D}" dt="2026-06-23T12:34:52.968" v="6462" actId="20577"/>
        <pc:sldMkLst>
          <pc:docMk/>
          <pc:sldMk cId="3155280763" sldId="582"/>
        </pc:sldMkLst>
        <pc:spChg chg="mod">
          <ac:chgData name="Berg, Dirk van den" userId="035ecb32-01d9-4b47-a105-eacf059a4647" providerId="ADAL" clId="{F7FF961E-CF96-44AC-93C2-93612F62D46D}" dt="2026-06-23T12:34:52.968" v="6462" actId="20577"/>
          <ac:spMkLst>
            <pc:docMk/>
            <pc:sldMk cId="3155280763" sldId="582"/>
            <ac:spMk id="2" creationId="{59389452-BF3D-F3CF-B7C6-B02854EA9939}"/>
          </ac:spMkLst>
        </pc:spChg>
        <pc:spChg chg="mod">
          <ac:chgData name="Berg, Dirk van den" userId="035ecb32-01d9-4b47-a105-eacf059a4647" providerId="ADAL" clId="{F7FF961E-CF96-44AC-93C2-93612F62D46D}" dt="2026-06-23T12:34:47.674" v="6432"/>
          <ac:spMkLst>
            <pc:docMk/>
            <pc:sldMk cId="3155280763" sldId="582"/>
            <ac:spMk id="3" creationId="{07CE4671-CC15-0E9D-E3D8-4EFEC4D961B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33:52.787" v="6552" actId="20577"/>
        <pc:sldMkLst>
          <pc:docMk/>
          <pc:sldMk cId="3030070222" sldId="583"/>
        </pc:sldMkLst>
        <pc:spChg chg="mod">
          <ac:chgData name="Berg, Dirk van den" userId="035ecb32-01d9-4b47-a105-eacf059a4647" providerId="ADAL" clId="{F7FF961E-CF96-44AC-93C2-93612F62D46D}" dt="2026-06-23T13:33:49.094" v="6549" actId="20577"/>
          <ac:spMkLst>
            <pc:docMk/>
            <pc:sldMk cId="3030070222" sldId="583"/>
            <ac:spMk id="2" creationId="{CDA8E076-C951-0E64-E6DD-F4D3AB286FB8}"/>
          </ac:spMkLst>
        </pc:spChg>
        <pc:spChg chg="mod">
          <ac:chgData name="Berg, Dirk van den" userId="035ecb32-01d9-4b47-a105-eacf059a4647" providerId="ADAL" clId="{F7FF961E-CF96-44AC-93C2-93612F62D46D}" dt="2026-06-23T13:33:52.787" v="6552" actId="20577"/>
          <ac:spMkLst>
            <pc:docMk/>
            <pc:sldMk cId="3030070222" sldId="583"/>
            <ac:spMk id="3" creationId="{655AD8BF-1A9D-B471-540A-0528560C502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1:32.098" v="6583" actId="20577"/>
        <pc:sldMkLst>
          <pc:docMk/>
          <pc:sldMk cId="2422794607" sldId="584"/>
        </pc:sldMkLst>
        <pc:spChg chg="mod">
          <ac:chgData name="Berg, Dirk van den" userId="035ecb32-01d9-4b47-a105-eacf059a4647" providerId="ADAL" clId="{F7FF961E-CF96-44AC-93C2-93612F62D46D}" dt="2026-06-23T13:51:32.098" v="6583" actId="20577"/>
          <ac:spMkLst>
            <pc:docMk/>
            <pc:sldMk cId="2422794607" sldId="584"/>
            <ac:spMk id="2" creationId="{BF6A2490-04A3-A3D4-244C-B5F9C0D000F9}"/>
          </ac:spMkLst>
        </pc:spChg>
        <pc:spChg chg="mod">
          <ac:chgData name="Berg, Dirk van den" userId="035ecb32-01d9-4b47-a105-eacf059a4647" providerId="ADAL" clId="{F7FF961E-CF96-44AC-93C2-93612F62D46D}" dt="2026-06-23T13:51:26.719" v="6554"/>
          <ac:spMkLst>
            <pc:docMk/>
            <pc:sldMk cId="2422794607" sldId="584"/>
            <ac:spMk id="3" creationId="{CE4A72D4-8F3D-C833-2EBF-0ED5F7A9E99F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8:43.841" v="6586" actId="27636"/>
        <pc:sldMkLst>
          <pc:docMk/>
          <pc:sldMk cId="2698746964" sldId="585"/>
        </pc:sldMkLst>
        <pc:spChg chg="mod">
          <ac:chgData name="Berg, Dirk van den" userId="035ecb32-01d9-4b47-a105-eacf059a4647" providerId="ADAL" clId="{F7FF961E-CF96-44AC-93C2-93612F62D46D}" dt="2026-06-23T13:58:43.841" v="6586" actId="27636"/>
          <ac:spMkLst>
            <pc:docMk/>
            <pc:sldMk cId="2698746964" sldId="585"/>
            <ac:spMk id="3" creationId="{4175F55C-6081-6799-C56D-54E0FEDE587B}"/>
          </ac:spMkLst>
        </pc:spChg>
      </pc:sldChg>
      <pc:sldChg chg="new">
        <pc:chgData name="Berg, Dirk van den" userId="035ecb32-01d9-4b47-a105-eacf059a4647" providerId="ADAL" clId="{F7FF961E-CF96-44AC-93C2-93612F62D46D}" dt="2026-06-23T19:35:38.729" v="6587" actId="680"/>
        <pc:sldMkLst>
          <pc:docMk/>
          <pc:sldMk cId="347505078" sldId="586"/>
        </pc:sldMkLst>
      </pc:sldChg>
      <pc:sldChg chg="modSp new mod">
        <pc:chgData name="Berg, Dirk van den" userId="035ecb32-01d9-4b47-a105-eacf059a4647" providerId="ADAL" clId="{F7FF961E-CF96-44AC-93C2-93612F62D46D}" dt="2026-06-23T19:36:09.169" v="6740" actId="15"/>
        <pc:sldMkLst>
          <pc:docMk/>
          <pc:sldMk cId="1331840862" sldId="587"/>
        </pc:sldMkLst>
        <pc:spChg chg="mod">
          <ac:chgData name="Berg, Dirk van den" userId="035ecb32-01d9-4b47-a105-eacf059a4647" providerId="ADAL" clId="{F7FF961E-CF96-44AC-93C2-93612F62D46D}" dt="2026-06-23T19:35:46.632" v="6616" actId="20577"/>
          <ac:spMkLst>
            <pc:docMk/>
            <pc:sldMk cId="1331840862" sldId="587"/>
            <ac:spMk id="2" creationId="{A263D844-5E0C-BAEE-47F6-B5570C962F05}"/>
          </ac:spMkLst>
        </pc:spChg>
        <pc:spChg chg="mod">
          <ac:chgData name="Berg, Dirk van den" userId="035ecb32-01d9-4b47-a105-eacf059a4647" providerId="ADAL" clId="{F7FF961E-CF96-44AC-93C2-93612F62D46D}" dt="2026-06-23T19:36:09.169" v="6740" actId="15"/>
          <ac:spMkLst>
            <pc:docMk/>
            <pc:sldMk cId="1331840862" sldId="587"/>
            <ac:spMk id="3" creationId="{71C0FE17-C30A-3E43-F1D2-C43680DCD914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3T19:44:59.578" v="6755" actId="20577"/>
        <pc:sldMkLst>
          <pc:docMk/>
          <pc:sldMk cId="2876243609" sldId="588"/>
        </pc:sldMkLst>
        <pc:spChg chg="mod">
          <ac:chgData name="Berg, Dirk van den" userId="035ecb32-01d9-4b47-a105-eacf059a4647" providerId="ADAL" clId="{F7FF961E-CF96-44AC-93C2-93612F62D46D}" dt="2026-06-23T19:44:59.578" v="6755" actId="20577"/>
          <ac:spMkLst>
            <pc:docMk/>
            <pc:sldMk cId="2876243609" sldId="588"/>
            <ac:spMk id="2" creationId="{57EB888D-BFE3-80E3-7164-415EF6EAD499}"/>
          </ac:spMkLst>
        </pc:spChg>
        <pc:spChg chg="add mod">
          <ac:chgData name="Berg, Dirk van den" userId="035ecb32-01d9-4b47-a105-eacf059a4647" providerId="ADAL" clId="{F7FF961E-CF96-44AC-93C2-93612F62D46D}" dt="2026-06-23T19:44:54.643" v="6743" actId="1076"/>
          <ac:spMkLst>
            <pc:docMk/>
            <pc:sldMk cId="2876243609" sldId="588"/>
            <ac:spMk id="5" creationId="{464E6C9B-3EF0-015B-9530-6D463D042914}"/>
          </ac:spMkLst>
        </pc:spChg>
      </pc:sldChg>
      <pc:sldChg chg="modSp new mod">
        <pc:chgData name="Berg, Dirk van den" userId="035ecb32-01d9-4b47-a105-eacf059a4647" providerId="ADAL" clId="{F7FF961E-CF96-44AC-93C2-93612F62D46D}" dt="2026-06-23T19:45:43.171" v="6835" actId="15"/>
        <pc:sldMkLst>
          <pc:docMk/>
          <pc:sldMk cId="111137096" sldId="589"/>
        </pc:sldMkLst>
        <pc:spChg chg="mod">
          <ac:chgData name="Berg, Dirk van den" userId="035ecb32-01d9-4b47-a105-eacf059a4647" providerId="ADAL" clId="{F7FF961E-CF96-44AC-93C2-93612F62D46D}" dt="2026-06-23T19:45:22.092" v="6764" actId="20577"/>
          <ac:spMkLst>
            <pc:docMk/>
            <pc:sldMk cId="111137096" sldId="589"/>
            <ac:spMk id="2" creationId="{E8EDD3B3-0A75-34D1-DF5C-9D8AA235D638}"/>
          </ac:spMkLst>
        </pc:spChg>
        <pc:spChg chg="mod">
          <ac:chgData name="Berg, Dirk van den" userId="035ecb32-01d9-4b47-a105-eacf059a4647" providerId="ADAL" clId="{F7FF961E-CF96-44AC-93C2-93612F62D46D}" dt="2026-06-23T19:45:43.171" v="6835" actId="15"/>
          <ac:spMkLst>
            <pc:docMk/>
            <pc:sldMk cId="111137096" sldId="589"/>
            <ac:spMk id="3" creationId="{BC252469-E419-61D8-EF69-FFF4A13CF54B}"/>
          </ac:spMkLst>
        </pc:spChg>
      </pc:sldChg>
      <pc:sldChg chg="modSp new mod">
        <pc:chgData name="Berg, Dirk van den" userId="035ecb32-01d9-4b47-a105-eacf059a4647" providerId="ADAL" clId="{F7FF961E-CF96-44AC-93C2-93612F62D46D}" dt="2026-06-23T20:34:15.856" v="6876" actId="20577"/>
        <pc:sldMkLst>
          <pc:docMk/>
          <pc:sldMk cId="2582696590" sldId="590"/>
        </pc:sldMkLst>
        <pc:spChg chg="mod">
          <ac:chgData name="Berg, Dirk van den" userId="035ecb32-01d9-4b47-a105-eacf059a4647" providerId="ADAL" clId="{F7FF961E-CF96-44AC-93C2-93612F62D46D}" dt="2026-06-23T20:34:15.856" v="6876" actId="20577"/>
          <ac:spMkLst>
            <pc:docMk/>
            <pc:sldMk cId="2582696590" sldId="590"/>
            <ac:spMk id="2" creationId="{C1B4FBF9-2A4F-241B-2FF8-E3FE599CC72E}"/>
          </ac:spMkLst>
        </pc:spChg>
        <pc:spChg chg="mod">
          <ac:chgData name="Berg, Dirk van den" userId="035ecb32-01d9-4b47-a105-eacf059a4647" providerId="ADAL" clId="{F7FF961E-CF96-44AC-93C2-93612F62D46D}" dt="2026-06-23T20:34:08.101" v="6837"/>
          <ac:spMkLst>
            <pc:docMk/>
            <pc:sldMk cId="2582696590" sldId="590"/>
            <ac:spMk id="3" creationId="{7D33DAB6-4ED4-7746-A48A-1DEB1183B282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48:02.600" v="6878" actId="22"/>
        <pc:sldMkLst>
          <pc:docMk/>
          <pc:sldMk cId="152952043" sldId="591"/>
        </pc:sldMkLst>
        <pc:spChg chg="add">
          <ac:chgData name="Berg, Dirk van den" userId="035ecb32-01d9-4b47-a105-eacf059a4647" providerId="ADAL" clId="{F7FF961E-CF96-44AC-93C2-93612F62D46D}" dt="2026-06-23T20:48:02.600" v="6878" actId="22"/>
          <ac:spMkLst>
            <pc:docMk/>
            <pc:sldMk cId="152952043" sldId="591"/>
            <ac:spMk id="5" creationId="{CA4E51ED-2E23-1126-37B8-1E8078D8770B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51:12.373" v="6880" actId="22"/>
        <pc:sldMkLst>
          <pc:docMk/>
          <pc:sldMk cId="1103587091" sldId="592"/>
        </pc:sldMkLst>
        <pc:spChg chg="add">
          <ac:chgData name="Berg, Dirk van den" userId="035ecb32-01d9-4b47-a105-eacf059a4647" providerId="ADAL" clId="{F7FF961E-CF96-44AC-93C2-93612F62D46D}" dt="2026-06-23T20:51:12.373" v="6880" actId="22"/>
          <ac:spMkLst>
            <pc:docMk/>
            <pc:sldMk cId="1103587091" sldId="592"/>
            <ac:spMk id="5" creationId="{98412AEA-877B-25C8-927F-235DAE4950F2}"/>
          </ac:spMkLst>
        </pc:spChg>
      </pc:sldChg>
      <pc:sldChg chg="addSp new mod">
        <pc:chgData name="Berg, Dirk van den" userId="035ecb32-01d9-4b47-a105-eacf059a4647" providerId="ADAL" clId="{F7FF961E-CF96-44AC-93C2-93612F62D46D}" dt="2026-06-23T21:06:36.919" v="6882" actId="22"/>
        <pc:sldMkLst>
          <pc:docMk/>
          <pc:sldMk cId="1802897909" sldId="593"/>
        </pc:sldMkLst>
        <pc:spChg chg="add">
          <ac:chgData name="Berg, Dirk van den" userId="035ecb32-01d9-4b47-a105-eacf059a4647" providerId="ADAL" clId="{F7FF961E-CF96-44AC-93C2-93612F62D46D}" dt="2026-06-23T21:06:36.919" v="6882" actId="22"/>
          <ac:spMkLst>
            <pc:docMk/>
            <pc:sldMk cId="1802897909" sldId="593"/>
            <ac:spMk id="5" creationId="{44C292ED-D8DD-5113-1558-5BE30E802588}"/>
          </ac:spMkLst>
        </pc:spChg>
      </pc:sldChg>
      <pc:sldChg chg="modSp new mod">
        <pc:chgData name="Berg, Dirk van den" userId="035ecb32-01d9-4b47-a105-eacf059a4647" providerId="ADAL" clId="{F7FF961E-CF96-44AC-93C2-93612F62D46D}" dt="2026-06-23T21:25:21.556" v="7025" actId="20577"/>
        <pc:sldMkLst>
          <pc:docMk/>
          <pc:sldMk cId="2623009347" sldId="594"/>
        </pc:sldMkLst>
        <pc:spChg chg="mod">
          <ac:chgData name="Berg, Dirk van den" userId="035ecb32-01d9-4b47-a105-eacf059a4647" providerId="ADAL" clId="{F7FF961E-CF96-44AC-93C2-93612F62D46D}" dt="2026-06-23T21:25:21.556" v="7025" actId="20577"/>
          <ac:spMkLst>
            <pc:docMk/>
            <pc:sldMk cId="2623009347" sldId="594"/>
            <ac:spMk id="3" creationId="{5204080B-2A85-AAD8-928D-28B0E293B827}"/>
          </ac:spMkLst>
        </pc:spChg>
      </pc:sldChg>
      <pc:sldChg chg="modSp new mod">
        <pc:chgData name="Berg, Dirk van den" userId="035ecb32-01d9-4b47-a105-eacf059a4647" providerId="ADAL" clId="{F7FF961E-CF96-44AC-93C2-93612F62D46D}" dt="2026-06-23T22:06:32.160" v="7058" actId="20577"/>
        <pc:sldMkLst>
          <pc:docMk/>
          <pc:sldMk cId="3551213255" sldId="595"/>
        </pc:sldMkLst>
        <pc:spChg chg="mod">
          <ac:chgData name="Berg, Dirk van den" userId="035ecb32-01d9-4b47-a105-eacf059a4647" providerId="ADAL" clId="{F7FF961E-CF96-44AC-93C2-93612F62D46D}" dt="2026-06-23T22:06:32.160" v="7058" actId="20577"/>
          <ac:spMkLst>
            <pc:docMk/>
            <pc:sldMk cId="3551213255" sldId="595"/>
            <ac:spMk id="3" creationId="{C888F147-0EAE-94C5-139D-BC215AC67859}"/>
          </ac:spMkLst>
        </pc:spChg>
      </pc:sldChg>
      <pc:sldChg chg="new">
        <pc:chgData name="Berg, Dirk van den" userId="035ecb32-01d9-4b47-a105-eacf059a4647" providerId="ADAL" clId="{F7FF961E-CF96-44AC-93C2-93612F62D46D}" dt="2026-06-25T09:02:35.972" v="7434" actId="680"/>
        <pc:sldMkLst>
          <pc:docMk/>
          <pc:sldMk cId="264878785" sldId="599"/>
        </pc:sldMkLst>
      </pc:sldChg>
      <pc:sldChg chg="addSp new mod">
        <pc:chgData name="Berg, Dirk van den" userId="035ecb32-01d9-4b47-a105-eacf059a4647" providerId="ADAL" clId="{F7FF961E-CF96-44AC-93C2-93612F62D46D}" dt="2026-06-25T09:02:37.524" v="7436" actId="22"/>
        <pc:sldMkLst>
          <pc:docMk/>
          <pc:sldMk cId="3753597676" sldId="600"/>
        </pc:sldMkLst>
        <pc:spChg chg="add">
          <ac:chgData name="Berg, Dirk van den" userId="035ecb32-01d9-4b47-a105-eacf059a4647" providerId="ADAL" clId="{F7FF961E-CF96-44AC-93C2-93612F62D46D}" dt="2026-06-25T09:02:37.524" v="7436" actId="22"/>
          <ac:spMkLst>
            <pc:docMk/>
            <pc:sldMk cId="3753597676" sldId="600"/>
            <ac:spMk id="5" creationId="{429127E6-89DC-1096-AC30-3B74CD37D10B}"/>
          </ac:spMkLst>
        </pc:spChg>
      </pc:sldChg>
      <pc:sldChg chg="new">
        <pc:chgData name="Berg, Dirk van den" userId="035ecb32-01d9-4b47-a105-eacf059a4647" providerId="ADAL" clId="{F7FF961E-CF96-44AC-93C2-93612F62D46D}" dt="2026-06-25T17:35:44.547" v="7437" actId="680"/>
        <pc:sldMkLst>
          <pc:docMk/>
          <pc:sldMk cId="2903407174" sldId="601"/>
        </pc:sldMkLst>
      </pc:sldChg>
      <pc:sldChg chg="addSp modSp new mod">
        <pc:chgData name="Berg, Dirk van den" userId="035ecb32-01d9-4b47-a105-eacf059a4647" providerId="ADAL" clId="{F7FF961E-CF96-44AC-93C2-93612F62D46D}" dt="2026-06-25T18:10:02.897" v="7458" actId="22"/>
        <pc:sldMkLst>
          <pc:docMk/>
          <pc:sldMk cId="2785384379" sldId="602"/>
        </pc:sldMkLst>
        <pc:spChg chg="mod">
          <ac:chgData name="Berg, Dirk van den" userId="035ecb32-01d9-4b47-a105-eacf059a4647" providerId="ADAL" clId="{F7FF961E-CF96-44AC-93C2-93612F62D46D}" dt="2026-06-25T17:35:49.098" v="7455" actId="20577"/>
          <ac:spMkLst>
            <pc:docMk/>
            <pc:sldMk cId="2785384379" sldId="602"/>
            <ac:spMk id="2" creationId="{FA4C5CC2-2E3B-2A43-F523-28EB9174175D}"/>
          </ac:spMkLst>
        </pc:spChg>
        <pc:spChg chg="mod">
          <ac:chgData name="Berg, Dirk van den" userId="035ecb32-01d9-4b47-a105-eacf059a4647" providerId="ADAL" clId="{F7FF961E-CF96-44AC-93C2-93612F62D46D}" dt="2026-06-25T17:52:45.923" v="7456"/>
          <ac:spMkLst>
            <pc:docMk/>
            <pc:sldMk cId="2785384379" sldId="602"/>
            <ac:spMk id="3" creationId="{0BD742B6-BE00-4F7A-CF27-F27F0FFB4DE4}"/>
          </ac:spMkLst>
        </pc:spChg>
        <pc:spChg chg="add">
          <ac:chgData name="Berg, Dirk van den" userId="035ecb32-01d9-4b47-a105-eacf059a4647" providerId="ADAL" clId="{F7FF961E-CF96-44AC-93C2-93612F62D46D}" dt="2026-06-25T18:06:17.330" v="7457" actId="22"/>
          <ac:spMkLst>
            <pc:docMk/>
            <pc:sldMk cId="2785384379" sldId="602"/>
            <ac:spMk id="5" creationId="{DD9A7777-0AC4-3AC3-5693-97612E8A70D6}"/>
          </ac:spMkLst>
        </pc:spChg>
        <pc:spChg chg="add">
          <ac:chgData name="Berg, Dirk van den" userId="035ecb32-01d9-4b47-a105-eacf059a4647" providerId="ADAL" clId="{F7FF961E-CF96-44AC-93C2-93612F62D46D}" dt="2026-06-25T18:10:02.897" v="7458" actId="22"/>
          <ac:spMkLst>
            <pc:docMk/>
            <pc:sldMk cId="2785384379" sldId="602"/>
            <ac:spMk id="7" creationId="{08AB22D7-19CD-C2D4-33B6-6397407EC1EB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5T18:19:38.593" v="7477" actId="22"/>
        <pc:sldMkLst>
          <pc:docMk/>
          <pc:sldMk cId="1168171516" sldId="603"/>
        </pc:sldMkLst>
        <pc:spChg chg="mod">
          <ac:chgData name="Berg, Dirk van den" userId="035ecb32-01d9-4b47-a105-eacf059a4647" providerId="ADAL" clId="{F7FF961E-CF96-44AC-93C2-93612F62D46D}" dt="2026-06-25T18:19:36.450" v="7476" actId="20577"/>
          <ac:spMkLst>
            <pc:docMk/>
            <pc:sldMk cId="1168171516" sldId="603"/>
            <ac:spMk id="2" creationId="{FA5B4512-C4F7-7745-45C9-856FEB59C750}"/>
          </ac:spMkLst>
        </pc:spChg>
        <pc:spChg chg="add">
          <ac:chgData name="Berg, Dirk van den" userId="035ecb32-01d9-4b47-a105-eacf059a4647" providerId="ADAL" clId="{F7FF961E-CF96-44AC-93C2-93612F62D46D}" dt="2026-06-25T18:19:38.593" v="7477" actId="22"/>
          <ac:spMkLst>
            <pc:docMk/>
            <pc:sldMk cId="1168171516" sldId="603"/>
            <ac:spMk id="5" creationId="{7BA8BDC0-6F1A-1A6F-2A8D-AD0913276C7A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04:15.155" v="7479" actId="22"/>
        <pc:sldMkLst>
          <pc:docMk/>
          <pc:sldMk cId="3455146996" sldId="604"/>
        </pc:sldMkLst>
        <pc:spChg chg="add">
          <ac:chgData name="Berg, Dirk van den" userId="035ecb32-01d9-4b47-a105-eacf059a4647" providerId="ADAL" clId="{F7FF961E-CF96-44AC-93C2-93612F62D46D}" dt="2026-06-26T10:04:15.155" v="7479" actId="22"/>
          <ac:spMkLst>
            <pc:docMk/>
            <pc:sldMk cId="3455146996" sldId="604"/>
            <ac:spMk id="5" creationId="{2E683A33-38BE-2D13-6AB5-BE377F390885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15:08.966" v="7481" actId="22"/>
        <pc:sldMkLst>
          <pc:docMk/>
          <pc:sldMk cId="3162095592" sldId="605"/>
        </pc:sldMkLst>
        <pc:spChg chg="add">
          <ac:chgData name="Berg, Dirk van den" userId="035ecb32-01d9-4b47-a105-eacf059a4647" providerId="ADAL" clId="{F7FF961E-CF96-44AC-93C2-93612F62D46D}" dt="2026-06-26T10:15:08.966" v="7481" actId="22"/>
          <ac:spMkLst>
            <pc:docMk/>
            <pc:sldMk cId="3162095592" sldId="605"/>
            <ac:spMk id="5" creationId="{B36B5F93-C325-43FB-8FED-CDBD88E253F4}"/>
          </ac:spMkLst>
        </pc:spChg>
      </pc:sldChg>
      <pc:sldChg chg="new">
        <pc:chgData name="Berg, Dirk van den" userId="035ecb32-01d9-4b47-a105-eacf059a4647" providerId="ADAL" clId="{F7FF961E-CF96-44AC-93C2-93612F62D46D}" dt="2026-06-28T19:44:57.344" v="7482" actId="680"/>
        <pc:sldMkLst>
          <pc:docMk/>
          <pc:sldMk cId="230888359" sldId="606"/>
        </pc:sldMkLst>
      </pc:sldChg>
      <pc:sldChg chg="addSp modSp new mod">
        <pc:chgData name="Berg, Dirk van den" userId="035ecb32-01d9-4b47-a105-eacf059a4647" providerId="ADAL" clId="{F7FF961E-CF96-44AC-93C2-93612F62D46D}" dt="2026-06-28T19:45:02.701" v="7497" actId="20577"/>
        <pc:sldMkLst>
          <pc:docMk/>
          <pc:sldMk cId="643825684" sldId="607"/>
        </pc:sldMkLst>
        <pc:spChg chg="mod">
          <ac:chgData name="Berg, Dirk van den" userId="035ecb32-01d9-4b47-a105-eacf059a4647" providerId="ADAL" clId="{F7FF961E-CF96-44AC-93C2-93612F62D46D}" dt="2026-06-28T19:45:02.701" v="7497" actId="20577"/>
          <ac:spMkLst>
            <pc:docMk/>
            <pc:sldMk cId="643825684" sldId="607"/>
            <ac:spMk id="2" creationId="{8944D260-E6EA-E9C3-ED74-C3E3716F4E97}"/>
          </ac:spMkLst>
        </pc:spChg>
        <pc:spChg chg="add">
          <ac:chgData name="Berg, Dirk van den" userId="035ecb32-01d9-4b47-a105-eacf059a4647" providerId="ADAL" clId="{F7FF961E-CF96-44AC-93C2-93612F62D46D}" dt="2026-06-28T19:44:59.493" v="7485" actId="22"/>
          <ac:spMkLst>
            <pc:docMk/>
            <pc:sldMk cId="643825684" sldId="607"/>
            <ac:spMk id="5" creationId="{B6B3B650-E740-EC03-8122-1237EB648690}"/>
          </ac:spMkLst>
        </pc:spChg>
      </pc:sldChg>
      <pc:sldChg chg="addSp new mod">
        <pc:chgData name="Berg, Dirk van den" userId="035ecb32-01d9-4b47-a105-eacf059a4647" providerId="ADAL" clId="{F7FF961E-CF96-44AC-93C2-93612F62D46D}" dt="2026-06-28T20:15:53.771" v="7498" actId="22"/>
        <pc:sldMkLst>
          <pc:docMk/>
          <pc:sldMk cId="1341410535" sldId="608"/>
        </pc:sldMkLst>
        <pc:spChg chg="add">
          <ac:chgData name="Berg, Dirk van den" userId="035ecb32-01d9-4b47-a105-eacf059a4647" providerId="ADAL" clId="{F7FF961E-CF96-44AC-93C2-93612F62D46D}" dt="2026-06-28T20:15:53.771" v="7498" actId="22"/>
          <ac:spMkLst>
            <pc:docMk/>
            <pc:sldMk cId="1341410535" sldId="608"/>
            <ac:spMk id="5" creationId="{906DDD52-3E5C-D1F1-F0D8-BEC47B78639D}"/>
          </ac:spMkLst>
        </pc:spChg>
      </pc:sldChg>
      <pc:sldChg chg="new">
        <pc:chgData name="Berg, Dirk van den" userId="035ecb32-01d9-4b47-a105-eacf059a4647" providerId="ADAL" clId="{F7FF961E-CF96-44AC-93C2-93612F62D46D}" dt="2026-06-29T06:47:39.082" v="7501" actId="680"/>
        <pc:sldMkLst>
          <pc:docMk/>
          <pc:sldMk cId="3631746871" sldId="609"/>
        </pc:sldMkLst>
      </pc:sldChg>
      <pc:sldChg chg="modSp new mod">
        <pc:chgData name="Berg, Dirk van den" userId="035ecb32-01d9-4b47-a105-eacf059a4647" providerId="ADAL" clId="{F7FF961E-CF96-44AC-93C2-93612F62D46D}" dt="2026-06-29T06:48:51.317" v="7584" actId="20577"/>
        <pc:sldMkLst>
          <pc:docMk/>
          <pc:sldMk cId="1727586500" sldId="610"/>
        </pc:sldMkLst>
        <pc:spChg chg="mod">
          <ac:chgData name="Berg, Dirk van den" userId="035ecb32-01d9-4b47-a105-eacf059a4647" providerId="ADAL" clId="{F7FF961E-CF96-44AC-93C2-93612F62D46D}" dt="2026-06-29T06:48:27.349" v="7518" actId="20577"/>
          <ac:spMkLst>
            <pc:docMk/>
            <pc:sldMk cId="1727586500" sldId="610"/>
            <ac:spMk id="2" creationId="{B12A96CA-8954-06B5-6DDB-B5B630B89B52}"/>
          </ac:spMkLst>
        </pc:spChg>
        <pc:spChg chg="mod">
          <ac:chgData name="Berg, Dirk van den" userId="035ecb32-01d9-4b47-a105-eacf059a4647" providerId="ADAL" clId="{F7FF961E-CF96-44AC-93C2-93612F62D46D}" dt="2026-06-29T06:48:51.317" v="7584" actId="20577"/>
          <ac:spMkLst>
            <pc:docMk/>
            <pc:sldMk cId="1727586500" sldId="610"/>
            <ac:spMk id="3" creationId="{022E9F0D-2A65-C99F-1480-5AF3079B644F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9T07:15:17.600" v="7640" actId="1076"/>
        <pc:sldMkLst>
          <pc:docMk/>
          <pc:sldMk cId="390935037" sldId="611"/>
        </pc:sldMkLst>
        <pc:spChg chg="mod">
          <ac:chgData name="Berg, Dirk van den" userId="035ecb32-01d9-4b47-a105-eacf059a4647" providerId="ADAL" clId="{F7FF961E-CF96-44AC-93C2-93612F62D46D}" dt="2026-06-29T07:08:17.277" v="7636"/>
          <ac:spMkLst>
            <pc:docMk/>
            <pc:sldMk cId="390935037" sldId="611"/>
            <ac:spMk id="2" creationId="{3DA1C118-023C-A50C-03EB-F328D1ADC8A5}"/>
          </ac:spMkLst>
        </pc:spChg>
        <pc:spChg chg="add mod">
          <ac:chgData name="Berg, Dirk van den" userId="035ecb32-01d9-4b47-a105-eacf059a4647" providerId="ADAL" clId="{F7FF961E-CF96-44AC-93C2-93612F62D46D}" dt="2026-06-29T07:08:20.929" v="7638" actId="1076"/>
          <ac:spMkLst>
            <pc:docMk/>
            <pc:sldMk cId="390935037" sldId="611"/>
            <ac:spMk id="5" creationId="{2D882187-293E-E2D0-F068-68AEB43ED75B}"/>
          </ac:spMkLst>
        </pc:spChg>
        <pc:spChg chg="add mod">
          <ac:chgData name="Berg, Dirk van den" userId="035ecb32-01d9-4b47-a105-eacf059a4647" providerId="ADAL" clId="{F7FF961E-CF96-44AC-93C2-93612F62D46D}" dt="2026-06-29T07:15:17.600" v="7640" actId="1076"/>
          <ac:spMkLst>
            <pc:docMk/>
            <pc:sldMk cId="390935037" sldId="611"/>
            <ac:spMk id="7" creationId="{67685014-7A5E-344F-54D5-49415CEFC20B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19:12.569" v="8075" actId="20577"/>
        <pc:sldMkLst>
          <pc:docMk/>
          <pc:sldMk cId="3929962687" sldId="612"/>
        </pc:sldMkLst>
        <pc:spChg chg="mod">
          <ac:chgData name="Berg, Dirk van den" userId="035ecb32-01d9-4b47-a105-eacf059a4647" providerId="ADAL" clId="{F7FF961E-CF96-44AC-93C2-93612F62D46D}" dt="2026-06-29T07:16:17.485" v="7656" actId="20577"/>
          <ac:spMkLst>
            <pc:docMk/>
            <pc:sldMk cId="3929962687" sldId="612"/>
            <ac:spMk id="2" creationId="{C7FDB035-F91F-2262-BC9E-89DC7AD54DFE}"/>
          </ac:spMkLst>
        </pc:spChg>
        <pc:spChg chg="mod">
          <ac:chgData name="Berg, Dirk van den" userId="035ecb32-01d9-4b47-a105-eacf059a4647" providerId="ADAL" clId="{F7FF961E-CF96-44AC-93C2-93612F62D46D}" dt="2026-06-29T07:19:12.569" v="8075" actId="20577"/>
          <ac:spMkLst>
            <pc:docMk/>
            <pc:sldMk cId="3929962687" sldId="612"/>
            <ac:spMk id="3" creationId="{0C7BD81A-BE9B-53CD-F4E6-2990498AF39E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22:47.593" v="8088" actId="20577"/>
        <pc:sldMkLst>
          <pc:docMk/>
          <pc:sldMk cId="3783810749" sldId="613"/>
        </pc:sldMkLst>
        <pc:spChg chg="mod">
          <ac:chgData name="Berg, Dirk van den" userId="035ecb32-01d9-4b47-a105-eacf059a4647" providerId="ADAL" clId="{F7FF961E-CF96-44AC-93C2-93612F62D46D}" dt="2026-06-29T07:22:47.593" v="8088" actId="20577"/>
          <ac:spMkLst>
            <pc:docMk/>
            <pc:sldMk cId="3783810749" sldId="613"/>
            <ac:spMk id="2" creationId="{F1B9EF5D-441B-ADFF-EB98-FE147428F158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22:54.956" v="8120" actId="20577"/>
        <pc:sldMkLst>
          <pc:docMk/>
          <pc:sldMk cId="1788604766" sldId="614"/>
        </pc:sldMkLst>
        <pc:spChg chg="mod">
          <ac:chgData name="Berg, Dirk van den" userId="035ecb32-01d9-4b47-a105-eacf059a4647" providerId="ADAL" clId="{F7FF961E-CF96-44AC-93C2-93612F62D46D}" dt="2026-06-29T07:22:54.956" v="8120" actId="20577"/>
          <ac:spMkLst>
            <pc:docMk/>
            <pc:sldMk cId="1788604766" sldId="614"/>
            <ac:spMk id="2" creationId="{1339AFED-97CF-4A57-AF86-5964510B10C2}"/>
          </ac:spMkLst>
        </pc:spChg>
      </pc:sldChg>
      <pc:sldChg chg="modSp new mod">
        <pc:chgData name="Berg, Dirk van den" userId="035ecb32-01d9-4b47-a105-eacf059a4647" providerId="ADAL" clId="{F7FF961E-CF96-44AC-93C2-93612F62D46D}" dt="2026-06-29T07:38:02.468" v="8237" actId="20577"/>
        <pc:sldMkLst>
          <pc:docMk/>
          <pc:sldMk cId="3225988967" sldId="615"/>
        </pc:sldMkLst>
        <pc:spChg chg="mod">
          <ac:chgData name="Berg, Dirk van den" userId="035ecb32-01d9-4b47-a105-eacf059a4647" providerId="ADAL" clId="{F7FF961E-CF96-44AC-93C2-93612F62D46D}" dt="2026-06-29T07:37:31.603" v="8132" actId="20577"/>
          <ac:spMkLst>
            <pc:docMk/>
            <pc:sldMk cId="3225988967" sldId="615"/>
            <ac:spMk id="2" creationId="{4B8F31AB-6DE6-E071-DFB3-4303183DF0ED}"/>
          </ac:spMkLst>
        </pc:spChg>
        <pc:spChg chg="mod">
          <ac:chgData name="Berg, Dirk van den" userId="035ecb32-01d9-4b47-a105-eacf059a4647" providerId="ADAL" clId="{F7FF961E-CF96-44AC-93C2-93612F62D46D}" dt="2026-06-29T07:38:02.468" v="8237" actId="20577"/>
          <ac:spMkLst>
            <pc:docMk/>
            <pc:sldMk cId="3225988967" sldId="615"/>
            <ac:spMk id="3" creationId="{30E1EC3F-CD5D-B3EF-A1B9-F13743DD9BBA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6-29T07:53:44.549" v="8498" actId="5793"/>
        <pc:sldMkLst>
          <pc:docMk/>
          <pc:sldMk cId="185821060" sldId="616"/>
        </pc:sldMkLst>
        <pc:spChg chg="mod">
          <ac:chgData name="Berg, Dirk van den" userId="035ecb32-01d9-4b47-a105-eacf059a4647" providerId="ADAL" clId="{F7FF961E-CF96-44AC-93C2-93612F62D46D}" dt="2026-06-29T07:53:44.549" v="8498" actId="5793"/>
          <ac:spMkLst>
            <pc:docMk/>
            <pc:sldMk cId="185821060" sldId="616"/>
            <ac:spMk id="3" creationId="{C8332C84-7DB9-DBC0-2CA3-DC8D3E08695D}"/>
          </ac:spMkLst>
        </pc:spChg>
      </pc:sldChg>
      <pc:sldChg chg="add mod modShow">
        <pc:chgData name="Berg, Dirk van den" userId="035ecb32-01d9-4b47-a105-eacf059a4647" providerId="ADAL" clId="{F7FF961E-CF96-44AC-93C2-93612F62D46D}" dt="2026-06-29T07:53:48.580" v="8499" actId="729"/>
        <pc:sldMkLst>
          <pc:docMk/>
          <pc:sldMk cId="420888731" sldId="617"/>
        </pc:sldMkLst>
      </pc:sldChg>
      <pc:sldChg chg="add mod modShow">
        <pc:chgData name="Berg, Dirk van den" userId="035ecb32-01d9-4b47-a105-eacf059a4647" providerId="ADAL" clId="{F7FF961E-CF96-44AC-93C2-93612F62D46D}" dt="2026-06-29T07:53:54.252" v="8500" actId="729"/>
        <pc:sldMkLst>
          <pc:docMk/>
          <pc:sldMk cId="1179377651" sldId="618"/>
        </pc:sldMkLst>
      </pc:sldChg>
      <pc:sldChg chg="add">
        <pc:chgData name="Berg, Dirk van den" userId="035ecb32-01d9-4b47-a105-eacf059a4647" providerId="ADAL" clId="{F7FF961E-CF96-44AC-93C2-93612F62D46D}" dt="2026-06-29T07:48:20.960" v="8356"/>
        <pc:sldMkLst>
          <pc:docMk/>
          <pc:sldMk cId="3671400042" sldId="619"/>
        </pc:sldMkLst>
      </pc:sldChg>
      <pc:sldChg chg="add">
        <pc:chgData name="Berg, Dirk van den" userId="035ecb32-01d9-4b47-a105-eacf059a4647" providerId="ADAL" clId="{F7FF961E-CF96-44AC-93C2-93612F62D46D}" dt="2026-06-29T07:48:20.960" v="8356"/>
        <pc:sldMkLst>
          <pc:docMk/>
          <pc:sldMk cId="1426730653" sldId="620"/>
        </pc:sldMkLst>
      </pc:sldChg>
      <pc:sldChg chg="delSp modSp add mod">
        <pc:chgData name="Berg, Dirk van den" userId="035ecb32-01d9-4b47-a105-eacf059a4647" providerId="ADAL" clId="{F7FF961E-CF96-44AC-93C2-93612F62D46D}" dt="2026-06-29T07:59:14.542" v="8587" actId="20577"/>
        <pc:sldMkLst>
          <pc:docMk/>
          <pc:sldMk cId="3306155145" sldId="621"/>
        </pc:sldMkLst>
        <pc:spChg chg="mod">
          <ac:chgData name="Berg, Dirk van den" userId="035ecb32-01d9-4b47-a105-eacf059a4647" providerId="ADAL" clId="{F7FF961E-CF96-44AC-93C2-93612F62D46D}" dt="2026-06-29T07:59:14.542" v="8587" actId="20577"/>
          <ac:spMkLst>
            <pc:docMk/>
            <pc:sldMk cId="3306155145" sldId="621"/>
            <ac:spMk id="3" creationId="{4846B1E4-8587-36D4-CC30-E117FC923626}"/>
          </ac:spMkLst>
        </pc:spChg>
      </pc:sldChg>
      <pc:sldChg chg="modSp add mod">
        <pc:chgData name="Berg, Dirk van den" userId="035ecb32-01d9-4b47-a105-eacf059a4647" providerId="ADAL" clId="{F7FF961E-CF96-44AC-93C2-93612F62D46D}" dt="2026-06-29T07:54:52.432" v="8503" actId="1076"/>
        <pc:sldMkLst>
          <pc:docMk/>
          <pc:sldMk cId="3045143621" sldId="622"/>
        </pc:sldMkLst>
        <pc:spChg chg="mod">
          <ac:chgData name="Berg, Dirk van den" userId="035ecb32-01d9-4b47-a105-eacf059a4647" providerId="ADAL" clId="{F7FF961E-CF96-44AC-93C2-93612F62D46D}" dt="2026-06-29T07:54:52.432" v="8503" actId="1076"/>
          <ac:spMkLst>
            <pc:docMk/>
            <pc:sldMk cId="3045143621" sldId="622"/>
            <ac:spMk id="5" creationId="{A49E9F23-9617-B68D-F94F-1D081C060AAA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29T07:57:33.965" v="8513" actId="14100"/>
        <pc:sldMkLst>
          <pc:docMk/>
          <pc:sldMk cId="4154841620" sldId="623"/>
        </pc:sldMkLst>
        <pc:picChg chg="add mod ord">
          <ac:chgData name="Berg, Dirk van den" userId="035ecb32-01d9-4b47-a105-eacf059a4647" providerId="ADAL" clId="{F7FF961E-CF96-44AC-93C2-93612F62D46D}" dt="2026-06-29T07:57:33.965" v="8513" actId="14100"/>
          <ac:picMkLst>
            <pc:docMk/>
            <pc:sldMk cId="4154841620" sldId="623"/>
            <ac:picMk id="5" creationId="{DBA3DCD2-EEA1-BCAF-B1F8-2C1F2DB4089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6-29T08:00:29.107" v="8595" actId="14100"/>
        <pc:sldMkLst>
          <pc:docMk/>
          <pc:sldMk cId="3971151559" sldId="624"/>
        </pc:sldMkLst>
        <pc:picChg chg="add mod ord">
          <ac:chgData name="Berg, Dirk van den" userId="035ecb32-01d9-4b47-a105-eacf059a4647" providerId="ADAL" clId="{F7FF961E-CF96-44AC-93C2-93612F62D46D}" dt="2026-06-29T08:00:29.107" v="8595" actId="14100"/>
          <ac:picMkLst>
            <pc:docMk/>
            <pc:sldMk cId="3971151559" sldId="624"/>
            <ac:picMk id="5" creationId="{E1D42709-AEE3-DE12-3F24-5E763F0EC1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3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00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06/07/2026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</a:t>
            </a:r>
            <a:r>
              <a:rPr lang="en-US"/>
              <a:t>Week 23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Baseline encoder initialized </a:t>
            </a:r>
          </a:p>
          <a:p>
            <a:r>
              <a:rPr lang="en-US" dirty="0"/>
              <a:t>Augmentation</a:t>
            </a:r>
          </a:p>
          <a:p>
            <a:r>
              <a:rPr lang="en-US" dirty="0"/>
              <a:t>Parameter recovery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encoder initialized and converged 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B32A-4BCE-3BE4-0228-724502A3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D134-E862-9652-5E3F-452263E4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2C84-7DB9-DBC0-2CA3-DC8D3E086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the baseline model + ANN</a:t>
            </a:r>
          </a:p>
          <a:p>
            <a:r>
              <a:rPr lang="en-US" dirty="0"/>
              <a:t>Currently only compared against baseline model without augmentation</a:t>
            </a:r>
          </a:p>
          <a:p>
            <a:pPr marL="0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582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8BE6-A03A-3B53-D18F-C806FB7C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912A-857D-AC59-8472-F26ED304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41AA-4F88-04B6-9779-823A02155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E9F23-9617-B68D-F94F-1D081C060AAA}"/>
              </a:ext>
            </a:extLst>
          </p:cNvPr>
          <p:cNvSpPr txBox="1"/>
          <p:nvPr/>
        </p:nvSpPr>
        <p:spPr>
          <a:xfrm>
            <a:off x="1257300" y="3024138"/>
            <a:ext cx="9264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dirty="0"/>
              <a:t>=== Sim-NRMS comparison: augmented model vs baseline FP ===</a:t>
            </a:r>
          </a:p>
          <a:p>
            <a:r>
              <a:rPr lang="en-NL" sz="2400" dirty="0"/>
              <a:t>  X1:  augmented=0.0022  </a:t>
            </a:r>
            <a:r>
              <a:rPr lang="en-NL" sz="2400" dirty="0" err="1"/>
              <a:t>baseline_FP</a:t>
            </a:r>
            <a:r>
              <a:rPr lang="en-NL" sz="2400" dirty="0"/>
              <a:t>=0.0034  improvement=+35.1%</a:t>
            </a:r>
          </a:p>
          <a:p>
            <a:r>
              <a:rPr lang="en-NL" sz="2400" dirty="0"/>
              <a:t>  X2:  augmented=0.0020  </a:t>
            </a:r>
            <a:r>
              <a:rPr lang="en-NL" sz="2400" dirty="0" err="1"/>
              <a:t>baseline_FP</a:t>
            </a:r>
            <a:r>
              <a:rPr lang="en-NL" sz="2400" dirty="0"/>
              <a:t>=0.0031  improvement=+36.8%</a:t>
            </a:r>
          </a:p>
          <a:p>
            <a:r>
              <a:rPr lang="en-NL" sz="2400" dirty="0"/>
              <a:t>  Y :  augmented=0.0018  </a:t>
            </a:r>
            <a:r>
              <a:rPr lang="en-NL" sz="2400" dirty="0" err="1"/>
              <a:t>baseline_FP</a:t>
            </a:r>
            <a:r>
              <a:rPr lang="en-NL" sz="2400" dirty="0"/>
              <a:t>=0.0037  improvement=+51.6%</a:t>
            </a:r>
          </a:p>
        </p:txBody>
      </p:sp>
    </p:spTree>
    <p:extLst>
      <p:ext uri="{BB962C8B-B14F-4D97-AF65-F5344CB8AC3E}">
        <p14:creationId xmlns:p14="http://schemas.microsoft.com/office/powerpoint/2010/main" val="304514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92437C-E30D-158F-39E9-5F2D790C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4C04-07B4-716A-480F-4EEA8523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44CF-FB87-97CF-0F9E-57826D42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88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BBD43B-52ED-9405-9A1F-BA0F2AF3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55FE-6968-5822-7143-89363136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C4B1F-1E08-504A-0A03-382CAB70D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model FP input</a:t>
            </a:r>
          </a:p>
          <a:p>
            <a:r>
              <a:rPr lang="en-US" dirty="0"/>
              <a:t>But what </a:t>
            </a:r>
            <a:r>
              <a:rPr lang="en-US"/>
              <a:t>to reach for..?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7937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5864-00B0-CA3F-9860-8DBD1F6B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E0D2-EB52-E455-954D-0A2CD954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D5BE-4AF5-B9E3-60E3-2B685858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parameter recovery script</a:t>
            </a:r>
          </a:p>
          <a:p>
            <a:pPr lvl="1"/>
            <a:r>
              <a:rPr lang="en-US" dirty="0"/>
              <a:t>Previously used to recover true parameters from baseline model when we detuned them with +/- 10%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Determine whether our baseline model can fit Telica data from Quinten</a:t>
            </a:r>
          </a:p>
          <a:p>
            <a:r>
              <a:rPr lang="en-US" dirty="0"/>
              <a:t>Why</a:t>
            </a:r>
          </a:p>
          <a:p>
            <a:pPr lvl="1"/>
            <a:r>
              <a:rPr lang="en-US" dirty="0"/>
              <a:t>Is current data sufficient</a:t>
            </a:r>
          </a:p>
          <a:p>
            <a:r>
              <a:rPr lang="en-US" dirty="0"/>
              <a:t>What to observe</a:t>
            </a:r>
          </a:p>
          <a:p>
            <a:pPr lvl="1"/>
            <a:r>
              <a:rPr lang="en-US" dirty="0"/>
              <a:t>Can the model fit</a:t>
            </a:r>
          </a:p>
          <a:p>
            <a:pPr lvl="1"/>
            <a:r>
              <a:rPr lang="en-US" dirty="0"/>
              <a:t>Can it learn the dynamics</a:t>
            </a:r>
          </a:p>
          <a:p>
            <a:pPr lvl="1"/>
            <a:r>
              <a:rPr lang="en-US" dirty="0"/>
              <a:t>What threshold does it need to reach/beat?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7140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7349-9676-EFC1-DF9F-CCE4D91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9A55-154D-5E2F-173B-5E384E17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58971-DF08-338A-F609-5A409A00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initial parameters from García paper error against trained model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2673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C834-3D49-1B6C-44A5-CD019005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1782-2BBC-8329-FA24-A81B90D8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6B1E4-8587-36D4-CC30-E117FC92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Overall RMS before training: 6.5961e+01</a:t>
            </a:r>
          </a:p>
          <a:p>
            <a:endParaRPr lang="it-IT" dirty="0"/>
          </a:p>
          <a:p>
            <a:r>
              <a:rPr lang="en-US" dirty="0"/>
              <a:t>Overall RMS trained: 2.6869e-02 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06155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DC81-14DF-B5F1-5A66-6D70861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3DCD2-EEA1-BCAF-B1F8-2C1F2DB4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91" y="172085"/>
            <a:ext cx="9909009" cy="65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E9F-EE3C-2DB6-6691-303D8610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7A8A-5C42-4ABA-C524-260D141C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Workout augmentation</a:t>
            </a:r>
            <a:endParaRPr lang="en-US" dirty="0"/>
          </a:p>
          <a:p>
            <a:r>
              <a:rPr lang="en-US" dirty="0"/>
              <a:t>Real gantry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79323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FE66-1B35-EB99-C744-96F634DC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C483-E0EE-5306-9CB7-15EC2DD7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5532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EEF8-003E-745B-8AA1-0A7E0BFF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42709-AEE3-DE12-3F24-5E763F0EC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75419"/>
            <a:ext cx="9677400" cy="66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5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48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2286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4449-53BD-4850-C464-BFA937A8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CC3B-B000-FF08-5576-DFBE48C8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383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1B74-214F-51F8-56B3-2B8DFF8D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F7C5-F307-0EC0-5123-19D560E8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0D54C-CF6C-8250-68FA-6697D242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80" y="1391723"/>
            <a:ext cx="5753599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69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18CB-B1DC-2C1A-21D8-D1B33881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0A54-187A-9432-5BCE-91A06333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problem with our wrapper: the paper has one unified encoder where </a:t>
            </a:r>
            <a:r>
              <a:rPr lang="en-US" dirty="0" err="1"/>
              <a:t>W^a</a:t>
            </a:r>
            <a:r>
              <a:rPr lang="en-US" dirty="0"/>
              <a:t> and the shared </a:t>
            </a:r>
            <a:r>
              <a:rPr lang="en-US" dirty="0" err="1"/>
              <a:t>ψ̃_θ</a:t>
            </a:r>
            <a:r>
              <a:rPr lang="en-US" dirty="0"/>
              <a:t> are jointly trained. Our</a:t>
            </a:r>
          </a:p>
          <a:p>
            <a:r>
              <a:rPr lang="en-US" dirty="0"/>
              <a:t>  wrapper instead creates a completely separate </a:t>
            </a:r>
            <a:r>
              <a:rPr lang="en-US" dirty="0" err="1"/>
              <a:t>encoder.ann</a:t>
            </a:r>
            <a:r>
              <a:rPr lang="en-US" dirty="0"/>
              <a:t> for the augmented states — a different architecture that isn't in</a:t>
            </a:r>
          </a:p>
          <a:p>
            <a:r>
              <a:rPr lang="en-US" dirty="0"/>
              <a:t>  the paper.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54BE5-CF47-5783-E633-ECD14F37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402" y="1223534"/>
            <a:ext cx="687383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97E2-3686-E80D-8EF9-F185B213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Complete model picture with formulas</a:t>
            </a:r>
            <a:br>
              <a:rPr lang="en-US" dirty="0"/>
            </a:br>
            <a:r>
              <a:rPr lang="en-US" dirty="0"/>
              <a:t>where does the encoder fit in (we change / add the formulas)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161E-1343-7101-A0EB-05FD5148D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969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E930-6AD5-6D98-8A7B-3B04EF15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8C1C-EE36-1908-E4D2-E3AC61FA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 Good call -- </a:t>
            </a:r>
            <a:r>
              <a:rPr lang="en-US" dirty="0" err="1"/>
              <a:t>LinearInitEncoderWrapper</a:t>
            </a:r>
            <a:r>
              <a:rPr lang="en-US" dirty="0"/>
              <a:t> is architecturally wrong (two separate nets) and the Eq. 8    </a:t>
            </a:r>
          </a:p>
          <a:p>
            <a:r>
              <a:rPr lang="en-US" dirty="0"/>
              <a:t>  extension is the right thing to do.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The plan would be: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New class @added </a:t>
            </a:r>
            <a:r>
              <a:rPr lang="en-US" dirty="0" err="1"/>
              <a:t>linear_encoder_init_aug</a:t>
            </a:r>
            <a:r>
              <a:rPr lang="en-US" dirty="0"/>
              <a:t> in pre_encoder.py:                                           </a:t>
            </a:r>
          </a:p>
          <a:p>
            <a:r>
              <a:rPr lang="en-US" dirty="0"/>
              <a:t>  - Copy Jan's </a:t>
            </a:r>
            <a:r>
              <a:rPr lang="en-US" dirty="0" err="1"/>
              <a:t>linear_encoder_init</a:t>
            </a:r>
            <a:r>
              <a:rPr lang="en-US" dirty="0"/>
              <a:t> verbatim                                                           </a:t>
            </a:r>
          </a:p>
          <a:p>
            <a:r>
              <a:rPr lang="en-US" dirty="0"/>
              <a:t>  - Add </a:t>
            </a:r>
            <a:r>
              <a:rPr lang="en-US" dirty="0" err="1"/>
              <a:t>nx_aug</a:t>
            </a:r>
            <a:r>
              <a:rPr lang="en-US" dirty="0"/>
              <a:t>=0 parameter</a:t>
            </a:r>
          </a:p>
          <a:p>
            <a:r>
              <a:rPr lang="en-US" dirty="0"/>
              <a:t>  - Add </a:t>
            </a:r>
            <a:r>
              <a:rPr lang="en-US" dirty="0" err="1"/>
              <a:t>Wa_psi_y</a:t>
            </a:r>
            <a:r>
              <a:rPr lang="en-US" dirty="0"/>
              <a:t> and </a:t>
            </a:r>
            <a:r>
              <a:rPr lang="en-US" dirty="0" err="1"/>
              <a:t>Wa_psi_u</a:t>
            </a:r>
            <a:r>
              <a:rPr lang="en-US" dirty="0"/>
              <a:t> as </a:t>
            </a:r>
            <a:r>
              <a:rPr lang="en-US" dirty="0" err="1"/>
              <a:t>nn.Parameter</a:t>
            </a:r>
            <a:r>
              <a:rPr lang="en-US" dirty="0"/>
              <a:t> with small random </a:t>
            </a:r>
            <a:r>
              <a:rPr lang="en-US" dirty="0" err="1"/>
              <a:t>init</a:t>
            </a:r>
            <a:r>
              <a:rPr lang="en-US" dirty="0"/>
              <a:t> for the </a:t>
            </a:r>
            <a:r>
              <a:rPr lang="en-US" dirty="0" err="1"/>
              <a:t>nx_aug</a:t>
            </a:r>
            <a:r>
              <a:rPr lang="en-US" dirty="0"/>
              <a:t> extra rows</a:t>
            </a:r>
          </a:p>
          <a:p>
            <a:r>
              <a:rPr lang="en-US" dirty="0"/>
              <a:t>  - Expand self.net output from </a:t>
            </a:r>
            <a:r>
              <a:rPr lang="en-US" dirty="0" err="1"/>
              <a:t>nx</a:t>
            </a:r>
            <a:r>
              <a:rPr lang="en-US" dirty="0"/>
              <a:t> to </a:t>
            </a:r>
            <a:r>
              <a:rPr lang="en-US" dirty="0" err="1"/>
              <a:t>nx</a:t>
            </a:r>
            <a:r>
              <a:rPr lang="en-US" dirty="0"/>
              <a:t> + </a:t>
            </a:r>
            <a:r>
              <a:rPr lang="en-US" dirty="0" err="1"/>
              <a:t>nx_aug</a:t>
            </a:r>
            <a:r>
              <a:rPr lang="en-US" dirty="0"/>
              <a:t> (same zero-</a:t>
            </a:r>
            <a:r>
              <a:rPr lang="en-US" dirty="0" err="1"/>
              <a:t>init</a:t>
            </a:r>
            <a:r>
              <a:rPr lang="en-US" dirty="0"/>
              <a:t> final layer)</a:t>
            </a:r>
          </a:p>
          <a:p>
            <a:r>
              <a:rPr lang="en-US" dirty="0"/>
              <a:t>  - Forward: </a:t>
            </a:r>
            <a:r>
              <a:rPr lang="en-US" dirty="0" err="1"/>
              <a:t>x_lin</a:t>
            </a:r>
            <a:r>
              <a:rPr lang="en-US" dirty="0"/>
              <a:t> = cat([Wb @ [</a:t>
            </a:r>
            <a:r>
              <a:rPr lang="en-US" dirty="0" err="1"/>
              <a:t>y,u</a:t>
            </a:r>
            <a:r>
              <a:rPr lang="en-US" dirty="0"/>
              <a:t>], </a:t>
            </a:r>
            <a:r>
              <a:rPr lang="en-US" dirty="0" err="1"/>
              <a:t>Wa</a:t>
            </a:r>
            <a:r>
              <a:rPr lang="en-US" dirty="0"/>
              <a:t> @ [</a:t>
            </a:r>
            <a:r>
              <a:rPr lang="en-US" dirty="0" err="1"/>
              <a:t>y,u</a:t>
            </a:r>
            <a:r>
              <a:rPr lang="en-US" dirty="0"/>
              <a:t>]]) + one shared self.net(...)</a:t>
            </a:r>
          </a:p>
          <a:p>
            <a:r>
              <a:rPr lang="en-US" dirty="0"/>
              <a:t>  - When </a:t>
            </a:r>
            <a:r>
              <a:rPr lang="en-US" dirty="0" err="1"/>
              <a:t>nx_aug</a:t>
            </a:r>
            <a:r>
              <a:rPr lang="en-US" dirty="0"/>
              <a:t>=0 it behaves identically to Jan's original (backward compatible)</a:t>
            </a:r>
          </a:p>
          <a:p>
            <a:endParaRPr lang="en-US" dirty="0"/>
          </a:p>
          <a:p>
            <a:r>
              <a:rPr lang="en-US" dirty="0"/>
              <a:t>  Then in torch_nets.py:</a:t>
            </a:r>
          </a:p>
          <a:p>
            <a:r>
              <a:rPr lang="en-US" dirty="0"/>
              <a:t>  - Delete </a:t>
            </a:r>
            <a:r>
              <a:rPr lang="en-US" dirty="0" err="1"/>
              <a:t>LinearInitEncoderWrapper</a:t>
            </a:r>
            <a:r>
              <a:rPr lang="en-US" dirty="0"/>
              <a:t> (marked @added, so it's ours to remove)</a:t>
            </a:r>
          </a:p>
          <a:p>
            <a:endParaRPr lang="en-US" dirty="0"/>
          </a:p>
          <a:p>
            <a:r>
              <a:rPr lang="en-US" dirty="0"/>
              <a:t>  Then in gantry_interconnect_dynamic.py:</a:t>
            </a:r>
          </a:p>
          <a:p>
            <a:r>
              <a:rPr lang="en-US" dirty="0"/>
              <a:t>  - Replace </a:t>
            </a:r>
            <a:r>
              <a:rPr lang="en-US" dirty="0" err="1"/>
              <a:t>LinearInitEncoderWrapper</a:t>
            </a:r>
            <a:r>
              <a:rPr lang="en-US" dirty="0"/>
              <a:t>(...) with </a:t>
            </a:r>
            <a:r>
              <a:rPr lang="en-US" dirty="0" err="1"/>
              <a:t>linear_encoder_init_aug</a:t>
            </a:r>
            <a:r>
              <a:rPr lang="en-US" dirty="0"/>
              <a:t>(</a:t>
            </a:r>
            <a:r>
              <a:rPr lang="en-US" dirty="0" err="1"/>
              <a:t>nx_aug</a:t>
            </a:r>
            <a:r>
              <a:rPr lang="en-US" dirty="0"/>
              <a:t>=NX_ANN, ...)</a:t>
            </a:r>
          </a:p>
          <a:p>
            <a:endParaRPr lang="en-US" dirty="0"/>
          </a:p>
          <a:p>
            <a:r>
              <a:rPr lang="en-US" dirty="0"/>
              <a:t>  One open question before implementing: what scale for the </a:t>
            </a:r>
            <a:r>
              <a:rPr lang="en-US" dirty="0" err="1"/>
              <a:t>W^a</a:t>
            </a:r>
            <a:r>
              <a:rPr lang="en-US" dirty="0"/>
              <a:t> random </a:t>
            </a:r>
            <a:r>
              <a:rPr lang="en-US" dirty="0" err="1"/>
              <a:t>init</a:t>
            </a:r>
            <a:r>
              <a:rPr lang="en-US" dirty="0"/>
              <a:t>? The paper says "randomly</a:t>
            </a:r>
          </a:p>
          <a:p>
            <a:r>
              <a:rPr lang="en-US" dirty="0"/>
              <a:t>  initialized" but doesn't specify. Options:</a:t>
            </a:r>
          </a:p>
          <a:p>
            <a:r>
              <a:rPr lang="en-US" dirty="0"/>
              <a:t>  1. </a:t>
            </a:r>
            <a:r>
              <a:rPr lang="en-US" dirty="0" err="1"/>
              <a:t>PyTorch</a:t>
            </a:r>
            <a:r>
              <a:rPr lang="en-US" dirty="0"/>
              <a:t> default (</a:t>
            </a:r>
            <a:r>
              <a:rPr lang="en-US" dirty="0" err="1"/>
              <a:t>kaiming_uniform</a:t>
            </a:r>
            <a:r>
              <a:rPr lang="en-US" dirty="0"/>
              <a:t>_, what </a:t>
            </a:r>
            <a:r>
              <a:rPr lang="en-US" dirty="0" err="1"/>
              <a:t>nn.Linear</a:t>
            </a:r>
            <a:r>
              <a:rPr lang="en-US" dirty="0"/>
              <a:t> uses)</a:t>
            </a:r>
          </a:p>
          <a:p>
            <a:r>
              <a:rPr lang="en-US" dirty="0"/>
              <a:t>  2. Small scale like 0.01 so augmented states start near zero at initialization</a:t>
            </a:r>
          </a:p>
          <a:p>
            <a:r>
              <a:rPr lang="en-US" dirty="0"/>
              <a:t>  3. Same scale as </a:t>
            </a:r>
            <a:r>
              <a:rPr lang="en-US" dirty="0" err="1"/>
              <a:t>W^b</a:t>
            </a:r>
            <a:r>
              <a:rPr lang="en-US" dirty="0"/>
              <a:t> (match physical state magnitude)</a:t>
            </a:r>
          </a:p>
          <a:p>
            <a:endParaRPr lang="en-US" dirty="0"/>
          </a:p>
          <a:p>
            <a:r>
              <a:rPr lang="en-US" dirty="0"/>
              <a:t>  Option 2 is the safest -- augmented states starting near zero at </a:t>
            </a:r>
            <a:r>
              <a:rPr lang="en-US" dirty="0" err="1"/>
              <a:t>init</a:t>
            </a:r>
            <a:r>
              <a:rPr lang="en-US" dirty="0"/>
              <a:t> is fine and avoids large initial</a:t>
            </a:r>
          </a:p>
          <a:p>
            <a:r>
              <a:rPr lang="en-US" dirty="0"/>
              <a:t>   state estimates that could destabilize early training.</a:t>
            </a:r>
          </a:p>
          <a:p>
            <a:endParaRPr lang="en-US" dirty="0"/>
          </a:p>
          <a:p>
            <a:r>
              <a:rPr lang="en-US" dirty="0"/>
              <a:t>  Shall I proceed with this implementation?</a:t>
            </a:r>
          </a:p>
          <a:p>
            <a:r>
              <a:rPr lang="en-US" dirty="0"/>
              <a:t> 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FD8B8-6CCF-ACC4-AD7C-31220F9EA02C}"/>
              </a:ext>
            </a:extLst>
          </p:cNvPr>
          <p:cNvSpPr txBox="1"/>
          <p:nvPr/>
        </p:nvSpPr>
        <p:spPr>
          <a:xfrm>
            <a:off x="6888480" y="298563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One open question before implementing: what scale for the </a:t>
            </a:r>
            <a:r>
              <a:rPr lang="en-NL" dirty="0" err="1"/>
              <a:t>W^a</a:t>
            </a:r>
            <a:r>
              <a:rPr lang="en-NL" dirty="0"/>
              <a:t> random </a:t>
            </a:r>
            <a:r>
              <a:rPr lang="en-NL" dirty="0" err="1"/>
              <a:t>init</a:t>
            </a:r>
            <a:r>
              <a:rPr lang="en-NL" dirty="0"/>
              <a:t>? The paper says "randomly</a:t>
            </a:r>
          </a:p>
          <a:p>
            <a:r>
              <a:rPr lang="en-NL" dirty="0"/>
              <a:t>  initialized" but doesn't specify. Options:</a:t>
            </a:r>
          </a:p>
          <a:p>
            <a:r>
              <a:rPr lang="en-NL" dirty="0"/>
              <a:t>  1. </a:t>
            </a:r>
            <a:r>
              <a:rPr lang="en-NL" dirty="0" err="1"/>
              <a:t>PyTorch</a:t>
            </a:r>
            <a:r>
              <a:rPr lang="en-NL" dirty="0"/>
              <a:t> default (</a:t>
            </a:r>
            <a:r>
              <a:rPr lang="en-NL" dirty="0" err="1"/>
              <a:t>kaiming_uniform</a:t>
            </a:r>
            <a:r>
              <a:rPr lang="en-NL" dirty="0"/>
              <a:t>_, what </a:t>
            </a:r>
            <a:r>
              <a:rPr lang="en-NL" dirty="0" err="1"/>
              <a:t>nn.Linear</a:t>
            </a:r>
            <a:r>
              <a:rPr lang="en-NL" dirty="0"/>
              <a:t> uses)</a:t>
            </a:r>
          </a:p>
          <a:p>
            <a:r>
              <a:rPr lang="en-NL" dirty="0"/>
              <a:t>  2. Small scale like 0.01 so augmented states start near zero at initialization</a:t>
            </a:r>
          </a:p>
          <a:p>
            <a:r>
              <a:rPr lang="en-NL" dirty="0"/>
              <a:t>  3. Same scale as </a:t>
            </a:r>
            <a:r>
              <a:rPr lang="en-NL" dirty="0" err="1"/>
              <a:t>W^b</a:t>
            </a:r>
            <a:r>
              <a:rPr lang="en-NL" dirty="0"/>
              <a:t> (match physical state magnitude)</a:t>
            </a:r>
          </a:p>
        </p:txBody>
      </p:sp>
    </p:spTree>
    <p:extLst>
      <p:ext uri="{BB962C8B-B14F-4D97-AF65-F5344CB8AC3E}">
        <p14:creationId xmlns:p14="http://schemas.microsoft.com/office/powerpoint/2010/main" val="2681782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F580-C3FE-E34B-4BEE-12E2D0DF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augmented states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8352-B73F-2D4D-8FEC-BE651F48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 in physical states range?</a:t>
            </a:r>
          </a:p>
          <a:p>
            <a:r>
              <a:rPr lang="en-US" dirty="0"/>
              <a:t>Just </a:t>
            </a:r>
            <a:r>
              <a:rPr lang="en-US" dirty="0" err="1"/>
              <a:t>kaiming_uniform</a:t>
            </a:r>
            <a:r>
              <a:rPr lang="en-US" dirty="0"/>
              <a:t>_ </a:t>
            </a:r>
            <a:r>
              <a:rPr lang="en-US" dirty="0" err="1"/>
              <a:t>pytorch</a:t>
            </a:r>
            <a:r>
              <a:rPr lang="en-US" dirty="0"/>
              <a:t> method?</a:t>
            </a:r>
          </a:p>
          <a:p>
            <a:pPr lvl="1"/>
            <a:r>
              <a:rPr lang="en-US" dirty="0"/>
              <a:t>Ask Jan</a:t>
            </a:r>
          </a:p>
          <a:p>
            <a:pPr lvl="1"/>
            <a:endParaRPr lang="en-US" dirty="0"/>
          </a:p>
          <a:p>
            <a:r>
              <a:rPr lang="en-US" dirty="0"/>
              <a:t> What actually matters:</a:t>
            </a:r>
          </a:p>
          <a:p>
            <a:pPr lvl="1"/>
            <a:r>
              <a:rPr lang="en-US" dirty="0"/>
              <a:t>At initialization, </a:t>
            </a:r>
            <a:r>
              <a:rPr lang="en-US" dirty="0" err="1"/>
              <a:t>x_a</a:t>
            </a:r>
            <a:r>
              <a:rPr lang="en-US" dirty="0"/>
              <a:t> should not dominate or destabilize the early training signal where </a:t>
            </a:r>
            <a:r>
              <a:rPr lang="en-US" dirty="0" err="1"/>
              <a:t>x_b</a:t>
            </a:r>
            <a:r>
              <a:rPr lang="en-US" dirty="0"/>
              <a:t> is already well-placed. The augmented states</a:t>
            </a:r>
          </a:p>
          <a:p>
            <a:pPr lvl="1"/>
            <a:r>
              <a:rPr lang="en-US" dirty="0"/>
              <a:t>should start small and grow as the training loss drives them. This argues for small or zero </a:t>
            </a:r>
            <a:r>
              <a:rPr lang="en-US" dirty="0" err="1"/>
              <a:t>init</a:t>
            </a:r>
            <a:r>
              <a:rPr lang="en-US" dirty="0"/>
              <a:t> for </a:t>
            </a:r>
            <a:r>
              <a:rPr lang="en-US" dirty="0" err="1"/>
              <a:t>W^a</a:t>
            </a:r>
            <a:r>
              <a:rPr lang="en-US" dirty="0"/>
              <a:t> specifically.</a:t>
            </a:r>
          </a:p>
          <a:p>
            <a:endParaRPr lang="en-US" dirty="0"/>
          </a:p>
          <a:p>
            <a:r>
              <a:rPr lang="en-NL" dirty="0"/>
              <a:t>Kaiming initialization was specifically mathematically derived to account for the zero-cutoff in </a:t>
            </a:r>
            <a:r>
              <a:rPr lang="en-NL" dirty="0" err="1"/>
              <a:t>ReLU</a:t>
            </a:r>
            <a:r>
              <a:rPr lang="en-NL" dirty="0"/>
              <a:t> activations.</a:t>
            </a:r>
          </a:p>
        </p:txBody>
      </p:sp>
    </p:spTree>
    <p:extLst>
      <p:ext uri="{BB962C8B-B14F-4D97-AF65-F5344CB8AC3E}">
        <p14:creationId xmlns:p14="http://schemas.microsoft.com/office/powerpoint/2010/main" val="1596967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B6D4-A954-D63E-D1B7-E8CF6886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7841-D0BA-348F-B3C7-CB74B860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Why the pipeline currently uses mean subtraction</a:t>
            </a:r>
          </a:p>
          <a:p>
            <a:endParaRPr lang="en-US" dirty="0"/>
          </a:p>
          <a:p>
            <a:r>
              <a:rPr lang="en-US" dirty="0"/>
              <a:t>  The </a:t>
            </a:r>
            <a:r>
              <a:rPr lang="en-US" dirty="0" err="1"/>
              <a:t>fit_sys.norm</a:t>
            </a:r>
            <a:r>
              <a:rPr lang="en-US" dirty="0"/>
              <a:t> mean subtraction (y0, </a:t>
            </a:r>
            <a:r>
              <a:rPr lang="en-US" dirty="0" err="1"/>
              <a:t>u_mean</a:t>
            </a:r>
            <a:r>
              <a:rPr lang="en-US" dirty="0"/>
              <a:t>) was introduced for the </a:t>
            </a:r>
            <a:r>
              <a:rPr lang="en-US" dirty="0" err="1"/>
              <a:t>Gantry_State_Block</a:t>
            </a:r>
            <a:r>
              <a:rPr lang="en-US" dirty="0"/>
              <a:t>, not for the encoder. The physics block needs (y - y0)/</a:t>
            </a:r>
            <a:r>
              <a:rPr lang="en-US" dirty="0" err="1"/>
              <a:t>std_y</a:t>
            </a:r>
            <a:r>
              <a:rPr lang="en-US" dirty="0"/>
              <a:t> because y0 = Cd @ </a:t>
            </a:r>
            <a:r>
              <a:rPr lang="en-US" dirty="0" err="1"/>
              <a:t>x_mean</a:t>
            </a:r>
            <a:endParaRPr lang="en-US" dirty="0"/>
          </a:p>
          <a:p>
            <a:r>
              <a:rPr lang="en-US" dirty="0"/>
              <a:t>  is the operating point of the linearization. Removing the mean from the norm would require verifying how the output block and loss reconstruction handle the operating point.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Gantry_State_Block</a:t>
            </a:r>
            <a:r>
              <a:rPr lang="en-US" dirty="0"/>
              <a:t> was derived as a linearized model for deviations from an operating point. The state-space equations x(k+1) = A(theta) x(k) + B u(k) describe how the</a:t>
            </a:r>
          </a:p>
          <a:p>
            <a:r>
              <a:rPr lang="en-US" dirty="0"/>
              <a:t>  system moves away from the operating point. If you feed it absolute stage positions instead of deviations, it is being asked to model the wrong quantity.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x_mean</a:t>
            </a:r>
            <a:r>
              <a:rPr lang="en-US" dirty="0"/>
              <a:t> is used for LPV scheduling via the Y channel.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0053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9452-BF3D-F3CF-B7C6-B02854EA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difference</a:t>
            </a:r>
            <a:br>
              <a:rPr lang="en-US" dirty="0"/>
            </a:br>
            <a:r>
              <a:rPr lang="en-US" dirty="0"/>
              <a:t>minimal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4671-CC15-0E9D-E3D8-4EFEC4D9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Channel      NRMS A   NRMS </a:t>
            </a:r>
            <a:r>
              <a:rPr lang="en-US" dirty="0" err="1"/>
              <a:t>B_wrap</a:t>
            </a:r>
            <a:r>
              <a:rPr lang="en-US" dirty="0"/>
              <a:t>   NRMS </a:t>
            </a:r>
            <a:r>
              <a:rPr lang="en-US" dirty="0" err="1"/>
              <a:t>B_native</a:t>
            </a:r>
            <a:r>
              <a:rPr lang="en-US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q1        0.000150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q2        0.000095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q3        0.000044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dq1       0.000051      0.000001        0.000001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dq2       0.000341      0.000004        0.000004</a:t>
            </a:r>
          </a:p>
          <a:p>
            <a:r>
              <a:rPr lang="en-US" dirty="0"/>
              <a:t>    dq3       0.000239      0.000001        0.000001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55280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076-C951-0E64-E6DD-F4D3AB2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data</a:t>
            </a:r>
            <a:br>
              <a:rPr lang="en-US" dirty="0"/>
            </a:br>
            <a:r>
              <a:rPr lang="en-US" dirty="0"/>
              <a:t>Had to much force thought it was a bug compared to the positions but..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D8BF-1A9D-B471-540A-0528560C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da_rms_with</a:t>
            </a:r>
            <a:r>
              <a:rPr lang="en-US" dirty="0"/>
              <a:t> / </a:t>
            </a:r>
            <a:r>
              <a:rPr lang="en-US" dirty="0" err="1"/>
              <a:t>da_rms_without</a:t>
            </a:r>
            <a:r>
              <a:rPr lang="en-US" dirty="0"/>
              <a:t>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30070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2490-04A3-A3D4-244C-B5F9C0D0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 better?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72D4-8F3D-C833-2EBF-0ED5F7A9E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gap: our script uses Adam (local gradient-based). For structural validation, a global search gives stronger evidence. The recommended hierarchy:</a:t>
            </a:r>
          </a:p>
          <a:p>
            <a:r>
              <a:rPr lang="en-US" dirty="0"/>
              <a:t>  1. Differential Evolution (DE) — derivative-free, population-based, well-tested for 10-30 mechanical parameters. ~1k-5k ODE simulations, feasible in minutes for a 6-state</a:t>
            </a:r>
          </a:p>
          <a:p>
            <a:r>
              <a:rPr lang="en-US" dirty="0"/>
              <a:t>  system.</a:t>
            </a:r>
          </a:p>
          <a:p>
            <a:r>
              <a:rPr lang="en-US" dirty="0"/>
              <a:t>  2. Multi-start Adam as refinement after DE.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2794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E13E-1C25-6277-0FBF-F8D5E551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F55C-6081-6799-C56D-54E0FEDE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  The real solution: decouple the two purposes</a:t>
            </a:r>
          </a:p>
          <a:p>
            <a:endParaRPr lang="en-US" dirty="0"/>
          </a:p>
          <a:p>
            <a:r>
              <a:rPr lang="en-US" dirty="0"/>
              <a:t>  The experiments have two distinct jobs: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┌───────────────────────┬─────────────────┬────────────────────────────┐</a:t>
            </a:r>
          </a:p>
          <a:p>
            <a:r>
              <a:rPr lang="en-US" dirty="0"/>
              <a:t>  │        Purpose        │  Trajectories   │      What excites it      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Y-scheduling coverage │ T1, T5          │ Y motion, broadband forces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MSD identification    │ T3, T4, T7, T10 │ X motion → 150 Hz coupling │</a:t>
            </a:r>
          </a:p>
          <a:p>
            <a:r>
              <a:rPr lang="en-US" dirty="0"/>
              <a:t>  └───────────────────────┴─────────────────┴────────────────────────────┘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Narrowband </a:t>
            </a:r>
            <a:r>
              <a:rPr lang="en-US" dirty="0" err="1"/>
              <a:t>multisine</a:t>
            </a:r>
            <a:r>
              <a:rPr lang="en-US" dirty="0"/>
              <a:t> only belongs in trajectories with significant X motion. Y-only experiments (T1, T5) simply cannot excite the MSD without violating the small-signal</a:t>
            </a:r>
          </a:p>
          <a:p>
            <a:r>
              <a:rPr lang="en-US" dirty="0"/>
              <a:t>  assumption — and they don't need to. The MSD parameters (fa, </a:t>
            </a:r>
            <a:r>
              <a:rPr lang="el-GR" dirty="0"/>
              <a:t>ζ, </a:t>
            </a:r>
            <a:r>
              <a:rPr lang="en-US" dirty="0"/>
              <a:t>ma) don't vary with Y-scheduling position; they're fixed physical properties.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98746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C4BE-147E-EE47-B0E8-0A05044F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7B1D-59A9-F4F2-C77A-8EE77BBF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505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D3B3-0A75-34D1-DF5C-9D8AA235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2469-E419-61D8-EF69-FFF4A13C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now from 130-180hz for MSD data</a:t>
            </a:r>
          </a:p>
          <a:p>
            <a:pPr lvl="1"/>
            <a:r>
              <a:rPr lang="en-US" dirty="0"/>
              <a:t>No joint estimation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1137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D844-5E0C-BAEE-47F6-B5570C96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FRF </a:t>
            </a:r>
            <a:r>
              <a:rPr lang="en-US" dirty="0" err="1"/>
              <a:t>zetten</a:t>
            </a:r>
            <a:r>
              <a:rPr lang="en-US" dirty="0"/>
              <a:t> van het </a:t>
            </a:r>
            <a:r>
              <a:rPr lang="en-US" dirty="0" err="1"/>
              <a:t>systeem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FE17-C30A-3E43-F1D2-C43680DC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wat te </a:t>
            </a:r>
            <a:r>
              <a:rPr lang="en-US" dirty="0" err="1"/>
              <a:t>doen</a:t>
            </a:r>
            <a:r>
              <a:rPr lang="en-US" dirty="0"/>
              <a:t> met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nfs</a:t>
            </a:r>
            <a:r>
              <a:rPr lang="en-US" dirty="0"/>
              <a:t> voor baseline </a:t>
            </a:r>
            <a:r>
              <a:rPr lang="en-US" dirty="0" err="1"/>
              <a:t>en</a:t>
            </a:r>
            <a:r>
              <a:rPr lang="en-US" dirty="0"/>
              <a:t> parameters</a:t>
            </a:r>
          </a:p>
          <a:p>
            <a:pPr lvl="1"/>
            <a:r>
              <a:rPr lang="en-US" dirty="0"/>
              <a:t>Moet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fatsoenlijks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1840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888D-BFE3-80E3-7164-415EF6EA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 time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308C-32B8-4A1A-8522-DE564F27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6C9B-3EF0-015B-9530-6D463D042914}"/>
              </a:ext>
            </a:extLst>
          </p:cNvPr>
          <p:cNvSpPr txBox="1"/>
          <p:nvPr/>
        </p:nvSpPr>
        <p:spPr>
          <a:xfrm>
            <a:off x="4715190" y="2906720"/>
            <a:ext cx="6094324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Envelope time constant: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$$\tau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}$$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Settling time to tolerance $\</a:t>
            </a:r>
            <a:r>
              <a:rPr lang="en-NL" dirty="0" err="1"/>
              <a:t>varepsilon</a:t>
            </a:r>
            <a:r>
              <a:rPr lang="en-NL" dirty="0"/>
              <a:t>$:</a:t>
            </a:r>
          </a:p>
          <a:p>
            <a:endParaRPr lang="en-NL" dirty="0"/>
          </a:p>
          <a:p>
            <a:r>
              <a:rPr lang="en-NL" dirty="0"/>
              <a:t>  $$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 \</a:t>
            </a:r>
            <a:r>
              <a:rPr lang="en-NL" dirty="0" err="1"/>
              <a:t>approx</a:t>
            </a:r>
            <a:r>
              <a:rPr lang="en-NL" dirty="0"/>
              <a:t> \frac{4}{\zeta \</a:t>
            </a:r>
            <a:r>
              <a:rPr lang="en-NL" dirty="0" err="1"/>
              <a:t>omega_n</a:t>
            </a:r>
            <a:r>
              <a:rPr lang="en-NL" dirty="0"/>
              <a:t>} \quad (2%),\quad \frac{3}{\zeta \</a:t>
            </a:r>
            <a:r>
              <a:rPr lang="en-NL" dirty="0" err="1"/>
              <a:t>omega_n</a:t>
            </a:r>
            <a:r>
              <a:rPr lang="en-NL" dirty="0"/>
              <a:t>} \quad (5%)$$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Q factor (from FRF):</a:t>
            </a:r>
          </a:p>
          <a:p>
            <a:endParaRPr lang="en-NL" dirty="0"/>
          </a:p>
          <a:p>
            <a:r>
              <a:rPr lang="en-NL" dirty="0"/>
              <a:t>  $$Q = \frac{</a:t>
            </a:r>
            <a:r>
              <a:rPr lang="en-NL" dirty="0" err="1"/>
              <a:t>f_r</a:t>
            </a:r>
            <a:r>
              <a:rPr lang="en-NL" dirty="0"/>
              <a:t>}{\Delta f_{3\text{dB}}} = \frac{1}{2\zeta}$$</a:t>
            </a:r>
          </a:p>
          <a:p>
            <a:endParaRPr lang="en-NL" dirty="0"/>
          </a:p>
          <a:p>
            <a:r>
              <a:rPr lang="en-NL" dirty="0"/>
              <a:t>  Q = \frac{</a:t>
            </a:r>
            <a:r>
              <a:rPr lang="en-NL" dirty="0" err="1"/>
              <a:t>f_r</a:t>
            </a:r>
            <a:r>
              <a:rPr lang="en-NL" dirty="0"/>
              <a:t>}{\Delta f_{3\,\text{dB}}} = \frac{1}{2\zeta}</a:t>
            </a:r>
          </a:p>
          <a:p>
            <a:endParaRPr lang="en-NL" dirty="0"/>
          </a:p>
          <a:p>
            <a:r>
              <a:rPr lang="en-NL" dirty="0"/>
              <a:t>  Time constant from Q (nonparametric):</a:t>
            </a:r>
          </a:p>
          <a:p>
            <a:endParaRPr lang="en-NL" dirty="0"/>
          </a:p>
          <a:p>
            <a:r>
              <a:rPr lang="en-NL" dirty="0"/>
              <a:t>  $$\tau = \frac{Q}{\pi </a:t>
            </a:r>
            <a:r>
              <a:rPr lang="en-NL" dirty="0" err="1"/>
              <a:t>f_r</a:t>
            </a:r>
            <a:r>
              <a:rPr lang="en-NL" dirty="0"/>
              <a:t>}$$</a:t>
            </a:r>
          </a:p>
          <a:p>
            <a:endParaRPr lang="en-NL" dirty="0"/>
          </a:p>
          <a:p>
            <a:r>
              <a:rPr lang="en-NL" dirty="0"/>
              <a:t>  \tau = \frac{Q}{\pi </a:t>
            </a:r>
            <a:r>
              <a:rPr lang="en-NL" dirty="0" err="1"/>
              <a:t>f_r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Your numbers (</a:t>
            </a:r>
            <a:r>
              <a:rPr lang="en-NL" dirty="0" err="1"/>
              <a:t>f_r</a:t>
            </a:r>
            <a:r>
              <a:rPr lang="en-NL" dirty="0"/>
              <a:t> = 157 Hz, zeta = 0.05, Q = 10):</a:t>
            </a:r>
          </a:p>
          <a:p>
            <a:endParaRPr lang="en-NL" dirty="0"/>
          </a:p>
          <a:p>
            <a:r>
              <a:rPr lang="en-NL" dirty="0"/>
              <a:t>  $$\tau = \frac{1}{0.05 \</a:t>
            </a:r>
            <a:r>
              <a:rPr lang="en-NL" dirty="0" err="1"/>
              <a:t>cdot</a:t>
            </a:r>
            <a:r>
              <a:rPr lang="en-NL" dirty="0"/>
              <a:t> 2\pi \</a:t>
            </a:r>
            <a:r>
              <a:rPr lang="en-NL" dirty="0" err="1"/>
              <a:t>cdot</a:t>
            </a:r>
            <a:r>
              <a:rPr lang="en-NL" dirty="0"/>
              <a:t> 157} \</a:t>
            </a:r>
            <a:r>
              <a:rPr lang="en-NL" dirty="0" err="1"/>
              <a:t>approx</a:t>
            </a:r>
            <a:r>
              <a:rPr lang="en-NL" dirty="0"/>
              <a:t> 20,\text{</a:t>
            </a:r>
            <a:r>
              <a:rPr lang="en-NL" dirty="0" err="1"/>
              <a:t>ms</a:t>
            </a:r>
            <a:r>
              <a:rPr lang="en-NL" dirty="0"/>
              <a:t>}, \</a:t>
            </a:r>
            <a:r>
              <a:rPr lang="en-NL" dirty="0" err="1"/>
              <a:t>qquad</a:t>
            </a:r>
            <a:r>
              <a:rPr lang="en-NL" dirty="0"/>
              <a:t> 5\tau \</a:t>
            </a:r>
            <a:r>
              <a:rPr lang="en-NL" dirty="0" err="1"/>
              <a:t>approx</a:t>
            </a:r>
            <a:r>
              <a:rPr lang="en-NL" dirty="0"/>
              <a:t> 100,\text{</a:t>
            </a:r>
            <a:r>
              <a:rPr lang="en-NL" dirty="0" err="1"/>
              <a:t>ms</a:t>
            </a:r>
            <a:r>
              <a:rPr lang="en-NL" dirty="0"/>
              <a:t>}$$</a:t>
            </a:r>
          </a:p>
        </p:txBody>
      </p:sp>
    </p:spTree>
    <p:extLst>
      <p:ext uri="{BB962C8B-B14F-4D97-AF65-F5344CB8AC3E}">
        <p14:creationId xmlns:p14="http://schemas.microsoft.com/office/powerpoint/2010/main" val="2876243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2485-7EA9-2F87-F60C-63081151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F147-0EAE-94C5-139D-BC215AC6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laten </a:t>
            </a:r>
            <a:r>
              <a:rPr lang="en-US" dirty="0" err="1"/>
              <a:t>zien</a:t>
            </a:r>
            <a:r>
              <a:rPr lang="en-US"/>
              <a:t> 4000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121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FBF9-2A4F-241B-2FF8-E3FE599C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issue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DAB6-4ED4-7746-A48A-1DEB1183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mean </a:t>
            </a:r>
            <a:r>
              <a:rPr lang="en-US" dirty="0" err="1"/>
              <a:t>i</a:t>
            </a:r>
            <a:r>
              <a:rPr lang="en-US" dirty="0"/>
              <a:t> think if for the </a:t>
            </a:r>
            <a:r>
              <a:rPr lang="en-US" dirty="0" err="1"/>
              <a:t>initalization</a:t>
            </a:r>
            <a:r>
              <a:rPr lang="en-US" dirty="0"/>
              <a:t> it uses from the gantry system and that uses </a:t>
            </a:r>
            <a:r>
              <a:rPr lang="en-US" dirty="0" err="1"/>
              <a:t>normalize_linear_ss_matrices</a:t>
            </a:r>
            <a:r>
              <a:rPr lang="en-US" dirty="0"/>
              <a:t>, that sounds        ( °    ° )</a:t>
            </a:r>
          </a:p>
          <a:p>
            <a:r>
              <a:rPr lang="en-US" dirty="0"/>
              <a:t>  correct to me? given </a:t>
            </a:r>
            <a:r>
              <a:rPr lang="en-US" dirty="0" err="1"/>
              <a:t>jan's</a:t>
            </a:r>
            <a:r>
              <a:rPr lang="en-US" dirty="0"/>
              <a:t> approach.                                                                                                  (   ..   )</a:t>
            </a:r>
          </a:p>
          <a:p>
            <a:r>
              <a:rPr lang="en-US" dirty="0"/>
              <a:t>  but we need to update with the data the encoder, but then we start with a mismatch. so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know the right solution.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2696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883A-F10E-C60B-E6C3-B89FCD76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0C6A-73B3-FA6E-788F-597B4DC6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E51ED-2E23-1126-37B8-1E8078D8770B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</p:txBody>
      </p:sp>
    </p:spTree>
    <p:extLst>
      <p:ext uri="{BB962C8B-B14F-4D97-AF65-F5344CB8AC3E}">
        <p14:creationId xmlns:p14="http://schemas.microsoft.com/office/powerpoint/2010/main" val="152952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726D-040E-0EC9-ED9B-63FD4C6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4C29-B5EF-E1BE-9895-D8FA7A18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12AEA-877B-25C8-927F-235DAE4950F2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(model = true system, ANN frozen at zero), model propagation error is near zero, so it's essentially pure encoder quality. In the augmented case</a:t>
            </a:r>
          </a:p>
          <a:p>
            <a:r>
              <a:rPr lang="en-NL" dirty="0"/>
              <a:t>   later, these two error sources will mix.</a:t>
            </a:r>
          </a:p>
        </p:txBody>
      </p:sp>
    </p:spTree>
    <p:extLst>
      <p:ext uri="{BB962C8B-B14F-4D97-AF65-F5344CB8AC3E}">
        <p14:creationId xmlns:p14="http://schemas.microsoft.com/office/powerpoint/2010/main" val="1103587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55A-E277-7810-4A88-E7FE97E3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3B73-DD48-D2CA-9D1E-5D15419E7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92ED-D8DD-5113-1558-5BE30E802588}"/>
              </a:ext>
            </a:extLst>
          </p:cNvPr>
          <p:cNvSpPr txBox="1"/>
          <p:nvPr/>
        </p:nvSpPr>
        <p:spPr>
          <a:xfrm>
            <a:off x="3048000" y="-46892468"/>
            <a:ext cx="6096000" cy="10064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Does the MSD in the data hurt this?</a:t>
            </a:r>
          </a:p>
          <a:p>
            <a:endParaRPr lang="en-NL" dirty="0"/>
          </a:p>
          <a:p>
            <a:r>
              <a:rPr lang="en-NL" dirty="0"/>
              <a:t>  No -- and here's why: the MSD doesn't show up in </a:t>
            </a:r>
            <a:r>
              <a:rPr lang="en-NL" dirty="0" err="1"/>
              <a:t>std_x</a:t>
            </a:r>
            <a:r>
              <a:rPr lang="en-NL" dirty="0"/>
              <a:t> at all for position channels. Positions are kinematically </a:t>
            </a:r>
            <a:r>
              <a:rPr lang="en-NL" dirty="0" err="1"/>
              <a:t>P_inv</a:t>
            </a:r>
            <a:r>
              <a:rPr lang="en-NL" dirty="0"/>
              <a:t> @ y regardless of MSD</a:t>
            </a:r>
          </a:p>
          <a:p>
            <a:r>
              <a:rPr lang="en-NL" dirty="0"/>
              <a:t>  dynamics. So </a:t>
            </a:r>
            <a:r>
              <a:rPr lang="en-NL" dirty="0" err="1"/>
              <a:t>std_x</a:t>
            </a:r>
            <a:r>
              <a:rPr lang="en-NL" dirty="0"/>
              <a:t>[0:3] is identical whether you use baseline or augmented data.</a:t>
            </a:r>
          </a:p>
          <a:p>
            <a:endParaRPr lang="en-NL" dirty="0"/>
          </a:p>
          <a:p>
            <a:r>
              <a:rPr lang="en-NL" dirty="0"/>
              <a:t>  For velocity channels, the MSD adds a small coupling force to the Y dynamics. This changes the velocity trajectories slightly, so </a:t>
            </a:r>
            <a:r>
              <a:rPr lang="en-NL" dirty="0" err="1"/>
              <a:t>std_x</a:t>
            </a:r>
            <a:r>
              <a:rPr lang="en-NL" dirty="0"/>
              <a:t>[3:6] from</a:t>
            </a:r>
          </a:p>
          <a:p>
            <a:r>
              <a:rPr lang="en-NL" dirty="0"/>
              <a:t>   augmented data will differ fractionally from baseline. But that's not a problem -- it's actually CORRECT. The encoder is being trained to</a:t>
            </a:r>
          </a:p>
          <a:p>
            <a:r>
              <a:rPr lang="en-NL" dirty="0"/>
              <a:t>  reconstruct the augmented system's physical states, so </a:t>
            </a:r>
            <a:r>
              <a:rPr lang="en-NL" dirty="0" err="1"/>
              <a:t>std_x</a:t>
            </a:r>
            <a:r>
              <a:rPr lang="en-NL" dirty="0"/>
              <a:t> should reflect those states' actual spread, not the baseline model's.</a:t>
            </a:r>
          </a:p>
          <a:p>
            <a:endParaRPr lang="en-NL" dirty="0"/>
          </a:p>
          <a:p>
            <a:r>
              <a:rPr lang="en-NL" dirty="0"/>
              <a:t>  Using augmented data statistics for normalization is therefore more consistent: you're normalizing </a:t>
            </a:r>
            <a:r>
              <a:rPr lang="en-NL" dirty="0" err="1"/>
              <a:t>W^b</a:t>
            </a:r>
            <a:r>
              <a:rPr lang="en-NL" dirty="0"/>
              <a:t> into the same space where the training</a:t>
            </a:r>
          </a:p>
          <a:p>
            <a:r>
              <a:rPr lang="en-NL" dirty="0"/>
              <a:t>  targets live.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issue with the current code</a:t>
            </a:r>
          </a:p>
          <a:p>
            <a:endParaRPr lang="en-NL" dirty="0"/>
          </a:p>
          <a:p>
            <a:r>
              <a:rPr lang="en-NL" dirty="0"/>
              <a:t>  Lines 140-146 already compute </a:t>
            </a:r>
            <a:r>
              <a:rPr lang="en-NL" dirty="0" err="1"/>
              <a:t>x_all</a:t>
            </a:r>
            <a:r>
              <a:rPr lang="en-NL" dirty="0"/>
              <a:t> from the training data via </a:t>
            </a:r>
            <a:r>
              <a:rPr lang="en-NL" dirty="0" err="1"/>
              <a:t>P_inv</a:t>
            </a:r>
            <a:r>
              <a:rPr lang="en-NL" dirty="0"/>
              <a:t> + FD. This gives you approximate </a:t>
            </a:r>
            <a:r>
              <a:rPr lang="en-NL" dirty="0" err="1"/>
              <a:t>x_logical</a:t>
            </a:r>
            <a:r>
              <a:rPr lang="en-NL" dirty="0"/>
              <a:t> from the augmented sim --</a:t>
            </a:r>
          </a:p>
          <a:p>
            <a:r>
              <a:rPr lang="en-NL" dirty="0"/>
              <a:t>  positions exact, velocities with FD noise but reflecting augmented dynamics. The global </a:t>
            </a:r>
            <a:r>
              <a:rPr lang="en-NL" dirty="0" err="1"/>
              <a:t>std_x</a:t>
            </a:r>
            <a:r>
              <a:rPr lang="en-NL" dirty="0"/>
              <a:t> at line 149 is correctly built from this.</a:t>
            </a:r>
          </a:p>
          <a:p>
            <a:endParaRPr lang="en-NL" dirty="0"/>
          </a:p>
          <a:p>
            <a:r>
              <a:rPr lang="en-NL" dirty="0"/>
              <a:t>  But then inside </a:t>
            </a:r>
            <a:r>
              <a:rPr lang="en-NL" dirty="0" err="1"/>
              <a:t>build_model</a:t>
            </a:r>
            <a:r>
              <a:rPr lang="en-NL" dirty="0"/>
              <a:t>, if </a:t>
            </a:r>
            <a:r>
              <a:rPr lang="en-NL" dirty="0" err="1"/>
              <a:t>baseline_states.npz</a:t>
            </a:r>
            <a:r>
              <a:rPr lang="en-NL" dirty="0"/>
              <a:t> exists, it overwrites </a:t>
            </a:r>
            <a:r>
              <a:rPr lang="en-NL" dirty="0" err="1"/>
              <a:t>x_phys_all</a:t>
            </a:r>
            <a:r>
              <a:rPr lang="en-NL" dirty="0"/>
              <a:t> with states from the BASELINE simulation (no MSD) before</a:t>
            </a:r>
          </a:p>
          <a:p>
            <a:r>
              <a:rPr lang="en-NL" dirty="0"/>
              <a:t>  calling </a:t>
            </a:r>
            <a:r>
              <a:rPr lang="en-NL" dirty="0" err="1"/>
              <a:t>normalize_linear_ss_matrices</a:t>
            </a:r>
            <a:r>
              <a:rPr lang="en-NL" dirty="0"/>
              <a:t>. So </a:t>
            </a:r>
            <a:r>
              <a:rPr lang="en-NL" dirty="0" err="1"/>
              <a:t>W^b</a:t>
            </a:r>
            <a:r>
              <a:rPr lang="en-NL" dirty="0"/>
              <a:t> ends up built with one </a:t>
            </a:r>
            <a:r>
              <a:rPr lang="en-NL" dirty="0" err="1"/>
              <a:t>std_x</a:t>
            </a:r>
            <a:r>
              <a:rPr lang="en-NL" dirty="0"/>
              <a:t> (baseline), while the D-055 fix and the training loop both use a</a:t>
            </a:r>
          </a:p>
          <a:p>
            <a:r>
              <a:rPr lang="en-NL" dirty="0"/>
              <a:t>  different </a:t>
            </a:r>
            <a:r>
              <a:rPr lang="en-NL" dirty="0" err="1"/>
              <a:t>std_x</a:t>
            </a:r>
            <a:r>
              <a:rPr lang="en-NL" dirty="0"/>
              <a:t> (from augmented data FD).</a:t>
            </a:r>
          </a:p>
          <a:p>
            <a:endParaRPr lang="en-NL" dirty="0"/>
          </a:p>
          <a:p>
            <a:r>
              <a:rPr lang="en-NL" dirty="0"/>
              <a:t>  The path at lines 140-146 already does the right thing. The </a:t>
            </a:r>
            <a:r>
              <a:rPr lang="en-NL" dirty="0" err="1"/>
              <a:t>baseline_states.npz</a:t>
            </a:r>
            <a:r>
              <a:rPr lang="en-NL" dirty="0"/>
              <a:t> fallback path was set up before the augmented training data</a:t>
            </a:r>
          </a:p>
          <a:p>
            <a:r>
              <a:rPr lang="en-NL" dirty="0"/>
              <a:t>  existed and it's now the source of the inconsistency.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Fundamental limitation that no normalization choice can fix</a:t>
            </a:r>
          </a:p>
          <a:p>
            <a:endParaRPr lang="en-NL" dirty="0"/>
          </a:p>
          <a:p>
            <a:r>
              <a:rPr lang="en-NL" dirty="0"/>
              <a:t>  The FP model matrices (A, B, C, D) passed into </a:t>
            </a:r>
            <a:r>
              <a:rPr lang="en-NL" dirty="0" err="1"/>
              <a:t>normalize_linear_ss_matrices</a:t>
            </a:r>
            <a:r>
              <a:rPr lang="en-NL" dirty="0"/>
              <a:t> are from the BASELINE linearization -- the 6-state gantry without</a:t>
            </a:r>
          </a:p>
          <a:p>
            <a:r>
              <a:rPr lang="en-NL" dirty="0"/>
              <a:t>  MSD. </a:t>
            </a:r>
            <a:r>
              <a:rPr lang="en-NL" dirty="0" err="1"/>
              <a:t>W^b</a:t>
            </a:r>
            <a:r>
              <a:rPr lang="en-NL" dirty="0"/>
              <a:t> built from these is the best LTI reconstructor under baseline dynamics. The augmented system has slightly different dynamics (MSD</a:t>
            </a:r>
          </a:p>
          <a:p>
            <a:r>
              <a:rPr lang="en-NL" dirty="0"/>
              <a:t>  coupling), so </a:t>
            </a:r>
            <a:r>
              <a:rPr lang="en-NL" dirty="0" err="1"/>
              <a:t>W^b</a:t>
            </a:r>
            <a:r>
              <a:rPr lang="en-NL" dirty="0"/>
              <a:t> will always have some residual error for the physical states.</a:t>
            </a:r>
          </a:p>
          <a:p>
            <a:endParaRPr lang="en-NL" dirty="0"/>
          </a:p>
          <a:p>
            <a:r>
              <a:rPr lang="en-NL" dirty="0"/>
              <a:t>  The normalization choice doesn't change this. It just determines whether the error is expressed in consistent units or not. Using training data</a:t>
            </a:r>
          </a:p>
          <a:p>
            <a:r>
              <a:rPr lang="en-NL" dirty="0"/>
              <a:t>  statistics throughout makes the space consistent -- </a:t>
            </a:r>
            <a:r>
              <a:rPr lang="en-NL" dirty="0" err="1"/>
              <a:t>W^b</a:t>
            </a:r>
            <a:r>
              <a:rPr lang="en-NL" dirty="0"/>
              <a:t> error is small and the ANN correction term will absorb it during training.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Bottom line</a:t>
            </a:r>
          </a:p>
          <a:p>
            <a:endParaRPr lang="en-NL" dirty="0"/>
          </a:p>
          <a:p>
            <a:r>
              <a:rPr lang="en-NL" dirty="0"/>
              <a:t>  The right </a:t>
            </a:r>
            <a:r>
              <a:rPr lang="en-NL" dirty="0" err="1"/>
              <a:t>std_x</a:t>
            </a:r>
            <a:r>
              <a:rPr lang="en-NL" dirty="0"/>
              <a:t> for </a:t>
            </a:r>
            <a:r>
              <a:rPr lang="en-NL" dirty="0" err="1"/>
              <a:t>normalize_linear_ss_matrices</a:t>
            </a:r>
            <a:r>
              <a:rPr lang="en-NL" dirty="0"/>
              <a:t> is from the training data, which is what </a:t>
            </a:r>
            <a:r>
              <a:rPr lang="en-NL" dirty="0" err="1"/>
              <a:t>x_all</a:t>
            </a:r>
            <a:r>
              <a:rPr lang="en-NL" dirty="0"/>
              <a:t> at line 146 already gives you. The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 path is the inconsistency -- it was useful before augmented training data existed, but now it introduces a mismatch. The</a:t>
            </a:r>
          </a:p>
          <a:p>
            <a:r>
              <a:rPr lang="en-NL" dirty="0"/>
              <a:t>  cleanest fix is to not use it for </a:t>
            </a:r>
            <a:r>
              <a:rPr lang="en-NL" dirty="0" err="1"/>
              <a:t>W^b</a:t>
            </a:r>
            <a:r>
              <a:rPr lang="en-NL" dirty="0"/>
              <a:t> normalization and instead use </a:t>
            </a:r>
            <a:r>
              <a:rPr lang="en-NL" dirty="0" err="1"/>
              <a:t>x_all</a:t>
            </a:r>
            <a:r>
              <a:rPr lang="en-NL" dirty="0"/>
              <a:t> consistently throughout.</a:t>
            </a:r>
          </a:p>
          <a:p>
            <a:endParaRPr lang="en-NL" dirty="0"/>
          </a:p>
          <a:p>
            <a:r>
              <a:rPr lang="en-NL" dirty="0"/>
              <a:t>✻ Churned for 54s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but this normalization is used always for the encoder not only </a:t>
            </a:r>
            <a:r>
              <a:rPr lang="en-NL" dirty="0" err="1"/>
              <a:t>initialziation</a:t>
            </a:r>
            <a:r>
              <a:rPr lang="en-NL" dirty="0"/>
              <a:t>? each update step?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No -- and this changes the severity of the mismatch significantly.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 is called once, inside </a:t>
            </a:r>
            <a:r>
              <a:rPr lang="en-NL" dirty="0" err="1"/>
              <a:t>build_model</a:t>
            </a:r>
            <a:r>
              <a:rPr lang="en-NL" dirty="0"/>
              <a:t>, only to compute the initial values of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. Those are          </a:t>
            </a:r>
          </a:p>
          <a:p>
            <a:r>
              <a:rPr lang="en-NL" dirty="0"/>
              <a:t>  </a:t>
            </a:r>
            <a:r>
              <a:rPr lang="en-NL" dirty="0" err="1"/>
              <a:t>nn.Parameter</a:t>
            </a:r>
            <a:r>
              <a:rPr lang="en-NL" dirty="0"/>
              <a:t> tensors -- after initialization they're just free parameters, updated by the optimizer every step like any other weight. The        </a:t>
            </a:r>
          </a:p>
          <a:p>
            <a:r>
              <a:rPr lang="en-NL" dirty="0"/>
              <a:t>  function is never called again during training.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What IS used at every forward pass is the D-055 fix: the buffers 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 that are stored on the encoder. These</a:t>
            </a:r>
          </a:p>
          <a:p>
            <a:r>
              <a:rPr lang="en-NL" dirty="0"/>
              <a:t>  come from the global normalization (lines 148-149 of the training script -- FD on augmented sim y). That part is consistent with the training</a:t>
            </a:r>
          </a:p>
          <a:p>
            <a:r>
              <a:rPr lang="en-NL" dirty="0"/>
              <a:t>  data and stays fixed throughout training.</a:t>
            </a:r>
          </a:p>
          <a:p>
            <a:endParaRPr lang="en-NL" dirty="0"/>
          </a:p>
          <a:p>
            <a:r>
              <a:rPr lang="en-NL" dirty="0"/>
              <a:t>  So the picture is:</a:t>
            </a:r>
          </a:p>
          <a:p>
            <a:endParaRPr lang="en-NL" dirty="0"/>
          </a:p>
          <a:p>
            <a:r>
              <a:rPr lang="en-NL" dirty="0"/>
              <a:t>  ┌─────────────────────────────────────────┬────────────────────┬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r>
              <a:rPr lang="en-NL" dirty="0"/>
              <a:t>  │                  What                   │        When        │              Source               │              Critical?             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</a:t>
            </a:r>
            <a:r>
              <a:rPr lang="en-NL" dirty="0" err="1"/>
              <a:t>normalize_linear_ss_matrices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     │ Once, at </a:t>
            </a:r>
            <a:r>
              <a:rPr lang="en-NL" dirty="0" err="1"/>
              <a:t>init</a:t>
            </a:r>
            <a:r>
              <a:rPr lang="en-NL" dirty="0"/>
              <a:t>      │ </a:t>
            </a:r>
            <a:r>
              <a:rPr lang="en-NL" dirty="0" err="1"/>
              <a:t>baseline_states.npz</a:t>
            </a:r>
            <a:r>
              <a:rPr lang="en-NL" dirty="0"/>
              <a:t>               │ Low -- only sets </a:t>
            </a:r>
            <a:r>
              <a:rPr lang="en-NL" dirty="0" err="1"/>
              <a:t>W^b</a:t>
            </a:r>
            <a:r>
              <a:rPr lang="en-NL" dirty="0"/>
              <a:t> starting point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D-055 fix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etc.) │ Every forward pass │ FD on augmented y (lines 148-149) │ Yes -- this is baked into every step │</a:t>
            </a:r>
          </a:p>
          <a:p>
            <a:r>
              <a:rPr lang="en-NL" dirty="0"/>
              <a:t>  └─────────────────────────────────────────┴────────────────────┴───────────────────────────────────┴──────────────────────────────────────┘</a:t>
            </a:r>
          </a:p>
          <a:p>
            <a:endParaRPr lang="en-NL" dirty="0"/>
          </a:p>
          <a:p>
            <a:r>
              <a:rPr lang="en-NL" dirty="0"/>
              <a:t>  The mismatch I flagged is a one-time initialization issue. </a:t>
            </a:r>
            <a:r>
              <a:rPr lang="en-NL" dirty="0" err="1"/>
              <a:t>W^b</a:t>
            </a:r>
            <a:r>
              <a:rPr lang="en-NL" dirty="0"/>
              <a:t> starts from a slightly wrong scale for velocity channels, but gradient descent</a:t>
            </a:r>
          </a:p>
          <a:p>
            <a:r>
              <a:rPr lang="en-NL" dirty="0"/>
              <a:t>  will correct it. The D-055 fix (which runs every step) is already using the right source -- the training data statistics.</a:t>
            </a:r>
          </a:p>
          <a:p>
            <a:endParaRPr lang="en-NL" dirty="0"/>
          </a:p>
          <a:p>
            <a:r>
              <a:rPr lang="en-NL" dirty="0"/>
              <a:t>  So the normalization mismatch is real but not a training-correctness problem. It means </a:t>
            </a:r>
            <a:r>
              <a:rPr lang="en-NL" dirty="0" err="1"/>
              <a:t>W^b</a:t>
            </a:r>
            <a:r>
              <a:rPr lang="en-NL" dirty="0"/>
              <a:t> needs a few more gradient steps to reach its</a:t>
            </a:r>
          </a:p>
          <a:p>
            <a:r>
              <a:rPr lang="en-NL" dirty="0"/>
              <a:t>  equilibrium from a slightly off starting point. That's not worth fixing ahead of a first training run.</a:t>
            </a:r>
          </a:p>
          <a:p>
            <a:endParaRPr lang="en-NL" dirty="0"/>
          </a:p>
          <a:p>
            <a:r>
              <a:rPr lang="en-NL" dirty="0"/>
              <a:t>✻ Churned for 33s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</a:t>
            </a:r>
            <a:r>
              <a:rPr lang="en-NL" dirty="0" err="1"/>
              <a:t>i</a:t>
            </a:r>
            <a:r>
              <a:rPr lang="en-NL" dirty="0"/>
              <a:t> mean </a:t>
            </a:r>
            <a:r>
              <a:rPr lang="en-NL" dirty="0" err="1"/>
              <a:t>i</a:t>
            </a:r>
            <a:r>
              <a:rPr lang="en-NL" dirty="0"/>
              <a:t> think if for the </a:t>
            </a:r>
            <a:r>
              <a:rPr lang="en-NL" dirty="0" err="1"/>
              <a:t>initalization</a:t>
            </a:r>
            <a:r>
              <a:rPr lang="en-NL" dirty="0"/>
              <a:t> it uses from the gantry system and that uses </a:t>
            </a:r>
            <a:r>
              <a:rPr lang="en-NL" dirty="0" err="1"/>
              <a:t>normalize_linear_ss_matrices</a:t>
            </a:r>
            <a:r>
              <a:rPr lang="en-NL" dirty="0"/>
              <a:t>, that sounds correct to me?    </a:t>
            </a:r>
          </a:p>
          <a:p>
            <a:r>
              <a:rPr lang="en-NL" dirty="0"/>
              <a:t>given </a:t>
            </a:r>
            <a:r>
              <a:rPr lang="en-NL" dirty="0" err="1"/>
              <a:t>jan's</a:t>
            </a:r>
            <a:r>
              <a:rPr lang="en-NL" dirty="0"/>
              <a:t> approach.                                                                                                                              </a:t>
            </a:r>
          </a:p>
          <a:p>
            <a:r>
              <a:rPr lang="en-NL" dirty="0"/>
              <a:t>but we need to update with the data the encoder, but then we start with a mismatch. so </a:t>
            </a:r>
            <a:r>
              <a:rPr lang="en-NL" dirty="0" err="1"/>
              <a:t>i</a:t>
            </a:r>
            <a:r>
              <a:rPr lang="en-NL" dirty="0"/>
              <a:t> </a:t>
            </a:r>
            <a:r>
              <a:rPr lang="en-NL" dirty="0" err="1"/>
              <a:t>dont</a:t>
            </a:r>
            <a:r>
              <a:rPr lang="en-NL" dirty="0"/>
              <a:t> know the right solution.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  <a:p>
            <a:endParaRPr lang="en-NL" dirty="0"/>
          </a:p>
          <a:p>
            <a:r>
              <a:rPr lang="en-NL" dirty="0"/>
              <a:t>✻ Churned for 59s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go with option B. can you read </a:t>
            </a:r>
            <a:r>
              <a:rPr lang="en-NL" dirty="0" err="1"/>
              <a:t>jan's</a:t>
            </a:r>
            <a:r>
              <a:rPr lang="en-NL" dirty="0"/>
              <a:t> paper again for the </a:t>
            </a:r>
            <a:r>
              <a:rPr lang="en-NL" dirty="0" err="1"/>
              <a:t>initialziation</a:t>
            </a:r>
            <a:r>
              <a:rPr lang="en-NL" dirty="0"/>
              <a:t> and determine whether this is a valid solution?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Searched for 1 pattern, read 2 files, recalled 1 memory (</a:t>
            </a:r>
            <a:r>
              <a:rPr lang="en-NL" dirty="0" err="1"/>
              <a:t>ctrl+o</a:t>
            </a:r>
            <a:r>
              <a:rPr lang="en-NL" dirty="0"/>
              <a:t> to expand)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The key passage is Section 3.5 of the paper ("Baseline model normalization", page 4):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▎ "For </a:t>
            </a:r>
            <a:r>
              <a:rPr lang="en-NL" dirty="0" err="1"/>
              <a:t>T_x</a:t>
            </a:r>
            <a:r>
              <a:rPr lang="en-NL" dirty="0"/>
              <a:t>, the standard deviation </a:t>
            </a:r>
            <a:r>
              <a:rPr lang="en-NL" dirty="0" err="1"/>
              <a:t>σ_x</a:t>
            </a:r>
            <a:r>
              <a:rPr lang="en-NL" dirty="0"/>
              <a:t> is determined in the baseline states of the model x̄. These states can be obtained by, e.g., simulation of </a:t>
            </a:r>
          </a:p>
          <a:p>
            <a:r>
              <a:rPr lang="en-NL" dirty="0"/>
              <a:t>  the baseline model with nominal input and initial conditions."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Note also: </a:t>
            </a:r>
            <a:r>
              <a:rPr lang="en-NL" dirty="0" err="1"/>
              <a:t>σ_u</a:t>
            </a:r>
            <a:r>
              <a:rPr lang="en-NL" dirty="0"/>
              <a:t> is "derived from D_N" (the training data), but </a:t>
            </a:r>
            <a:r>
              <a:rPr lang="en-NL" dirty="0" err="1"/>
              <a:t>σ_x</a:t>
            </a:r>
            <a:r>
              <a:rPr lang="en-NL" dirty="0"/>
              <a:t> specifically comes from the baseline model simulation, not from the data.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</a:t>
            </a:r>
          </a:p>
          <a:p>
            <a:r>
              <a:rPr lang="en-NL" dirty="0"/>
              <a:t>  Option B is not what Jan prescribes.</a:t>
            </a:r>
          </a:p>
          <a:p>
            <a:endParaRPr lang="en-NL" dirty="0"/>
          </a:p>
          <a:p>
            <a:r>
              <a:rPr lang="en-NL" dirty="0"/>
              <a:t>  Jan's prescription is explicit: </a:t>
            </a:r>
            <a:r>
              <a:rPr lang="en-NL" dirty="0" err="1"/>
              <a:t>σ_x</a:t>
            </a:r>
            <a:r>
              <a:rPr lang="en-NL" dirty="0"/>
              <a:t> for </a:t>
            </a:r>
            <a:r>
              <a:rPr lang="en-NL" dirty="0" err="1"/>
              <a:t>T_x</a:t>
            </a:r>
            <a:r>
              <a:rPr lang="en-NL" dirty="0"/>
              <a:t> (and therefore for </a:t>
            </a:r>
            <a:r>
              <a:rPr lang="en-NL" dirty="0" err="1"/>
              <a:t>normalize_linear_ss_matrices</a:t>
            </a:r>
            <a:r>
              <a:rPr lang="en-NL" dirty="0"/>
              <a:t>) comes from simulating the baseline FP model. That is</a:t>
            </a:r>
          </a:p>
          <a:p>
            <a:r>
              <a:rPr lang="en-NL" dirty="0"/>
              <a:t>   what </a:t>
            </a:r>
            <a:r>
              <a:rPr lang="en-NL" dirty="0" err="1"/>
              <a:t>baseline_states.npz</a:t>
            </a:r>
            <a:r>
              <a:rPr lang="en-NL" dirty="0"/>
              <a:t> contains. So the current code using </a:t>
            </a:r>
            <a:r>
              <a:rPr lang="en-NL" dirty="0" err="1"/>
              <a:t>baseline_states.npz</a:t>
            </a:r>
            <a:r>
              <a:rPr lang="en-NL" dirty="0"/>
              <a:t> inside </a:t>
            </a:r>
            <a:r>
              <a:rPr lang="en-NL" dirty="0" err="1"/>
              <a:t>build_model</a:t>
            </a:r>
            <a:r>
              <a:rPr lang="en-NL" dirty="0"/>
              <a:t> is actually implementing Jan's approach</a:t>
            </a:r>
          </a:p>
          <a:p>
            <a:r>
              <a:rPr lang="en-NL" dirty="0"/>
              <a:t>  correctly.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inconsistency is in the D-055 fix, not in </a:t>
            </a:r>
            <a:r>
              <a:rPr lang="en-NL" dirty="0" err="1"/>
              <a:t>normalize_linear_ss_matrices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 passes the global </a:t>
            </a:r>
            <a:r>
              <a:rPr lang="en-NL" dirty="0" err="1"/>
              <a:t>std_x</a:t>
            </a:r>
            <a:r>
              <a:rPr lang="en-NL" dirty="0"/>
              <a:t> (lines 148-149, FD on training data y) as the </a:t>
            </a:r>
            <a:r>
              <a:rPr lang="en-NL" dirty="0" err="1"/>
              <a:t>x_off</a:t>
            </a:r>
            <a:r>
              <a:rPr lang="en-NL" dirty="0"/>
              <a:t> buffer. But </a:t>
            </a:r>
            <a:r>
              <a:rPr lang="en-NL" dirty="0" err="1"/>
              <a:t>W^b</a:t>
            </a:r>
            <a:r>
              <a:rPr lang="en-NL" dirty="0"/>
              <a:t> was built with </a:t>
            </a:r>
            <a:r>
              <a:rPr lang="en-NL" dirty="0" err="1"/>
              <a:t>std_x</a:t>
            </a:r>
            <a:r>
              <a:rPr lang="en-NL" dirty="0"/>
              <a:t> from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. The two are different. So the output conversion in the D-055 fix applies the wrong scale:</a:t>
            </a:r>
          </a:p>
          <a:p>
            <a:endParaRPr lang="en-NL" dirty="0"/>
          </a:p>
          <a:p>
            <a:r>
              <a:rPr lang="en-NL" dirty="0"/>
              <a:t>  - </a:t>
            </a:r>
            <a:r>
              <a:rPr lang="en-NL" dirty="0" err="1"/>
              <a:t>W^b</a:t>
            </a:r>
            <a:r>
              <a:rPr lang="en-NL" dirty="0"/>
              <a:t> output is in x / </a:t>
            </a:r>
            <a:r>
              <a:rPr lang="en-NL" dirty="0" err="1"/>
              <a:t>std_x_baseline</a:t>
            </a:r>
            <a:r>
              <a:rPr lang="en-NL" dirty="0"/>
              <a:t> (from </a:t>
            </a:r>
            <a:r>
              <a:rPr lang="en-NL" dirty="0" err="1"/>
              <a:t>normalize_linear_ss_matrices</a:t>
            </a:r>
            <a:r>
              <a:rPr lang="en-NL" dirty="0"/>
              <a:t>)</a:t>
            </a:r>
          </a:p>
          <a:p>
            <a:r>
              <a:rPr lang="en-NL" dirty="0"/>
              <a:t>  - D-055 subtracts </a:t>
            </a:r>
            <a:r>
              <a:rPr lang="en-NL" dirty="0" err="1"/>
              <a:t>x_mean</a:t>
            </a:r>
            <a:r>
              <a:rPr lang="en-NL" dirty="0"/>
              <a:t> / </a:t>
            </a:r>
            <a:r>
              <a:rPr lang="en-NL" dirty="0" err="1"/>
              <a:t>std_x_data</a:t>
            </a:r>
            <a:r>
              <a:rPr lang="en-NL" dirty="0"/>
              <a:t> (from global normalization)</a:t>
            </a:r>
          </a:p>
          <a:p>
            <a:r>
              <a:rPr lang="en-NL" dirty="0"/>
              <a:t>  - These two </a:t>
            </a:r>
            <a:r>
              <a:rPr lang="en-NL" dirty="0" err="1"/>
              <a:t>std_x</a:t>
            </a:r>
            <a:r>
              <a:rPr lang="en-NL" dirty="0"/>
              <a:t> don't match, so the conversion is slightly wrong</a:t>
            </a:r>
          </a:p>
          <a:p>
            <a:endParaRPr lang="en-NL" dirty="0"/>
          </a:p>
          <a:p>
            <a:r>
              <a:rPr lang="en-NL" dirty="0"/>
              <a:t>  To be consistent with Jan's paper, the D-055 fix's </a:t>
            </a:r>
            <a:r>
              <a:rPr lang="en-NL" dirty="0" err="1"/>
              <a:t>std_x</a:t>
            </a:r>
            <a:r>
              <a:rPr lang="en-NL" dirty="0"/>
              <a:t> and </a:t>
            </a:r>
            <a:r>
              <a:rPr lang="en-NL" dirty="0" err="1"/>
              <a:t>x_mean</a:t>
            </a:r>
            <a:r>
              <a:rPr lang="en-NL" dirty="0"/>
              <a:t> buffers should come from the baseline model simulation (same source as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), not from the FD-on-data statistics.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Magnitude: still small</a:t>
            </a:r>
          </a:p>
          <a:p>
            <a:endParaRPr lang="en-NL" dirty="0"/>
          </a:p>
          <a:p>
            <a:r>
              <a:rPr lang="en-NL" dirty="0"/>
              <a:t>  The position channels have identical </a:t>
            </a:r>
            <a:r>
              <a:rPr lang="en-NL" dirty="0" err="1"/>
              <a:t>std_x</a:t>
            </a:r>
            <a:r>
              <a:rPr lang="en-NL" dirty="0"/>
              <a:t> in both sources (kinematically exact). Only velocity channels differ, and only slightly due to weak</a:t>
            </a:r>
          </a:p>
          <a:p>
            <a:r>
              <a:rPr lang="en-NL" dirty="0"/>
              <a:t>  MSD coupling (~84 µm). So the error is small in practice -- but it is a genuine inconsistency relative to Jan's design.</a:t>
            </a:r>
          </a:p>
          <a:p>
            <a:endParaRPr lang="en-NL" dirty="0"/>
          </a:p>
          <a:p>
            <a:r>
              <a:rPr lang="en-NL" dirty="0"/>
              <a:t>  The fix is not to switch to Option B, but to pass </a:t>
            </a:r>
            <a:r>
              <a:rPr lang="en-NL" dirty="0" err="1"/>
              <a:t>baseline_states.npz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also to the D-055 fix buffers, so both sides of the conversion use</a:t>
            </a:r>
          </a:p>
          <a:p>
            <a:r>
              <a:rPr lang="en-NL" dirty="0"/>
              <a:t>  the same source. Should we look at that?</a:t>
            </a:r>
          </a:p>
          <a:p>
            <a:endParaRPr lang="en-NL" dirty="0"/>
          </a:p>
          <a:p>
            <a:r>
              <a:rPr lang="en-NL" dirty="0"/>
              <a:t>✻ Sautéed for 1m 45s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look at that, what is your opinion on that.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My opinion: don't fix it now, and here's the reasoning.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case for fixing it:                                                                                                                          </a:t>
            </a:r>
          </a:p>
          <a:p>
            <a:r>
              <a:rPr lang="en-NL" dirty="0"/>
              <a:t>  It's a genuine inconsistency with Jan's paper. The D-055 fix is supposed to be an exact bridge between the pipeline convention and the </a:t>
            </a:r>
            <a:r>
              <a:rPr lang="en-NL" dirty="0" err="1"/>
              <a:t>W^b</a:t>
            </a:r>
            <a:r>
              <a:rPr lang="en-NL" dirty="0"/>
              <a:t>       </a:t>
            </a:r>
          </a:p>
          <a:p>
            <a:r>
              <a:rPr lang="en-NL" dirty="0"/>
              <a:t>  convention. If the two </a:t>
            </a:r>
            <a:r>
              <a:rPr lang="en-NL" dirty="0" err="1"/>
              <a:t>std_x</a:t>
            </a:r>
            <a:r>
              <a:rPr lang="en-NL" dirty="0"/>
              <a:t> values differ, the conversion is slightly wrong and the analytical initialization advantage is partially wasted at  </a:t>
            </a:r>
          </a:p>
          <a:p>
            <a:r>
              <a:rPr lang="en-NL" dirty="0"/>
              <a:t>  step 0.                    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Why I'd hold off:</a:t>
            </a:r>
          </a:p>
          <a:p>
            <a:endParaRPr lang="en-NL" dirty="0"/>
          </a:p>
          <a:p>
            <a:r>
              <a:rPr lang="en-NL" dirty="0"/>
              <a:t>  First, the magnitude. The only affected channels are velocities (dq1, dq2, dq3). Position </a:t>
            </a:r>
            <a:r>
              <a:rPr lang="en-NL" dirty="0" err="1"/>
              <a:t>std_x</a:t>
            </a:r>
            <a:r>
              <a:rPr lang="en-NL" dirty="0"/>
              <a:t> is identical in both sources (kinematically exact</a:t>
            </a:r>
          </a:p>
          <a:p>
            <a:r>
              <a:rPr lang="en-NL" dirty="0"/>
              <a:t>   from y). The velocity difference is driven by 84 µm MSD coupling on meter-scale dynamics -- likely under 1% difference in </a:t>
            </a:r>
            <a:r>
              <a:rPr lang="en-NL" dirty="0" err="1"/>
              <a:t>std_x</a:t>
            </a:r>
            <a:r>
              <a:rPr lang="en-NL" dirty="0"/>
              <a:t>. The</a:t>
            </a:r>
          </a:p>
          <a:p>
            <a:r>
              <a:rPr lang="en-NL" dirty="0"/>
              <a:t>  initialization error this introduces is proportionally tiny.</a:t>
            </a:r>
          </a:p>
          <a:p>
            <a:endParaRPr lang="en-NL" dirty="0"/>
          </a:p>
          <a:p>
            <a:r>
              <a:rPr lang="en-NL" dirty="0"/>
              <a:t>  Second, </a:t>
            </a:r>
            <a:r>
              <a:rPr lang="en-NL" dirty="0" err="1"/>
              <a:t>W^b</a:t>
            </a:r>
            <a:r>
              <a:rPr lang="en-NL" dirty="0"/>
              <a:t> is trainable. The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 tensors are </a:t>
            </a:r>
            <a:r>
              <a:rPr lang="en-NL" dirty="0" err="1"/>
              <a:t>nn.Parameter</a:t>
            </a:r>
            <a:r>
              <a:rPr lang="en-NL" dirty="0"/>
              <a:t> -- they get updated every step. Even if the initial convention is</a:t>
            </a:r>
          </a:p>
          <a:p>
            <a:r>
              <a:rPr lang="en-NL" dirty="0"/>
              <a:t>  slightly off, the optimizer corrects it within the first few epochs. The D-055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) are fixed, but the weights adapt around</a:t>
            </a:r>
          </a:p>
          <a:p>
            <a:r>
              <a:rPr lang="en-NL" dirty="0"/>
              <a:t>  them. So the inconsistency costs a few gradient steps, not training quality.</a:t>
            </a:r>
          </a:p>
          <a:p>
            <a:endParaRPr lang="en-NL" dirty="0"/>
          </a:p>
          <a:p>
            <a:r>
              <a:rPr lang="en-NL" dirty="0"/>
              <a:t>  Third, the fix adds a dependency. Right now </a:t>
            </a:r>
            <a:r>
              <a:rPr lang="en-NL" dirty="0" err="1"/>
              <a:t>baseline_states.npz</a:t>
            </a:r>
            <a:r>
              <a:rPr lang="en-NL" dirty="0"/>
              <a:t> is only used inside </a:t>
            </a:r>
            <a:r>
              <a:rPr lang="en-NL" dirty="0" err="1"/>
              <a:t>build_model</a:t>
            </a:r>
            <a:r>
              <a:rPr lang="en-NL" dirty="0"/>
              <a:t>. To thread its </a:t>
            </a:r>
            <a:r>
              <a:rPr lang="en-NL" dirty="0" err="1"/>
              <a:t>std_x</a:t>
            </a:r>
            <a:r>
              <a:rPr lang="en-NL" dirty="0"/>
              <a:t> into the D-055 fix, you'd</a:t>
            </a:r>
          </a:p>
          <a:p>
            <a:r>
              <a:rPr lang="en-NL" dirty="0"/>
              <a:t>  need to either compute it separately or restructure the constructor. That's added complexity for a very small payoff.</a:t>
            </a:r>
          </a:p>
          <a:p>
            <a:endParaRPr lang="en-NL" dirty="0"/>
          </a:p>
          <a:p>
            <a:r>
              <a:rPr lang="en-NL" dirty="0"/>
              <a:t>  Fourth, diag8 already passes all four initialization checks with the current code. The encoder's physical NRMS is small (max 0.21 for dq2). The</a:t>
            </a:r>
          </a:p>
          <a:p>
            <a:r>
              <a:rPr lang="en-NL" dirty="0"/>
              <a:t>  inconsistency is not observable at initialization.</a:t>
            </a:r>
          </a:p>
          <a:p>
            <a:endParaRPr lang="en-NL" dirty="0"/>
          </a:p>
          <a:p>
            <a:r>
              <a:rPr lang="en-NL" dirty="0"/>
              <a:t>  What I'd do instead: run a first training run with the current code and check whether loss converges cleanly. If the training is well-behaved,</a:t>
            </a:r>
          </a:p>
          <a:p>
            <a:r>
              <a:rPr lang="en-NL" dirty="0"/>
              <a:t>  this inconsistency is not a blocking problem and can be logged as a known minor deviation from Jan's exact prescription. If there's some</a:t>
            </a:r>
          </a:p>
          <a:p>
            <a:r>
              <a:rPr lang="en-NL" dirty="0"/>
              <a:t>  unexpected initialization problem at that point, then investigate this.</a:t>
            </a:r>
          </a:p>
          <a:p>
            <a:endParaRPr lang="en-NL" dirty="0"/>
          </a:p>
          <a:p>
            <a:r>
              <a:rPr lang="en-NL" dirty="0"/>
              <a:t>  Log it in decisions.md as a known issue and move on.</a:t>
            </a:r>
          </a:p>
        </p:txBody>
      </p:sp>
    </p:spTree>
    <p:extLst>
      <p:ext uri="{BB962C8B-B14F-4D97-AF65-F5344CB8AC3E}">
        <p14:creationId xmlns:p14="http://schemas.microsoft.com/office/powerpoint/2010/main" val="1802897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AEB-4E79-5C0C-E3EC-4FD773A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80B-2A85-AAD8-928D-28B0E293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Andere metrics </a:t>
            </a:r>
            <a:r>
              <a:rPr lang="en-US" dirty="0" err="1"/>
              <a:t>jan</a:t>
            </a:r>
            <a:endParaRPr lang="en-US" dirty="0"/>
          </a:p>
          <a:p>
            <a:r>
              <a:rPr lang="en-US" dirty="0"/>
              <a:t>Baseline 5hz </a:t>
            </a:r>
            <a:r>
              <a:rPr lang="en-US" dirty="0" err="1"/>
              <a:t>dynamica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te </a:t>
            </a:r>
            <a:r>
              <a:rPr lang="en-US" dirty="0" err="1"/>
              <a:t>veel</a:t>
            </a:r>
            <a:r>
              <a:rPr lang="en-US" dirty="0"/>
              <a:t> samples </a:t>
            </a:r>
            <a:r>
              <a:rPr lang="en-US" dirty="0" err="1"/>
              <a:t>zijn</a:t>
            </a:r>
            <a:endParaRPr lang="en-US" dirty="0"/>
          </a:p>
          <a:p>
            <a:pPr lvl="1"/>
            <a:r>
              <a:rPr lang="en-US" dirty="0" err="1"/>
              <a:t>Meerdere</a:t>
            </a:r>
            <a:r>
              <a:rPr lang="en-US" dirty="0"/>
              <a:t> epochs?</a:t>
            </a:r>
          </a:p>
          <a:p>
            <a:pPr lvl="2"/>
            <a:r>
              <a:rPr lang="en-US" dirty="0" err="1"/>
              <a:t>Allemaal</a:t>
            </a:r>
            <a:r>
              <a:rPr lang="en-US" dirty="0"/>
              <a:t> maar 10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23009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B9C9-EFD4-176F-E7AD-B6B0790B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8291-5AC7-A366-354B-21DE7CFC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878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3C10-FF78-AB8E-570C-61B5FF7D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9F1E-49ED-C7A6-8399-0A1EC915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27E6-89DC-1096-AC30-3B74CD37D10B}"/>
              </a:ext>
            </a:extLst>
          </p:cNvPr>
          <p:cNvSpPr txBox="1"/>
          <p:nvPr/>
        </p:nvSpPr>
        <p:spPr>
          <a:xfrm>
            <a:off x="3047163" y="-3678126"/>
            <a:ext cx="6094324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Now I see the full picture. The two methods are:</a:t>
            </a:r>
          </a:p>
          <a:p>
            <a:r>
              <a:rPr lang="en-NL" dirty="0"/>
              <a:t>                                                              </a:t>
            </a:r>
          </a:p>
          <a:p>
            <a:r>
              <a:rPr lang="en-NL" dirty="0"/>
              <a:t>  Method 1: </a:t>
            </a:r>
            <a:r>
              <a:rPr lang="en-NL" dirty="0" err="1"/>
              <a:t>normalize_linear_ss_matrices</a:t>
            </a:r>
            <a:r>
              <a:rPr lang="en-NL" dirty="0"/>
              <a:t> (in utils.py)                                                                                                       </a:t>
            </a:r>
          </a:p>
          <a:p>
            <a:r>
              <a:rPr lang="en-NL" dirty="0"/>
              <a:t>  - Uses </a:t>
            </a:r>
            <a:r>
              <a:rPr lang="en-NL" dirty="0" err="1"/>
              <a:t>determine_std_T</a:t>
            </a:r>
            <a:r>
              <a:rPr lang="en-NL" dirty="0"/>
              <a:t> → Tix = </a:t>
            </a:r>
            <a:r>
              <a:rPr lang="en-NL" dirty="0" err="1"/>
              <a:t>diag</a:t>
            </a:r>
            <a:r>
              <a:rPr lang="en-NL" dirty="0"/>
              <a:t>(std(x)), std-only, no mean subtraction                                                                                 </a:t>
            </a:r>
          </a:p>
          <a:p>
            <a:r>
              <a:rPr lang="en-NL" dirty="0"/>
              <a:t>  - Produces "pure-scaled" normalized matrices: </a:t>
            </a:r>
            <a:r>
              <a:rPr lang="en-NL" dirty="0" err="1"/>
              <a:t>A_bar</a:t>
            </a:r>
            <a:r>
              <a:rPr lang="en-NL" dirty="0"/>
              <a:t> = </a:t>
            </a:r>
            <a:r>
              <a:rPr lang="en-NL" dirty="0" err="1"/>
              <a:t>diag</a:t>
            </a:r>
            <a:r>
              <a:rPr lang="en-NL" dirty="0"/>
              <a:t>(1/</a:t>
            </a:r>
            <a:r>
              <a:rPr lang="en-NL" dirty="0" err="1"/>
              <a:t>std_x</a:t>
            </a:r>
            <a:r>
              <a:rPr lang="en-NL" dirty="0"/>
              <a:t>) @ A @ </a:t>
            </a:r>
            <a:r>
              <a:rPr lang="en-NL" dirty="0" err="1"/>
              <a:t>diag</a:t>
            </a:r>
            <a:r>
              <a:rPr lang="en-NL" dirty="0"/>
              <a:t>(</a:t>
            </a:r>
            <a:r>
              <a:rPr lang="en-NL" dirty="0" err="1"/>
              <a:t>std_x</a:t>
            </a:r>
            <a:r>
              <a:rPr lang="en-NL" dirty="0"/>
              <a:t>)                                                                      </a:t>
            </a:r>
          </a:p>
          <a:p>
            <a:r>
              <a:rPr lang="en-NL" dirty="0"/>
              <a:t>  - Used to build the encoder's linear map (</a:t>
            </a:r>
            <a:r>
              <a:rPr lang="en-NL" dirty="0" err="1"/>
              <a:t>W^b</a:t>
            </a:r>
            <a:r>
              <a:rPr lang="en-NL" dirty="0"/>
              <a:t>, </a:t>
            </a:r>
            <a:r>
              <a:rPr lang="en-NL" dirty="0" err="1"/>
              <a:t>W^a</a:t>
            </a:r>
            <a:r>
              <a:rPr lang="en-NL" dirty="0"/>
              <a:t>)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Method 2: </a:t>
            </a:r>
            <a:r>
              <a:rPr lang="en-NL" dirty="0" err="1"/>
              <a:t>System_data_norm</a:t>
            </a:r>
            <a:r>
              <a:rPr lang="en-NL" dirty="0"/>
              <a:t> (</a:t>
            </a:r>
            <a:r>
              <a:rPr lang="en-NL" dirty="0" err="1"/>
              <a:t>deepSI</a:t>
            </a:r>
            <a:r>
              <a:rPr lang="en-NL" dirty="0"/>
              <a:t> pipeline)                                                                                                            </a:t>
            </a:r>
          </a:p>
          <a:p>
            <a:r>
              <a:rPr lang="en-NL" dirty="0"/>
              <a:t>  - Mean + std: </a:t>
            </a:r>
            <a:r>
              <a:rPr lang="en-NL" dirty="0" err="1"/>
              <a:t>x_norm</a:t>
            </a:r>
            <a:r>
              <a:rPr lang="en-NL" dirty="0"/>
              <a:t> = (</a:t>
            </a:r>
            <a:r>
              <a:rPr lang="en-NL" dirty="0" err="1"/>
              <a:t>x_phys</a:t>
            </a:r>
            <a:r>
              <a:rPr lang="en-NL" dirty="0"/>
              <a:t> - </a:t>
            </a:r>
            <a:r>
              <a:rPr lang="en-NL" dirty="0" err="1"/>
              <a:t>x_mean</a:t>
            </a:r>
            <a:r>
              <a:rPr lang="en-NL" dirty="0"/>
              <a:t>) /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- Used throughout training: what the model receives as input and produces as output</a:t>
            </a:r>
          </a:p>
          <a:p>
            <a:endParaRPr lang="en-NL" dirty="0"/>
          </a:p>
          <a:p>
            <a:r>
              <a:rPr lang="en-NL" dirty="0"/>
              <a:t>  These two conventions are different. The encoder's linear map is built in the pure-scaled space, but during training the model runs in the </a:t>
            </a:r>
            <a:r>
              <a:rPr lang="en-NL" dirty="0" err="1"/>
              <a:t>mean+std</a:t>
            </a:r>
            <a:r>
              <a:rPr lang="en-NL" dirty="0"/>
              <a:t> space.</a:t>
            </a:r>
          </a:p>
          <a:p>
            <a:r>
              <a:rPr lang="en-NL" dirty="0"/>
              <a:t>  For Y-axis (x[2] ≈ 0.3 m), this offset is significant.</a:t>
            </a:r>
          </a:p>
          <a:p>
            <a:endParaRPr lang="en-NL" dirty="0"/>
          </a:p>
          <a:p>
            <a:r>
              <a:rPr lang="en-NL" dirty="0"/>
              <a:t>  The fix is in </a:t>
            </a:r>
            <a:r>
              <a:rPr lang="en-NL" dirty="0" err="1"/>
              <a:t>linear_encoder_init_aug</a:t>
            </a:r>
            <a:r>
              <a:rPr lang="en-NL" dirty="0"/>
              <a:t> — the D-055 convention fix (lines 454-465):</a:t>
            </a:r>
          </a:p>
          <a:p>
            <a:r>
              <a:rPr lang="en-NL" dirty="0"/>
              <a:t>  - Before </a:t>
            </a:r>
            <a:r>
              <a:rPr lang="en-NL" dirty="0" err="1"/>
              <a:t>W^b</a:t>
            </a:r>
            <a:r>
              <a:rPr lang="en-NL" dirty="0"/>
              <a:t>: adds </a:t>
            </a:r>
            <a:r>
              <a:rPr lang="en-NL" dirty="0" err="1"/>
              <a:t>u_off</a:t>
            </a:r>
            <a:r>
              <a:rPr lang="en-NL" dirty="0"/>
              <a:t> = </a:t>
            </a:r>
            <a:r>
              <a:rPr lang="en-NL" dirty="0" err="1"/>
              <a:t>u_mean</a:t>
            </a:r>
            <a:r>
              <a:rPr lang="en-NL" dirty="0"/>
              <a:t>/</a:t>
            </a:r>
            <a:r>
              <a:rPr lang="en-NL" dirty="0" err="1"/>
              <a:t>std_u</a:t>
            </a:r>
            <a:r>
              <a:rPr lang="en-NL" dirty="0"/>
              <a:t> and </a:t>
            </a:r>
            <a:r>
              <a:rPr lang="en-NL" dirty="0" err="1"/>
              <a:t>y_off</a:t>
            </a:r>
            <a:r>
              <a:rPr lang="en-NL" dirty="0"/>
              <a:t> = y0/</a:t>
            </a:r>
            <a:r>
              <a:rPr lang="en-NL" dirty="0" err="1"/>
              <a:t>ystd</a:t>
            </a:r>
            <a:r>
              <a:rPr lang="en-NL" dirty="0"/>
              <a:t> to convert pipeline → pure-scaled</a:t>
            </a:r>
          </a:p>
          <a:p>
            <a:r>
              <a:rPr lang="en-NL" dirty="0"/>
              <a:t>  - After </a:t>
            </a:r>
            <a:r>
              <a:rPr lang="en-NL" dirty="0" err="1"/>
              <a:t>W^b</a:t>
            </a:r>
            <a:r>
              <a:rPr lang="en-NL" dirty="0"/>
              <a:t>: subtracts </a:t>
            </a:r>
            <a:r>
              <a:rPr lang="en-NL" dirty="0" err="1"/>
              <a:t>x_off</a:t>
            </a:r>
            <a:r>
              <a:rPr lang="en-NL" dirty="0"/>
              <a:t> = </a:t>
            </a:r>
            <a:r>
              <a:rPr lang="en-NL" dirty="0" err="1"/>
              <a:t>x_mean</a:t>
            </a:r>
            <a:r>
              <a:rPr lang="en-NL" dirty="0"/>
              <a:t>/</a:t>
            </a:r>
            <a:r>
              <a:rPr lang="en-NL" dirty="0" err="1"/>
              <a:t>std_x</a:t>
            </a:r>
            <a:r>
              <a:rPr lang="en-NL" dirty="0"/>
              <a:t> to convert pure-scaled → pipeline</a:t>
            </a:r>
          </a:p>
          <a:p>
            <a:endParaRPr lang="en-NL" dirty="0"/>
          </a:p>
          <a:p>
            <a:r>
              <a:rPr lang="en-NL" dirty="0"/>
              <a:t>  This is enabled in your training script because all 6 parameters (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std_x</a:t>
            </a:r>
            <a:r>
              <a:rPr lang="en-NL" dirty="0"/>
              <a:t>) are passed to </a:t>
            </a:r>
            <a:r>
              <a:rPr lang="en-NL" dirty="0" err="1"/>
              <a:t>linear_encoder_init_aug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However, there's still a residual inconsistency: </a:t>
            </a:r>
            <a:r>
              <a:rPr lang="en-NL" dirty="0" err="1"/>
              <a:t>Gantry_State_Block</a:t>
            </a:r>
            <a:r>
              <a:rPr lang="en-NL" dirty="0"/>
              <a:t> receives </a:t>
            </a:r>
            <a:r>
              <a:rPr lang="en-NL" dirty="0" err="1"/>
              <a:t>std_x</a:t>
            </a:r>
            <a:r>
              <a:rPr lang="en-NL" dirty="0"/>
              <a:t> = </a:t>
            </a:r>
            <a:r>
              <a:rPr lang="en-NL" dirty="0" err="1"/>
              <a:t>x_all.std</a:t>
            </a:r>
            <a:r>
              <a:rPr lang="en-NL" dirty="0"/>
              <a:t>() + 1e-8, but </a:t>
            </a:r>
            <a:r>
              <a:rPr lang="en-NL" dirty="0" err="1"/>
              <a:t>normalize_linear_ss_matrices</a:t>
            </a:r>
            <a:r>
              <a:rPr lang="en-NL" dirty="0"/>
              <a:t> computes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via </a:t>
            </a:r>
            <a:r>
              <a:rPr lang="en-NL" dirty="0" err="1"/>
              <a:t>determine_std_T</a:t>
            </a:r>
            <a:r>
              <a:rPr lang="en-NL" dirty="0"/>
              <a:t> which uses </a:t>
            </a:r>
            <a:r>
              <a:rPr lang="en-NL" dirty="0" err="1"/>
              <a:t>np.std</a:t>
            </a:r>
            <a:r>
              <a:rPr lang="en-NL" dirty="0"/>
              <a:t>(</a:t>
            </a:r>
            <a:r>
              <a:rPr lang="en-NL" dirty="0" err="1"/>
              <a:t>x_all</a:t>
            </a:r>
            <a:r>
              <a:rPr lang="en-NL" dirty="0"/>
              <a:t>) (no epsilon). The difference is 1e-8 — negligible for real signals.</a:t>
            </a:r>
          </a:p>
          <a:p>
            <a:endParaRPr lang="en-NL" dirty="0"/>
          </a:p>
          <a:p>
            <a:r>
              <a:rPr lang="en-NL" dirty="0"/>
              <a:t>  The deeper issue for your training problem: the ANN operates on the full normalized state vector [</a:t>
            </a:r>
            <a:r>
              <a:rPr lang="en-NL" dirty="0" err="1"/>
              <a:t>x_phys_norm</a:t>
            </a:r>
            <a:r>
              <a:rPr lang="en-NL" dirty="0"/>
              <a:t>, </a:t>
            </a:r>
            <a:r>
              <a:rPr lang="en-NL" dirty="0" err="1"/>
              <a:t>x_aug_norm</a:t>
            </a:r>
            <a:r>
              <a:rPr lang="en-NL" dirty="0"/>
              <a:t>, </a:t>
            </a:r>
            <a:r>
              <a:rPr lang="en-NL" dirty="0" err="1"/>
              <a:t>u_norm</a:t>
            </a:r>
            <a:r>
              <a:rPr lang="en-NL" dirty="0"/>
              <a:t>]. The augmented states</a:t>
            </a:r>
          </a:p>
          <a:p>
            <a:r>
              <a:rPr lang="en-NL" dirty="0"/>
              <a:t>  x[6:8] live in a completely unnormalized space — they start at zero with no defined std. The ANN learns on x[6:8] without any scaling reference, while the</a:t>
            </a:r>
          </a:p>
          <a:p>
            <a:r>
              <a:rPr lang="en-NL" dirty="0"/>
              <a:t>  physical states have well-defined normalization from the FP model. This scale imbalance could affect the gradient magnitude balance between rows [0:6] and</a:t>
            </a:r>
          </a:p>
          <a:p>
            <a:r>
              <a:rPr lang="en-NL" dirty="0"/>
              <a:t>  rows [6:8] in the ANN output — which is exactly what T5 and T7 will quantify.</a:t>
            </a:r>
          </a:p>
          <a:p>
            <a:endParaRPr lang="en-NL" dirty="0"/>
          </a:p>
          <a:p>
            <a:r>
              <a:rPr lang="en-NL" dirty="0"/>
              <a:t>  Do you want to run the updated diagnostic (T1–T7) now with the small N_BATCHES=2 setting to verify T5–T7 work, then restore full parameters?</a:t>
            </a:r>
          </a:p>
        </p:txBody>
      </p:sp>
    </p:spTree>
    <p:extLst>
      <p:ext uri="{BB962C8B-B14F-4D97-AF65-F5344CB8AC3E}">
        <p14:creationId xmlns:p14="http://schemas.microsoft.com/office/powerpoint/2010/main" val="3753597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82B4-1C76-C5B9-AF16-83BB9E2F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CB7D-D480-8DF8-7103-F6444F47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3407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5CC2-2E3B-2A43-F523-28EB9174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42B6-BE00-4F7A-CF27-F27F0FFB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gantry at 4kHz has near-unit-circle eigenvalues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A7777-0AC4-3AC3-5693-97612E8A70D6}"/>
              </a:ext>
            </a:extLst>
          </p:cNvPr>
          <p:cNvSpPr txBox="1"/>
          <p:nvPr/>
        </p:nvSpPr>
        <p:spPr>
          <a:xfrm>
            <a:off x="3047163" y="-2985629"/>
            <a:ext cx="6094324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proof is clean. Key numbers: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┌────────────────┬───────────────┬───────────────┐                                                                                      </a:t>
            </a:r>
          </a:p>
          <a:p>
            <a:r>
              <a:rPr lang="en-NL" dirty="0"/>
              <a:t>  │     System     │  min(1-|z|)   │ amp at </a:t>
            </a:r>
            <a:r>
              <a:rPr lang="en-NL" dirty="0" err="1"/>
              <a:t>nf</a:t>
            </a:r>
            <a:r>
              <a:rPr lang="en-NL" dirty="0"/>
              <a:t>=400 │   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                                                                                      </a:t>
            </a:r>
          </a:p>
          <a:p>
            <a:r>
              <a:rPr lang="en-NL" dirty="0"/>
              <a:t>  │ Gantry 4kHz    │ 0.000 (exact) │ 400x          │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</a:t>
            </a:r>
          </a:p>
          <a:p>
            <a:r>
              <a:rPr lang="en-NL" dirty="0"/>
              <a:t>  │ Jan's MSD 50Hz │ 4.4e-3        │ 4.4x          │</a:t>
            </a:r>
          </a:p>
          <a:p>
            <a:r>
              <a:rPr lang="en-NL" dirty="0"/>
              <a:t>  └────────────────┴───────────────┴───────────────┘</a:t>
            </a:r>
          </a:p>
          <a:p>
            <a:endParaRPr lang="en-NL" dirty="0"/>
          </a:p>
          <a:p>
            <a:r>
              <a:rPr lang="en-NL" dirty="0"/>
              <a:t>  Gantry has 2 poles exactly at z=1 (rigid-body X and Y modes, K[q1]=K[q3]=0) and 4 more poles within 7.5e-4 of the unit circle (all</a:t>
            </a:r>
          </a:p>
          <a:p>
            <a:r>
              <a:rPr lang="en-NL" dirty="0"/>
              <a:t>  amplify ~380-400x at </a:t>
            </a:r>
            <a:r>
              <a:rPr lang="en-NL" dirty="0" err="1"/>
              <a:t>nf</a:t>
            </a:r>
            <a:r>
              <a:rPr lang="en-NL" dirty="0"/>
              <a:t>=400). Jan's worst eigenvalue amplifies 4.4x at </a:t>
            </a:r>
            <a:r>
              <a:rPr lang="en-NL" dirty="0" err="1"/>
              <a:t>nf</a:t>
            </a:r>
            <a:r>
              <a:rPr lang="en-NL" dirty="0"/>
              <a:t>=400 — 90x less than the gantry integrators. With Jan's </a:t>
            </a:r>
            <a:r>
              <a:rPr lang="en-NL" dirty="0" err="1"/>
              <a:t>nf</a:t>
            </a:r>
            <a:r>
              <a:rPr lang="en-NL" dirty="0"/>
              <a:t>=200,</a:t>
            </a:r>
          </a:p>
          <a:p>
            <a:r>
              <a:rPr lang="en-NL" dirty="0"/>
              <a:t>   it's only 2.2x.</a:t>
            </a:r>
          </a:p>
          <a:p>
            <a:endParaRPr lang="en-NL" dirty="0"/>
          </a:p>
          <a:p>
            <a:r>
              <a:rPr lang="en-NL" dirty="0"/>
              <a:t>  This quantitatively explains the diag13 results: 836x empirical blowup ≈ 400x eigenvalue amplification × nonlinear LPV coupling between</a:t>
            </a:r>
          </a:p>
          <a:p>
            <a:r>
              <a:rPr lang="en-NL" dirty="0"/>
              <a:t>  modes. The clipping result (</a:t>
            </a:r>
            <a:r>
              <a:rPr lang="en-NL" dirty="0" err="1"/>
              <a:t>grad_norm</a:t>
            </a:r>
            <a:r>
              <a:rPr lang="en-NL" dirty="0"/>
              <a:t>=0.26 &lt; </a:t>
            </a:r>
            <a:r>
              <a:rPr lang="en-NL" dirty="0" err="1"/>
              <a:t>max_norm</a:t>
            </a:r>
            <a:r>
              <a:rPr lang="en-NL" dirty="0"/>
              <a:t>=1.0, still 1634x blowup) is also consistent — even with zero clipping, 400x per</a:t>
            </a:r>
          </a:p>
          <a:p>
            <a:r>
              <a:rPr lang="en-NL" dirty="0"/>
              <a:t>  integrator makes any </a:t>
            </a:r>
            <a:r>
              <a:rPr lang="en-NL" dirty="0" err="1"/>
              <a:t>lr</a:t>
            </a:r>
            <a:r>
              <a:rPr lang="en-NL" dirty="0"/>
              <a:t>=1e-4 step catastrophic.</a:t>
            </a:r>
          </a:p>
          <a:p>
            <a:endParaRPr lang="en-NL" dirty="0"/>
          </a:p>
          <a:p>
            <a:r>
              <a:rPr lang="en-NL" dirty="0"/>
              <a:t>  The architectural conclusion is now on solid ground: Jan's method 1:1 requires all DT poles strictly inside the unit circle. The gantry</a:t>
            </a:r>
          </a:p>
          <a:p>
            <a:r>
              <a:rPr lang="en-NL" dirty="0"/>
              <a:t>  violates this by construction (rigid-body modes). Options B or C are not alternatives to Jan's method — they're the necessary adaptation</a:t>
            </a:r>
          </a:p>
          <a:p>
            <a:r>
              <a:rPr lang="en-NL" dirty="0"/>
              <a:t>   to preserve the interconnect architecture while avoiding the integrator paths.</a:t>
            </a:r>
          </a:p>
          <a:p>
            <a:endParaRPr lang="en-NL" dirty="0"/>
          </a:p>
          <a:p>
            <a:r>
              <a:rPr lang="en-NL" dirty="0"/>
              <a:t>  Do you want me to log this to docs/decisions.md and update tasks/handoff.md now, then move to planning Option B or C?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B22D7-19CD-C2D4-33B6-6397407EC1EB}"/>
              </a:ext>
            </a:extLst>
          </p:cNvPr>
          <p:cNvSpPr txBox="1"/>
          <p:nvPr/>
        </p:nvSpPr>
        <p:spPr>
          <a:xfrm>
            <a:off x="3047163" y="-12695663"/>
            <a:ext cx="6094324" cy="322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Here is the problem statement: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</a:t>
            </a:r>
          </a:p>
          <a:p>
            <a:r>
              <a:rPr lang="en-NL" dirty="0"/>
              <a:t>  Problem: ANN augmentation of a state-space model with marginally stable physical dynamics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System        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A 6-state discrete-time mechanical system (a precision XY gantry with Y-axis bearing), identified at 4 kHz. Physical state: </a:t>
            </a:r>
            <a:r>
              <a:rPr lang="en-NL" dirty="0" err="1"/>
              <a:t>x_phys</a:t>
            </a:r>
            <a:r>
              <a:rPr lang="en-NL" dirty="0"/>
              <a:t> =</a:t>
            </a:r>
          </a:p>
          <a:p>
            <a:r>
              <a:rPr lang="en-NL" dirty="0"/>
              <a:t>  [q1, q2, q3, dq1, dq2, dq3] (3 positions, 3 velocities in logical coordinates). Input: u (3 motor forces). Output: y = Cd @ </a:t>
            </a:r>
            <a:r>
              <a:rPr lang="en-NL" dirty="0" err="1"/>
              <a:t>x_phys</a:t>
            </a:r>
            <a:r>
              <a:rPr lang="en-NL" dirty="0"/>
              <a:t> (3</a:t>
            </a:r>
          </a:p>
          <a:p>
            <a:r>
              <a:rPr lang="en-NL" dirty="0"/>
              <a:t>  stage positions).</a:t>
            </a:r>
          </a:p>
          <a:p>
            <a:endParaRPr lang="en-NL" dirty="0"/>
          </a:p>
          <a:p>
            <a:r>
              <a:rPr lang="en-NL" dirty="0"/>
              <a:t>  The linearized discrete-time A matrix (Ad = </a:t>
            </a:r>
            <a:r>
              <a:rPr lang="en-NL" dirty="0" err="1"/>
              <a:t>expm</a:t>
            </a:r>
            <a:r>
              <a:rPr lang="en-NL" dirty="0"/>
              <a:t>(Ac / 4000)) has 2 poles exactly at |z| = 1.0 (rigid-body modes, no spring stiffness)</a:t>
            </a:r>
          </a:p>
          <a:p>
            <a:r>
              <a:rPr lang="en-NL" dirty="0"/>
              <a:t>  and 4 poles at |z| &gt; 0.9992. All 6 poles have amplification factor ~400x over an </a:t>
            </a:r>
            <a:r>
              <a:rPr lang="en-NL" dirty="0" err="1"/>
              <a:t>nf</a:t>
            </a:r>
            <a:r>
              <a:rPr lang="en-NL" dirty="0"/>
              <a:t>=400 step rollout.</a:t>
            </a:r>
          </a:p>
          <a:p>
            <a:endParaRPr lang="en-NL" dirty="0"/>
          </a:p>
          <a:p>
            <a:r>
              <a:rPr lang="en-NL" dirty="0"/>
              <a:t>  Goal</a:t>
            </a:r>
          </a:p>
          <a:p>
            <a:endParaRPr lang="en-NL" dirty="0"/>
          </a:p>
          <a:p>
            <a:r>
              <a:rPr lang="en-NL" dirty="0"/>
              <a:t>  Augment the physical model with a neural network (ANN) to capture unmodeled dynamics: specifically a hidden dynamic absorber</a:t>
            </a:r>
          </a:p>
          <a:p>
            <a:r>
              <a:rPr lang="en-NL" dirty="0"/>
              <a:t>  (mass-spring-damper, ~2 states) attached to the Y-axis. The target architecture is an additive state-space augmentation: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[k+1]   = </a:t>
            </a:r>
            <a:r>
              <a:rPr lang="en-NL" dirty="0" err="1"/>
              <a:t>x_aug</a:t>
            </a:r>
            <a:r>
              <a:rPr lang="en-NL" dirty="0"/>
              <a:t>[k] + </a:t>
            </a:r>
            <a:r>
              <a:rPr lang="en-NL" dirty="0" err="1"/>
              <a:t>ann</a:t>
            </a:r>
            <a:r>
              <a:rPr lang="en-NL" dirty="0"/>
              <a:t>(x[k], u[k])     # ANN updates augmented states only</a:t>
            </a:r>
          </a:p>
          <a:p>
            <a:r>
              <a:rPr lang="en-NL" dirty="0"/>
              <a:t>  </a:t>
            </a:r>
            <a:r>
              <a:rPr lang="en-NL" dirty="0" err="1"/>
              <a:t>x_phys</a:t>
            </a:r>
            <a:r>
              <a:rPr lang="en-NL" dirty="0"/>
              <a:t>[k+1] 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        # physical block (fixed, no trainable params)</a:t>
            </a:r>
          </a:p>
          <a:p>
            <a:r>
              <a:rPr lang="en-NL" dirty="0"/>
              <a:t>  y[k]         = Cd @ </a:t>
            </a:r>
            <a:r>
              <a:rPr lang="en-NL" dirty="0" err="1"/>
              <a:t>x_phys</a:t>
            </a:r>
            <a:r>
              <a:rPr lang="en-NL" dirty="0"/>
              <a:t>[k]                   # output reads only physical states</a:t>
            </a:r>
          </a:p>
          <a:p>
            <a:endParaRPr lang="en-NL" dirty="0"/>
          </a:p>
          <a:p>
            <a:r>
              <a:rPr lang="en-NL" dirty="0"/>
              <a:t>  where x = [</a:t>
            </a:r>
            <a:r>
              <a:rPr lang="en-NL" dirty="0" err="1"/>
              <a:t>x_phys</a:t>
            </a:r>
            <a:r>
              <a:rPr lang="en-NL" dirty="0"/>
              <a:t>; </a:t>
            </a:r>
            <a:r>
              <a:rPr lang="en-NL" dirty="0" err="1"/>
              <a:t>x_aug</a:t>
            </a:r>
            <a:r>
              <a:rPr lang="en-NL" dirty="0"/>
              <a:t>] is the full state and </a:t>
            </a:r>
            <a:r>
              <a:rPr lang="en-NL" dirty="0" err="1"/>
              <a:t>ann</a:t>
            </a:r>
            <a:r>
              <a:rPr lang="en-NL" dirty="0"/>
              <a:t> is a zero-initialized feedforward network.</a:t>
            </a:r>
          </a:p>
          <a:p>
            <a:endParaRPr lang="en-NL" dirty="0"/>
          </a:p>
          <a:p>
            <a:r>
              <a:rPr lang="en-NL" dirty="0"/>
              <a:t>  The problem</a:t>
            </a:r>
          </a:p>
          <a:p>
            <a:endParaRPr lang="en-NL" dirty="0"/>
          </a:p>
          <a:p>
            <a:r>
              <a:rPr lang="en-NL" dirty="0"/>
              <a:t>  Two constraints are in conflict:</a:t>
            </a:r>
          </a:p>
          <a:p>
            <a:endParaRPr lang="en-NL" dirty="0"/>
          </a:p>
          <a:p>
            <a:r>
              <a:rPr lang="en-NL" dirty="0"/>
              <a:t>  1. ANN cannot update physical state rows. Routing any ANN output to </a:t>
            </a:r>
            <a:r>
              <a:rPr lang="en-NL" dirty="0" err="1"/>
              <a:t>x_phys</a:t>
            </a:r>
            <a:r>
              <a:rPr lang="en-NL" dirty="0"/>
              <a:t> blows up catastrophically in a single gradient step (~800x</a:t>
            </a:r>
          </a:p>
          <a:p>
            <a:r>
              <a:rPr lang="en-NL" dirty="0"/>
              <a:t>  validation degradation). Cause confirmed empirically and analytically: the integrators at z=1 amplify any additive ANN perturbation by</a:t>
            </a:r>
          </a:p>
          <a:p>
            <a:r>
              <a:rPr lang="en-NL" dirty="0"/>
              <a:t>  ~</a:t>
            </a:r>
            <a:r>
              <a:rPr lang="en-NL" dirty="0" err="1"/>
              <a:t>nf</a:t>
            </a:r>
            <a:r>
              <a:rPr lang="en-NL" dirty="0"/>
              <a:t> = 400x per step during BPTT (backpropagation through time). Gradient clipping at </a:t>
            </a:r>
            <a:r>
              <a:rPr lang="en-NL" dirty="0" err="1"/>
              <a:t>max_norm</a:t>
            </a:r>
            <a:r>
              <a:rPr lang="en-NL" dirty="0"/>
              <a:t>=1.0 had no effect (the global grad norm</a:t>
            </a:r>
          </a:p>
          <a:p>
            <a:r>
              <a:rPr lang="en-NL" dirty="0"/>
              <a:t>  was already 0.26, below the clip threshold, and the blowup still occurred at 1634x).</a:t>
            </a:r>
          </a:p>
          <a:p>
            <a:r>
              <a:rPr lang="en-NL" dirty="0"/>
              <a:t>  2. </a:t>
            </a:r>
            <a:r>
              <a:rPr lang="en-NL" dirty="0" err="1"/>
              <a:t>ANN→x_aug</a:t>
            </a:r>
            <a:r>
              <a:rPr lang="en-NL" dirty="0"/>
              <a:t> produces zero gradient. If the ANN only updates </a:t>
            </a:r>
            <a:r>
              <a:rPr lang="en-NL" dirty="0" err="1"/>
              <a:t>x_aug</a:t>
            </a:r>
            <a:r>
              <a:rPr lang="en-NL" dirty="0"/>
              <a:t>, the gradient is always zero because y = Cd @ </a:t>
            </a:r>
            <a:r>
              <a:rPr lang="en-NL" dirty="0" err="1"/>
              <a:t>x_phys</a:t>
            </a:r>
            <a:r>
              <a:rPr lang="en-NL" dirty="0"/>
              <a:t> does not read</a:t>
            </a:r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. The augmented states are structurally disconnected from the loss.</a:t>
            </a:r>
          </a:p>
          <a:p>
            <a:endParaRPr lang="en-NL" dirty="0"/>
          </a:p>
          <a:p>
            <a:r>
              <a:rPr lang="en-NL" dirty="0"/>
              <a:t>  The reference framework (Jan </a:t>
            </a:r>
            <a:r>
              <a:rPr lang="en-NL" dirty="0" err="1"/>
              <a:t>Decuyper's</a:t>
            </a:r>
            <a:r>
              <a:rPr lang="en-NL" dirty="0"/>
              <a:t> </a:t>
            </a:r>
            <a:r>
              <a:rPr lang="en-NL" dirty="0" err="1"/>
              <a:t>model_augmentation</a:t>
            </a:r>
            <a:r>
              <a:rPr lang="en-NL" dirty="0"/>
              <a:t> library) routes ANN to all states, which works for his MSD benchmark because</a:t>
            </a:r>
          </a:p>
          <a:p>
            <a:r>
              <a:rPr lang="en-NL" dirty="0"/>
              <a:t>  min(1-|z|) = 4.4e-3 (all poles strictly inside unit circle, amplification = 4.4x at </a:t>
            </a:r>
            <a:r>
              <a:rPr lang="en-NL" dirty="0" err="1"/>
              <a:t>nf</a:t>
            </a:r>
            <a:r>
              <a:rPr lang="en-NL" dirty="0"/>
              <a:t>=400). That approach is incompatible with our</a:t>
            </a:r>
          </a:p>
          <a:p>
            <a:r>
              <a:rPr lang="en-NL" dirty="0"/>
              <a:t>  system by construction.</a:t>
            </a:r>
          </a:p>
          <a:p>
            <a:endParaRPr lang="en-NL" dirty="0"/>
          </a:p>
          <a:p>
            <a:r>
              <a:rPr lang="en-NL" dirty="0"/>
              <a:t>  What has been tried and ruled out</a:t>
            </a:r>
          </a:p>
          <a:p>
            <a:endParaRPr lang="en-NL" dirty="0"/>
          </a:p>
          <a:p>
            <a:r>
              <a:rPr lang="en-NL" dirty="0"/>
              <a:t>  - ANN → velocity rows [3,4,5] only: 836x blowup</a:t>
            </a:r>
          </a:p>
          <a:p>
            <a:r>
              <a:rPr lang="en-NL" dirty="0"/>
              <a:t>  - ANN → position rows [0,1,2] only: 798x blowup</a:t>
            </a:r>
          </a:p>
          <a:p>
            <a:r>
              <a:rPr lang="en-NL" dirty="0"/>
              <a:t>  - ANN → all states + </a:t>
            </a:r>
            <a:r>
              <a:rPr lang="en-NL" dirty="0" err="1"/>
              <a:t>clip_grad_norm</a:t>
            </a:r>
            <a:r>
              <a:rPr lang="en-NL" dirty="0"/>
              <a:t>_(1.0): 1634x blowup (clip inactive, grad was already 0.26)</a:t>
            </a:r>
          </a:p>
          <a:p>
            <a:r>
              <a:rPr lang="en-NL" dirty="0"/>
              <a:t>  - Reducing </a:t>
            </a:r>
            <a:r>
              <a:rPr lang="en-NL" dirty="0" err="1"/>
              <a:t>nf</a:t>
            </a:r>
            <a:r>
              <a:rPr lang="en-NL" dirty="0"/>
              <a:t>: blowup confirmed at </a:t>
            </a:r>
            <a:r>
              <a:rPr lang="en-NL" dirty="0" err="1"/>
              <a:t>nf</a:t>
            </a:r>
            <a:r>
              <a:rPr lang="en-NL" dirty="0"/>
              <a:t>=2 (1 step) as well</a:t>
            </a:r>
          </a:p>
          <a:p>
            <a:r>
              <a:rPr lang="en-NL" dirty="0"/>
              <a:t>  - All three blowup variants have similar gradient magnitudes (~0.17 for positions, ~0.017 for velocities); the blowup is not</a:t>
            </a:r>
          </a:p>
          <a:p>
            <a:r>
              <a:rPr lang="en-NL" dirty="0"/>
              <a:t>  gradient-scale driven</a:t>
            </a:r>
          </a:p>
          <a:p>
            <a:endParaRPr lang="en-NL" dirty="0"/>
          </a:p>
          <a:p>
            <a:r>
              <a:rPr lang="en-NL" dirty="0"/>
              <a:t>  Research question</a:t>
            </a:r>
          </a:p>
          <a:p>
            <a:endParaRPr lang="en-NL" dirty="0"/>
          </a:p>
          <a:p>
            <a:r>
              <a:rPr lang="en-NL" dirty="0"/>
              <a:t>  What augmentation architectures exist for physics-informed neural network state-space models where the physical subsystem has marginally</a:t>
            </a:r>
          </a:p>
          <a:p>
            <a:r>
              <a:rPr lang="en-NL" dirty="0"/>
              <a:t>   stable or unstable eigenvalues (poles at or near the unit circle), such that: (a) the ANN does not destabilize the physical dynamics,</a:t>
            </a:r>
          </a:p>
          <a:p>
            <a:r>
              <a:rPr lang="en-NL" dirty="0"/>
              <a:t>  and (b) the learned augmented states still have a gradient path to the loss? Specifically looking for:</a:t>
            </a:r>
          </a:p>
          <a:p>
            <a:endParaRPr lang="en-NL" dirty="0"/>
          </a:p>
          <a:p>
            <a:r>
              <a:rPr lang="en-NL" dirty="0"/>
              <a:t>  - Output augmentation: y = Cd @ </a:t>
            </a:r>
            <a:r>
              <a:rPr lang="en-NL" dirty="0" err="1"/>
              <a:t>x_phys</a:t>
            </a:r>
            <a:r>
              <a:rPr lang="en-NL" dirty="0"/>
              <a:t> + </a:t>
            </a:r>
            <a:r>
              <a:rPr lang="en-NL" dirty="0" err="1"/>
              <a:t>C_aug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 with </a:t>
            </a:r>
            <a:r>
              <a:rPr lang="en-NL" dirty="0" err="1"/>
              <a:t>C_aug</a:t>
            </a:r>
            <a:r>
              <a:rPr lang="en-NL" dirty="0"/>
              <a:t> learned or initialized from physics</a:t>
            </a:r>
          </a:p>
          <a:p>
            <a:r>
              <a:rPr lang="en-NL" dirty="0"/>
              <a:t>  - Forcing term injection: </a:t>
            </a:r>
            <a:r>
              <a:rPr lang="en-NL" dirty="0" err="1"/>
              <a:t>x_phys</a:t>
            </a:r>
            <a:r>
              <a:rPr lang="en-NL" dirty="0"/>
              <a:t>[k+1]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+ </a:t>
            </a:r>
            <a:r>
              <a:rPr lang="en-NL" dirty="0" err="1"/>
              <a:t>B_aug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[k] where </a:t>
            </a:r>
            <a:r>
              <a:rPr lang="en-NL" dirty="0" err="1"/>
              <a:t>B_aug</a:t>
            </a:r>
            <a:r>
              <a:rPr lang="en-NL" dirty="0"/>
              <a:t> is fixed and physics-derived (absorber</a:t>
            </a:r>
          </a:p>
          <a:p>
            <a:r>
              <a:rPr lang="en-NL" dirty="0"/>
              <a:t>  force on Y-axis)</a:t>
            </a:r>
          </a:p>
          <a:p>
            <a:r>
              <a:rPr lang="en-NL" dirty="0"/>
              <a:t>  - Delta-domain or continuous-time training reformulations that avoid the near-unit-circle sensitivity</a:t>
            </a:r>
          </a:p>
          <a:p>
            <a:r>
              <a:rPr lang="en-NL" dirty="0"/>
              <a:t>  - Provably stable augmentation architectures (Lyapunov-based, contraction-based)</a:t>
            </a:r>
          </a:p>
          <a:p>
            <a:r>
              <a:rPr lang="en-NL" dirty="0"/>
              <a:t>  - Any literature on BPTT instability in augmented state-space models and mitigation strategies</a:t>
            </a:r>
          </a:p>
          <a:p>
            <a:endParaRPr lang="en-NL" dirty="0"/>
          </a:p>
          <a:p>
            <a:r>
              <a:rPr lang="en-NL" dirty="0"/>
              <a:t>  Keywords for search</a:t>
            </a:r>
          </a:p>
          <a:p>
            <a:endParaRPr lang="en-NL" dirty="0"/>
          </a:p>
          <a:p>
            <a:r>
              <a:rPr lang="en-NL" dirty="0"/>
              <a:t>  - neural augmented state-space model marginally stable</a:t>
            </a:r>
          </a:p>
          <a:p>
            <a:r>
              <a:rPr lang="en-NL" dirty="0"/>
              <a:t>  - physics-informed neural network integrator pole training instability</a:t>
            </a:r>
          </a:p>
          <a:p>
            <a:r>
              <a:rPr lang="en-NL" dirty="0"/>
              <a:t>  - additive model augmentation stable training</a:t>
            </a:r>
          </a:p>
          <a:p>
            <a:r>
              <a:rPr lang="en-NL" dirty="0"/>
              <a:t>  - output equation augmentation state-space</a:t>
            </a:r>
          </a:p>
          <a:p>
            <a:r>
              <a:rPr lang="en-NL" dirty="0"/>
              <a:t>  - BPTT gradient explosion state-space marginal stability</a:t>
            </a:r>
          </a:p>
          <a:p>
            <a:r>
              <a:rPr lang="en-NL" dirty="0"/>
              <a:t>  - delta operator neural network system identification</a:t>
            </a:r>
          </a:p>
          <a:p>
            <a:r>
              <a:rPr lang="en-NL" dirty="0"/>
              <a:t>  - stable physical residual learning</a:t>
            </a:r>
          </a:p>
        </p:txBody>
      </p:sp>
    </p:spTree>
    <p:extLst>
      <p:ext uri="{BB962C8B-B14F-4D97-AF65-F5344CB8AC3E}">
        <p14:creationId xmlns:p14="http://schemas.microsoft.com/office/powerpoint/2010/main" val="2785384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4512-C4F7-7745-45C9-856FEB59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backings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AB7A-71C0-070A-31D5-4894132C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8BDC0-6F1A-1A6F-2A8D-AD0913276C7A}"/>
              </a:ext>
            </a:extLst>
          </p:cNvPr>
          <p:cNvSpPr txBox="1"/>
          <p:nvPr/>
        </p:nvSpPr>
        <p:spPr>
          <a:xfrm>
            <a:off x="3047163" y="1030855"/>
            <a:ext cx="60943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The research is back. Key findings: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Your diagnosis is formally confirmed. </a:t>
            </a:r>
            <a:r>
              <a:rPr lang="en-NL" dirty="0" err="1"/>
              <a:t>Pascanu</a:t>
            </a:r>
            <a:r>
              <a:rPr lang="en-NL" dirty="0"/>
              <a:t> et al. (2013) Theorem 1 guarantees BPTT explosion when sigma_1(</a:t>
            </a:r>
            <a:r>
              <a:rPr lang="en-NL" dirty="0" err="1"/>
              <a:t>A_phys</a:t>
            </a:r>
            <a:r>
              <a:rPr lang="en-NL" dirty="0"/>
              <a:t>) &gt;= 1 with long     </a:t>
            </a:r>
          </a:p>
          <a:p>
            <a:r>
              <a:rPr lang="en-NL" dirty="0"/>
              <a:t>  rollouts. Your two unit-circle poles give linear (not exponential) amplification = ~2 * </a:t>
            </a:r>
            <a:r>
              <a:rPr lang="en-NL" dirty="0" err="1"/>
              <a:t>nf</a:t>
            </a:r>
            <a:r>
              <a:rPr lang="en-NL" dirty="0"/>
              <a:t> = 800x, which matches the empirical 836x.    </a:t>
            </a:r>
          </a:p>
          <a:p>
            <a:r>
              <a:rPr lang="en-NL" dirty="0"/>
              <a:t>  Gradient clipping addresses large-gradient events, not structural amplification — consistent with why </a:t>
            </a:r>
            <a:r>
              <a:rPr lang="en-NL" dirty="0" err="1"/>
              <a:t>clip_norm</a:t>
            </a:r>
            <a:r>
              <a:rPr lang="en-NL" dirty="0"/>
              <a:t>=1.0 had no effect.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Constraint 2 also has a formal name. Verhaegen &amp; </a:t>
            </a:r>
            <a:r>
              <a:rPr lang="en-NL" dirty="0" err="1"/>
              <a:t>Verdult</a:t>
            </a:r>
            <a:r>
              <a:rPr lang="en-NL" dirty="0"/>
              <a:t> (2007): if </a:t>
            </a:r>
            <a:r>
              <a:rPr lang="en-NL" dirty="0" err="1"/>
              <a:t>C_aug</a:t>
            </a:r>
            <a:r>
              <a:rPr lang="en-NL" dirty="0"/>
              <a:t> = 0, the pair (</a:t>
            </a:r>
            <a:r>
              <a:rPr lang="en-NL" dirty="0" err="1"/>
              <a:t>A_aug</a:t>
            </a:r>
            <a:r>
              <a:rPr lang="en-NL" dirty="0"/>
              <a:t>, </a:t>
            </a:r>
            <a:r>
              <a:rPr lang="en-NL" dirty="0" err="1"/>
              <a:t>C_aug</a:t>
            </a:r>
            <a:r>
              <a:rPr lang="en-NL" dirty="0"/>
              <a:t>) is unobservable by definition.</a:t>
            </a:r>
          </a:p>
          <a:p>
            <a:r>
              <a:rPr lang="en-NL" dirty="0"/>
              <a:t>  The zero gradient is a structural algebraic obstruction, not numerical. No routing trick fixes it.</a:t>
            </a:r>
          </a:p>
        </p:txBody>
      </p:sp>
    </p:spTree>
    <p:extLst>
      <p:ext uri="{BB962C8B-B14F-4D97-AF65-F5344CB8AC3E}">
        <p14:creationId xmlns:p14="http://schemas.microsoft.com/office/powerpoint/2010/main" val="1168171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CECF-B842-2D67-BAFB-507AEAAB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6BA1-508A-E782-32AC-A5AF61952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83A33-38BE-2D13-6AB5-BE377F390885}"/>
              </a:ext>
            </a:extLst>
          </p:cNvPr>
          <p:cNvSpPr txBox="1"/>
          <p:nvPr/>
        </p:nvSpPr>
        <p:spPr>
          <a:xfrm>
            <a:off x="3047163" y="-6032617"/>
            <a:ext cx="6094324" cy="189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</a:t>
            </a:r>
          </a:p>
          <a:p>
            <a:r>
              <a:rPr lang="en-NL" dirty="0"/>
              <a:t>● Here's the full picture.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How y connections work (interconnect.py:282):                                                                        </a:t>
            </a:r>
          </a:p>
          <a:p>
            <a:r>
              <a:rPr lang="en-NL" dirty="0"/>
              <a:t>  if </a:t>
            </a:r>
            <a:r>
              <a:rPr lang="en-NL" dirty="0" err="1"/>
              <a:t>output_signal_ix</a:t>
            </a:r>
            <a:r>
              <a:rPr lang="en-NL" dirty="0"/>
              <a:t> &lt;= 1:  </a:t>
            </a:r>
            <a:r>
              <a:rPr lang="en-NL" dirty="0" err="1"/>
              <a:t>connection_function_method</a:t>
            </a:r>
            <a:r>
              <a:rPr lang="en-NL" dirty="0"/>
              <a:t> = "additive"                                                   </a:t>
            </a:r>
          </a:p>
          <a:p>
            <a:r>
              <a:rPr lang="en-NL" dirty="0"/>
              <a:t>  Connecting any block to "y" is additive by default — multiple blocks sum into y automatically.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 with no D (blocks.py:194-200):                                                  </a:t>
            </a:r>
          </a:p>
          <a:p>
            <a:r>
              <a:rPr lang="en-NL" dirty="0"/>
              <a:t>  - D defaults to </a:t>
            </a:r>
            <a:r>
              <a:rPr lang="en-NL" dirty="0" err="1"/>
              <a:t>torch.empty</a:t>
            </a:r>
            <a:r>
              <a:rPr lang="en-NL" dirty="0"/>
              <a:t>(0,0) → nu=0 → no D term, block computes only C @ x</a:t>
            </a:r>
          </a:p>
          <a:p>
            <a:r>
              <a:rPr lang="en-NL" dirty="0"/>
              <a:t>  - C is </a:t>
            </a:r>
            <a:r>
              <a:rPr lang="en-NL" dirty="0" err="1"/>
              <a:t>nn.Parameter</a:t>
            </a:r>
            <a:r>
              <a:rPr lang="en-NL" dirty="0"/>
              <a:t> (trainable), but D doesn't exist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correct two-block pattern for our case is simpler than Jan's LPF:</a:t>
            </a:r>
          </a:p>
          <a:p>
            <a:endParaRPr lang="en-NL" dirty="0"/>
          </a:p>
          <a:p>
            <a:r>
              <a:rPr lang="en-NL" dirty="0"/>
              <a:t>  Jan uses D=[[1.0]] passthrough because his physical y flows through the LPF block. We don't need that — we can have</a:t>
            </a:r>
          </a:p>
          <a:p>
            <a:r>
              <a:rPr lang="en-NL" dirty="0"/>
              <a:t>  two blocks each contributing additively to y directly:</a:t>
            </a:r>
          </a:p>
          <a:p>
            <a:endParaRPr lang="en-NL" dirty="0"/>
          </a:p>
          <a:p>
            <a:r>
              <a:rPr lang="en-NL" dirty="0"/>
              <a:t>  # Block 1: fixed physical output — </a:t>
            </a:r>
            <a:r>
              <a:rPr lang="en-NL" dirty="0" err="1"/>
              <a:t>Cd_norm</a:t>
            </a:r>
            <a:r>
              <a:rPr lang="en-NL" dirty="0"/>
              <a:t> stays in </a:t>
            </a:r>
            <a:r>
              <a:rPr lang="en-NL" dirty="0" err="1"/>
              <a:t>register_buffer</a:t>
            </a:r>
            <a:r>
              <a:rPr lang="en-NL" dirty="0"/>
              <a:t> (not </a:t>
            </a:r>
            <a:r>
              <a:rPr lang="en-NL" dirty="0" err="1"/>
              <a:t>nn.Parameter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out_phys</a:t>
            </a:r>
            <a:r>
              <a:rPr lang="en-NL" dirty="0"/>
              <a:t> = </a:t>
            </a:r>
            <a:r>
              <a:rPr lang="en-NL" dirty="0" err="1"/>
              <a:t>Linear_Output_Block</a:t>
            </a:r>
            <a:r>
              <a:rPr lang="en-NL" dirty="0"/>
              <a:t>(C=</a:t>
            </a:r>
            <a:r>
              <a:rPr lang="en-NL" dirty="0" err="1"/>
              <a:t>Cd_norm</a:t>
            </a:r>
            <a:r>
              <a:rPr lang="en-NL" dirty="0"/>
              <a:t>, D=</a:t>
            </a:r>
            <a:r>
              <a:rPr lang="en-NL" dirty="0" err="1"/>
              <a:t>Dd_np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out_phys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(PHY_IX,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out_phys</a:t>
            </a:r>
            <a:r>
              <a:rPr lang="en-NL" dirty="0"/>
              <a:t>, ["u"], ["y"])   # additive to y</a:t>
            </a:r>
          </a:p>
          <a:p>
            <a:endParaRPr lang="en-NL" dirty="0"/>
          </a:p>
          <a:p>
            <a:r>
              <a:rPr lang="en-NL" dirty="0"/>
              <a:t>  # Block 2: trainable </a:t>
            </a:r>
            <a:r>
              <a:rPr lang="en-NL" dirty="0" err="1"/>
              <a:t>aug</a:t>
            </a:r>
            <a:r>
              <a:rPr lang="en-NL" dirty="0"/>
              <a:t> output — only </a:t>
            </a:r>
            <a:r>
              <a:rPr lang="en-NL" dirty="0" err="1"/>
              <a:t>C_aug</a:t>
            </a:r>
            <a:r>
              <a:rPr lang="en-NL" dirty="0"/>
              <a:t> is </a:t>
            </a:r>
            <a:r>
              <a:rPr lang="en-NL" dirty="0" err="1"/>
              <a:t>nn.Parameter</a:t>
            </a:r>
            <a:r>
              <a:rPr lang="en-NL" dirty="0"/>
              <a:t>, no D term</a:t>
            </a:r>
          </a:p>
          <a:p>
            <a:r>
              <a:rPr lang="en-NL" dirty="0"/>
              <a:t>  </a:t>
            </a:r>
            <a:r>
              <a:rPr lang="en-NL" dirty="0" err="1"/>
              <a:t>out_aug</a:t>
            </a:r>
            <a:r>
              <a:rPr lang="en-NL" dirty="0"/>
              <a:t> =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C_aug_init</a:t>
            </a:r>
            <a:r>
              <a:rPr lang="en-NL" dirty="0"/>
              <a:t>, </a:t>
            </a:r>
            <a:r>
              <a:rPr lang="en-NL" dirty="0" err="1"/>
              <a:t>flag_loss_reg</a:t>
            </a:r>
            <a:r>
              <a:rPr lang="en-NL" dirty="0"/>
              <a:t>=False)</a:t>
            </a:r>
          </a:p>
          <a:p>
            <a:r>
              <a:rPr lang="en-NL" dirty="0"/>
              <a:t>  # (D omitted → empty → nu=0 → no D term at all)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out_aug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(AUG_IX,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out_aug</a:t>
            </a:r>
            <a:r>
              <a:rPr lang="en-NL" dirty="0"/>
              <a:t>, [], ["y"])        # additive to y, no u input</a:t>
            </a:r>
          </a:p>
          <a:p>
            <a:endParaRPr lang="en-NL" dirty="0"/>
          </a:p>
          <a:p>
            <a:r>
              <a:rPr lang="en-NL" dirty="0"/>
              <a:t>  Result: y = </a:t>
            </a:r>
            <a:r>
              <a:rPr lang="en-NL" dirty="0" err="1"/>
              <a:t>Cd@x_phys</a:t>
            </a:r>
            <a:r>
              <a:rPr lang="en-NL" dirty="0"/>
              <a:t> + </a:t>
            </a:r>
            <a:r>
              <a:rPr lang="en-NL" dirty="0" err="1"/>
              <a:t>Dd@u</a:t>
            </a:r>
            <a:r>
              <a:rPr lang="en-NL" dirty="0"/>
              <a:t> + </a:t>
            </a:r>
            <a:r>
              <a:rPr lang="en-NL" dirty="0" err="1"/>
              <a:t>C_aug@x_aug</a:t>
            </a:r>
            <a:r>
              <a:rPr lang="en-NL" dirty="0"/>
              <a:t> with Cd fixed and only </a:t>
            </a:r>
            <a:r>
              <a:rPr lang="en-NL" dirty="0" err="1"/>
              <a:t>C_aug</a:t>
            </a:r>
            <a:r>
              <a:rPr lang="en-NL" dirty="0"/>
              <a:t>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To answer your two questions:</a:t>
            </a:r>
          </a:p>
          <a:p>
            <a:endParaRPr lang="en-NL" dirty="0"/>
          </a:p>
          <a:p>
            <a:r>
              <a:rPr lang="en-NL" dirty="0"/>
              <a:t>  1. Did Jan already have this? Yes — the two-block additive pattern is Jan's </a:t>
            </a:r>
            <a:r>
              <a:rPr lang="en-NL" dirty="0" err="1"/>
              <a:t>output_aug</a:t>
            </a:r>
            <a:r>
              <a:rPr lang="en-NL" dirty="0"/>
              <a:t>=True case, though he uses a</a:t>
            </a:r>
          </a:p>
          <a:p>
            <a:r>
              <a:rPr lang="en-NL" dirty="0"/>
              <a:t>  more complex LPF structure because his </a:t>
            </a:r>
            <a:r>
              <a:rPr lang="en-NL" dirty="0" err="1"/>
              <a:t>aug</a:t>
            </a:r>
            <a:r>
              <a:rPr lang="en-NL" dirty="0"/>
              <a:t> output is a dynamic filter, not a static </a:t>
            </a:r>
            <a:r>
              <a:rPr lang="en-NL" dirty="0" err="1"/>
              <a:t>C_aug</a:t>
            </a:r>
            <a:r>
              <a:rPr lang="en-NL" dirty="0"/>
              <a:t>. The core mechanism (fixed</a:t>
            </a:r>
          </a:p>
          <a:p>
            <a:r>
              <a:rPr lang="en-NL" dirty="0"/>
              <a:t>  </a:t>
            </a:r>
            <a:r>
              <a:rPr lang="en-NL" dirty="0" err="1"/>
              <a:t>Linear_Output_Block</a:t>
            </a:r>
            <a:r>
              <a:rPr lang="en-NL" dirty="0"/>
              <a:t> + separate </a:t>
            </a:r>
            <a:r>
              <a:rPr lang="en-NL" dirty="0" err="1"/>
              <a:t>Parameterized_Linear_Output_Block</a:t>
            </a:r>
            <a:r>
              <a:rPr lang="en-NL" dirty="0"/>
              <a:t>, additive to y) is his.</a:t>
            </a:r>
          </a:p>
          <a:p>
            <a:r>
              <a:rPr lang="en-NL" dirty="0"/>
              <a:t>  2. What did we do wrong in gantry_interconnect_dynamic.py? We merged Cd and </a:t>
            </a:r>
            <a:r>
              <a:rPr lang="en-NL" dirty="0" err="1"/>
              <a:t>C_aug</a:t>
            </a:r>
            <a:r>
              <a:rPr lang="en-NL" dirty="0"/>
              <a:t> into one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C_full</a:t>
            </a:r>
            <a:r>
              <a:rPr lang="en-NL" dirty="0"/>
              <a:t>) — we invented our own pattern instead of following his, and accidentally</a:t>
            </a:r>
          </a:p>
          <a:p>
            <a:r>
              <a:rPr lang="en-NL" dirty="0"/>
              <a:t>  made Cd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Want me to write the test diagnostic (diag17) to verify the two-block fix gives Cd fixed + ANN gradient nonzero,</a:t>
            </a:r>
          </a:p>
          <a:p>
            <a:r>
              <a:rPr lang="en-NL" dirty="0"/>
              <a:t>  before touching gantry_interconnect_dynamic.py?</a:t>
            </a:r>
          </a:p>
        </p:txBody>
      </p:sp>
    </p:spTree>
    <p:extLst>
      <p:ext uri="{BB962C8B-B14F-4D97-AF65-F5344CB8AC3E}">
        <p14:creationId xmlns:p14="http://schemas.microsoft.com/office/powerpoint/2010/main" val="3455146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FDC8-BFFD-23E6-6D10-07647FEE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ED30-2966-1A1F-F9C1-D25B5C21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B5F93-C325-43FB-8FED-CDBD88E253F4}"/>
              </a:ext>
            </a:extLst>
          </p:cNvPr>
          <p:cNvSpPr txBox="1"/>
          <p:nvPr/>
        </p:nvSpPr>
        <p:spPr>
          <a:xfrm>
            <a:off x="3047163" y="-2431631"/>
            <a:ext cx="6094324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Correct. Both fixes trace back to patterns Jan already wrote: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- Routing fix (D-065):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state_aug_state_indices_output</a:t>
            </a:r>
            <a:r>
              <a:rPr lang="en-NL" dirty="0"/>
              <a:t>, </a:t>
            </a:r>
            <a:r>
              <a:rPr lang="en-NL" dirty="0" err="1"/>
              <a:t>nx_model</a:t>
            </a:r>
            <a:r>
              <a:rPr lang="en-NL" dirty="0"/>
              <a:t>) — already in                       </a:t>
            </a:r>
          </a:p>
          <a:p>
            <a:r>
              <a:rPr lang="en-NL" dirty="0"/>
              <a:t>  msd_ndof_interconnect_fit.py:207                                                                                     </a:t>
            </a:r>
          </a:p>
          <a:p>
            <a:r>
              <a:rPr lang="en-NL" dirty="0"/>
              <a:t>  - Output fix: </a:t>
            </a:r>
            <a:r>
              <a:rPr lang="en-NL" dirty="0" err="1"/>
              <a:t>Linear_Output_Block</a:t>
            </a:r>
            <a:r>
              <a:rPr lang="en-NL" dirty="0"/>
              <a:t> (fixed) + separate </a:t>
            </a:r>
            <a:r>
              <a:rPr lang="en-NL" dirty="0" err="1"/>
              <a:t>Parameterized_Linear_Output_Block</a:t>
            </a:r>
            <a:r>
              <a:rPr lang="en-NL" dirty="0"/>
              <a:t> (</a:t>
            </a:r>
            <a:r>
              <a:rPr lang="en-NL" dirty="0" err="1"/>
              <a:t>C_aug</a:t>
            </a:r>
            <a:r>
              <a:rPr lang="en-NL" dirty="0"/>
              <a:t> only) — already in     </a:t>
            </a:r>
          </a:p>
          <a:p>
            <a:r>
              <a:rPr lang="en-NL" dirty="0"/>
              <a:t>  msd_ndof_interconnect_fit.py:163,378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We didn't implement a new architecture. We deviated from Jan's patterns twice when building the gantry model, and</a:t>
            </a:r>
          </a:p>
          <a:p>
            <a:r>
              <a:rPr lang="en-NL" dirty="0"/>
              <a:t>  then diagnosed why each deviation broke training.</a:t>
            </a:r>
          </a:p>
          <a:p>
            <a:endParaRPr lang="en-NL" dirty="0"/>
          </a:p>
          <a:p>
            <a:r>
              <a:rPr lang="en-NL" dirty="0"/>
              <a:t>  What we actually contributed:</a:t>
            </a:r>
          </a:p>
          <a:p>
            <a:r>
              <a:rPr lang="en-NL" dirty="0"/>
              <a:t>  1. Diagnosis — identified that the gantry's |z|=1 poles make the routing deviation catastrophic (safe for MSD, not</a:t>
            </a:r>
          </a:p>
          <a:p>
            <a:r>
              <a:rPr lang="en-NL" dirty="0"/>
              <a:t>  for gantry)</a:t>
            </a:r>
          </a:p>
          <a:p>
            <a:r>
              <a:rPr lang="en-NL" dirty="0"/>
              <a:t>  2. Verification — diag14–17 prove the claims in simulation before touching the real model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So the framing to Jan changes:</a:t>
            </a:r>
          </a:p>
          <a:p>
            <a:endParaRPr lang="en-NL" dirty="0"/>
          </a:p>
          <a:p>
            <a:r>
              <a:rPr lang="en-NL" dirty="0"/>
              <a:t>  ▎ We found two places where our gantry implementation deviated from your journal code. Both deviations caused</a:t>
            </a:r>
          </a:p>
          <a:p>
            <a:r>
              <a:rPr lang="en-NL" dirty="0"/>
              <a:t>  training failures:</a:t>
            </a:r>
          </a:p>
          <a:p>
            <a:r>
              <a:rPr lang="en-NL" dirty="0"/>
              <a:t>  ▎ 1. Routing: we used </a:t>
            </a:r>
            <a:r>
              <a:rPr lang="en-NL" dirty="0" err="1"/>
              <a:t>connect_block_signals</a:t>
            </a:r>
            <a:r>
              <a:rPr lang="en-NL" dirty="0"/>
              <a:t>(</a:t>
            </a:r>
            <a:r>
              <a:rPr lang="en-NL" dirty="0" err="1"/>
              <a:t>ann</a:t>
            </a:r>
            <a:r>
              <a:rPr lang="en-NL" dirty="0"/>
              <a:t>, ["</a:t>
            </a:r>
            <a:r>
              <a:rPr lang="en-NL" dirty="0" err="1"/>
              <a:t>x","u</a:t>
            </a:r>
            <a:r>
              <a:rPr lang="en-NL" dirty="0"/>
              <a:t>"], ["</a:t>
            </a:r>
            <a:r>
              <a:rPr lang="en-NL" dirty="0" err="1"/>
              <a:t>xp</a:t>
            </a:r>
            <a:r>
              <a:rPr lang="en-NL" dirty="0"/>
              <a:t>"]) (all state rows) instead of your</a:t>
            </a:r>
          </a:p>
          <a:p>
            <a:r>
              <a:rPr lang="en-NL" dirty="0"/>
              <a:t> 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aug_ix</a:t>
            </a:r>
            <a:r>
              <a:rPr lang="en-NL" dirty="0"/>
              <a:t>) pattern — caused blowup on |z|=1 poles (verified in diag16)</a:t>
            </a:r>
          </a:p>
          <a:p>
            <a:r>
              <a:rPr lang="en-NL" dirty="0"/>
              <a:t>  ▎ 2. Output: we merged Cd and </a:t>
            </a:r>
            <a:r>
              <a:rPr lang="en-NL" dirty="0" err="1"/>
              <a:t>C_aug</a:t>
            </a:r>
            <a:r>
              <a:rPr lang="en-NL" dirty="0"/>
              <a:t> into one </a:t>
            </a:r>
            <a:r>
              <a:rPr lang="en-NL" dirty="0" err="1"/>
              <a:t>Parameterized_Linear_Output_Block</a:t>
            </a:r>
            <a:r>
              <a:rPr lang="en-NL" dirty="0"/>
              <a:t> instead of your </a:t>
            </a:r>
            <a:r>
              <a:rPr lang="en-NL" dirty="0" err="1"/>
              <a:t>Linear_Output_Block</a:t>
            </a:r>
            <a:r>
              <a:rPr lang="en-NL" dirty="0"/>
              <a:t> +</a:t>
            </a:r>
          </a:p>
          <a:p>
            <a:r>
              <a:rPr lang="en-NL" dirty="0"/>
              <a:t>  separate Parameterized pattern — caused </a:t>
            </a:r>
            <a:r>
              <a:rPr lang="en-NL" dirty="0" err="1"/>
              <a:t>Cd_norm</a:t>
            </a:r>
            <a:r>
              <a:rPr lang="en-NL" dirty="0"/>
              <a:t> to drift (verified in diag17, 272x </a:t>
            </a:r>
            <a:r>
              <a:rPr lang="en-NL" dirty="0" err="1"/>
              <a:t>val</a:t>
            </a:r>
            <a:r>
              <a:rPr lang="en-NL" dirty="0"/>
              <a:t> blowup)</a:t>
            </a:r>
          </a:p>
          <a:p>
            <a:endParaRPr lang="en-NL" dirty="0"/>
          </a:p>
          <a:p>
            <a:r>
              <a:rPr lang="en-NL" dirty="0"/>
              <a:t>  ▎ Both fixes are already in your codebase. We just need to apply them correctly to gantry. Is there anything</a:t>
            </a:r>
          </a:p>
          <a:p>
            <a:r>
              <a:rPr lang="en-NL" dirty="0"/>
              <a:t>  non-obvious about why the gantry case requires these patterns that we should be aware of?</a:t>
            </a:r>
          </a:p>
        </p:txBody>
      </p:sp>
    </p:spTree>
    <p:extLst>
      <p:ext uri="{BB962C8B-B14F-4D97-AF65-F5344CB8AC3E}">
        <p14:creationId xmlns:p14="http://schemas.microsoft.com/office/powerpoint/2010/main" val="3162095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6B1F-DB96-34B8-89BD-5B03A42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7E9C-92A5-30E8-4509-04ACFD35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8883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D260-E6EA-E9C3-ED74-C3E3716F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987D-74DD-2984-1141-8D80FBF5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3B650-E740-EC03-8122-1237EB648690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2. Oracle augmented simulation — best achievable with perfect MSD state</a:t>
            </a:r>
          </a:p>
          <a:p>
            <a:r>
              <a:rPr lang="en-NL" dirty="0"/>
              <a:t>  Run the simulation with the learned </a:t>
            </a:r>
            <a:r>
              <a:rPr lang="en-NL" dirty="0" err="1"/>
              <a:t>C_aug</a:t>
            </a:r>
            <a:r>
              <a:rPr lang="en-NL" dirty="0"/>
              <a:t> matrix but with GT </a:t>
            </a:r>
            <a:r>
              <a:rPr lang="en-NL" dirty="0" err="1"/>
              <a:t>x_aug</a:t>
            </a:r>
            <a:r>
              <a:rPr lang="en-NL" dirty="0"/>
              <a:t> (</a:t>
            </a:r>
            <a:r>
              <a:rPr lang="en-NL" dirty="0" err="1"/>
              <a:t>delta_a</a:t>
            </a:r>
            <a:r>
              <a:rPr lang="en-NL" dirty="0"/>
              <a:t>, </a:t>
            </a:r>
            <a:r>
              <a:rPr lang="en-NL" dirty="0" err="1"/>
              <a:t>vdelta_a</a:t>
            </a:r>
            <a:r>
              <a:rPr lang="en-NL" dirty="0"/>
              <a:t> from the mat file) injected at</a:t>
            </a:r>
          </a:p>
          <a:p>
            <a:r>
              <a:rPr lang="en-NL" dirty="0"/>
              <a:t>   each timestep instead of the model's own prediction. This answers: "if the encoder tracked the MSD state perfectly</a:t>
            </a:r>
          </a:p>
          <a:p>
            <a:r>
              <a:rPr lang="en-NL" dirty="0"/>
              <a:t>  at every step, what NRMS would we get?" That oracle NRMS sets the realistic ceiling of what 100 epochs of training</a:t>
            </a:r>
          </a:p>
          <a:p>
            <a:r>
              <a:rPr lang="en-NL" dirty="0"/>
              <a:t>  can approach.</a:t>
            </a:r>
          </a:p>
        </p:txBody>
      </p:sp>
    </p:spTree>
    <p:extLst>
      <p:ext uri="{BB962C8B-B14F-4D97-AF65-F5344CB8AC3E}">
        <p14:creationId xmlns:p14="http://schemas.microsoft.com/office/powerpoint/2010/main" val="643825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10D3-ED45-8794-A779-EBDF5E72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0921F-E184-F0A3-3D7A-A60D4482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DDD52-3E5C-D1F1-F0D8-BEC47B78639D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/>
              <a:t> This doc is very revealing. </a:t>
            </a:r>
            <a:r>
              <a:rPr lang="en-NL" dirty="0"/>
              <a:t>From augmentation-open-questions.md Q4 and Q5: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</a:t>
            </a:r>
          </a:p>
          <a:p>
            <a:r>
              <a:rPr lang="en-NL" dirty="0"/>
              <a:t>  - MSD resonance at ~150 Hz → period = 6.7ms = 27 samples at 4kHz                                                    </a:t>
            </a:r>
          </a:p>
          <a:p>
            <a:r>
              <a:rPr lang="en-NL" dirty="0"/>
              <a:t>  - </a:t>
            </a:r>
            <a:r>
              <a:rPr lang="en-NL" dirty="0" err="1"/>
              <a:t>nf</a:t>
            </a:r>
            <a:r>
              <a:rPr lang="en-NL" dirty="0"/>
              <a:t>=400 (100ms) covers ~15 MSD periods — set for the gantry's hidden absorber, not the benchmark MSD               </a:t>
            </a:r>
          </a:p>
          <a:p>
            <a:r>
              <a:rPr lang="en-NL" dirty="0"/>
              <a:t>  - The doc says </a:t>
            </a:r>
            <a:r>
              <a:rPr lang="en-NL" dirty="0" err="1"/>
              <a:t>na_nb</a:t>
            </a:r>
            <a:r>
              <a:rPr lang="en-NL" dirty="0"/>
              <a:t> should be ~120 samples (30ms) to cover ~4.5 MSD periods </a:t>
            </a:r>
          </a:p>
        </p:txBody>
      </p:sp>
    </p:spTree>
    <p:extLst>
      <p:ext uri="{BB962C8B-B14F-4D97-AF65-F5344CB8AC3E}">
        <p14:creationId xmlns:p14="http://schemas.microsoft.com/office/powerpoint/2010/main" val="1341410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D8C5-2912-B2CA-A841-2F245EA6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A667-B318-1024-4654-61DEBE61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17468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EF5D-441B-ADFF-EB98-FE147428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5A5E4-0304-FAE6-0E8A-14A31BA4F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838107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AFED-97CF-4A57-AF86-5964510B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3468-FC98-D0F2-CEB4-1E19BB4D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86047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96CA-8954-06B5-6DDB-B5B630B8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E9F0D-2A65-C99F-1480-5AF3079B6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model FP input</a:t>
            </a:r>
          </a:p>
          <a:p>
            <a:r>
              <a:rPr lang="en-US" dirty="0"/>
              <a:t>But what </a:t>
            </a:r>
            <a:r>
              <a:rPr lang="en-US"/>
              <a:t>to reach for..?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75865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B035-F91F-2262-BC9E-89DC7AD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BD81A-BE9B-53CD-F4E6-2990498A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parameter recovery script</a:t>
            </a:r>
          </a:p>
          <a:p>
            <a:pPr lvl="1"/>
            <a:r>
              <a:rPr lang="en-US" dirty="0"/>
              <a:t>Previously used to recover true parameters from baseline model when we detuned them with +/- 10%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Determine whether our baseline model can fit Telica data from Quinten</a:t>
            </a:r>
          </a:p>
          <a:p>
            <a:r>
              <a:rPr lang="en-US" dirty="0"/>
              <a:t>Why</a:t>
            </a:r>
          </a:p>
          <a:p>
            <a:pPr lvl="1"/>
            <a:r>
              <a:rPr lang="en-US" dirty="0"/>
              <a:t>Is current data sufficient</a:t>
            </a:r>
          </a:p>
          <a:p>
            <a:r>
              <a:rPr lang="en-US" dirty="0"/>
              <a:t>What to observe</a:t>
            </a:r>
          </a:p>
          <a:p>
            <a:pPr lvl="1"/>
            <a:r>
              <a:rPr lang="en-US" dirty="0"/>
              <a:t>Can the model fit</a:t>
            </a:r>
          </a:p>
          <a:p>
            <a:pPr lvl="1"/>
            <a:r>
              <a:rPr lang="en-US" dirty="0"/>
              <a:t>Can it learn the dynamics</a:t>
            </a:r>
          </a:p>
          <a:p>
            <a:pPr lvl="1"/>
            <a:r>
              <a:rPr lang="en-US" dirty="0"/>
              <a:t>What threshold does it need to reach/beat?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29962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31AB-6DE6-E071-DFB3-4303183D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1EC3F-CD5D-B3EF-A1B9-F13743DD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initial parameters from García paper error against trained model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59889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C118-023C-A50C-03EB-F328D1AD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Telica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409D-0409-305B-A638-D8BDCC6C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82187-293E-E2D0-F068-68AEB43ED75B}"/>
              </a:ext>
            </a:extLst>
          </p:cNvPr>
          <p:cNvSpPr txBox="1"/>
          <p:nvPr/>
        </p:nvSpPr>
        <p:spPr>
          <a:xfrm>
            <a:off x="5994400" y="3073070"/>
            <a:ext cx="6096000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============================================================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Post-training structural validation  [ETEL]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============================================================</a:t>
            </a:r>
          </a:p>
          <a:p>
            <a:pPr>
              <a:lnSpc>
                <a:spcPts val="1425"/>
              </a:lnSpc>
              <a:buNone/>
            </a:pPr>
            <a:b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NL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Ch        RMSE [m]   NRMSE [%]  Verdict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  ------------  ----------  ------------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3154e-02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177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3174e-02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177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  <a:p>
            <a:pPr>
              <a:lnSpc>
                <a:spcPts val="1425"/>
              </a:lnSpc>
              <a:buNone/>
            </a:pP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3056e-02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121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09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POOR (&gt;</a:t>
            </a:r>
            <a:r>
              <a:rPr lang="en-NL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NL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85014-7A5E-344F-54D5-49415CEFC20B}"/>
              </a:ext>
            </a:extLst>
          </p:cNvPr>
          <p:cNvSpPr txBox="1"/>
          <p:nvPr/>
        </p:nvSpPr>
        <p:spPr>
          <a:xfrm>
            <a:off x="-1181100" y="40012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 Baseline FP model sim-NRMS (no MSD, reference to beat) ===</a:t>
            </a:r>
          </a:p>
          <a:p>
            <a:r>
              <a:rPr lang="en-NL" dirty="0"/>
              <a:t>  X1: 0.0034  (204.8 µm)</a:t>
            </a:r>
          </a:p>
          <a:p>
            <a:r>
              <a:rPr lang="en-NL" dirty="0"/>
              <a:t>  X2: 0.0031  (200.3 µm)</a:t>
            </a:r>
          </a:p>
          <a:p>
            <a:r>
              <a:rPr lang="en-NL" dirty="0"/>
              <a:t>  Y : 0.0037  (848.3 µm)</a:t>
            </a:r>
          </a:p>
        </p:txBody>
      </p:sp>
    </p:spTree>
    <p:extLst>
      <p:ext uri="{BB962C8B-B14F-4D97-AF65-F5344CB8AC3E}">
        <p14:creationId xmlns:p14="http://schemas.microsoft.com/office/powerpoint/2010/main" val="39093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19776</TotalTime>
  <Words>8244</Words>
  <Application>Microsoft Office PowerPoint</Application>
  <PresentationFormat>Widescreen</PresentationFormat>
  <Paragraphs>683</Paragraphs>
  <Slides>53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Consolas</vt:lpstr>
      <vt:lpstr>Office Theme</vt:lpstr>
      <vt:lpstr>Meeting Week 23</vt:lpstr>
      <vt:lpstr>Last week summary</vt:lpstr>
      <vt:lpstr>Augmentation</vt:lpstr>
      <vt:lpstr>Augmentation</vt:lpstr>
      <vt:lpstr>Encoder initialization</vt:lpstr>
      <vt:lpstr>Baseline to beat</vt:lpstr>
      <vt:lpstr>Telica data</vt:lpstr>
      <vt:lpstr>Telica data</vt:lpstr>
      <vt:lpstr>Telica data</vt:lpstr>
      <vt:lpstr>PowerPoint Presentation</vt:lpstr>
      <vt:lpstr>Outline next week</vt:lpstr>
      <vt:lpstr>Planning</vt:lpstr>
      <vt:lpstr>PowerPoint Presentation</vt:lpstr>
      <vt:lpstr>PowerPoint Presentation</vt:lpstr>
      <vt:lpstr>PowerPoint Presentation</vt:lpstr>
      <vt:lpstr>PowerPoint Presentation</vt:lpstr>
      <vt:lpstr>Additional</vt:lpstr>
      <vt:lpstr>PowerPoint Presentation</vt:lpstr>
      <vt:lpstr>Complete model picture with formulas where does the encoder fit in (we change / add the formulas)</vt:lpstr>
      <vt:lpstr>Vragen aan jan</vt:lpstr>
      <vt:lpstr>Encoder augmented states initialization</vt:lpstr>
      <vt:lpstr>Normalization</vt:lpstr>
      <vt:lpstr>Encoder difference minimal</vt:lpstr>
      <vt:lpstr>New data Had to much force thought it was a bug compared to the positions but..</vt:lpstr>
      <vt:lpstr>Parameter recovery better?</vt:lpstr>
      <vt:lpstr>PowerPoint Presentation</vt:lpstr>
      <vt:lpstr>PowerPoint Presentation</vt:lpstr>
      <vt:lpstr>New data</vt:lpstr>
      <vt:lpstr>FRF zetten van het systeem</vt:lpstr>
      <vt:lpstr>Settle time </vt:lpstr>
      <vt:lpstr>PowerPoint Presentation</vt:lpstr>
      <vt:lpstr>Normalization issue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Fix augmented</vt:lpstr>
      <vt:lpstr>Research backings</vt:lpstr>
      <vt:lpstr>PowerPoint Presentation</vt:lpstr>
      <vt:lpstr>PowerPoint Presentation</vt:lpstr>
      <vt:lpstr>PowerPoint Presentation</vt:lpstr>
      <vt:lpstr>What to beat</vt:lpstr>
      <vt:lpstr>PowerPoint Presentation</vt:lpstr>
      <vt:lpstr>PowerPoint Presentation</vt:lpstr>
      <vt:lpstr>Augmentation</vt:lpstr>
      <vt:lpstr>Encoder initialization</vt:lpstr>
      <vt:lpstr>Baseline to beat</vt:lpstr>
      <vt:lpstr>Telica data</vt:lpstr>
      <vt:lpstr>Telica data</vt:lpstr>
      <vt:lpstr>Telica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2026-07-06T07:02:50Z</dcterms:modified>
</cp:coreProperties>
</file>