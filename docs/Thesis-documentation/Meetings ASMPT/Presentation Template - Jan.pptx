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1"/>
  </p:sld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43340D-3257-47F4-8731-8099DB00E14B}" v="3" dt="2026-02-02T15:28:20.6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9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oekstra, Jan" userId="5d496fe4-0c87-4596-89e4-7951f4c87ccb" providerId="ADAL" clId="{97D91625-A293-482C-B427-66C0286D47AF}"/>
    <pc:docChg chg="undo custSel addSld modSld">
      <pc:chgData name="Hoekstra, Jan" userId="5d496fe4-0c87-4596-89e4-7951f4c87ccb" providerId="ADAL" clId="{97D91625-A293-482C-B427-66C0286D47AF}" dt="2026-02-02T15:29:04.079" v="1141" actId="114"/>
      <pc:docMkLst>
        <pc:docMk/>
      </pc:docMkLst>
      <pc:sldChg chg="addSp modSp mod">
        <pc:chgData name="Hoekstra, Jan" userId="5d496fe4-0c87-4596-89e4-7951f4c87ccb" providerId="ADAL" clId="{97D91625-A293-482C-B427-66C0286D47AF}" dt="2026-02-02T15:29:04.079" v="1141" actId="114"/>
        <pc:sldMkLst>
          <pc:docMk/>
          <pc:sldMk cId="2679595137" sldId="257"/>
        </pc:sldMkLst>
        <pc:spChg chg="mod">
          <ac:chgData name="Hoekstra, Jan" userId="5d496fe4-0c87-4596-89e4-7951f4c87ccb" providerId="ADAL" clId="{97D91625-A293-482C-B427-66C0286D47AF}" dt="2026-02-02T15:25:52.790" v="826" actId="20577"/>
          <ac:spMkLst>
            <pc:docMk/>
            <pc:sldMk cId="2679595137" sldId="257"/>
            <ac:spMk id="3" creationId="{DAAEF679-3C39-E36C-B710-9B50CBAE487E}"/>
          </ac:spMkLst>
        </pc:spChg>
        <pc:spChg chg="add mod">
          <ac:chgData name="Hoekstra, Jan" userId="5d496fe4-0c87-4596-89e4-7951f4c87ccb" providerId="ADAL" clId="{97D91625-A293-482C-B427-66C0286D47AF}" dt="2026-02-02T15:29:04.079" v="1141" actId="114"/>
          <ac:spMkLst>
            <pc:docMk/>
            <pc:sldMk cId="2679595137" sldId="257"/>
            <ac:spMk id="4" creationId="{465EFC2D-66CC-A333-8AD7-17BCBCDB18BB}"/>
          </ac:spMkLst>
        </pc:spChg>
      </pc:sldChg>
      <pc:sldChg chg="addSp modSp new mod">
        <pc:chgData name="Hoekstra, Jan" userId="5d496fe4-0c87-4596-89e4-7951f4c87ccb" providerId="ADAL" clId="{97D91625-A293-482C-B427-66C0286D47AF}" dt="2026-02-02T15:27:13.239" v="1012" actId="20577"/>
        <pc:sldMkLst>
          <pc:docMk/>
          <pc:sldMk cId="2138626586" sldId="259"/>
        </pc:sldMkLst>
        <pc:spChg chg="mod">
          <ac:chgData name="Hoekstra, Jan" userId="5d496fe4-0c87-4596-89e4-7951f4c87ccb" providerId="ADAL" clId="{97D91625-A293-482C-B427-66C0286D47AF}" dt="2026-02-02T15:21:38.324" v="75" actId="20577"/>
          <ac:spMkLst>
            <pc:docMk/>
            <pc:sldMk cId="2138626586" sldId="259"/>
            <ac:spMk id="2" creationId="{1241CBB4-4332-CC27-31DC-1118749DC9EE}"/>
          </ac:spMkLst>
        </pc:spChg>
        <pc:spChg chg="mod">
          <ac:chgData name="Hoekstra, Jan" userId="5d496fe4-0c87-4596-89e4-7951f4c87ccb" providerId="ADAL" clId="{97D91625-A293-482C-B427-66C0286D47AF}" dt="2026-02-02T15:22:56.417" v="251" actId="20577"/>
          <ac:spMkLst>
            <pc:docMk/>
            <pc:sldMk cId="2138626586" sldId="259"/>
            <ac:spMk id="3" creationId="{EF5F3971-08E2-AD39-C334-D1FA58F77EB2}"/>
          </ac:spMkLst>
        </pc:spChg>
        <pc:spChg chg="add mod">
          <ac:chgData name="Hoekstra, Jan" userId="5d496fe4-0c87-4596-89e4-7951f4c87ccb" providerId="ADAL" clId="{97D91625-A293-482C-B427-66C0286D47AF}" dt="2026-02-02T15:27:13.239" v="1012" actId="20577"/>
          <ac:spMkLst>
            <pc:docMk/>
            <pc:sldMk cId="2138626586" sldId="259"/>
            <ac:spMk id="4" creationId="{B119E904-9495-8CB1-E838-D562CF8BB5D9}"/>
          </ac:spMkLst>
        </pc:spChg>
      </pc:sldChg>
      <pc:sldChg chg="addSp modSp new mod">
        <pc:chgData name="Hoekstra, Jan" userId="5d496fe4-0c87-4596-89e4-7951f4c87ccb" providerId="ADAL" clId="{97D91625-A293-482C-B427-66C0286D47AF}" dt="2026-02-02T15:24:23.914" v="615"/>
        <pc:sldMkLst>
          <pc:docMk/>
          <pc:sldMk cId="2175299465" sldId="260"/>
        </pc:sldMkLst>
        <pc:spChg chg="mod">
          <ac:chgData name="Hoekstra, Jan" userId="5d496fe4-0c87-4596-89e4-7951f4c87ccb" providerId="ADAL" clId="{97D91625-A293-482C-B427-66C0286D47AF}" dt="2026-02-02T15:23:06.129" v="262" actId="20577"/>
          <ac:spMkLst>
            <pc:docMk/>
            <pc:sldMk cId="2175299465" sldId="260"/>
            <ac:spMk id="2" creationId="{8275DA82-033F-A5A9-8242-2D5896D94857}"/>
          </ac:spMkLst>
        </pc:spChg>
        <pc:spChg chg="mod">
          <ac:chgData name="Hoekstra, Jan" userId="5d496fe4-0c87-4596-89e4-7951f4c87ccb" providerId="ADAL" clId="{97D91625-A293-482C-B427-66C0286D47AF}" dt="2026-02-02T15:24:18.480" v="614" actId="20577"/>
          <ac:spMkLst>
            <pc:docMk/>
            <pc:sldMk cId="2175299465" sldId="260"/>
            <ac:spMk id="3" creationId="{07C68050-ABAC-21A7-30BB-2C997CD155E6}"/>
          </ac:spMkLst>
        </pc:spChg>
        <pc:spChg chg="add mod">
          <ac:chgData name="Hoekstra, Jan" userId="5d496fe4-0c87-4596-89e4-7951f4c87ccb" providerId="ADAL" clId="{97D91625-A293-482C-B427-66C0286D47AF}" dt="2026-02-02T15:24:23.914" v="615"/>
          <ac:spMkLst>
            <pc:docMk/>
            <pc:sldMk cId="2175299465" sldId="260"/>
            <ac:spMk id="4" creationId="{C22B2196-272F-FC1F-4220-C87739CBF73F}"/>
          </ac:spMkLst>
        </pc:spChg>
      </pc:sldChg>
      <pc:sldChg chg="modSp new mod">
        <pc:chgData name="Hoekstra, Jan" userId="5d496fe4-0c87-4596-89e4-7951f4c87ccb" providerId="ADAL" clId="{97D91625-A293-482C-B427-66C0286D47AF}" dt="2026-02-02T15:26:33.865" v="951" actId="20577"/>
        <pc:sldMkLst>
          <pc:docMk/>
          <pc:sldMk cId="4133975854" sldId="261"/>
        </pc:sldMkLst>
        <pc:spChg chg="mod">
          <ac:chgData name="Hoekstra, Jan" userId="5d496fe4-0c87-4596-89e4-7951f4c87ccb" providerId="ADAL" clId="{97D91625-A293-482C-B427-66C0286D47AF}" dt="2026-02-02T15:24:51.240" v="639" actId="20577"/>
          <ac:spMkLst>
            <pc:docMk/>
            <pc:sldMk cId="4133975854" sldId="261"/>
            <ac:spMk id="2" creationId="{CE8922FA-98D7-2929-D27F-810CECE6E8CA}"/>
          </ac:spMkLst>
        </pc:spChg>
        <pc:spChg chg="mod">
          <ac:chgData name="Hoekstra, Jan" userId="5d496fe4-0c87-4596-89e4-7951f4c87ccb" providerId="ADAL" clId="{97D91625-A293-482C-B427-66C0286D47AF}" dt="2026-02-02T15:26:33.865" v="951" actId="20577"/>
          <ac:spMkLst>
            <pc:docMk/>
            <pc:sldMk cId="4133975854" sldId="261"/>
            <ac:spMk id="3" creationId="{78179DB8-2509-8E4F-14E4-B0B6B2FE756A}"/>
          </ac:spMkLst>
        </pc:spChg>
      </pc:sldChg>
      <pc:sldChg chg="modSp new mod">
        <pc:chgData name="Hoekstra, Jan" userId="5d496fe4-0c87-4596-89e4-7951f4c87ccb" providerId="ADAL" clId="{97D91625-A293-482C-B427-66C0286D47AF}" dt="2026-02-02T15:25:37.756" v="806" actId="20577"/>
        <pc:sldMkLst>
          <pc:docMk/>
          <pc:sldMk cId="3503897311" sldId="262"/>
        </pc:sldMkLst>
        <pc:spChg chg="mod">
          <ac:chgData name="Hoekstra, Jan" userId="5d496fe4-0c87-4596-89e4-7951f4c87ccb" providerId="ADAL" clId="{97D91625-A293-482C-B427-66C0286D47AF}" dt="2026-02-02T15:25:25.271" v="748" actId="20577"/>
          <ac:spMkLst>
            <pc:docMk/>
            <pc:sldMk cId="3503897311" sldId="262"/>
            <ac:spMk id="2" creationId="{E87AE796-708B-909C-F9F8-D1C4E09DB0F7}"/>
          </ac:spMkLst>
        </pc:spChg>
        <pc:spChg chg="mod">
          <ac:chgData name="Hoekstra, Jan" userId="5d496fe4-0c87-4596-89e4-7951f4c87ccb" providerId="ADAL" clId="{97D91625-A293-482C-B427-66C0286D47AF}" dt="2026-02-02T15:25:37.756" v="806" actId="20577"/>
          <ac:spMkLst>
            <pc:docMk/>
            <pc:sldMk cId="3503897311" sldId="262"/>
            <ac:spMk id="3" creationId="{322F13D6-AF08-9392-A25C-ED43A705A9E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A9B0A-21A9-11D8-6AC0-0853C7FE8D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E18FFD-A4E2-0D4E-7BCD-58E1748D8E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CB645C-4A53-6DC7-25C3-9688B7178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B314D-8566-407C-8138-35BC3B95AB82}" type="datetimeFigureOut">
              <a:rPr lang="en-NL" smtClean="0"/>
              <a:t>02/02/2026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582621-D3E9-86E1-A821-537728272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11C98C-0F73-A8F2-02F4-2AB4973CD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818716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50BA0-583D-0185-EE69-28099DAEC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D8891D-C30A-9834-578C-76F335D9CF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86B7C-AB90-7DAA-F0EA-C7122F775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02/02/2026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BD878-B8D5-9BF6-B119-CB8E2FBA6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1A9D23-71DC-CC7B-17C0-5E08C967D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83801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55E79-0500-A1A2-6D30-0F0DFDD60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B6914D-49A9-E97D-2C4E-18FAAF7260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FDA4EA-60CD-56E7-0DAD-21A6159BC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02/02/2026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7721A8-BB79-306A-08AB-EFFF7B85E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A46C38-EEEE-5592-0604-AA374F8CC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59230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65D4E-F716-266C-EB44-F320FF044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FA0776-C324-EFAB-A946-10C85364B9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F9D3D4-7D3D-D1F4-CD2A-A518E54694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693131-FB94-2B88-8093-B6F21E860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02/02/2026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D21B79-6DB2-349F-C356-71774F673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5CBD36-D0DC-8F43-ACFD-1E9E357E7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267830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3BC18-D101-9213-B897-8851FE7C3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5E5057-8AB1-D931-F79F-0D54E845ED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C2EF1A-2434-D230-33B4-D17316B77A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0C9925-AAE9-B6AC-9461-0917219EAC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4E5211-4325-D275-EE19-9984E66A82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7FEE0D-2772-4FE7-99AD-4C1D3AC62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02/02/2026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3169B9-CD5B-369C-DBC2-925297EB2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0BA7D5-A78A-09BB-A363-994BD9A02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69802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9777B-F5E7-C08C-590D-ACFBE4C45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0CC399-4A6B-4593-9E74-B6F8CA3DC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02/02/2026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EE88BE-564F-9BC9-D256-883FCC299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97D54D-0C50-C773-E94C-9E2D30D93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745265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994506-3D43-84EA-E881-39D633077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02/02/2026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1C55CA-8DBE-9019-86DA-AEBED897E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59772A-9555-52DB-D4E9-75AF3C15D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874220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D3A6E-DBBE-812E-85F2-A38B5249B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FB2DEC-7E11-7FE1-3C8F-AB40257CCC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67515C-82D6-C8CD-79FD-0E6A1C9B19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08F352-32B7-00FA-4DA5-12E23612C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02/02/2026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D78EF5-AAF6-9556-0DA1-762E1477F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3A06DC-6CC1-26FA-41F2-FA573F7A3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87678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5C77B-CBEF-A395-D0FA-1C65A9CE2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E17272-008C-028F-3164-75FD0D3FA4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CEFC27-BE0A-B312-4CAE-0D22A173EF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841F1B-BF0C-E7EE-C200-6ACDD52E8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02/02/2026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3DBEA7-5C08-D5DF-326D-402497EEC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8AB07C-EC9D-1E6E-88BF-08CF4DC29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313419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C2113-B4D5-3AA6-7F42-D0DF7E554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7AC1B1-B636-EC3C-8268-7CF0D78B63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308ECA-F03E-2322-8AB9-FF1B3570A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02/02/2026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560E39-73E9-DBC5-E7A0-57B509463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BBA569-67AF-6D26-BB44-6C9DA6C33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915785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80FA20-7E26-5811-0F8E-E937CD7F6C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C0AB59-9859-7F7C-9F9C-9BFEA1EF0F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583E10-4C21-18B0-80CE-477CC9350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02/02/2026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CB85F3-CF9A-29D5-DEA3-31B619337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122B00-4173-AFD9-EDBF-57D15872F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318455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4814AA-CC4F-26EF-0940-42AD31BA4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8EE76C-C9DD-829C-0E04-FD727D9368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A92AA8-31FA-1538-0020-A6770000A6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B07CE9-C8DF-41DF-BDBB-830B84D62F5B}" type="datetimeFigureOut">
              <a:rPr lang="en-NL" smtClean="0"/>
              <a:t>02/02/2026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2936D0-EF18-388D-6CDB-4886CBEB09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00218A-4CD5-B355-2F90-F63E2428D7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808427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58346-11EF-AF16-3F7E-D4AE642D6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Meeting Week 1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EF679-3C39-E36C-B710-9B50CBAE48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Last week summary</a:t>
            </a:r>
          </a:p>
          <a:p>
            <a:r>
              <a:rPr lang="en-US" dirty="0"/>
              <a:t>Action point 1</a:t>
            </a:r>
          </a:p>
          <a:p>
            <a:r>
              <a:rPr lang="en-US" dirty="0"/>
              <a:t>…</a:t>
            </a:r>
          </a:p>
          <a:p>
            <a:r>
              <a:rPr lang="en-US" dirty="0"/>
              <a:t>Question 1</a:t>
            </a:r>
          </a:p>
          <a:p>
            <a:r>
              <a:rPr lang="en-US" dirty="0"/>
              <a:t>…</a:t>
            </a:r>
          </a:p>
          <a:p>
            <a:r>
              <a:rPr lang="en-US" dirty="0"/>
              <a:t>Outline </a:t>
            </a:r>
            <a:r>
              <a:rPr lang="en-US" dirty="0" err="1"/>
              <a:t>ToDo</a:t>
            </a:r>
            <a:r>
              <a:rPr lang="en-US" dirty="0"/>
              <a:t> next week</a:t>
            </a:r>
            <a:endParaRPr lang="en-NL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5EFC2D-66CC-A333-8AD7-17BCBCDB18BB}"/>
              </a:ext>
            </a:extLst>
          </p:cNvPr>
          <p:cNvSpPr txBox="1"/>
          <p:nvPr/>
        </p:nvSpPr>
        <p:spPr>
          <a:xfrm>
            <a:off x="7026876" y="681037"/>
            <a:ext cx="50086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This lets you steer the meeting to what you require out of the meeting to make progress.</a:t>
            </a:r>
            <a:endParaRPr lang="en-NL" i="1" dirty="0"/>
          </a:p>
        </p:txBody>
      </p:sp>
    </p:spTree>
    <p:extLst>
      <p:ext uri="{BB962C8B-B14F-4D97-AF65-F5344CB8AC3E}">
        <p14:creationId xmlns:p14="http://schemas.microsoft.com/office/powerpoint/2010/main" val="2679595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9700D-FF42-415C-9519-CE16CBBB5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week summary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6F991-22E1-98ED-FDA2-6483679AE4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Theory or research discussed last week summarized. What was discussed last week.  Professor and PhD only work on this project 1-2hrs per week not 40hrs like you.</a:t>
            </a:r>
            <a:endParaRPr lang="en-NL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FFA8B5-4335-A79D-381E-82C9B8A52E4E}"/>
              </a:ext>
            </a:extLst>
          </p:cNvPr>
          <p:cNvSpPr/>
          <p:nvPr/>
        </p:nvSpPr>
        <p:spPr>
          <a:xfrm>
            <a:off x="6985686" y="3273553"/>
            <a:ext cx="4827373" cy="303834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Some figure explaining the concept</a:t>
            </a:r>
          </a:p>
          <a:p>
            <a:pPr algn="ctr"/>
            <a:r>
              <a:rPr lang="en-US" dirty="0"/>
              <a:t>When applicable, the same as will go in final report. Otherwise just take screenshots from relevant papers.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6172268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1CBB4-4332-CC27-31DC-1118749DC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Action point 1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5F3971-08E2-AD39-C334-D1FA58F77E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should have a Gantt-chart or some other planning with what should be the next steps in the research.</a:t>
            </a:r>
          </a:p>
          <a:p>
            <a:r>
              <a:rPr lang="en-US" dirty="0"/>
              <a:t>Questions can also be put here</a:t>
            </a:r>
            <a:endParaRPr lang="en-NL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19E904-9495-8CB1-E838-D562CF8BB5D9}"/>
              </a:ext>
            </a:extLst>
          </p:cNvPr>
          <p:cNvSpPr/>
          <p:nvPr/>
        </p:nvSpPr>
        <p:spPr>
          <a:xfrm>
            <a:off x="6985686" y="3273553"/>
            <a:ext cx="4827373" cy="303834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Some figure showing the result achieved like a plot or some theory.</a:t>
            </a:r>
          </a:p>
          <a:p>
            <a:pPr algn="ctr"/>
            <a:r>
              <a:rPr lang="en-US" dirty="0"/>
              <a:t>When applicable, the same as will go in final report. Otherwise just take screenshots from relevant papers.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1386265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5DA82-033F-A5A9-8242-2D5896D94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1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C68050-ABAC-21A7-30BB-2C997CD155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a question needs to be answered. Make clear here what the problem/question is that needs to be answered. Questions can always be asked outside the meeting, but we may say prepare to explain what you really mean.</a:t>
            </a:r>
            <a:endParaRPr lang="en-NL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22B2196-272F-FC1F-4220-C87739CBF73F}"/>
              </a:ext>
            </a:extLst>
          </p:cNvPr>
          <p:cNvSpPr/>
          <p:nvPr/>
        </p:nvSpPr>
        <p:spPr>
          <a:xfrm>
            <a:off x="6985686" y="3273553"/>
            <a:ext cx="4827373" cy="303834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Some figure explaining the concept</a:t>
            </a:r>
          </a:p>
          <a:p>
            <a:pPr algn="ctr"/>
            <a:r>
              <a:rPr lang="en-US" dirty="0"/>
              <a:t>When applicable, the same as will go in final report. Otherwise just take screenshots from relevant papers.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1752994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922FA-98D7-2929-D27F-810CECE6E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 next week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179DB8-2509-8E4F-14E4-B0B6B2FE75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next on the planning and how is that going to be solved</a:t>
            </a:r>
          </a:p>
          <a:p>
            <a:r>
              <a:rPr lang="en-US" dirty="0"/>
              <a:t>This is also where new action points are formulated. What are you going to do next week.</a:t>
            </a:r>
          </a:p>
        </p:txBody>
      </p:sp>
    </p:spTree>
    <p:extLst>
      <p:ext uri="{BB962C8B-B14F-4D97-AF65-F5344CB8AC3E}">
        <p14:creationId xmlns:p14="http://schemas.microsoft.com/office/powerpoint/2010/main" val="41339758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AE796-708B-909C-F9F8-D1C4E09DB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Possible Gantt-chart or Planning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2F13D6-AF08-9392-A25C-ED43A705A9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keep an overview of what the progress overall is.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5038973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</TotalTime>
  <Words>277</Words>
  <Application>Microsoft Office PowerPoint</Application>
  <PresentationFormat>Widescreen</PresentationFormat>
  <Paragraphs>26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Meeting Week 1</vt:lpstr>
      <vt:lpstr>Last week summary</vt:lpstr>
      <vt:lpstr>Action point 1</vt:lpstr>
      <vt:lpstr>Question 1</vt:lpstr>
      <vt:lpstr>Outline next week</vt:lpstr>
      <vt:lpstr>Possible Gantt-chart or Planning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Hoekstra, Jan</dc:creator>
  <cp:lastModifiedBy>Hoekstra, Jan</cp:lastModifiedBy>
  <cp:revision>1</cp:revision>
  <dcterms:created xsi:type="dcterms:W3CDTF">2026-02-02T15:14:22Z</dcterms:created>
  <dcterms:modified xsi:type="dcterms:W3CDTF">2026-02-02T15:29:04Z</dcterms:modified>
</cp:coreProperties>
</file>