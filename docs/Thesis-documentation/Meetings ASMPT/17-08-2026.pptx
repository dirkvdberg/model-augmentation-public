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6"/>
  </p:notesMasterIdLst>
  <p:sldIdLst>
    <p:sldId id="286" r:id="rId2"/>
    <p:sldId id="548" r:id="rId3"/>
    <p:sldId id="549" r:id="rId4"/>
    <p:sldId id="569" r:id="rId5"/>
    <p:sldId id="287" r:id="rId6"/>
    <p:sldId id="257" r:id="rId7"/>
    <p:sldId id="258" r:id="rId8"/>
    <p:sldId id="259" r:id="rId9"/>
    <p:sldId id="260" r:id="rId10"/>
    <p:sldId id="261" r:id="rId11"/>
    <p:sldId id="262" r:id="rId12"/>
    <p:sldId id="288" r:id="rId13"/>
    <p:sldId id="263" r:id="rId14"/>
    <p:sldId id="264" r:id="rId15"/>
    <p:sldId id="265" r:id="rId16"/>
    <p:sldId id="275" r:id="rId17"/>
    <p:sldId id="276" r:id="rId18"/>
    <p:sldId id="277" r:id="rId19"/>
    <p:sldId id="278" r:id="rId20"/>
    <p:sldId id="274" r:id="rId21"/>
    <p:sldId id="279" r:id="rId22"/>
    <p:sldId id="280" r:id="rId23"/>
    <p:sldId id="281" r:id="rId24"/>
    <p:sldId id="282" r:id="rId25"/>
    <p:sldId id="284" r:id="rId26"/>
    <p:sldId id="570" r:id="rId27"/>
    <p:sldId id="571" r:id="rId28"/>
    <p:sldId id="574" r:id="rId29"/>
    <p:sldId id="572" r:id="rId30"/>
    <p:sldId id="573" r:id="rId31"/>
    <p:sldId id="575" r:id="rId32"/>
    <p:sldId id="576" r:id="rId33"/>
    <p:sldId id="577" r:id="rId34"/>
    <p:sldId id="578" r:id="rId35"/>
    <p:sldId id="579" r:id="rId36"/>
    <p:sldId id="580" r:id="rId37"/>
    <p:sldId id="583" r:id="rId38"/>
    <p:sldId id="581" r:id="rId39"/>
    <p:sldId id="582" r:id="rId40"/>
    <p:sldId id="283" r:id="rId41"/>
    <p:sldId id="285" r:id="rId42"/>
    <p:sldId id="598" r:id="rId43"/>
    <p:sldId id="599" r:id="rId44"/>
    <p:sldId id="600" r:id="rId45"/>
    <p:sldId id="601" r:id="rId46"/>
    <p:sldId id="595" r:id="rId47"/>
    <p:sldId id="597" r:id="rId48"/>
    <p:sldId id="585" r:id="rId49"/>
    <p:sldId id="586" r:id="rId50"/>
    <p:sldId id="587" r:id="rId51"/>
    <p:sldId id="588" r:id="rId52"/>
    <p:sldId id="589" r:id="rId53"/>
    <p:sldId id="590" r:id="rId54"/>
    <p:sldId id="591" r:id="rId55"/>
    <p:sldId id="609" r:id="rId56"/>
    <p:sldId id="610" r:id="rId57"/>
    <p:sldId id="593" r:id="rId58"/>
    <p:sldId id="602" r:id="rId59"/>
    <p:sldId id="604" r:id="rId60"/>
    <p:sldId id="605" r:id="rId61"/>
    <p:sldId id="603" r:id="rId62"/>
    <p:sldId id="606" r:id="rId63"/>
    <p:sldId id="592" r:id="rId64"/>
    <p:sldId id="607" r:id="rId65"/>
    <p:sldId id="611" r:id="rId66"/>
    <p:sldId id="612" r:id="rId67"/>
    <p:sldId id="613" r:id="rId68"/>
    <p:sldId id="614" r:id="rId69"/>
    <p:sldId id="615" r:id="rId70"/>
    <p:sldId id="616" r:id="rId71"/>
    <p:sldId id="617" r:id="rId72"/>
    <p:sldId id="618" r:id="rId73"/>
    <p:sldId id="619" r:id="rId74"/>
    <p:sldId id="620" r:id="rId75"/>
    <p:sldId id="621" r:id="rId76"/>
    <p:sldId id="622" r:id="rId77"/>
    <p:sldId id="623" r:id="rId78"/>
    <p:sldId id="624" r:id="rId79"/>
    <p:sldId id="625" r:id="rId80"/>
    <p:sldId id="626" r:id="rId81"/>
    <p:sldId id="627" r:id="rId82"/>
    <p:sldId id="628" r:id="rId83"/>
    <p:sldId id="629" r:id="rId84"/>
    <p:sldId id="630" r:id="rId85"/>
    <p:sldId id="631" r:id="rId86"/>
    <p:sldId id="632" r:id="rId87"/>
    <p:sldId id="633" r:id="rId88"/>
    <p:sldId id="635" r:id="rId89"/>
    <p:sldId id="634" r:id="rId90"/>
    <p:sldId id="637" r:id="rId91"/>
    <p:sldId id="636" r:id="rId92"/>
    <p:sldId id="639" r:id="rId93"/>
    <p:sldId id="640" r:id="rId94"/>
    <p:sldId id="641" r:id="rId95"/>
    <p:sldId id="638" r:id="rId96"/>
    <p:sldId id="642" r:id="rId97"/>
    <p:sldId id="643" r:id="rId98"/>
    <p:sldId id="644" r:id="rId99"/>
    <p:sldId id="645" r:id="rId100"/>
    <p:sldId id="646" r:id="rId101"/>
    <p:sldId id="647" r:id="rId102"/>
    <p:sldId id="648" r:id="rId103"/>
    <p:sldId id="649" r:id="rId104"/>
    <p:sldId id="650" r:id="rId105"/>
    <p:sldId id="652" r:id="rId106"/>
    <p:sldId id="651" r:id="rId107"/>
    <p:sldId id="653" r:id="rId108"/>
    <p:sldId id="654" r:id="rId109"/>
    <p:sldId id="655" r:id="rId110"/>
    <p:sldId id="656" r:id="rId111"/>
    <p:sldId id="657" r:id="rId112"/>
    <p:sldId id="658" r:id="rId113"/>
    <p:sldId id="659" r:id="rId114"/>
    <p:sldId id="660" r:id="rId115"/>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0550C7-5AA9-433D-A747-C1EDEB5BD163}" v="30" dt="2026-08-23T13:48:58.4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3399" autoAdjust="0"/>
  </p:normalViewPr>
  <p:slideViewPr>
    <p:cSldViewPr snapToGrid="0">
      <p:cViewPr varScale="1">
        <p:scale>
          <a:sx n="52" d="100"/>
          <a:sy n="52" d="100"/>
        </p:scale>
        <p:origin x="131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heme" Target="theme/theme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microsoft.com/office/2016/11/relationships/changesInfo" Target="changesInfos/changesInfo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custSel addSld delSld modSld sldOrd">
      <pc:chgData name="Berg, Dirk van den" userId="035ecb32-01d9-4b47-a105-eacf059a4647" providerId="ADAL" clId="{F7FF961E-CF96-44AC-93C2-93612F62D46D}" dt="2026-08-23T13:53:49.865" v="5002" actId="22"/>
      <pc:docMkLst>
        <pc:docMk/>
      </pc:docMkLst>
      <pc:sldChg chg="mod modShow">
        <pc:chgData name="Berg, Dirk van den" userId="035ecb32-01d9-4b47-a105-eacf059a4647" providerId="ADAL" clId="{F7FF961E-CF96-44AC-93C2-93612F62D46D}" dt="2026-08-17T07:50:03.800" v="1751" actId="729"/>
        <pc:sldMkLst>
          <pc:docMk/>
          <pc:sldMk cId="3374857621" sldId="259"/>
        </pc:sldMkLst>
      </pc:sldChg>
      <pc:sldChg chg="mod modShow">
        <pc:chgData name="Berg, Dirk van den" userId="035ecb32-01d9-4b47-a105-eacf059a4647" providerId="ADAL" clId="{F7FF961E-CF96-44AC-93C2-93612F62D46D}" dt="2026-08-17T07:50:03.800" v="1751" actId="729"/>
        <pc:sldMkLst>
          <pc:docMk/>
          <pc:sldMk cId="942775916" sldId="260"/>
        </pc:sldMkLst>
      </pc:sldChg>
      <pc:sldChg chg="mod modShow">
        <pc:chgData name="Berg, Dirk van den" userId="035ecb32-01d9-4b47-a105-eacf059a4647" providerId="ADAL" clId="{F7FF961E-CF96-44AC-93C2-93612F62D46D}" dt="2026-08-17T07:50:03.800" v="1751" actId="729"/>
        <pc:sldMkLst>
          <pc:docMk/>
          <pc:sldMk cId="3709312773" sldId="261"/>
        </pc:sldMkLst>
      </pc:sldChg>
      <pc:sldChg chg="mod modShow">
        <pc:chgData name="Berg, Dirk van den" userId="035ecb32-01d9-4b47-a105-eacf059a4647" providerId="ADAL" clId="{F7FF961E-CF96-44AC-93C2-93612F62D46D}" dt="2026-08-17T07:50:03.800" v="1751" actId="729"/>
        <pc:sldMkLst>
          <pc:docMk/>
          <pc:sldMk cId="3799685067" sldId="262"/>
        </pc:sldMkLst>
      </pc:sldChg>
      <pc:sldChg chg="modSp mod modShow">
        <pc:chgData name="Berg, Dirk van den" userId="035ecb32-01d9-4b47-a105-eacf059a4647" providerId="ADAL" clId="{F7FF961E-CF96-44AC-93C2-93612F62D46D}" dt="2026-08-17T08:17:59.380" v="2063" actId="729"/>
        <pc:sldMkLst>
          <pc:docMk/>
          <pc:sldMk cId="3903658413" sldId="265"/>
        </pc:sldMkLst>
        <pc:spChg chg="mod">
          <ac:chgData name="Berg, Dirk van den" userId="035ecb32-01d9-4b47-a105-eacf059a4647" providerId="ADAL" clId="{F7FF961E-CF96-44AC-93C2-93612F62D46D}" dt="2026-08-14T08:40:45.369" v="63" actId="20577"/>
          <ac:spMkLst>
            <pc:docMk/>
            <pc:sldMk cId="3903658413" sldId="265"/>
            <ac:spMk id="2" creationId="{66AC121A-AA89-F398-CFDD-6BC9903C1992}"/>
          </ac:spMkLst>
        </pc:spChg>
        <pc:spChg chg="mod">
          <ac:chgData name="Berg, Dirk van den" userId="035ecb32-01d9-4b47-a105-eacf059a4647" providerId="ADAL" clId="{F7FF961E-CF96-44AC-93C2-93612F62D46D}" dt="2026-08-14T09:21:29.527" v="197" actId="20577"/>
          <ac:spMkLst>
            <pc:docMk/>
            <pc:sldMk cId="3903658413" sldId="265"/>
            <ac:spMk id="3" creationId="{D790FDCB-D402-6C4C-CF3D-ACAC0826F196}"/>
          </ac:spMkLst>
        </pc:spChg>
      </pc:sldChg>
      <pc:sldChg chg="modSp new mod ord modShow">
        <pc:chgData name="Berg, Dirk van den" userId="035ecb32-01d9-4b47-a105-eacf059a4647" providerId="ADAL" clId="{F7FF961E-CF96-44AC-93C2-93612F62D46D}" dt="2026-08-14T12:27:00.898" v="1077" actId="729"/>
        <pc:sldMkLst>
          <pc:docMk/>
          <pc:sldMk cId="4123496775" sldId="274"/>
        </pc:sldMkLst>
        <pc:spChg chg="mod">
          <ac:chgData name="Berg, Dirk van den" userId="035ecb32-01d9-4b47-a105-eacf059a4647" providerId="ADAL" clId="{F7FF961E-CF96-44AC-93C2-93612F62D46D}" dt="2026-08-14T09:10:21.522" v="88" actId="20577"/>
          <ac:spMkLst>
            <pc:docMk/>
            <pc:sldMk cId="4123496775" sldId="274"/>
            <ac:spMk id="2" creationId="{03E21953-7897-2C59-D509-06B206E26578}"/>
          </ac:spMkLst>
        </pc:spChg>
        <pc:spChg chg="mod">
          <ac:chgData name="Berg, Dirk van den" userId="035ecb32-01d9-4b47-a105-eacf059a4647" providerId="ADAL" clId="{F7FF961E-CF96-44AC-93C2-93612F62D46D}" dt="2026-08-14T09:10:19.249" v="81" actId="27636"/>
          <ac:spMkLst>
            <pc:docMk/>
            <pc:sldMk cId="4123496775" sldId="274"/>
            <ac:spMk id="3" creationId="{8ADE5059-D8A1-A830-86C6-AD3B32C75E13}"/>
          </ac:spMkLst>
        </pc:spChg>
      </pc:sldChg>
      <pc:sldChg chg="addSp new mod modShow">
        <pc:chgData name="Berg, Dirk van den" userId="035ecb32-01d9-4b47-a105-eacf059a4647" providerId="ADAL" clId="{F7FF961E-CF96-44AC-93C2-93612F62D46D}" dt="2026-08-17T08:17:59.380" v="2063" actId="729"/>
        <pc:sldMkLst>
          <pc:docMk/>
          <pc:sldMk cId="971101588" sldId="275"/>
        </pc:sldMkLst>
        <pc:picChg chg="add">
          <ac:chgData name="Berg, Dirk van den" userId="035ecb32-01d9-4b47-a105-eacf059a4647" providerId="ADAL" clId="{F7FF961E-CF96-44AC-93C2-93612F62D46D}" dt="2026-08-14T09:20:59.912" v="94" actId="22"/>
          <ac:picMkLst>
            <pc:docMk/>
            <pc:sldMk cId="971101588" sldId="275"/>
            <ac:picMk id="5" creationId="{7F937518-B535-9C5F-980D-B975491F2752}"/>
          </ac:picMkLst>
        </pc:picChg>
      </pc:sldChg>
      <pc:sldChg chg="addSp new mod modShow">
        <pc:chgData name="Berg, Dirk van den" userId="035ecb32-01d9-4b47-a105-eacf059a4647" providerId="ADAL" clId="{F7FF961E-CF96-44AC-93C2-93612F62D46D}" dt="2026-08-17T08:17:59.380" v="2063" actId="729"/>
        <pc:sldMkLst>
          <pc:docMk/>
          <pc:sldMk cId="3487762570" sldId="276"/>
        </pc:sldMkLst>
        <pc:picChg chg="add">
          <ac:chgData name="Berg, Dirk van den" userId="035ecb32-01d9-4b47-a105-eacf059a4647" providerId="ADAL" clId="{F7FF961E-CF96-44AC-93C2-93612F62D46D}" dt="2026-08-14T09:21:05.907" v="95" actId="22"/>
          <ac:picMkLst>
            <pc:docMk/>
            <pc:sldMk cId="3487762570" sldId="276"/>
            <ac:picMk id="5" creationId="{82C942B7-282A-1660-744B-BFB6B12BC80E}"/>
          </ac:picMkLst>
        </pc:picChg>
      </pc:sldChg>
      <pc:sldChg chg="addSp new mod modShow">
        <pc:chgData name="Berg, Dirk van den" userId="035ecb32-01d9-4b47-a105-eacf059a4647" providerId="ADAL" clId="{F7FF961E-CF96-44AC-93C2-93612F62D46D}" dt="2026-08-17T08:17:59.380" v="2063" actId="729"/>
        <pc:sldMkLst>
          <pc:docMk/>
          <pc:sldMk cId="2371216519" sldId="277"/>
        </pc:sldMkLst>
        <pc:picChg chg="add">
          <ac:chgData name="Berg, Dirk van den" userId="035ecb32-01d9-4b47-a105-eacf059a4647" providerId="ADAL" clId="{F7FF961E-CF96-44AC-93C2-93612F62D46D}" dt="2026-08-14T09:21:10.289" v="96" actId="22"/>
          <ac:picMkLst>
            <pc:docMk/>
            <pc:sldMk cId="2371216519" sldId="277"/>
            <ac:picMk id="5" creationId="{4770D668-D037-D9F0-91BC-244F06D4508D}"/>
          </ac:picMkLst>
        </pc:picChg>
      </pc:sldChg>
      <pc:sldChg chg="modSp new mod modShow">
        <pc:chgData name="Berg, Dirk van den" userId="035ecb32-01d9-4b47-a105-eacf059a4647" providerId="ADAL" clId="{F7FF961E-CF96-44AC-93C2-93612F62D46D}" dt="2026-08-17T08:18:01.317" v="2064" actId="729"/>
        <pc:sldMkLst>
          <pc:docMk/>
          <pc:sldMk cId="2362422032" sldId="278"/>
        </pc:sldMkLst>
        <pc:spChg chg="mod">
          <ac:chgData name="Berg, Dirk van den" userId="035ecb32-01d9-4b47-a105-eacf059a4647" providerId="ADAL" clId="{F7FF961E-CF96-44AC-93C2-93612F62D46D}" dt="2026-08-14T09:22:12.158" v="229" actId="20577"/>
          <ac:spMkLst>
            <pc:docMk/>
            <pc:sldMk cId="2362422032" sldId="278"/>
            <ac:spMk id="2" creationId="{848EFE00-B934-91E0-17FC-716E22C218E5}"/>
          </ac:spMkLst>
        </pc:spChg>
        <pc:spChg chg="mod">
          <ac:chgData name="Berg, Dirk van den" userId="035ecb32-01d9-4b47-a105-eacf059a4647" providerId="ADAL" clId="{F7FF961E-CF96-44AC-93C2-93612F62D46D}" dt="2026-08-14T12:38:48.269" v="1125" actId="20577"/>
          <ac:spMkLst>
            <pc:docMk/>
            <pc:sldMk cId="2362422032" sldId="278"/>
            <ac:spMk id="3" creationId="{B875F5A7-1F99-D3FC-48B6-23904A32E12C}"/>
          </ac:spMkLst>
        </pc:spChg>
      </pc:sldChg>
      <pc:sldChg chg="addSp new mod modShow">
        <pc:chgData name="Berg, Dirk van den" userId="035ecb32-01d9-4b47-a105-eacf059a4647" providerId="ADAL" clId="{F7FF961E-CF96-44AC-93C2-93612F62D46D}" dt="2026-08-17T08:18:07.903" v="2065" actId="729"/>
        <pc:sldMkLst>
          <pc:docMk/>
          <pc:sldMk cId="915335761" sldId="279"/>
        </pc:sldMkLst>
        <pc:picChg chg="add">
          <ac:chgData name="Berg, Dirk van den" userId="035ecb32-01d9-4b47-a105-eacf059a4647" providerId="ADAL" clId="{F7FF961E-CF96-44AC-93C2-93612F62D46D}" dt="2026-08-14T09:22:22.544" v="230" actId="22"/>
          <ac:picMkLst>
            <pc:docMk/>
            <pc:sldMk cId="915335761" sldId="279"/>
            <ac:picMk id="5" creationId="{5C9CEED2-1F93-476B-3B0F-754C4B146414}"/>
          </ac:picMkLst>
        </pc:picChg>
      </pc:sldChg>
      <pc:sldChg chg="addSp new mod modShow">
        <pc:chgData name="Berg, Dirk van den" userId="035ecb32-01d9-4b47-a105-eacf059a4647" providerId="ADAL" clId="{F7FF961E-CF96-44AC-93C2-93612F62D46D}" dt="2026-08-17T08:18:07.903" v="2065" actId="729"/>
        <pc:sldMkLst>
          <pc:docMk/>
          <pc:sldMk cId="2119266793" sldId="280"/>
        </pc:sldMkLst>
        <pc:picChg chg="add">
          <ac:chgData name="Berg, Dirk van den" userId="035ecb32-01d9-4b47-a105-eacf059a4647" providerId="ADAL" clId="{F7FF961E-CF96-44AC-93C2-93612F62D46D}" dt="2026-08-14T09:22:28.730" v="231" actId="22"/>
          <ac:picMkLst>
            <pc:docMk/>
            <pc:sldMk cId="2119266793" sldId="280"/>
            <ac:picMk id="5" creationId="{C381A6FD-97E8-668C-5CDC-ADA73ADA0326}"/>
          </ac:picMkLst>
        </pc:picChg>
      </pc:sldChg>
      <pc:sldChg chg="addSp new mod modShow">
        <pc:chgData name="Berg, Dirk van den" userId="035ecb32-01d9-4b47-a105-eacf059a4647" providerId="ADAL" clId="{F7FF961E-CF96-44AC-93C2-93612F62D46D}" dt="2026-08-17T08:18:07.903" v="2065" actId="729"/>
        <pc:sldMkLst>
          <pc:docMk/>
          <pc:sldMk cId="3097432578" sldId="281"/>
        </pc:sldMkLst>
        <pc:picChg chg="add">
          <ac:chgData name="Berg, Dirk van den" userId="035ecb32-01d9-4b47-a105-eacf059a4647" providerId="ADAL" clId="{F7FF961E-CF96-44AC-93C2-93612F62D46D}" dt="2026-08-14T09:22:35.061" v="233" actId="22"/>
          <ac:picMkLst>
            <pc:docMk/>
            <pc:sldMk cId="3097432578" sldId="281"/>
            <ac:picMk id="5" creationId="{6F744C67-32DA-E4A2-50E0-6078536B3509}"/>
          </ac:picMkLst>
        </pc:picChg>
      </pc:sldChg>
      <pc:sldChg chg="addSp delSp modSp new mod">
        <pc:chgData name="Berg, Dirk van den" userId="035ecb32-01d9-4b47-a105-eacf059a4647" providerId="ADAL" clId="{F7FF961E-CF96-44AC-93C2-93612F62D46D}" dt="2026-08-17T08:14:52.232" v="2059" actId="6549"/>
        <pc:sldMkLst>
          <pc:docMk/>
          <pc:sldMk cId="4090731290" sldId="282"/>
        </pc:sldMkLst>
        <pc:spChg chg="mod">
          <ac:chgData name="Berg, Dirk van den" userId="035ecb32-01d9-4b47-a105-eacf059a4647" providerId="ADAL" clId="{F7FF961E-CF96-44AC-93C2-93612F62D46D}" dt="2026-08-14T09:33:32.380" v="279" actId="20577"/>
          <ac:spMkLst>
            <pc:docMk/>
            <pc:sldMk cId="4090731290" sldId="282"/>
            <ac:spMk id="2" creationId="{7CD82C34-C4D8-8EBA-9BC3-C50FF286104C}"/>
          </ac:spMkLst>
        </pc:spChg>
        <pc:spChg chg="mod">
          <ac:chgData name="Berg, Dirk van den" userId="035ecb32-01d9-4b47-a105-eacf059a4647" providerId="ADAL" clId="{F7FF961E-CF96-44AC-93C2-93612F62D46D}" dt="2026-08-17T08:14:52.232" v="2059" actId="6549"/>
          <ac:spMkLst>
            <pc:docMk/>
            <pc:sldMk cId="4090731290" sldId="282"/>
            <ac:spMk id="3" creationId="{B1F3D3DC-17B6-5800-C9ED-621B412B7FD6}"/>
          </ac:spMkLst>
        </pc:spChg>
        <pc:picChg chg="add mod">
          <ac:chgData name="Berg, Dirk van den" userId="035ecb32-01d9-4b47-a105-eacf059a4647" providerId="ADAL" clId="{F7FF961E-CF96-44AC-93C2-93612F62D46D}" dt="2026-08-14T12:39:36.137" v="1127" actId="1076"/>
          <ac:picMkLst>
            <pc:docMk/>
            <pc:sldMk cId="4090731290" sldId="282"/>
            <ac:picMk id="7" creationId="{2A87D1F2-CA70-4C19-A630-9AC667405CCA}"/>
          </ac:picMkLst>
        </pc:picChg>
      </pc:sldChg>
      <pc:sldChg chg="addSp modSp new mod modShow">
        <pc:chgData name="Berg, Dirk van den" userId="035ecb32-01d9-4b47-a105-eacf059a4647" providerId="ADAL" clId="{F7FF961E-CF96-44AC-93C2-93612F62D46D}" dt="2026-08-14T13:07:59.004" v="1167" actId="729"/>
        <pc:sldMkLst>
          <pc:docMk/>
          <pc:sldMk cId="2781532115" sldId="283"/>
        </pc:sldMkLst>
        <pc:spChg chg="mod">
          <ac:chgData name="Berg, Dirk van den" userId="035ecb32-01d9-4b47-a105-eacf059a4647" providerId="ADAL" clId="{F7FF961E-CF96-44AC-93C2-93612F62D46D}" dt="2026-08-14T09:36:47.187" v="366"/>
          <ac:spMkLst>
            <pc:docMk/>
            <pc:sldMk cId="2781532115" sldId="283"/>
            <ac:spMk id="2" creationId="{AC6DDAF0-E4EA-9D1A-6AF7-BF0468F41092}"/>
          </ac:spMkLst>
        </pc:spChg>
        <pc:spChg chg="add mod">
          <ac:chgData name="Berg, Dirk van den" userId="035ecb32-01d9-4b47-a105-eacf059a4647" providerId="ADAL" clId="{F7FF961E-CF96-44AC-93C2-93612F62D46D}" dt="2026-08-14T09:35:53.945" v="329" actId="1076"/>
          <ac:spMkLst>
            <pc:docMk/>
            <pc:sldMk cId="2781532115" sldId="283"/>
            <ac:spMk id="5" creationId="{EB2E2D34-C773-E7F8-30BB-B74636466295}"/>
          </ac:spMkLst>
        </pc:spChg>
        <pc:spChg chg="add mod">
          <ac:chgData name="Berg, Dirk van den" userId="035ecb32-01d9-4b47-a105-eacf059a4647" providerId="ADAL" clId="{F7FF961E-CF96-44AC-93C2-93612F62D46D}" dt="2026-08-14T09:36:49.747" v="368" actId="1076"/>
          <ac:spMkLst>
            <pc:docMk/>
            <pc:sldMk cId="2781532115" sldId="283"/>
            <ac:spMk id="7" creationId="{C31C99E3-555B-FE2C-C0AD-CC9793A19AD2}"/>
          </ac:spMkLst>
        </pc:spChg>
      </pc:sldChg>
      <pc:sldChg chg="addSp new mod modShow">
        <pc:chgData name="Berg, Dirk van den" userId="035ecb32-01d9-4b47-a105-eacf059a4647" providerId="ADAL" clId="{F7FF961E-CF96-44AC-93C2-93612F62D46D}" dt="2026-08-14T12:39:45.219" v="1128" actId="729"/>
        <pc:sldMkLst>
          <pc:docMk/>
          <pc:sldMk cId="524601953" sldId="284"/>
        </pc:sldMkLst>
        <pc:picChg chg="add">
          <ac:chgData name="Berg, Dirk van den" userId="035ecb32-01d9-4b47-a105-eacf059a4647" providerId="ADAL" clId="{F7FF961E-CF96-44AC-93C2-93612F62D46D}" dt="2026-08-14T09:44:53.044" v="370" actId="22"/>
          <ac:picMkLst>
            <pc:docMk/>
            <pc:sldMk cId="524601953" sldId="284"/>
            <ac:picMk id="5" creationId="{0619C031-44B3-3CB8-2200-AC159A694BEF}"/>
          </ac:picMkLst>
        </pc:picChg>
      </pc:sldChg>
      <pc:sldChg chg="modSp new mod modShow">
        <pc:chgData name="Berg, Dirk van den" userId="035ecb32-01d9-4b47-a105-eacf059a4647" providerId="ADAL" clId="{F7FF961E-CF96-44AC-93C2-93612F62D46D}" dt="2026-08-14T13:07:51.461" v="1166" actId="729"/>
        <pc:sldMkLst>
          <pc:docMk/>
          <pc:sldMk cId="103607298" sldId="285"/>
        </pc:sldMkLst>
        <pc:spChg chg="mod">
          <ac:chgData name="Berg, Dirk van den" userId="035ecb32-01d9-4b47-a105-eacf059a4647" providerId="ADAL" clId="{F7FF961E-CF96-44AC-93C2-93612F62D46D}" dt="2026-08-14T12:02:25.188" v="456" actId="20577"/>
          <ac:spMkLst>
            <pc:docMk/>
            <pc:sldMk cId="103607298" sldId="285"/>
            <ac:spMk id="2" creationId="{8FCCC01F-9A31-9F37-4018-A068427C2A89}"/>
          </ac:spMkLst>
        </pc:spChg>
        <pc:spChg chg="mod">
          <ac:chgData name="Berg, Dirk van den" userId="035ecb32-01d9-4b47-a105-eacf059a4647" providerId="ADAL" clId="{F7FF961E-CF96-44AC-93C2-93612F62D46D}" dt="2026-08-14T12:02:17.488" v="424" actId="27636"/>
          <ac:spMkLst>
            <pc:docMk/>
            <pc:sldMk cId="103607298" sldId="285"/>
            <ac:spMk id="3" creationId="{5045BE1D-73A3-7D06-209A-B6A678F75331}"/>
          </ac:spMkLst>
        </pc:spChg>
      </pc:sldChg>
      <pc:sldChg chg="modSp new mod">
        <pc:chgData name="Berg, Dirk van den" userId="035ecb32-01d9-4b47-a105-eacf059a4647" providerId="ADAL" clId="{F7FF961E-CF96-44AC-93C2-93612F62D46D}" dt="2026-08-17T09:09:01.108" v="2511" actId="20577"/>
        <pc:sldMkLst>
          <pc:docMk/>
          <pc:sldMk cId="1102904052" sldId="286"/>
        </pc:sldMkLst>
        <pc:spChg chg="mod">
          <ac:chgData name="Berg, Dirk van den" userId="035ecb32-01d9-4b47-a105-eacf059a4647" providerId="ADAL" clId="{F7FF961E-CF96-44AC-93C2-93612F62D46D}" dt="2026-08-17T09:09:01.108" v="2511" actId="20577"/>
          <ac:spMkLst>
            <pc:docMk/>
            <pc:sldMk cId="1102904052" sldId="286"/>
            <ac:spMk id="2" creationId="{E4CF13AF-1A12-ED80-DE59-4C5616720E68}"/>
          </ac:spMkLst>
        </pc:spChg>
        <pc:spChg chg="mod">
          <ac:chgData name="Berg, Dirk van den" userId="035ecb32-01d9-4b47-a105-eacf059a4647" providerId="ADAL" clId="{F7FF961E-CF96-44AC-93C2-93612F62D46D}" dt="2026-08-17T08:41:45.402" v="2177" actId="20577"/>
          <ac:spMkLst>
            <pc:docMk/>
            <pc:sldMk cId="1102904052" sldId="286"/>
            <ac:spMk id="3" creationId="{A397E29C-EA55-3CD2-9E0C-4507D5578F3D}"/>
          </ac:spMkLst>
        </pc:spChg>
      </pc:sldChg>
      <pc:sldChg chg="modSp new mod">
        <pc:chgData name="Berg, Dirk van den" userId="035ecb32-01d9-4b47-a105-eacf059a4647" providerId="ADAL" clId="{F7FF961E-CF96-44AC-93C2-93612F62D46D}" dt="2026-08-14T12:18:33.463" v="748" actId="20577"/>
        <pc:sldMkLst>
          <pc:docMk/>
          <pc:sldMk cId="69537409" sldId="287"/>
        </pc:sldMkLst>
        <pc:spChg chg="mod">
          <ac:chgData name="Berg, Dirk van den" userId="035ecb32-01d9-4b47-a105-eacf059a4647" providerId="ADAL" clId="{F7FF961E-CF96-44AC-93C2-93612F62D46D}" dt="2026-08-14T12:18:33.463" v="748" actId="20577"/>
          <ac:spMkLst>
            <pc:docMk/>
            <pc:sldMk cId="69537409" sldId="287"/>
            <ac:spMk id="2" creationId="{33C9E7FA-BBC5-C176-4EFE-65F8C9829EF4}"/>
          </ac:spMkLst>
        </pc:spChg>
      </pc:sldChg>
      <pc:sldChg chg="modSp add mod">
        <pc:chgData name="Berg, Dirk van den" userId="035ecb32-01d9-4b47-a105-eacf059a4647" providerId="ADAL" clId="{F7FF961E-CF96-44AC-93C2-93612F62D46D}" dt="2026-08-14T12:18:47.761" v="759" actId="20577"/>
        <pc:sldMkLst>
          <pc:docMk/>
          <pc:sldMk cId="1712353094" sldId="288"/>
        </pc:sldMkLst>
        <pc:spChg chg="mod">
          <ac:chgData name="Berg, Dirk van den" userId="035ecb32-01d9-4b47-a105-eacf059a4647" providerId="ADAL" clId="{F7FF961E-CF96-44AC-93C2-93612F62D46D}" dt="2026-08-14T12:18:47.761" v="759" actId="20577"/>
          <ac:spMkLst>
            <pc:docMk/>
            <pc:sldMk cId="1712353094" sldId="288"/>
            <ac:spMk id="2" creationId="{6F2D63BF-6ABB-178A-4EC1-19E4483587F5}"/>
          </ac:spMkLst>
        </pc:spChg>
      </pc:sldChg>
      <pc:sldChg chg="add">
        <pc:chgData name="Berg, Dirk van den" userId="035ecb32-01d9-4b47-a105-eacf059a4647" providerId="ADAL" clId="{F7FF961E-CF96-44AC-93C2-93612F62D46D}" dt="2026-08-17T08:42:14.476" v="2187"/>
        <pc:sldMkLst>
          <pc:docMk/>
          <pc:sldMk cId="2295758840" sldId="548"/>
        </pc:sldMkLst>
      </pc:sldChg>
      <pc:sldChg chg="add">
        <pc:chgData name="Berg, Dirk van den" userId="035ecb32-01d9-4b47-a105-eacf059a4647" providerId="ADAL" clId="{F7FF961E-CF96-44AC-93C2-93612F62D46D}" dt="2026-08-17T08:42:14.476" v="2187"/>
        <pc:sldMkLst>
          <pc:docMk/>
          <pc:sldMk cId="3709291635" sldId="549"/>
        </pc:sldMkLst>
      </pc:sldChg>
      <pc:sldChg chg="add">
        <pc:chgData name="Berg, Dirk van den" userId="035ecb32-01d9-4b47-a105-eacf059a4647" providerId="ADAL" clId="{F7FF961E-CF96-44AC-93C2-93612F62D46D}" dt="2026-08-17T08:42:14.476" v="2187"/>
        <pc:sldMkLst>
          <pc:docMk/>
          <pc:sldMk cId="2660318520" sldId="569"/>
        </pc:sldMkLst>
      </pc:sldChg>
      <pc:sldChg chg="addSp new mod">
        <pc:chgData name="Berg, Dirk van den" userId="035ecb32-01d9-4b47-a105-eacf059a4647" providerId="ADAL" clId="{F7FF961E-CF96-44AC-93C2-93612F62D46D}" dt="2026-08-14T12:23:17.396" v="971" actId="22"/>
        <pc:sldMkLst>
          <pc:docMk/>
          <pc:sldMk cId="3900344927" sldId="570"/>
        </pc:sldMkLst>
        <pc:picChg chg="add">
          <ac:chgData name="Berg, Dirk van den" userId="035ecb32-01d9-4b47-a105-eacf059a4647" providerId="ADAL" clId="{F7FF961E-CF96-44AC-93C2-93612F62D46D}" dt="2026-08-14T12:23:17.396" v="971" actId="22"/>
          <ac:picMkLst>
            <pc:docMk/>
            <pc:sldMk cId="3900344927" sldId="570"/>
            <ac:picMk id="5" creationId="{10ECFD94-6CE8-8DE4-98CF-DE11B91CD3C0}"/>
          </ac:picMkLst>
        </pc:picChg>
      </pc:sldChg>
      <pc:sldChg chg="addSp new mod">
        <pc:chgData name="Berg, Dirk van den" userId="035ecb32-01d9-4b47-a105-eacf059a4647" providerId="ADAL" clId="{F7FF961E-CF96-44AC-93C2-93612F62D46D}" dt="2026-08-14T12:23:24.141" v="972" actId="22"/>
        <pc:sldMkLst>
          <pc:docMk/>
          <pc:sldMk cId="4178264981" sldId="571"/>
        </pc:sldMkLst>
        <pc:picChg chg="add">
          <ac:chgData name="Berg, Dirk van den" userId="035ecb32-01d9-4b47-a105-eacf059a4647" providerId="ADAL" clId="{F7FF961E-CF96-44AC-93C2-93612F62D46D}" dt="2026-08-14T12:23:24.141" v="972" actId="22"/>
          <ac:picMkLst>
            <pc:docMk/>
            <pc:sldMk cId="4178264981" sldId="571"/>
            <ac:picMk id="5" creationId="{8197C318-124F-364A-E052-9F031CA32CBA}"/>
          </ac:picMkLst>
        </pc:picChg>
      </pc:sldChg>
      <pc:sldChg chg="addSp new mod modShow">
        <pc:chgData name="Berg, Dirk van den" userId="035ecb32-01d9-4b47-a105-eacf059a4647" providerId="ADAL" clId="{F7FF961E-CF96-44AC-93C2-93612F62D46D}" dt="2026-08-17T08:15:02.892" v="2060" actId="729"/>
        <pc:sldMkLst>
          <pc:docMk/>
          <pc:sldMk cId="1074964946" sldId="572"/>
        </pc:sldMkLst>
        <pc:picChg chg="add">
          <ac:chgData name="Berg, Dirk van den" userId="035ecb32-01d9-4b47-a105-eacf059a4647" providerId="ADAL" clId="{F7FF961E-CF96-44AC-93C2-93612F62D46D}" dt="2026-08-14T12:24:27.266" v="1027" actId="22"/>
          <ac:picMkLst>
            <pc:docMk/>
            <pc:sldMk cId="1074964946" sldId="572"/>
            <ac:picMk id="5" creationId="{5531C489-3DC5-9D0B-B84B-8F8D1DB16911}"/>
          </ac:picMkLst>
        </pc:picChg>
      </pc:sldChg>
      <pc:sldChg chg="addSp new mod modShow">
        <pc:chgData name="Berg, Dirk van den" userId="035ecb32-01d9-4b47-a105-eacf059a4647" providerId="ADAL" clId="{F7FF961E-CF96-44AC-93C2-93612F62D46D}" dt="2026-08-17T08:15:18.816" v="2062" actId="729"/>
        <pc:sldMkLst>
          <pc:docMk/>
          <pc:sldMk cId="135752987" sldId="573"/>
        </pc:sldMkLst>
        <pc:picChg chg="add">
          <ac:chgData name="Berg, Dirk van den" userId="035ecb32-01d9-4b47-a105-eacf059a4647" providerId="ADAL" clId="{F7FF961E-CF96-44AC-93C2-93612F62D46D}" dt="2026-08-14T12:24:34.650" v="1028" actId="22"/>
          <ac:picMkLst>
            <pc:docMk/>
            <pc:sldMk cId="135752987" sldId="573"/>
            <ac:picMk id="5" creationId="{0F466354-3D43-26D2-677D-9389B189F92D}"/>
          </ac:picMkLst>
        </pc:picChg>
      </pc:sldChg>
      <pc:sldChg chg="addSp modSp add mod">
        <pc:chgData name="Berg, Dirk van den" userId="035ecb32-01d9-4b47-a105-eacf059a4647" providerId="ADAL" clId="{F7FF961E-CF96-44AC-93C2-93612F62D46D}" dt="2026-08-17T08:31:08.049" v="2082" actId="1076"/>
        <pc:sldMkLst>
          <pc:docMk/>
          <pc:sldMk cId="2649261491" sldId="574"/>
        </pc:sldMkLst>
        <pc:spChg chg="add mod">
          <ac:chgData name="Berg, Dirk van den" userId="035ecb32-01d9-4b47-a105-eacf059a4647" providerId="ADAL" clId="{F7FF961E-CF96-44AC-93C2-93612F62D46D}" dt="2026-08-17T08:31:08.049" v="2082" actId="1076"/>
          <ac:spMkLst>
            <pc:docMk/>
            <pc:sldMk cId="2649261491" sldId="574"/>
            <ac:spMk id="4" creationId="{3DDB0F54-2289-9626-2EB0-20D57004A4C0}"/>
          </ac:spMkLst>
        </pc:spChg>
      </pc:sldChg>
      <pc:sldChg chg="addSp new mod modShow">
        <pc:chgData name="Berg, Dirk van den" userId="035ecb32-01d9-4b47-a105-eacf059a4647" providerId="ADAL" clId="{F7FF961E-CF96-44AC-93C2-93612F62D46D}" dt="2026-08-17T08:18:34.699" v="2066" actId="729"/>
        <pc:sldMkLst>
          <pc:docMk/>
          <pc:sldMk cId="3653855973" sldId="575"/>
        </pc:sldMkLst>
        <pc:picChg chg="add">
          <ac:chgData name="Berg, Dirk van den" userId="035ecb32-01d9-4b47-a105-eacf059a4647" providerId="ADAL" clId="{F7FF961E-CF96-44AC-93C2-93612F62D46D}" dt="2026-08-14T12:24:42.965" v="1031" actId="22"/>
          <ac:picMkLst>
            <pc:docMk/>
            <pc:sldMk cId="3653855973" sldId="575"/>
            <ac:picMk id="5" creationId="{DDE1EC68-5397-DA28-5416-3431A748B221}"/>
          </ac:picMkLst>
        </pc:picChg>
      </pc:sldChg>
      <pc:sldChg chg="addSp new mod modShow">
        <pc:chgData name="Berg, Dirk van den" userId="035ecb32-01d9-4b47-a105-eacf059a4647" providerId="ADAL" clId="{F7FF961E-CF96-44AC-93C2-93612F62D46D}" dt="2026-08-17T08:15:08.434" v="2061" actId="729"/>
        <pc:sldMkLst>
          <pc:docMk/>
          <pc:sldMk cId="1519164697" sldId="576"/>
        </pc:sldMkLst>
        <pc:picChg chg="add">
          <ac:chgData name="Berg, Dirk van den" userId="035ecb32-01d9-4b47-a105-eacf059a4647" providerId="ADAL" clId="{F7FF961E-CF96-44AC-93C2-93612F62D46D}" dt="2026-08-14T12:24:47.877" v="1032" actId="22"/>
          <ac:picMkLst>
            <pc:docMk/>
            <pc:sldMk cId="1519164697" sldId="576"/>
            <ac:picMk id="5" creationId="{498E277B-4565-75B5-60FE-EE43E2A0096D}"/>
          </ac:picMkLst>
        </pc:picChg>
      </pc:sldChg>
      <pc:sldChg chg="modSp new mod modShow">
        <pc:chgData name="Berg, Dirk van den" userId="035ecb32-01d9-4b47-a105-eacf059a4647" providerId="ADAL" clId="{F7FF961E-CF96-44AC-93C2-93612F62D46D}" dt="2026-08-17T08:42:04.237" v="2185" actId="729"/>
        <pc:sldMkLst>
          <pc:docMk/>
          <pc:sldMk cId="2085316742" sldId="577"/>
        </pc:sldMkLst>
        <pc:spChg chg="mod">
          <ac:chgData name="Berg, Dirk van den" userId="035ecb32-01d9-4b47-a105-eacf059a4647" providerId="ADAL" clId="{F7FF961E-CF96-44AC-93C2-93612F62D46D}" dt="2026-08-14T13:01:03.517" v="1139" actId="20577"/>
          <ac:spMkLst>
            <pc:docMk/>
            <pc:sldMk cId="2085316742" sldId="577"/>
            <ac:spMk id="2" creationId="{474EAA53-FE87-7C4B-B29A-331DD563AB9E}"/>
          </ac:spMkLst>
        </pc:spChg>
        <pc:spChg chg="mod">
          <ac:chgData name="Berg, Dirk van den" userId="035ecb32-01d9-4b47-a105-eacf059a4647" providerId="ADAL" clId="{F7FF961E-CF96-44AC-93C2-93612F62D46D}" dt="2026-08-14T13:06:51.780" v="1165"/>
          <ac:spMkLst>
            <pc:docMk/>
            <pc:sldMk cId="2085316742" sldId="577"/>
            <ac:spMk id="3" creationId="{BC54208A-0C22-8B16-5BF5-B7B4FE4D3670}"/>
          </ac:spMkLst>
        </pc:spChg>
      </pc:sldChg>
      <pc:sldChg chg="addSp new mod modShow">
        <pc:chgData name="Berg, Dirk van den" userId="035ecb32-01d9-4b47-a105-eacf059a4647" providerId="ADAL" clId="{F7FF961E-CF96-44AC-93C2-93612F62D46D}" dt="2026-08-17T08:42:04.237" v="2185" actId="729"/>
        <pc:sldMkLst>
          <pc:docMk/>
          <pc:sldMk cId="850276229" sldId="578"/>
        </pc:sldMkLst>
        <pc:picChg chg="add">
          <ac:chgData name="Berg, Dirk van den" userId="035ecb32-01d9-4b47-a105-eacf059a4647" providerId="ADAL" clId="{F7FF961E-CF96-44AC-93C2-93612F62D46D}" dt="2026-08-14T13:01:05.674" v="1141" actId="22"/>
          <ac:picMkLst>
            <pc:docMk/>
            <pc:sldMk cId="850276229" sldId="578"/>
            <ac:picMk id="5" creationId="{10C9E060-44D8-B0DE-9F28-8A3A0EEBD5CA}"/>
          </ac:picMkLst>
        </pc:picChg>
      </pc:sldChg>
      <pc:sldChg chg="addSp new mod modShow">
        <pc:chgData name="Berg, Dirk van den" userId="035ecb32-01d9-4b47-a105-eacf059a4647" providerId="ADAL" clId="{F7FF961E-CF96-44AC-93C2-93612F62D46D}" dt="2026-08-17T08:42:04.237" v="2185" actId="729"/>
        <pc:sldMkLst>
          <pc:docMk/>
          <pc:sldMk cId="2122919995" sldId="579"/>
        </pc:sldMkLst>
        <pc:picChg chg="add">
          <ac:chgData name="Berg, Dirk van den" userId="035ecb32-01d9-4b47-a105-eacf059a4647" providerId="ADAL" clId="{F7FF961E-CF96-44AC-93C2-93612F62D46D}" dt="2026-08-14T13:01:21.568" v="1143" actId="22"/>
          <ac:picMkLst>
            <pc:docMk/>
            <pc:sldMk cId="2122919995" sldId="579"/>
            <ac:picMk id="5" creationId="{DC695BFE-ABDF-0C51-96E7-FE138D03B18B}"/>
          </ac:picMkLst>
        </pc:picChg>
      </pc:sldChg>
      <pc:sldChg chg="addSp new mod modShow modNotesTx">
        <pc:chgData name="Berg, Dirk van den" userId="035ecb32-01d9-4b47-a105-eacf059a4647" providerId="ADAL" clId="{F7FF961E-CF96-44AC-93C2-93612F62D46D}" dt="2026-08-17T08:42:04.237" v="2185" actId="729"/>
        <pc:sldMkLst>
          <pc:docMk/>
          <pc:sldMk cId="110353410" sldId="580"/>
        </pc:sldMkLst>
        <pc:picChg chg="add">
          <ac:chgData name="Berg, Dirk van den" userId="035ecb32-01d9-4b47-a105-eacf059a4647" providerId="ADAL" clId="{F7FF961E-CF96-44AC-93C2-93612F62D46D}" dt="2026-08-14T13:05:53.861" v="1145" actId="22"/>
          <ac:picMkLst>
            <pc:docMk/>
            <pc:sldMk cId="110353410" sldId="580"/>
            <ac:picMk id="5" creationId="{F5A0C394-F9F6-0AF8-4B1E-464D2BA8C3F6}"/>
          </ac:picMkLst>
        </pc:picChg>
      </pc:sldChg>
      <pc:sldChg chg="modSp new mod modShow">
        <pc:chgData name="Berg, Dirk van den" userId="035ecb32-01d9-4b47-a105-eacf059a4647" providerId="ADAL" clId="{F7FF961E-CF96-44AC-93C2-93612F62D46D}" dt="2026-08-17T08:31:47.020" v="2084" actId="729"/>
        <pc:sldMkLst>
          <pc:docMk/>
          <pc:sldMk cId="2063680034" sldId="581"/>
        </pc:sldMkLst>
        <pc:spChg chg="mod">
          <ac:chgData name="Berg, Dirk van den" userId="035ecb32-01d9-4b47-a105-eacf059a4647" providerId="ADAL" clId="{F7FF961E-CF96-44AC-93C2-93612F62D46D}" dt="2026-08-14T13:10:00.956" v="1188" actId="20577"/>
          <ac:spMkLst>
            <pc:docMk/>
            <pc:sldMk cId="2063680034" sldId="581"/>
            <ac:spMk id="2" creationId="{FFE72E61-F565-5E60-D116-9D25F412C44F}"/>
          </ac:spMkLst>
        </pc:spChg>
        <pc:spChg chg="mod">
          <ac:chgData name="Berg, Dirk van den" userId="035ecb32-01d9-4b47-a105-eacf059a4647" providerId="ADAL" clId="{F7FF961E-CF96-44AC-93C2-93612F62D46D}" dt="2026-08-14T13:14:11.362" v="1212" actId="20577"/>
          <ac:spMkLst>
            <pc:docMk/>
            <pc:sldMk cId="2063680034" sldId="581"/>
            <ac:spMk id="3" creationId="{AB8FA0EA-5F7D-041F-51D2-818A5EECE8A3}"/>
          </ac:spMkLst>
        </pc:spChg>
      </pc:sldChg>
      <pc:sldChg chg="modSp new mod modShow">
        <pc:chgData name="Berg, Dirk van den" userId="035ecb32-01d9-4b47-a105-eacf059a4647" providerId="ADAL" clId="{F7FF961E-CF96-44AC-93C2-93612F62D46D}" dt="2026-08-17T08:31:47.020" v="2084" actId="729"/>
        <pc:sldMkLst>
          <pc:docMk/>
          <pc:sldMk cId="147698523" sldId="582"/>
        </pc:sldMkLst>
        <pc:spChg chg="mod">
          <ac:chgData name="Berg, Dirk van den" userId="035ecb32-01d9-4b47-a105-eacf059a4647" providerId="ADAL" clId="{F7FF961E-CF96-44AC-93C2-93612F62D46D}" dt="2026-08-14T13:22:24.550" v="1589"/>
          <ac:spMkLst>
            <pc:docMk/>
            <pc:sldMk cId="147698523" sldId="582"/>
            <ac:spMk id="3" creationId="{0A632A93-36AA-46F7-25A1-6D26D42318C3}"/>
          </ac:spMkLst>
        </pc:spChg>
      </pc:sldChg>
      <pc:sldChg chg="modSp new mod ord modShow">
        <pc:chgData name="Berg, Dirk van den" userId="035ecb32-01d9-4b47-a105-eacf059a4647" providerId="ADAL" clId="{F7FF961E-CF96-44AC-93C2-93612F62D46D}" dt="2026-08-17T08:31:20.091" v="2083" actId="729"/>
        <pc:sldMkLst>
          <pc:docMk/>
          <pc:sldMk cId="2178728569" sldId="583"/>
        </pc:sldMkLst>
        <pc:spChg chg="mod">
          <ac:chgData name="Berg, Dirk van den" userId="035ecb32-01d9-4b47-a105-eacf059a4647" providerId="ADAL" clId="{F7FF961E-CF96-44AC-93C2-93612F62D46D}" dt="2026-08-14T13:19:16.666" v="1468" actId="20577"/>
          <ac:spMkLst>
            <pc:docMk/>
            <pc:sldMk cId="2178728569" sldId="583"/>
            <ac:spMk id="2" creationId="{4128F694-5C29-7B75-6D1B-504B5EFE9FAE}"/>
          </ac:spMkLst>
        </pc:spChg>
        <pc:spChg chg="mod">
          <ac:chgData name="Berg, Dirk van den" userId="035ecb32-01d9-4b47-a105-eacf059a4647" providerId="ADAL" clId="{F7FF961E-CF96-44AC-93C2-93612F62D46D}" dt="2026-08-14T13:26:10.338" v="1638" actId="20577"/>
          <ac:spMkLst>
            <pc:docMk/>
            <pc:sldMk cId="2178728569" sldId="583"/>
            <ac:spMk id="3" creationId="{F5803C55-312E-3DDB-FEF0-D8FD2559701B}"/>
          </ac:spMkLst>
        </pc:spChg>
      </pc:sldChg>
      <pc:sldChg chg="addSp delSp modSp new mod modShow">
        <pc:chgData name="Berg, Dirk van den" userId="035ecb32-01d9-4b47-a105-eacf059a4647" providerId="ADAL" clId="{F7FF961E-CF96-44AC-93C2-93612F62D46D}" dt="2026-08-17T08:44:30.502" v="2190" actId="729"/>
        <pc:sldMkLst>
          <pc:docMk/>
          <pc:sldMk cId="3194927180" sldId="585"/>
        </pc:sldMkLst>
        <pc:picChg chg="add">
          <ac:chgData name="Berg, Dirk van den" userId="035ecb32-01d9-4b47-a105-eacf059a4647" providerId="ADAL" clId="{F7FF961E-CF96-44AC-93C2-93612F62D46D}" dt="2026-08-15T12:11:58.366" v="1667" actId="22"/>
          <ac:picMkLst>
            <pc:docMk/>
            <pc:sldMk cId="3194927180" sldId="585"/>
            <ac:picMk id="9" creationId="{CE98908B-646D-6E7E-568C-85F2B8C79830}"/>
          </ac:picMkLst>
        </pc:picChg>
      </pc:sldChg>
      <pc:sldChg chg="addSp delSp new mod modShow">
        <pc:chgData name="Berg, Dirk van den" userId="035ecb32-01d9-4b47-a105-eacf059a4647" providerId="ADAL" clId="{F7FF961E-CF96-44AC-93C2-93612F62D46D}" dt="2026-08-17T08:44:30.502" v="2190" actId="729"/>
        <pc:sldMkLst>
          <pc:docMk/>
          <pc:sldMk cId="3111997744" sldId="586"/>
        </pc:sldMkLst>
        <pc:picChg chg="add">
          <ac:chgData name="Berg, Dirk van den" userId="035ecb32-01d9-4b47-a105-eacf059a4647" providerId="ADAL" clId="{F7FF961E-CF96-44AC-93C2-93612F62D46D}" dt="2026-08-15T12:12:06.447" v="1669" actId="22"/>
          <ac:picMkLst>
            <pc:docMk/>
            <pc:sldMk cId="3111997744" sldId="586"/>
            <ac:picMk id="9" creationId="{9CBAE042-C631-8FA8-85C2-F71CEB289D07}"/>
          </ac:picMkLst>
        </pc:picChg>
      </pc:sldChg>
      <pc:sldChg chg="addSp delSp new mod modShow">
        <pc:chgData name="Berg, Dirk van den" userId="035ecb32-01d9-4b47-a105-eacf059a4647" providerId="ADAL" clId="{F7FF961E-CF96-44AC-93C2-93612F62D46D}" dt="2026-08-17T08:44:30.502" v="2190" actId="729"/>
        <pc:sldMkLst>
          <pc:docMk/>
          <pc:sldMk cId="614594079" sldId="587"/>
        </pc:sldMkLst>
        <pc:picChg chg="add">
          <ac:chgData name="Berg, Dirk van den" userId="035ecb32-01d9-4b47-a105-eacf059a4647" providerId="ADAL" clId="{F7FF961E-CF96-44AC-93C2-93612F62D46D}" dt="2026-08-15T11:47:43.765" v="1658" actId="22"/>
          <ac:picMkLst>
            <pc:docMk/>
            <pc:sldMk cId="614594079" sldId="587"/>
            <ac:picMk id="7" creationId="{76B494CB-52FC-666E-DE3D-7CC507CCF6E0}"/>
          </ac:picMkLst>
        </pc:picChg>
      </pc:sldChg>
      <pc:sldChg chg="addSp new mod modShow">
        <pc:chgData name="Berg, Dirk van den" userId="035ecb32-01d9-4b47-a105-eacf059a4647" providerId="ADAL" clId="{F7FF961E-CF96-44AC-93C2-93612F62D46D}" dt="2026-08-17T08:44:30.502" v="2190" actId="729"/>
        <pc:sldMkLst>
          <pc:docMk/>
          <pc:sldMk cId="3240331677" sldId="588"/>
        </pc:sldMkLst>
        <pc:picChg chg="add">
          <ac:chgData name="Berg, Dirk van den" userId="035ecb32-01d9-4b47-a105-eacf059a4647" providerId="ADAL" clId="{F7FF961E-CF96-44AC-93C2-93612F62D46D}" dt="2026-08-15T12:11:37.797" v="1665" actId="22"/>
          <ac:picMkLst>
            <pc:docMk/>
            <pc:sldMk cId="3240331677" sldId="588"/>
            <ac:picMk id="5" creationId="{F64CDA64-CB4E-3313-31C3-71298716DBDD}"/>
          </ac:picMkLst>
        </pc:picChg>
      </pc:sldChg>
      <pc:sldChg chg="addSp new mod modShow">
        <pc:chgData name="Berg, Dirk van den" userId="035ecb32-01d9-4b47-a105-eacf059a4647" providerId="ADAL" clId="{F7FF961E-CF96-44AC-93C2-93612F62D46D}" dt="2026-08-17T08:44:30.502" v="2190" actId="729"/>
        <pc:sldMkLst>
          <pc:docMk/>
          <pc:sldMk cId="13338095" sldId="589"/>
        </pc:sldMkLst>
        <pc:picChg chg="add">
          <ac:chgData name="Berg, Dirk van den" userId="035ecb32-01d9-4b47-a105-eacf059a4647" providerId="ADAL" clId="{F7FF961E-CF96-44AC-93C2-93612F62D46D}" dt="2026-08-15T12:12:25.840" v="1671" actId="22"/>
          <ac:picMkLst>
            <pc:docMk/>
            <pc:sldMk cId="13338095" sldId="589"/>
            <ac:picMk id="5" creationId="{928D32AA-521E-1B08-F09D-49D3C921B825}"/>
          </ac:picMkLst>
        </pc:picChg>
      </pc:sldChg>
      <pc:sldChg chg="modSp new mod modShow">
        <pc:chgData name="Berg, Dirk van den" userId="035ecb32-01d9-4b47-a105-eacf059a4647" providerId="ADAL" clId="{F7FF961E-CF96-44AC-93C2-93612F62D46D}" dt="2026-08-17T08:44:36.519" v="2191" actId="729"/>
        <pc:sldMkLst>
          <pc:docMk/>
          <pc:sldMk cId="415045627" sldId="590"/>
        </pc:sldMkLst>
        <pc:spChg chg="mod">
          <ac:chgData name="Berg, Dirk van den" userId="035ecb32-01d9-4b47-a105-eacf059a4647" providerId="ADAL" clId="{F7FF961E-CF96-44AC-93C2-93612F62D46D}" dt="2026-08-15T12:13:01.342" v="1728" actId="20577"/>
          <ac:spMkLst>
            <pc:docMk/>
            <pc:sldMk cId="415045627" sldId="590"/>
            <ac:spMk id="2" creationId="{296E4125-4924-9C8F-E01B-BF1AACC3DFDA}"/>
          </ac:spMkLst>
        </pc:spChg>
      </pc:sldChg>
      <pc:sldChg chg="addSp modSp new mod modShow">
        <pc:chgData name="Berg, Dirk van den" userId="035ecb32-01d9-4b47-a105-eacf059a4647" providerId="ADAL" clId="{F7FF961E-CF96-44AC-93C2-93612F62D46D}" dt="2026-08-17T08:44:36.519" v="2191" actId="729"/>
        <pc:sldMkLst>
          <pc:docMk/>
          <pc:sldMk cId="623193363" sldId="591"/>
        </pc:sldMkLst>
        <pc:spChg chg="add">
          <ac:chgData name="Berg, Dirk van den" userId="035ecb32-01d9-4b47-a105-eacf059a4647" providerId="ADAL" clId="{F7FF961E-CF96-44AC-93C2-93612F62D46D}" dt="2026-08-15T18:13:33.353" v="1730" actId="22"/>
          <ac:spMkLst>
            <pc:docMk/>
            <pc:sldMk cId="623193363" sldId="591"/>
            <ac:spMk id="5" creationId="{30F9AC57-23C1-A5C7-DFA1-ACCCB50F6B28}"/>
          </ac:spMkLst>
        </pc:spChg>
        <pc:spChg chg="add mod">
          <ac:chgData name="Berg, Dirk van den" userId="035ecb32-01d9-4b47-a105-eacf059a4647" providerId="ADAL" clId="{F7FF961E-CF96-44AC-93C2-93612F62D46D}" dt="2026-08-15T18:17:40.359" v="1732" actId="1076"/>
          <ac:spMkLst>
            <pc:docMk/>
            <pc:sldMk cId="623193363" sldId="591"/>
            <ac:spMk id="7" creationId="{F2920B6D-438D-138D-3F59-6BBCB98A46A2}"/>
          </ac:spMkLst>
        </pc:spChg>
        <pc:spChg chg="add mod">
          <ac:chgData name="Berg, Dirk van den" userId="035ecb32-01d9-4b47-a105-eacf059a4647" providerId="ADAL" clId="{F7FF961E-CF96-44AC-93C2-93612F62D46D}" dt="2026-08-15T18:49:16.883" v="1734" actId="1076"/>
          <ac:spMkLst>
            <pc:docMk/>
            <pc:sldMk cId="623193363" sldId="591"/>
            <ac:spMk id="9" creationId="{FD6EF8F7-1308-D1AD-0153-0FD866A69FEA}"/>
          </ac:spMkLst>
        </pc:spChg>
      </pc:sldChg>
      <pc:sldChg chg="modSp new mod ord modShow">
        <pc:chgData name="Berg, Dirk van den" userId="035ecb32-01d9-4b47-a105-eacf059a4647" providerId="ADAL" clId="{F7FF961E-CF96-44AC-93C2-93612F62D46D}" dt="2026-08-17T08:44:55.253" v="2196" actId="729"/>
        <pc:sldMkLst>
          <pc:docMk/>
          <pc:sldMk cId="2726925707" sldId="592"/>
        </pc:sldMkLst>
        <pc:spChg chg="mod">
          <ac:chgData name="Berg, Dirk van den" userId="035ecb32-01d9-4b47-a105-eacf059a4647" providerId="ADAL" clId="{F7FF961E-CF96-44AC-93C2-93612F62D46D}" dt="2026-08-17T06:41:05.376" v="1736"/>
          <ac:spMkLst>
            <pc:docMk/>
            <pc:sldMk cId="2726925707" sldId="592"/>
            <ac:spMk id="3" creationId="{72DBE2EF-B233-AF4B-76B6-987E962DBF92}"/>
          </ac:spMkLst>
        </pc:spChg>
      </pc:sldChg>
      <pc:sldChg chg="addSp modSp new mod ord modShow">
        <pc:chgData name="Berg, Dirk van den" userId="035ecb32-01d9-4b47-a105-eacf059a4647" providerId="ADAL" clId="{F7FF961E-CF96-44AC-93C2-93612F62D46D}" dt="2026-08-17T09:01:09.245" v="2496" actId="1076"/>
        <pc:sldMkLst>
          <pc:docMk/>
          <pc:sldMk cId="1427669264" sldId="593"/>
        </pc:sldMkLst>
        <pc:spChg chg="mod">
          <ac:chgData name="Berg, Dirk van den" userId="035ecb32-01d9-4b47-a105-eacf059a4647" providerId="ADAL" clId="{F7FF961E-CF96-44AC-93C2-93612F62D46D}" dt="2026-08-17T08:09:52.182" v="2055" actId="20577"/>
          <ac:spMkLst>
            <pc:docMk/>
            <pc:sldMk cId="1427669264" sldId="593"/>
            <ac:spMk id="2" creationId="{C74A7694-1B68-6B00-F9EA-2FA149C3D706}"/>
          </ac:spMkLst>
        </pc:spChg>
        <pc:spChg chg="add mod">
          <ac:chgData name="Berg, Dirk van den" userId="035ecb32-01d9-4b47-a105-eacf059a4647" providerId="ADAL" clId="{F7FF961E-CF96-44AC-93C2-93612F62D46D}" dt="2026-08-17T09:01:09.245" v="2496" actId="1076"/>
          <ac:spMkLst>
            <pc:docMk/>
            <pc:sldMk cId="1427669264" sldId="593"/>
            <ac:spMk id="5" creationId="{4EB39D74-A76A-7648-F28A-442756CE2649}"/>
          </ac:spMkLst>
        </pc:spChg>
      </pc:sldChg>
      <pc:sldChg chg="addSp new mod">
        <pc:chgData name="Berg, Dirk van den" userId="035ecb32-01d9-4b47-a105-eacf059a4647" providerId="ADAL" clId="{F7FF961E-CF96-44AC-93C2-93612F62D46D}" dt="2026-08-17T07:52:29.920" v="1754" actId="22"/>
        <pc:sldMkLst>
          <pc:docMk/>
          <pc:sldMk cId="2155645555" sldId="595"/>
        </pc:sldMkLst>
        <pc:picChg chg="add">
          <ac:chgData name="Berg, Dirk van den" userId="035ecb32-01d9-4b47-a105-eacf059a4647" providerId="ADAL" clId="{F7FF961E-CF96-44AC-93C2-93612F62D46D}" dt="2026-08-17T07:52:29.920" v="1754" actId="22"/>
          <ac:picMkLst>
            <pc:docMk/>
            <pc:sldMk cId="2155645555" sldId="595"/>
            <ac:picMk id="5" creationId="{8FF70708-26ED-73AA-B3AE-E014B490FDB4}"/>
          </ac:picMkLst>
        </pc:picChg>
      </pc:sldChg>
      <pc:sldChg chg="addSp new mod">
        <pc:chgData name="Berg, Dirk van den" userId="035ecb32-01d9-4b47-a105-eacf059a4647" providerId="ADAL" clId="{F7FF961E-CF96-44AC-93C2-93612F62D46D}" dt="2026-08-17T07:52:36.991" v="1756" actId="22"/>
        <pc:sldMkLst>
          <pc:docMk/>
          <pc:sldMk cId="95153566" sldId="597"/>
        </pc:sldMkLst>
        <pc:picChg chg="add">
          <ac:chgData name="Berg, Dirk van den" userId="035ecb32-01d9-4b47-a105-eacf059a4647" providerId="ADAL" clId="{F7FF961E-CF96-44AC-93C2-93612F62D46D}" dt="2026-08-17T07:52:36.991" v="1756" actId="22"/>
          <ac:picMkLst>
            <pc:docMk/>
            <pc:sldMk cId="95153566" sldId="597"/>
            <ac:picMk id="5" creationId="{315B9D7B-4B5A-BB70-55D7-CD9192CCDB4B}"/>
          </ac:picMkLst>
        </pc:picChg>
      </pc:sldChg>
      <pc:sldChg chg="modSp new mod modShow">
        <pc:chgData name="Berg, Dirk van den" userId="035ecb32-01d9-4b47-a105-eacf059a4647" providerId="ADAL" clId="{F7FF961E-CF96-44AC-93C2-93612F62D46D}" dt="2026-08-17T08:42:32.517" v="2189" actId="729"/>
        <pc:sldMkLst>
          <pc:docMk/>
          <pc:sldMk cId="1290096842" sldId="598"/>
        </pc:sldMkLst>
        <pc:spChg chg="mod">
          <ac:chgData name="Berg, Dirk van den" userId="035ecb32-01d9-4b47-a105-eacf059a4647" providerId="ADAL" clId="{F7FF961E-CF96-44AC-93C2-93612F62D46D}" dt="2026-08-17T07:52:48.650" v="1796" actId="20577"/>
          <ac:spMkLst>
            <pc:docMk/>
            <pc:sldMk cId="1290096842" sldId="598"/>
            <ac:spMk id="2" creationId="{55F54B66-9A56-E5C8-B0EE-F8488DA1F66D}"/>
          </ac:spMkLst>
        </pc:spChg>
        <pc:spChg chg="mod">
          <ac:chgData name="Berg, Dirk van den" userId="035ecb32-01d9-4b47-a105-eacf059a4647" providerId="ADAL" clId="{F7FF961E-CF96-44AC-93C2-93612F62D46D}" dt="2026-08-17T08:33:40.665" v="2143" actId="20577"/>
          <ac:spMkLst>
            <pc:docMk/>
            <pc:sldMk cId="1290096842" sldId="598"/>
            <ac:spMk id="3" creationId="{9943DE5A-6841-3584-96BF-602268B93F25}"/>
          </ac:spMkLst>
        </pc:spChg>
      </pc:sldChg>
      <pc:sldChg chg="modSp new mod ord">
        <pc:chgData name="Berg, Dirk van den" userId="035ecb32-01d9-4b47-a105-eacf059a4647" providerId="ADAL" clId="{F7FF961E-CF96-44AC-93C2-93612F62D46D}" dt="2026-08-17T08:32:28.253" v="2087"/>
        <pc:sldMkLst>
          <pc:docMk/>
          <pc:sldMk cId="1348006172" sldId="599"/>
        </pc:sldMkLst>
        <pc:spChg chg="mod">
          <ac:chgData name="Berg, Dirk van den" userId="035ecb32-01d9-4b47-a105-eacf059a4647" providerId="ADAL" clId="{F7FF961E-CF96-44AC-93C2-93612F62D46D}" dt="2026-08-17T07:53:00.403" v="1835" actId="20577"/>
          <ac:spMkLst>
            <pc:docMk/>
            <pc:sldMk cId="1348006172" sldId="599"/>
            <ac:spMk id="2" creationId="{23A91DF8-64B6-71E0-4065-EF0B4B4AFBB9}"/>
          </ac:spMkLst>
        </pc:spChg>
        <pc:spChg chg="mod">
          <ac:chgData name="Berg, Dirk van den" userId="035ecb32-01d9-4b47-a105-eacf059a4647" providerId="ADAL" clId="{F7FF961E-CF96-44AC-93C2-93612F62D46D}" dt="2026-08-17T08:32:19.879" v="2085" actId="20577"/>
          <ac:spMkLst>
            <pc:docMk/>
            <pc:sldMk cId="1348006172" sldId="599"/>
            <ac:spMk id="3" creationId="{B6E024D2-EF41-C8EC-7EA5-DCEA7BA877AE}"/>
          </ac:spMkLst>
        </pc:spChg>
      </pc:sldChg>
      <pc:sldChg chg="addSp delSp new mod modNotesTx">
        <pc:chgData name="Berg, Dirk van den" userId="035ecb32-01d9-4b47-a105-eacf059a4647" providerId="ADAL" clId="{F7FF961E-CF96-44AC-93C2-93612F62D46D}" dt="2026-08-17T09:02:49.443" v="2503" actId="20577"/>
        <pc:sldMkLst>
          <pc:docMk/>
          <pc:sldMk cId="4130177846" sldId="600"/>
        </pc:sldMkLst>
        <pc:picChg chg="add">
          <ac:chgData name="Berg, Dirk van den" userId="035ecb32-01d9-4b47-a105-eacf059a4647" providerId="ADAL" clId="{F7FF961E-CF96-44AC-93C2-93612F62D46D}" dt="2026-08-17T07:54:51.276" v="1940" actId="22"/>
          <ac:picMkLst>
            <pc:docMk/>
            <pc:sldMk cId="4130177846" sldId="600"/>
            <ac:picMk id="7" creationId="{F7B56EFD-E81C-7F5C-BF2C-95DC8F4875FE}"/>
          </ac:picMkLst>
        </pc:picChg>
      </pc:sldChg>
      <pc:sldChg chg="addSp new mod">
        <pc:chgData name="Berg, Dirk van den" userId="035ecb32-01d9-4b47-a105-eacf059a4647" providerId="ADAL" clId="{F7FF961E-CF96-44AC-93C2-93612F62D46D}" dt="2026-08-17T07:55:01.727" v="1942" actId="22"/>
        <pc:sldMkLst>
          <pc:docMk/>
          <pc:sldMk cId="1662337960" sldId="601"/>
        </pc:sldMkLst>
        <pc:picChg chg="add">
          <ac:chgData name="Berg, Dirk van den" userId="035ecb32-01d9-4b47-a105-eacf059a4647" providerId="ADAL" clId="{F7FF961E-CF96-44AC-93C2-93612F62D46D}" dt="2026-08-17T07:55:01.727" v="1942" actId="22"/>
          <ac:picMkLst>
            <pc:docMk/>
            <pc:sldMk cId="1662337960" sldId="601"/>
            <ac:picMk id="5" creationId="{B8F96FF1-7048-B2E4-27D0-AAD86FF512BE}"/>
          </ac:picMkLst>
        </pc:picChg>
      </pc:sldChg>
      <pc:sldChg chg="addSp new mod">
        <pc:chgData name="Berg, Dirk van den" userId="035ecb32-01d9-4b47-a105-eacf059a4647" providerId="ADAL" clId="{F7FF961E-CF96-44AC-93C2-93612F62D46D}" dt="2026-08-17T08:00:50.481" v="1948" actId="22"/>
        <pc:sldMkLst>
          <pc:docMk/>
          <pc:sldMk cId="3317426183" sldId="602"/>
        </pc:sldMkLst>
        <pc:picChg chg="add">
          <ac:chgData name="Berg, Dirk van den" userId="035ecb32-01d9-4b47-a105-eacf059a4647" providerId="ADAL" clId="{F7FF961E-CF96-44AC-93C2-93612F62D46D}" dt="2026-08-17T08:00:50.481" v="1948" actId="22"/>
          <ac:picMkLst>
            <pc:docMk/>
            <pc:sldMk cId="3317426183" sldId="602"/>
            <ac:picMk id="5" creationId="{EBD3E3AE-EDFB-F631-C23B-2E467EA3114F}"/>
          </ac:picMkLst>
        </pc:picChg>
      </pc:sldChg>
      <pc:sldChg chg="addSp delSp modSp new mod ord">
        <pc:chgData name="Berg, Dirk van den" userId="035ecb32-01d9-4b47-a105-eacf059a4647" providerId="ADAL" clId="{F7FF961E-CF96-44AC-93C2-93612F62D46D}" dt="2026-08-17T08:02:36.040" v="1958" actId="22"/>
        <pc:sldMkLst>
          <pc:docMk/>
          <pc:sldMk cId="3511392750" sldId="603"/>
        </pc:sldMkLst>
        <pc:spChg chg="add mod">
          <ac:chgData name="Berg, Dirk van den" userId="035ecb32-01d9-4b47-a105-eacf059a4647" providerId="ADAL" clId="{F7FF961E-CF96-44AC-93C2-93612F62D46D}" dt="2026-08-17T07:56:48.213" v="1946" actId="478"/>
          <ac:spMkLst>
            <pc:docMk/>
            <pc:sldMk cId="3511392750" sldId="603"/>
            <ac:spMk id="7" creationId="{FE2C9B2B-9B40-25A8-6FB7-435E0EAF38F7}"/>
          </ac:spMkLst>
        </pc:spChg>
        <pc:picChg chg="add">
          <ac:chgData name="Berg, Dirk van den" userId="035ecb32-01d9-4b47-a105-eacf059a4647" providerId="ADAL" clId="{F7FF961E-CF96-44AC-93C2-93612F62D46D}" dt="2026-08-17T08:02:36.040" v="1958" actId="22"/>
          <ac:picMkLst>
            <pc:docMk/>
            <pc:sldMk cId="3511392750" sldId="603"/>
            <ac:picMk id="11" creationId="{932A30F9-F2F4-48AD-8233-EA62B161F76D}"/>
          </ac:picMkLst>
        </pc:picChg>
      </pc:sldChg>
      <pc:sldChg chg="addSp new mod">
        <pc:chgData name="Berg, Dirk van den" userId="035ecb32-01d9-4b47-a105-eacf059a4647" providerId="ADAL" clId="{F7FF961E-CF96-44AC-93C2-93612F62D46D}" dt="2026-08-17T08:01:27.873" v="1956" actId="22"/>
        <pc:sldMkLst>
          <pc:docMk/>
          <pc:sldMk cId="4019506257" sldId="604"/>
        </pc:sldMkLst>
        <pc:picChg chg="add">
          <ac:chgData name="Berg, Dirk van den" userId="035ecb32-01d9-4b47-a105-eacf059a4647" providerId="ADAL" clId="{F7FF961E-CF96-44AC-93C2-93612F62D46D}" dt="2026-08-17T08:01:27.873" v="1956" actId="22"/>
          <ac:picMkLst>
            <pc:docMk/>
            <pc:sldMk cId="4019506257" sldId="604"/>
            <ac:picMk id="5" creationId="{AD355D08-717A-771D-291D-4389DCAA77EF}"/>
          </ac:picMkLst>
        </pc:picChg>
      </pc:sldChg>
      <pc:sldChg chg="addSp delSp new mod">
        <pc:chgData name="Berg, Dirk van den" userId="035ecb32-01d9-4b47-a105-eacf059a4647" providerId="ADAL" clId="{F7FF961E-CF96-44AC-93C2-93612F62D46D}" dt="2026-08-17T08:01:20.255" v="1955" actId="22"/>
        <pc:sldMkLst>
          <pc:docMk/>
          <pc:sldMk cId="1068213278" sldId="605"/>
        </pc:sldMkLst>
        <pc:picChg chg="add">
          <ac:chgData name="Berg, Dirk van den" userId="035ecb32-01d9-4b47-a105-eacf059a4647" providerId="ADAL" clId="{F7FF961E-CF96-44AC-93C2-93612F62D46D}" dt="2026-08-17T08:01:20.255" v="1955" actId="22"/>
          <ac:picMkLst>
            <pc:docMk/>
            <pc:sldMk cId="1068213278" sldId="605"/>
            <ac:picMk id="7" creationId="{C8618BB7-6633-8D18-6ACE-E5E582564D58}"/>
          </ac:picMkLst>
        </pc:picChg>
      </pc:sldChg>
      <pc:sldChg chg="addSp new mod ord">
        <pc:chgData name="Berg, Dirk van den" userId="035ecb32-01d9-4b47-a105-eacf059a4647" providerId="ADAL" clId="{F7FF961E-CF96-44AC-93C2-93612F62D46D}" dt="2026-08-17T08:14:23.755" v="2058" actId="20578"/>
        <pc:sldMkLst>
          <pc:docMk/>
          <pc:sldMk cId="1292336844" sldId="606"/>
        </pc:sldMkLst>
        <pc:picChg chg="add">
          <ac:chgData name="Berg, Dirk van den" userId="035ecb32-01d9-4b47-a105-eacf059a4647" providerId="ADAL" clId="{F7FF961E-CF96-44AC-93C2-93612F62D46D}" dt="2026-08-17T08:02:42.803" v="1960" actId="22"/>
          <ac:picMkLst>
            <pc:docMk/>
            <pc:sldMk cId="1292336844" sldId="606"/>
            <ac:picMk id="5" creationId="{490260BC-49DF-CF91-BE1F-FB436B303431}"/>
          </ac:picMkLst>
        </pc:picChg>
      </pc:sldChg>
      <pc:sldChg chg="modSp new mod">
        <pc:chgData name="Berg, Dirk van den" userId="035ecb32-01d9-4b47-a105-eacf059a4647" providerId="ADAL" clId="{F7FF961E-CF96-44AC-93C2-93612F62D46D}" dt="2026-08-17T08:46:24.146" v="2474" actId="20577"/>
        <pc:sldMkLst>
          <pc:docMk/>
          <pc:sldMk cId="3523337044" sldId="607"/>
        </pc:sldMkLst>
        <pc:spChg chg="mod">
          <ac:chgData name="Berg, Dirk van den" userId="035ecb32-01d9-4b47-a105-eacf059a4647" providerId="ADAL" clId="{F7FF961E-CF96-44AC-93C2-93612F62D46D}" dt="2026-08-17T08:44:58.188" v="2203" actId="20577"/>
          <ac:spMkLst>
            <pc:docMk/>
            <pc:sldMk cId="3523337044" sldId="607"/>
            <ac:spMk id="2" creationId="{95CB3C26-CE74-0DF3-6E86-6AC4B32D7D43}"/>
          </ac:spMkLst>
        </pc:spChg>
        <pc:spChg chg="mod">
          <ac:chgData name="Berg, Dirk van den" userId="035ecb32-01d9-4b47-a105-eacf059a4647" providerId="ADAL" clId="{F7FF961E-CF96-44AC-93C2-93612F62D46D}" dt="2026-08-17T08:46:24.146" v="2474" actId="20577"/>
          <ac:spMkLst>
            <pc:docMk/>
            <pc:sldMk cId="3523337044" sldId="607"/>
            <ac:spMk id="3" creationId="{FD52BD0F-C074-C04E-C103-1EAA0C369146}"/>
          </ac:spMkLst>
        </pc:spChg>
      </pc:sldChg>
      <pc:sldChg chg="modSp new mod modShow">
        <pc:chgData name="Berg, Dirk van den" userId="035ecb32-01d9-4b47-a105-eacf059a4647" providerId="ADAL" clId="{F7FF961E-CF96-44AC-93C2-93612F62D46D}" dt="2026-08-17T08:44:43.974" v="2193" actId="729"/>
        <pc:sldMkLst>
          <pc:docMk/>
          <pc:sldMk cId="1349858858" sldId="609"/>
        </pc:sldMkLst>
        <pc:spChg chg="mod">
          <ac:chgData name="Berg, Dirk van den" userId="035ecb32-01d9-4b47-a105-eacf059a4647" providerId="ADAL" clId="{F7FF961E-CF96-44AC-93C2-93612F62D46D}" dt="2026-08-17T08:05:49.488" v="2016" actId="20577"/>
          <ac:spMkLst>
            <pc:docMk/>
            <pc:sldMk cId="1349858858" sldId="609"/>
            <ac:spMk id="2" creationId="{5F2FC29F-B564-3B5C-4FBF-2F5967A87418}"/>
          </ac:spMkLst>
        </pc:spChg>
      </pc:sldChg>
      <pc:sldChg chg="addSp delSp modSp new mod">
        <pc:chgData name="Berg, Dirk van den" userId="035ecb32-01d9-4b47-a105-eacf059a4647" providerId="ADAL" clId="{F7FF961E-CF96-44AC-93C2-93612F62D46D}" dt="2026-08-17T09:00:07.849" v="2490" actId="478"/>
        <pc:sldMkLst>
          <pc:docMk/>
          <pc:sldMk cId="1314288180" sldId="610"/>
        </pc:sldMkLst>
        <pc:spChg chg="mod">
          <ac:chgData name="Berg, Dirk van den" userId="035ecb32-01d9-4b47-a105-eacf059a4647" providerId="ADAL" clId="{F7FF961E-CF96-44AC-93C2-93612F62D46D}" dt="2026-08-17T08:52:36.827" v="2477"/>
          <ac:spMkLst>
            <pc:docMk/>
            <pc:sldMk cId="1314288180" sldId="610"/>
            <ac:spMk id="2" creationId="{65FCF10F-57F6-4F21-E3C2-2D9437A8208D}"/>
          </ac:spMkLst>
        </pc:spChg>
        <pc:picChg chg="add del mod ord modCrop">
          <ac:chgData name="Berg, Dirk van den" userId="035ecb32-01d9-4b47-a105-eacf059a4647" providerId="ADAL" clId="{F7FF961E-CF96-44AC-93C2-93612F62D46D}" dt="2026-08-17T09:00:07.849" v="2490" actId="478"/>
          <ac:picMkLst>
            <pc:docMk/>
            <pc:sldMk cId="1314288180" sldId="610"/>
            <ac:picMk id="5" creationId="{7D60863D-0F23-C5D1-EDDB-712E775920B2}"/>
          </ac:picMkLst>
        </pc:picChg>
      </pc:sldChg>
      <pc:sldChg chg="addSp modSp new mod">
        <pc:chgData name="Berg, Dirk van den" userId="035ecb32-01d9-4b47-a105-eacf059a4647" providerId="ADAL" clId="{F7FF961E-CF96-44AC-93C2-93612F62D46D}" dt="2026-08-17T12:53:42.515" v="2741" actId="1076"/>
        <pc:sldMkLst>
          <pc:docMk/>
          <pc:sldMk cId="2042012158" sldId="611"/>
        </pc:sldMkLst>
        <pc:spChg chg="mod">
          <ac:chgData name="Berg, Dirk van den" userId="035ecb32-01d9-4b47-a105-eacf059a4647" providerId="ADAL" clId="{F7FF961E-CF96-44AC-93C2-93612F62D46D}" dt="2026-08-17T11:11:59.485" v="2555" actId="20577"/>
          <ac:spMkLst>
            <pc:docMk/>
            <pc:sldMk cId="2042012158" sldId="611"/>
            <ac:spMk id="2" creationId="{ECC46BF8-0581-C2C7-9CB8-AB67414A4E06}"/>
          </ac:spMkLst>
        </pc:spChg>
        <pc:spChg chg="mod">
          <ac:chgData name="Berg, Dirk van den" userId="035ecb32-01d9-4b47-a105-eacf059a4647" providerId="ADAL" clId="{F7FF961E-CF96-44AC-93C2-93612F62D46D}" dt="2026-08-17T11:13:02.509" v="2673" actId="20577"/>
          <ac:spMkLst>
            <pc:docMk/>
            <pc:sldMk cId="2042012158" sldId="611"/>
            <ac:spMk id="3" creationId="{6066804B-BE75-8853-1076-15C32A1A1441}"/>
          </ac:spMkLst>
        </pc:spChg>
        <pc:spChg chg="add mod">
          <ac:chgData name="Berg, Dirk van den" userId="035ecb32-01d9-4b47-a105-eacf059a4647" providerId="ADAL" clId="{F7FF961E-CF96-44AC-93C2-93612F62D46D}" dt="2026-08-17T11:11:50.857" v="2514" actId="1076"/>
          <ac:spMkLst>
            <pc:docMk/>
            <pc:sldMk cId="2042012158" sldId="611"/>
            <ac:spMk id="5" creationId="{A92E987E-D4E3-5590-521B-AA0D31CFD789}"/>
          </ac:spMkLst>
        </pc:spChg>
        <pc:spChg chg="add mod">
          <ac:chgData name="Berg, Dirk van den" userId="035ecb32-01d9-4b47-a105-eacf059a4647" providerId="ADAL" clId="{F7FF961E-CF96-44AC-93C2-93612F62D46D}" dt="2026-08-17T12:53:42.515" v="2741" actId="1076"/>
          <ac:spMkLst>
            <pc:docMk/>
            <pc:sldMk cId="2042012158" sldId="611"/>
            <ac:spMk id="7" creationId="{F1ABE3D7-FD70-760C-0593-51FD38864C70}"/>
          </ac:spMkLst>
        </pc:spChg>
      </pc:sldChg>
      <pc:sldChg chg="addSp modSp new mod">
        <pc:chgData name="Berg, Dirk van den" userId="035ecb32-01d9-4b47-a105-eacf059a4647" providerId="ADAL" clId="{F7FF961E-CF96-44AC-93C2-93612F62D46D}" dt="2026-08-17T12:12:48.272" v="2738" actId="20577"/>
        <pc:sldMkLst>
          <pc:docMk/>
          <pc:sldMk cId="1349069840" sldId="612"/>
        </pc:sldMkLst>
        <pc:spChg chg="mod">
          <ac:chgData name="Berg, Dirk van den" userId="035ecb32-01d9-4b47-a105-eacf059a4647" providerId="ADAL" clId="{F7FF961E-CF96-44AC-93C2-93612F62D46D}" dt="2026-08-17T12:12:48.272" v="2738" actId="20577"/>
          <ac:spMkLst>
            <pc:docMk/>
            <pc:sldMk cId="1349069840" sldId="612"/>
            <ac:spMk id="2" creationId="{504208DB-D23E-1E07-D707-139D88D63DA9}"/>
          </ac:spMkLst>
        </pc:spChg>
        <pc:spChg chg="add">
          <ac:chgData name="Berg, Dirk van den" userId="035ecb32-01d9-4b47-a105-eacf059a4647" providerId="ADAL" clId="{F7FF961E-CF96-44AC-93C2-93612F62D46D}" dt="2026-08-17T12:12:34.433" v="2675" actId="22"/>
          <ac:spMkLst>
            <pc:docMk/>
            <pc:sldMk cId="1349069840" sldId="612"/>
            <ac:spMk id="5" creationId="{08F4DCBF-9EA3-94AA-DED8-E0B8A64C9DCE}"/>
          </ac:spMkLst>
        </pc:spChg>
      </pc:sldChg>
      <pc:sldChg chg="addSp modSp new mod">
        <pc:chgData name="Berg, Dirk van den" userId="035ecb32-01d9-4b47-a105-eacf059a4647" providerId="ADAL" clId="{F7FF961E-CF96-44AC-93C2-93612F62D46D}" dt="2026-08-17T12:57:21.664" v="2760" actId="20577"/>
        <pc:sldMkLst>
          <pc:docMk/>
          <pc:sldMk cId="1930913613" sldId="613"/>
        </pc:sldMkLst>
        <pc:spChg chg="mod">
          <ac:chgData name="Berg, Dirk van den" userId="035ecb32-01d9-4b47-a105-eacf059a4647" providerId="ADAL" clId="{F7FF961E-CF96-44AC-93C2-93612F62D46D}" dt="2026-08-17T12:57:21.664" v="2760" actId="20577"/>
          <ac:spMkLst>
            <pc:docMk/>
            <pc:sldMk cId="1930913613" sldId="613"/>
            <ac:spMk id="2" creationId="{7798D907-5718-C330-3620-0204C311E266}"/>
          </ac:spMkLst>
        </pc:spChg>
        <pc:spChg chg="add">
          <ac:chgData name="Berg, Dirk van den" userId="035ecb32-01d9-4b47-a105-eacf059a4647" providerId="ADAL" clId="{F7FF961E-CF96-44AC-93C2-93612F62D46D}" dt="2026-08-17T12:57:17.495" v="2743" actId="22"/>
          <ac:spMkLst>
            <pc:docMk/>
            <pc:sldMk cId="1930913613" sldId="613"/>
            <ac:spMk id="5" creationId="{1A14A542-E234-FC8B-06F1-FC6354595504}"/>
          </ac:spMkLst>
        </pc:spChg>
      </pc:sldChg>
      <pc:sldChg chg="addSp modSp new mod">
        <pc:chgData name="Berg, Dirk van den" userId="035ecb32-01d9-4b47-a105-eacf059a4647" providerId="ADAL" clId="{F7FF961E-CF96-44AC-93C2-93612F62D46D}" dt="2026-08-17T14:58:07.636" v="2765" actId="22"/>
        <pc:sldMkLst>
          <pc:docMk/>
          <pc:sldMk cId="3054326169" sldId="614"/>
        </pc:sldMkLst>
        <pc:spChg chg="mod">
          <ac:chgData name="Berg, Dirk van den" userId="035ecb32-01d9-4b47-a105-eacf059a4647" providerId="ADAL" clId="{F7FF961E-CF96-44AC-93C2-93612F62D46D}" dt="2026-08-17T14:58:07.274" v="2764" actId="20577"/>
          <ac:spMkLst>
            <pc:docMk/>
            <pc:sldMk cId="3054326169" sldId="614"/>
            <ac:spMk id="2" creationId="{A3E1503B-0F23-B3BA-36E4-DE16295BDDF4}"/>
          </ac:spMkLst>
        </pc:spChg>
        <pc:picChg chg="add">
          <ac:chgData name="Berg, Dirk van den" userId="035ecb32-01d9-4b47-a105-eacf059a4647" providerId="ADAL" clId="{F7FF961E-CF96-44AC-93C2-93612F62D46D}" dt="2026-08-17T14:58:07.636" v="2765" actId="22"/>
          <ac:picMkLst>
            <pc:docMk/>
            <pc:sldMk cId="3054326169" sldId="614"/>
            <ac:picMk id="5" creationId="{5F0F9744-8C00-083B-CD2D-14D10A41EAAE}"/>
          </ac:picMkLst>
        </pc:picChg>
      </pc:sldChg>
      <pc:sldChg chg="addSp new mod">
        <pc:chgData name="Berg, Dirk van den" userId="035ecb32-01d9-4b47-a105-eacf059a4647" providerId="ADAL" clId="{F7FF961E-CF96-44AC-93C2-93612F62D46D}" dt="2026-08-17T14:58:20.474" v="2766" actId="22"/>
        <pc:sldMkLst>
          <pc:docMk/>
          <pc:sldMk cId="1522438440" sldId="615"/>
        </pc:sldMkLst>
        <pc:picChg chg="add">
          <ac:chgData name="Berg, Dirk van den" userId="035ecb32-01d9-4b47-a105-eacf059a4647" providerId="ADAL" clId="{F7FF961E-CF96-44AC-93C2-93612F62D46D}" dt="2026-08-17T14:58:20.474" v="2766" actId="22"/>
          <ac:picMkLst>
            <pc:docMk/>
            <pc:sldMk cId="1522438440" sldId="615"/>
            <ac:picMk id="5" creationId="{7C7024B5-8575-FD95-436C-D166A03C0694}"/>
          </ac:picMkLst>
        </pc:picChg>
      </pc:sldChg>
      <pc:sldChg chg="new">
        <pc:chgData name="Berg, Dirk van den" userId="035ecb32-01d9-4b47-a105-eacf059a4647" providerId="ADAL" clId="{F7FF961E-CF96-44AC-93C2-93612F62D46D}" dt="2026-08-18T15:23:41.484" v="2767" actId="680"/>
        <pc:sldMkLst>
          <pc:docMk/>
          <pc:sldMk cId="3946062336" sldId="616"/>
        </pc:sldMkLst>
      </pc:sldChg>
      <pc:sldChg chg="modSp new mod">
        <pc:chgData name="Berg, Dirk van den" userId="035ecb32-01d9-4b47-a105-eacf059a4647" providerId="ADAL" clId="{F7FF961E-CF96-44AC-93C2-93612F62D46D}" dt="2026-08-18T15:23:47.474" v="2795" actId="20577"/>
        <pc:sldMkLst>
          <pc:docMk/>
          <pc:sldMk cId="3388408365" sldId="617"/>
        </pc:sldMkLst>
        <pc:spChg chg="mod">
          <ac:chgData name="Berg, Dirk van den" userId="035ecb32-01d9-4b47-a105-eacf059a4647" providerId="ADAL" clId="{F7FF961E-CF96-44AC-93C2-93612F62D46D}" dt="2026-08-18T15:23:47.474" v="2795" actId="20577"/>
          <ac:spMkLst>
            <pc:docMk/>
            <pc:sldMk cId="3388408365" sldId="617"/>
            <ac:spMk id="2" creationId="{F39B529B-F54C-4F31-DD7F-2B7B9F0509C9}"/>
          </ac:spMkLst>
        </pc:spChg>
      </pc:sldChg>
      <pc:sldChg chg="addSp new mod">
        <pc:chgData name="Berg, Dirk van den" userId="035ecb32-01d9-4b47-a105-eacf059a4647" providerId="ADAL" clId="{F7FF961E-CF96-44AC-93C2-93612F62D46D}" dt="2026-08-19T07:22:49.231" v="2797" actId="22"/>
        <pc:sldMkLst>
          <pc:docMk/>
          <pc:sldMk cId="1026485217" sldId="618"/>
        </pc:sldMkLst>
        <pc:picChg chg="add">
          <ac:chgData name="Berg, Dirk van den" userId="035ecb32-01d9-4b47-a105-eacf059a4647" providerId="ADAL" clId="{F7FF961E-CF96-44AC-93C2-93612F62D46D}" dt="2026-08-19T07:22:49.231" v="2797" actId="22"/>
          <ac:picMkLst>
            <pc:docMk/>
            <pc:sldMk cId="1026485217" sldId="618"/>
            <ac:picMk id="5" creationId="{86B7DC91-DA9E-22F8-4150-F09A63D8FE5C}"/>
          </ac:picMkLst>
        </pc:picChg>
      </pc:sldChg>
      <pc:sldChg chg="addSp modSp new mod">
        <pc:chgData name="Berg, Dirk van den" userId="035ecb32-01d9-4b47-a105-eacf059a4647" providerId="ADAL" clId="{F7FF961E-CF96-44AC-93C2-93612F62D46D}" dt="2026-08-19T07:55:03.028" v="2859" actId="1076"/>
        <pc:sldMkLst>
          <pc:docMk/>
          <pc:sldMk cId="596344201" sldId="619"/>
        </pc:sldMkLst>
        <pc:spChg chg="mod">
          <ac:chgData name="Berg, Dirk van den" userId="035ecb32-01d9-4b47-a105-eacf059a4647" providerId="ADAL" clId="{F7FF961E-CF96-44AC-93C2-93612F62D46D}" dt="2026-08-19T07:24:04.097" v="2851" actId="20577"/>
          <ac:spMkLst>
            <pc:docMk/>
            <pc:sldMk cId="596344201" sldId="619"/>
            <ac:spMk id="2" creationId="{E14F2D3B-C503-12E1-4EEC-6A672781D2DD}"/>
          </ac:spMkLst>
        </pc:spChg>
        <pc:spChg chg="mod">
          <ac:chgData name="Berg, Dirk van den" userId="035ecb32-01d9-4b47-a105-eacf059a4647" providerId="ADAL" clId="{F7FF961E-CF96-44AC-93C2-93612F62D46D}" dt="2026-08-19T07:31:27.810" v="2856"/>
          <ac:spMkLst>
            <pc:docMk/>
            <pc:sldMk cId="596344201" sldId="619"/>
            <ac:spMk id="3" creationId="{393B9E3B-572F-564E-3275-9DA8E1C28D28}"/>
          </ac:spMkLst>
        </pc:spChg>
        <pc:spChg chg="add mod">
          <ac:chgData name="Berg, Dirk van den" userId="035ecb32-01d9-4b47-a105-eacf059a4647" providerId="ADAL" clId="{F7FF961E-CF96-44AC-93C2-93612F62D46D}" dt="2026-08-19T07:55:03.028" v="2859" actId="1076"/>
          <ac:spMkLst>
            <pc:docMk/>
            <pc:sldMk cId="596344201" sldId="619"/>
            <ac:spMk id="5" creationId="{ADB8D5AB-C7BA-CCD8-9610-E7A9094BD5A9}"/>
          </ac:spMkLst>
        </pc:spChg>
      </pc:sldChg>
      <pc:sldChg chg="modSp new mod">
        <pc:chgData name="Berg, Dirk van den" userId="035ecb32-01d9-4b47-a105-eacf059a4647" providerId="ADAL" clId="{F7FF961E-CF96-44AC-93C2-93612F62D46D}" dt="2026-08-19T07:55:21.099" v="2912" actId="20577"/>
        <pc:sldMkLst>
          <pc:docMk/>
          <pc:sldMk cId="3958683473" sldId="620"/>
        </pc:sldMkLst>
        <pc:spChg chg="mod">
          <ac:chgData name="Berg, Dirk van den" userId="035ecb32-01d9-4b47-a105-eacf059a4647" providerId="ADAL" clId="{F7FF961E-CF96-44AC-93C2-93612F62D46D}" dt="2026-08-19T07:55:21.099" v="2912" actId="20577"/>
          <ac:spMkLst>
            <pc:docMk/>
            <pc:sldMk cId="3958683473" sldId="620"/>
            <ac:spMk id="2" creationId="{95D6ABAB-DAF4-D80B-5797-E4E3AA37A20B}"/>
          </ac:spMkLst>
        </pc:spChg>
      </pc:sldChg>
      <pc:sldChg chg="modSp new mod">
        <pc:chgData name="Berg, Dirk van den" userId="035ecb32-01d9-4b47-a105-eacf059a4647" providerId="ADAL" clId="{F7FF961E-CF96-44AC-93C2-93612F62D46D}" dt="2026-08-19T07:55:38.014" v="2963" actId="20577"/>
        <pc:sldMkLst>
          <pc:docMk/>
          <pc:sldMk cId="814320874" sldId="621"/>
        </pc:sldMkLst>
        <pc:spChg chg="mod">
          <ac:chgData name="Berg, Dirk van den" userId="035ecb32-01d9-4b47-a105-eacf059a4647" providerId="ADAL" clId="{F7FF961E-CF96-44AC-93C2-93612F62D46D}" dt="2026-08-19T07:55:38.014" v="2963" actId="20577"/>
          <ac:spMkLst>
            <pc:docMk/>
            <pc:sldMk cId="814320874" sldId="621"/>
            <ac:spMk id="3" creationId="{C0BAA40D-EE23-027E-C35A-AA888A677446}"/>
          </ac:spMkLst>
        </pc:spChg>
      </pc:sldChg>
      <pc:sldChg chg="modSp new mod">
        <pc:chgData name="Berg, Dirk van den" userId="035ecb32-01d9-4b47-a105-eacf059a4647" providerId="ADAL" clId="{F7FF961E-CF96-44AC-93C2-93612F62D46D}" dt="2026-08-19T09:00:23.435" v="3107" actId="20577"/>
        <pc:sldMkLst>
          <pc:docMk/>
          <pc:sldMk cId="1297851150" sldId="622"/>
        </pc:sldMkLst>
        <pc:spChg chg="mod">
          <ac:chgData name="Berg, Dirk van den" userId="035ecb32-01d9-4b47-a105-eacf059a4647" providerId="ADAL" clId="{F7FF961E-CF96-44AC-93C2-93612F62D46D}" dt="2026-08-19T07:58:35.412" v="3007" actId="20577"/>
          <ac:spMkLst>
            <pc:docMk/>
            <pc:sldMk cId="1297851150" sldId="622"/>
            <ac:spMk id="2" creationId="{C9036F48-E15A-C8B3-17B4-93E84DE813D8}"/>
          </ac:spMkLst>
        </pc:spChg>
        <pc:spChg chg="mod">
          <ac:chgData name="Berg, Dirk van den" userId="035ecb32-01d9-4b47-a105-eacf059a4647" providerId="ADAL" clId="{F7FF961E-CF96-44AC-93C2-93612F62D46D}" dt="2026-08-19T09:00:23.435" v="3107" actId="20577"/>
          <ac:spMkLst>
            <pc:docMk/>
            <pc:sldMk cId="1297851150" sldId="622"/>
            <ac:spMk id="3" creationId="{EC41C764-9E31-487A-E85B-8E81B5D6A18E}"/>
          </ac:spMkLst>
        </pc:spChg>
      </pc:sldChg>
      <pc:sldChg chg="addSp modSp new mod">
        <pc:chgData name="Berg, Dirk van den" userId="035ecb32-01d9-4b47-a105-eacf059a4647" providerId="ADAL" clId="{F7FF961E-CF96-44AC-93C2-93612F62D46D}" dt="2026-08-19T08:24:34.155" v="3052" actId="1076"/>
        <pc:sldMkLst>
          <pc:docMk/>
          <pc:sldMk cId="3586278223" sldId="623"/>
        </pc:sldMkLst>
        <pc:spChg chg="mod">
          <ac:chgData name="Berg, Dirk van den" userId="035ecb32-01d9-4b47-a105-eacf059a4647" providerId="ADAL" clId="{F7FF961E-CF96-44AC-93C2-93612F62D46D}" dt="2026-08-19T08:24:30.555" v="3050" actId="20577"/>
          <ac:spMkLst>
            <pc:docMk/>
            <pc:sldMk cId="3586278223" sldId="623"/>
            <ac:spMk id="2" creationId="{80DDB2A7-B536-DD0F-1646-B9BB12CDE832}"/>
          </ac:spMkLst>
        </pc:spChg>
        <pc:picChg chg="add mod">
          <ac:chgData name="Berg, Dirk van den" userId="035ecb32-01d9-4b47-a105-eacf059a4647" providerId="ADAL" clId="{F7FF961E-CF96-44AC-93C2-93612F62D46D}" dt="2026-08-19T08:24:34.155" v="3052" actId="1076"/>
          <ac:picMkLst>
            <pc:docMk/>
            <pc:sldMk cId="3586278223" sldId="623"/>
            <ac:picMk id="5" creationId="{5051DC24-C971-07AA-E1FC-F628FF33640C}"/>
          </ac:picMkLst>
        </pc:picChg>
      </pc:sldChg>
      <pc:sldChg chg="addSp modSp new mod">
        <pc:chgData name="Berg, Dirk van den" userId="035ecb32-01d9-4b47-a105-eacf059a4647" providerId="ADAL" clId="{F7FF961E-CF96-44AC-93C2-93612F62D46D}" dt="2026-08-19T08:33:36.708" v="3072" actId="20577"/>
        <pc:sldMkLst>
          <pc:docMk/>
          <pc:sldMk cId="1234484623" sldId="624"/>
        </pc:sldMkLst>
        <pc:spChg chg="mod">
          <ac:chgData name="Berg, Dirk van den" userId="035ecb32-01d9-4b47-a105-eacf059a4647" providerId="ADAL" clId="{F7FF961E-CF96-44AC-93C2-93612F62D46D}" dt="2026-08-19T08:33:36.708" v="3072" actId="20577"/>
          <ac:spMkLst>
            <pc:docMk/>
            <pc:sldMk cId="1234484623" sldId="624"/>
            <ac:spMk id="2" creationId="{8F886C64-A687-113B-AB12-DA9F99189972}"/>
          </ac:spMkLst>
        </pc:spChg>
        <pc:spChg chg="mod">
          <ac:chgData name="Berg, Dirk van den" userId="035ecb32-01d9-4b47-a105-eacf059a4647" providerId="ADAL" clId="{F7FF961E-CF96-44AC-93C2-93612F62D46D}" dt="2026-08-19T08:33:25.678" v="3054" actId="113"/>
          <ac:spMkLst>
            <pc:docMk/>
            <pc:sldMk cId="1234484623" sldId="624"/>
            <ac:spMk id="3" creationId="{E3D9824E-C366-9E73-8777-5A933DFD5CAE}"/>
          </ac:spMkLst>
        </pc:spChg>
        <pc:spChg chg="add">
          <ac:chgData name="Berg, Dirk van den" userId="035ecb32-01d9-4b47-a105-eacf059a4647" providerId="ADAL" clId="{F7FF961E-CF96-44AC-93C2-93612F62D46D}" dt="2026-08-19T08:33:29.981" v="3055" actId="22"/>
          <ac:spMkLst>
            <pc:docMk/>
            <pc:sldMk cId="1234484623" sldId="624"/>
            <ac:spMk id="5" creationId="{1B663315-8027-83D4-F859-96B5305E84D2}"/>
          </ac:spMkLst>
        </pc:spChg>
      </pc:sldChg>
      <pc:sldChg chg="modSp new mod">
        <pc:chgData name="Berg, Dirk van den" userId="035ecb32-01d9-4b47-a105-eacf059a4647" providerId="ADAL" clId="{F7FF961E-CF96-44AC-93C2-93612F62D46D}" dt="2026-08-19T08:52:19.235" v="3104" actId="20577"/>
        <pc:sldMkLst>
          <pc:docMk/>
          <pc:sldMk cId="3630677274" sldId="625"/>
        </pc:sldMkLst>
        <pc:spChg chg="mod">
          <ac:chgData name="Berg, Dirk van den" userId="035ecb32-01d9-4b47-a105-eacf059a4647" providerId="ADAL" clId="{F7FF961E-CF96-44AC-93C2-93612F62D46D}" dt="2026-08-19T08:52:19.235" v="3104" actId="20577"/>
          <ac:spMkLst>
            <pc:docMk/>
            <pc:sldMk cId="3630677274" sldId="625"/>
            <ac:spMk id="2" creationId="{77CCE7F2-75DB-F265-96E5-BAB0B387E725}"/>
          </ac:spMkLst>
        </pc:spChg>
        <pc:spChg chg="mod">
          <ac:chgData name="Berg, Dirk van den" userId="035ecb32-01d9-4b47-a105-eacf059a4647" providerId="ADAL" clId="{F7FF961E-CF96-44AC-93C2-93612F62D46D}" dt="2026-08-19T08:52:09.741" v="3074"/>
          <ac:spMkLst>
            <pc:docMk/>
            <pc:sldMk cId="3630677274" sldId="625"/>
            <ac:spMk id="3" creationId="{7CAE51CE-B1CD-8430-4837-4CA3EF9713A3}"/>
          </ac:spMkLst>
        </pc:spChg>
      </pc:sldChg>
      <pc:sldChg chg="addSp modSp new mod">
        <pc:chgData name="Berg, Dirk van den" userId="035ecb32-01d9-4b47-a105-eacf059a4647" providerId="ADAL" clId="{F7FF961E-CF96-44AC-93C2-93612F62D46D}" dt="2026-08-19T09:28:34.061" v="3159" actId="5793"/>
        <pc:sldMkLst>
          <pc:docMk/>
          <pc:sldMk cId="1898845757" sldId="626"/>
        </pc:sldMkLst>
        <pc:spChg chg="mod">
          <ac:chgData name="Berg, Dirk van den" userId="035ecb32-01d9-4b47-a105-eacf059a4647" providerId="ADAL" clId="{F7FF961E-CF96-44AC-93C2-93612F62D46D}" dt="2026-08-19T09:28:34.061" v="3159" actId="5793"/>
          <ac:spMkLst>
            <pc:docMk/>
            <pc:sldMk cId="1898845757" sldId="626"/>
            <ac:spMk id="2" creationId="{FBCC0531-7DA0-2B0B-C419-0C9AB54FB9FC}"/>
          </ac:spMkLst>
        </pc:spChg>
        <pc:spChg chg="add">
          <ac:chgData name="Berg, Dirk van den" userId="035ecb32-01d9-4b47-a105-eacf059a4647" providerId="ADAL" clId="{F7FF961E-CF96-44AC-93C2-93612F62D46D}" dt="2026-08-19T09:28:23.594" v="3109" actId="22"/>
          <ac:spMkLst>
            <pc:docMk/>
            <pc:sldMk cId="1898845757" sldId="626"/>
            <ac:spMk id="5" creationId="{509D7311-32A7-1292-08C8-754839CC314B}"/>
          </ac:spMkLst>
        </pc:spChg>
      </pc:sldChg>
      <pc:sldChg chg="addSp modSp new mod">
        <pc:chgData name="Berg, Dirk van den" userId="035ecb32-01d9-4b47-a105-eacf059a4647" providerId="ADAL" clId="{F7FF961E-CF96-44AC-93C2-93612F62D46D}" dt="2026-08-19T09:37:53.133" v="3191" actId="1076"/>
        <pc:sldMkLst>
          <pc:docMk/>
          <pc:sldMk cId="2306756788" sldId="627"/>
        </pc:sldMkLst>
        <pc:spChg chg="mod">
          <ac:chgData name="Berg, Dirk van den" userId="035ecb32-01d9-4b47-a105-eacf059a4647" providerId="ADAL" clId="{F7FF961E-CF96-44AC-93C2-93612F62D46D}" dt="2026-08-19T09:37:20.030" v="3188" actId="20577"/>
          <ac:spMkLst>
            <pc:docMk/>
            <pc:sldMk cId="2306756788" sldId="627"/>
            <ac:spMk id="2" creationId="{769FB24F-F2AE-D9A4-A0C2-31748903406F}"/>
          </ac:spMkLst>
        </pc:spChg>
        <pc:spChg chg="mod">
          <ac:chgData name="Berg, Dirk van den" userId="035ecb32-01d9-4b47-a105-eacf059a4647" providerId="ADAL" clId="{F7FF961E-CF96-44AC-93C2-93612F62D46D}" dt="2026-08-19T09:37:21.637" v="3189"/>
          <ac:spMkLst>
            <pc:docMk/>
            <pc:sldMk cId="2306756788" sldId="627"/>
            <ac:spMk id="3" creationId="{0CEC8202-BC5A-6973-6E98-26A8499EC042}"/>
          </ac:spMkLst>
        </pc:spChg>
        <pc:spChg chg="add mod">
          <ac:chgData name="Berg, Dirk van den" userId="035ecb32-01d9-4b47-a105-eacf059a4647" providerId="ADAL" clId="{F7FF961E-CF96-44AC-93C2-93612F62D46D}" dt="2026-08-19T09:37:53.133" v="3191" actId="1076"/>
          <ac:spMkLst>
            <pc:docMk/>
            <pc:sldMk cId="2306756788" sldId="627"/>
            <ac:spMk id="5" creationId="{EB444CEA-085F-3F35-EFDC-ECA757318E36}"/>
          </ac:spMkLst>
        </pc:spChg>
      </pc:sldChg>
      <pc:sldChg chg="addSp modSp new mod">
        <pc:chgData name="Berg, Dirk van den" userId="035ecb32-01d9-4b47-a105-eacf059a4647" providerId="ADAL" clId="{F7FF961E-CF96-44AC-93C2-93612F62D46D}" dt="2026-08-19T09:45:40.879" v="3207" actId="20577"/>
        <pc:sldMkLst>
          <pc:docMk/>
          <pc:sldMk cId="3456987157" sldId="628"/>
        </pc:sldMkLst>
        <pc:spChg chg="mod">
          <ac:chgData name="Berg, Dirk van den" userId="035ecb32-01d9-4b47-a105-eacf059a4647" providerId="ADAL" clId="{F7FF961E-CF96-44AC-93C2-93612F62D46D}" dt="2026-08-19T09:45:40.879" v="3207" actId="20577"/>
          <ac:spMkLst>
            <pc:docMk/>
            <pc:sldMk cId="3456987157" sldId="628"/>
            <ac:spMk id="2" creationId="{E6A8FE3A-2257-7BED-34B0-3ACF3EAFE167}"/>
          </ac:spMkLst>
        </pc:spChg>
        <pc:picChg chg="add mod">
          <ac:chgData name="Berg, Dirk van den" userId="035ecb32-01d9-4b47-a105-eacf059a4647" providerId="ADAL" clId="{F7FF961E-CF96-44AC-93C2-93612F62D46D}" dt="2026-08-19T09:45:32.634" v="3195" actId="14100"/>
          <ac:picMkLst>
            <pc:docMk/>
            <pc:sldMk cId="3456987157" sldId="628"/>
            <ac:picMk id="5" creationId="{D90EE7BF-0634-E87A-DB8A-24E608F4B17E}"/>
          </ac:picMkLst>
        </pc:picChg>
      </pc:sldChg>
      <pc:sldChg chg="modSp new mod">
        <pc:chgData name="Berg, Dirk van den" userId="035ecb32-01d9-4b47-a105-eacf059a4647" providerId="ADAL" clId="{F7FF961E-CF96-44AC-93C2-93612F62D46D}" dt="2026-08-19T09:52:47.574" v="3272" actId="20577"/>
        <pc:sldMkLst>
          <pc:docMk/>
          <pc:sldMk cId="142103095" sldId="629"/>
        </pc:sldMkLst>
        <pc:spChg chg="mod">
          <ac:chgData name="Berg, Dirk van den" userId="035ecb32-01d9-4b47-a105-eacf059a4647" providerId="ADAL" clId="{F7FF961E-CF96-44AC-93C2-93612F62D46D}" dt="2026-08-19T09:52:47.574" v="3272" actId="20577"/>
          <ac:spMkLst>
            <pc:docMk/>
            <pc:sldMk cId="142103095" sldId="629"/>
            <ac:spMk id="2" creationId="{5E307F64-8A0B-9621-D489-EF2DABE212F5}"/>
          </ac:spMkLst>
        </pc:spChg>
        <pc:spChg chg="mod">
          <ac:chgData name="Berg, Dirk van den" userId="035ecb32-01d9-4b47-a105-eacf059a4647" providerId="ADAL" clId="{F7FF961E-CF96-44AC-93C2-93612F62D46D}" dt="2026-08-19T09:52:38.027" v="3209"/>
          <ac:spMkLst>
            <pc:docMk/>
            <pc:sldMk cId="142103095" sldId="629"/>
            <ac:spMk id="3" creationId="{51519A36-1F7B-1D2D-57D2-E2DDDAD3C700}"/>
          </ac:spMkLst>
        </pc:spChg>
      </pc:sldChg>
      <pc:sldChg chg="modSp new mod">
        <pc:chgData name="Berg, Dirk van den" userId="035ecb32-01d9-4b47-a105-eacf059a4647" providerId="ADAL" clId="{F7FF961E-CF96-44AC-93C2-93612F62D46D}" dt="2026-08-19T09:54:14.783" v="3298"/>
        <pc:sldMkLst>
          <pc:docMk/>
          <pc:sldMk cId="3660420272" sldId="630"/>
        </pc:sldMkLst>
        <pc:spChg chg="mod">
          <ac:chgData name="Berg, Dirk van den" userId="035ecb32-01d9-4b47-a105-eacf059a4647" providerId="ADAL" clId="{F7FF961E-CF96-44AC-93C2-93612F62D46D}" dt="2026-08-19T09:54:13.104" v="3297" actId="20577"/>
          <ac:spMkLst>
            <pc:docMk/>
            <pc:sldMk cId="3660420272" sldId="630"/>
            <ac:spMk id="2" creationId="{305CF7E6-8552-AA92-6B0D-9EA50E98729A}"/>
          </ac:spMkLst>
        </pc:spChg>
        <pc:spChg chg="mod">
          <ac:chgData name="Berg, Dirk van den" userId="035ecb32-01d9-4b47-a105-eacf059a4647" providerId="ADAL" clId="{F7FF961E-CF96-44AC-93C2-93612F62D46D}" dt="2026-08-19T09:54:14.783" v="3298"/>
          <ac:spMkLst>
            <pc:docMk/>
            <pc:sldMk cId="3660420272" sldId="630"/>
            <ac:spMk id="3" creationId="{E86A76A7-A0EE-64B7-28DD-6892E4610616}"/>
          </ac:spMkLst>
        </pc:spChg>
      </pc:sldChg>
      <pc:sldChg chg="new">
        <pc:chgData name="Berg, Dirk van den" userId="035ecb32-01d9-4b47-a105-eacf059a4647" providerId="ADAL" clId="{F7FF961E-CF96-44AC-93C2-93612F62D46D}" dt="2026-08-19T09:57:10.703" v="3299" actId="680"/>
        <pc:sldMkLst>
          <pc:docMk/>
          <pc:sldMk cId="1728390583" sldId="631"/>
        </pc:sldMkLst>
      </pc:sldChg>
      <pc:sldChg chg="modSp new mod">
        <pc:chgData name="Berg, Dirk van den" userId="035ecb32-01d9-4b47-a105-eacf059a4647" providerId="ADAL" clId="{F7FF961E-CF96-44AC-93C2-93612F62D46D}" dt="2026-08-19T11:07:16.189" v="3497" actId="20577"/>
        <pc:sldMkLst>
          <pc:docMk/>
          <pc:sldMk cId="3552899165" sldId="632"/>
        </pc:sldMkLst>
        <pc:spChg chg="mod">
          <ac:chgData name="Berg, Dirk van den" userId="035ecb32-01d9-4b47-a105-eacf059a4647" providerId="ADAL" clId="{F7FF961E-CF96-44AC-93C2-93612F62D46D}" dt="2026-08-19T11:07:16.189" v="3497" actId="20577"/>
          <ac:spMkLst>
            <pc:docMk/>
            <pc:sldMk cId="3552899165" sldId="632"/>
            <ac:spMk id="3" creationId="{D2F7D1D2-08DE-7E78-6493-27E66EDD941B}"/>
          </ac:spMkLst>
        </pc:spChg>
      </pc:sldChg>
      <pc:sldChg chg="modSp new mod">
        <pc:chgData name="Berg, Dirk van den" userId="035ecb32-01d9-4b47-a105-eacf059a4647" providerId="ADAL" clId="{F7FF961E-CF96-44AC-93C2-93612F62D46D}" dt="2026-08-19T11:09:59.260" v="3537" actId="20577"/>
        <pc:sldMkLst>
          <pc:docMk/>
          <pc:sldMk cId="2389277065" sldId="633"/>
        </pc:sldMkLst>
        <pc:spChg chg="mod">
          <ac:chgData name="Berg, Dirk van den" userId="035ecb32-01d9-4b47-a105-eacf059a4647" providerId="ADAL" clId="{F7FF961E-CF96-44AC-93C2-93612F62D46D}" dt="2026-08-19T11:09:59.260" v="3537" actId="20577"/>
          <ac:spMkLst>
            <pc:docMk/>
            <pc:sldMk cId="2389277065" sldId="633"/>
            <ac:spMk id="2" creationId="{505B55C2-047E-A445-A7A8-9B238CBA41A0}"/>
          </ac:spMkLst>
        </pc:spChg>
        <pc:spChg chg="mod">
          <ac:chgData name="Berg, Dirk van den" userId="035ecb32-01d9-4b47-a105-eacf059a4647" providerId="ADAL" clId="{F7FF961E-CF96-44AC-93C2-93612F62D46D}" dt="2026-08-19T11:09:50.742" v="3516" actId="27636"/>
          <ac:spMkLst>
            <pc:docMk/>
            <pc:sldMk cId="2389277065" sldId="633"/>
            <ac:spMk id="3" creationId="{74849C9E-7E5A-7075-344E-0819DE7614C8}"/>
          </ac:spMkLst>
        </pc:spChg>
      </pc:sldChg>
      <pc:sldChg chg="addSp new mod">
        <pc:chgData name="Berg, Dirk van den" userId="035ecb32-01d9-4b47-a105-eacf059a4647" providerId="ADAL" clId="{F7FF961E-CF96-44AC-93C2-93612F62D46D}" dt="2026-08-19T11:11:32.161" v="3539" actId="22"/>
        <pc:sldMkLst>
          <pc:docMk/>
          <pc:sldMk cId="884418387" sldId="634"/>
        </pc:sldMkLst>
        <pc:picChg chg="add">
          <ac:chgData name="Berg, Dirk van den" userId="035ecb32-01d9-4b47-a105-eacf059a4647" providerId="ADAL" clId="{F7FF961E-CF96-44AC-93C2-93612F62D46D}" dt="2026-08-19T11:11:32.161" v="3539" actId="22"/>
          <ac:picMkLst>
            <pc:docMk/>
            <pc:sldMk cId="884418387" sldId="634"/>
            <ac:picMk id="5" creationId="{916AFBF4-5787-4857-0620-99B2AA090433}"/>
          </ac:picMkLst>
        </pc:picChg>
      </pc:sldChg>
      <pc:sldChg chg="addSp modSp new mod">
        <pc:chgData name="Berg, Dirk van den" userId="035ecb32-01d9-4b47-a105-eacf059a4647" providerId="ADAL" clId="{F7FF961E-CF96-44AC-93C2-93612F62D46D}" dt="2026-08-19T11:17:55.070" v="3617" actId="1076"/>
        <pc:sldMkLst>
          <pc:docMk/>
          <pc:sldMk cId="237628550" sldId="635"/>
        </pc:sldMkLst>
        <pc:spChg chg="mod">
          <ac:chgData name="Berg, Dirk van den" userId="035ecb32-01d9-4b47-a105-eacf059a4647" providerId="ADAL" clId="{F7FF961E-CF96-44AC-93C2-93612F62D46D}" dt="2026-08-19T11:17:26.198" v="3614" actId="20577"/>
          <ac:spMkLst>
            <pc:docMk/>
            <pc:sldMk cId="237628550" sldId="635"/>
            <ac:spMk id="2" creationId="{1A58F28D-C5C8-B217-EDF6-2DE1264FEAA2}"/>
          </ac:spMkLst>
        </pc:spChg>
        <pc:spChg chg="mod">
          <ac:chgData name="Berg, Dirk van den" userId="035ecb32-01d9-4b47-a105-eacf059a4647" providerId="ADAL" clId="{F7FF961E-CF96-44AC-93C2-93612F62D46D}" dt="2026-08-19T11:17:37.922" v="3615"/>
          <ac:spMkLst>
            <pc:docMk/>
            <pc:sldMk cId="237628550" sldId="635"/>
            <ac:spMk id="3" creationId="{C94870CA-B8D5-1FEA-93C7-4A578B5C7A67}"/>
          </ac:spMkLst>
        </pc:spChg>
        <pc:picChg chg="add mod">
          <ac:chgData name="Berg, Dirk van den" userId="035ecb32-01d9-4b47-a105-eacf059a4647" providerId="ADAL" clId="{F7FF961E-CF96-44AC-93C2-93612F62D46D}" dt="2026-08-19T11:17:55.070" v="3617" actId="1076"/>
          <ac:picMkLst>
            <pc:docMk/>
            <pc:sldMk cId="237628550" sldId="635"/>
            <ac:picMk id="5" creationId="{D07D056F-F317-F300-75B9-7467015D368E}"/>
          </ac:picMkLst>
        </pc:picChg>
      </pc:sldChg>
      <pc:sldChg chg="addSp delSp modSp new mod ord">
        <pc:chgData name="Berg, Dirk van den" userId="035ecb32-01d9-4b47-a105-eacf059a4647" providerId="ADAL" clId="{F7FF961E-CF96-44AC-93C2-93612F62D46D}" dt="2026-08-19T13:09:30.510" v="3795" actId="478"/>
        <pc:sldMkLst>
          <pc:docMk/>
          <pc:sldMk cId="3454653027" sldId="636"/>
        </pc:sldMkLst>
        <pc:spChg chg="mod">
          <ac:chgData name="Berg, Dirk van den" userId="035ecb32-01d9-4b47-a105-eacf059a4647" providerId="ADAL" clId="{F7FF961E-CF96-44AC-93C2-93612F62D46D}" dt="2026-08-19T11:24:07.129" v="3658" actId="20577"/>
          <ac:spMkLst>
            <pc:docMk/>
            <pc:sldMk cId="3454653027" sldId="636"/>
            <ac:spMk id="2" creationId="{BD798F73-DA94-58B5-6DA5-BE9F035E3C8D}"/>
          </ac:spMkLst>
        </pc:spChg>
        <pc:spChg chg="mod">
          <ac:chgData name="Berg, Dirk van den" userId="035ecb32-01d9-4b47-a105-eacf059a4647" providerId="ADAL" clId="{F7FF961E-CF96-44AC-93C2-93612F62D46D}" dt="2026-08-19T11:24:19.211" v="3662" actId="15"/>
          <ac:spMkLst>
            <pc:docMk/>
            <pc:sldMk cId="3454653027" sldId="636"/>
            <ac:spMk id="3" creationId="{4660EF6A-40DA-1C91-9DCB-1B04EC196F5B}"/>
          </ac:spMkLst>
        </pc:spChg>
        <pc:spChg chg="add mod">
          <ac:chgData name="Berg, Dirk van den" userId="035ecb32-01d9-4b47-a105-eacf059a4647" providerId="ADAL" clId="{F7FF961E-CF96-44AC-93C2-93612F62D46D}" dt="2026-08-19T13:05:18.376" v="3788" actId="1076"/>
          <ac:spMkLst>
            <pc:docMk/>
            <pc:sldMk cId="3454653027" sldId="636"/>
            <ac:spMk id="5" creationId="{B7637B45-B93E-1B66-621A-E35AC77684D2}"/>
          </ac:spMkLst>
        </pc:spChg>
        <pc:spChg chg="add mod">
          <ac:chgData name="Berg, Dirk van den" userId="035ecb32-01d9-4b47-a105-eacf059a4647" providerId="ADAL" clId="{F7FF961E-CF96-44AC-93C2-93612F62D46D}" dt="2026-08-19T13:08:39.872" v="3792" actId="1076"/>
          <ac:spMkLst>
            <pc:docMk/>
            <pc:sldMk cId="3454653027" sldId="636"/>
            <ac:spMk id="7" creationId="{B1799AE1-2726-983A-17D7-1CEFB2F1BC72}"/>
          </ac:spMkLst>
        </pc:spChg>
      </pc:sldChg>
      <pc:sldChg chg="modSp new mod">
        <pc:chgData name="Berg, Dirk van den" userId="035ecb32-01d9-4b47-a105-eacf059a4647" providerId="ADAL" clId="{F7FF961E-CF96-44AC-93C2-93612F62D46D}" dt="2026-08-19T11:25:16.268" v="3765" actId="20577"/>
        <pc:sldMkLst>
          <pc:docMk/>
          <pc:sldMk cId="2507304793" sldId="637"/>
        </pc:sldMkLst>
        <pc:spChg chg="mod">
          <ac:chgData name="Berg, Dirk van den" userId="035ecb32-01d9-4b47-a105-eacf059a4647" providerId="ADAL" clId="{F7FF961E-CF96-44AC-93C2-93612F62D46D}" dt="2026-08-19T11:25:16.268" v="3765" actId="20577"/>
          <ac:spMkLst>
            <pc:docMk/>
            <pc:sldMk cId="2507304793" sldId="637"/>
            <ac:spMk id="2" creationId="{6A6528AF-B696-E378-A17C-4DF16B258DFB}"/>
          </ac:spMkLst>
        </pc:spChg>
        <pc:spChg chg="mod">
          <ac:chgData name="Berg, Dirk van den" userId="035ecb32-01d9-4b47-a105-eacf059a4647" providerId="ADAL" clId="{F7FF961E-CF96-44AC-93C2-93612F62D46D}" dt="2026-08-19T11:24:58.607" v="3664"/>
          <ac:spMkLst>
            <pc:docMk/>
            <pc:sldMk cId="2507304793" sldId="637"/>
            <ac:spMk id="3" creationId="{0C8C1A88-0276-E5B6-E2CA-AA5FAAA0D519}"/>
          </ac:spMkLst>
        </pc:spChg>
      </pc:sldChg>
      <pc:sldChg chg="modSp new mod">
        <pc:chgData name="Berg, Dirk van den" userId="035ecb32-01d9-4b47-a105-eacf059a4647" providerId="ADAL" clId="{F7FF961E-CF96-44AC-93C2-93612F62D46D}" dt="2026-08-19T12:07:59.721" v="3786" actId="20577"/>
        <pc:sldMkLst>
          <pc:docMk/>
          <pc:sldMk cId="2881443488" sldId="638"/>
        </pc:sldMkLst>
        <pc:spChg chg="mod">
          <ac:chgData name="Berg, Dirk van den" userId="035ecb32-01d9-4b47-a105-eacf059a4647" providerId="ADAL" clId="{F7FF961E-CF96-44AC-93C2-93612F62D46D}" dt="2026-08-19T12:07:59.721" v="3786" actId="20577"/>
          <ac:spMkLst>
            <pc:docMk/>
            <pc:sldMk cId="2881443488" sldId="638"/>
            <ac:spMk id="2" creationId="{7AADBC62-DF42-9143-B31E-E2B177732233}"/>
          </ac:spMkLst>
        </pc:spChg>
        <pc:spChg chg="mod">
          <ac:chgData name="Berg, Dirk van den" userId="035ecb32-01d9-4b47-a105-eacf059a4647" providerId="ADAL" clId="{F7FF961E-CF96-44AC-93C2-93612F62D46D}" dt="2026-08-19T12:07:55.121" v="3767"/>
          <ac:spMkLst>
            <pc:docMk/>
            <pc:sldMk cId="2881443488" sldId="638"/>
            <ac:spMk id="3" creationId="{2FBE61E5-F0BB-872E-2CAF-73BCBD7A6008}"/>
          </ac:spMkLst>
        </pc:spChg>
      </pc:sldChg>
      <pc:sldChg chg="addSp modSp new mod">
        <pc:chgData name="Berg, Dirk van den" userId="035ecb32-01d9-4b47-a105-eacf059a4647" providerId="ADAL" clId="{F7FF961E-CF96-44AC-93C2-93612F62D46D}" dt="2026-08-19T13:09:52.301" v="3857" actId="22"/>
        <pc:sldMkLst>
          <pc:docMk/>
          <pc:sldMk cId="1628781608" sldId="639"/>
        </pc:sldMkLst>
        <pc:spChg chg="mod">
          <ac:chgData name="Berg, Dirk van den" userId="035ecb32-01d9-4b47-a105-eacf059a4647" providerId="ADAL" clId="{F7FF961E-CF96-44AC-93C2-93612F62D46D}" dt="2026-08-19T13:09:46.514" v="3856" actId="20577"/>
          <ac:spMkLst>
            <pc:docMk/>
            <pc:sldMk cId="1628781608" sldId="639"/>
            <ac:spMk id="2" creationId="{52BED900-A414-524B-C00B-97A023ADCBC6}"/>
          </ac:spMkLst>
        </pc:spChg>
        <pc:spChg chg="add">
          <ac:chgData name="Berg, Dirk van den" userId="035ecb32-01d9-4b47-a105-eacf059a4647" providerId="ADAL" clId="{F7FF961E-CF96-44AC-93C2-93612F62D46D}" dt="2026-08-19T13:09:35.209" v="3797" actId="22"/>
          <ac:spMkLst>
            <pc:docMk/>
            <pc:sldMk cId="1628781608" sldId="639"/>
            <ac:spMk id="5" creationId="{B2B17E3A-1711-94DE-0C74-646721B59363}"/>
          </ac:spMkLst>
        </pc:spChg>
        <pc:spChg chg="add">
          <ac:chgData name="Berg, Dirk van den" userId="035ecb32-01d9-4b47-a105-eacf059a4647" providerId="ADAL" clId="{F7FF961E-CF96-44AC-93C2-93612F62D46D}" dt="2026-08-19T13:09:52.301" v="3857" actId="22"/>
          <ac:spMkLst>
            <pc:docMk/>
            <pc:sldMk cId="1628781608" sldId="639"/>
            <ac:spMk id="7" creationId="{D18FB1AD-6E5A-98AA-A83F-C036D9209896}"/>
          </ac:spMkLst>
        </pc:spChg>
      </pc:sldChg>
      <pc:sldChg chg="modSp new mod">
        <pc:chgData name="Berg, Dirk van den" userId="035ecb32-01d9-4b47-a105-eacf059a4647" providerId="ADAL" clId="{F7FF961E-CF96-44AC-93C2-93612F62D46D}" dt="2026-08-19T13:12:09.016" v="3944" actId="20577"/>
        <pc:sldMkLst>
          <pc:docMk/>
          <pc:sldMk cId="563830381" sldId="640"/>
        </pc:sldMkLst>
        <pc:spChg chg="mod">
          <ac:chgData name="Berg, Dirk van den" userId="035ecb32-01d9-4b47-a105-eacf059a4647" providerId="ADAL" clId="{F7FF961E-CF96-44AC-93C2-93612F62D46D}" dt="2026-08-19T13:12:02.019" v="3906" actId="20577"/>
          <ac:spMkLst>
            <pc:docMk/>
            <pc:sldMk cId="563830381" sldId="640"/>
            <ac:spMk id="2" creationId="{032D6CDA-CBA1-B3EC-76CE-60A42E98ED00}"/>
          </ac:spMkLst>
        </pc:spChg>
        <pc:spChg chg="mod">
          <ac:chgData name="Berg, Dirk van den" userId="035ecb32-01d9-4b47-a105-eacf059a4647" providerId="ADAL" clId="{F7FF961E-CF96-44AC-93C2-93612F62D46D}" dt="2026-08-19T13:12:09.016" v="3944" actId="20577"/>
          <ac:spMkLst>
            <pc:docMk/>
            <pc:sldMk cId="563830381" sldId="640"/>
            <ac:spMk id="3" creationId="{AAC64684-4FE4-B004-1A2B-72609BD8FBA2}"/>
          </ac:spMkLst>
        </pc:spChg>
      </pc:sldChg>
      <pc:sldChg chg="modSp new mod">
        <pc:chgData name="Berg, Dirk van den" userId="035ecb32-01d9-4b47-a105-eacf059a4647" providerId="ADAL" clId="{F7FF961E-CF96-44AC-93C2-93612F62D46D}" dt="2026-08-19T14:53:18.615" v="4005" actId="20577"/>
        <pc:sldMkLst>
          <pc:docMk/>
          <pc:sldMk cId="2457212365" sldId="641"/>
        </pc:sldMkLst>
        <pc:spChg chg="mod">
          <ac:chgData name="Berg, Dirk van den" userId="035ecb32-01d9-4b47-a105-eacf059a4647" providerId="ADAL" clId="{F7FF961E-CF96-44AC-93C2-93612F62D46D}" dt="2026-08-19T14:53:18.615" v="4005" actId="20577"/>
          <ac:spMkLst>
            <pc:docMk/>
            <pc:sldMk cId="2457212365" sldId="641"/>
            <ac:spMk id="2" creationId="{DA5565AE-24E9-5528-C5B8-91B2CD0023FF}"/>
          </ac:spMkLst>
        </pc:spChg>
        <pc:spChg chg="mod">
          <ac:chgData name="Berg, Dirk van den" userId="035ecb32-01d9-4b47-a105-eacf059a4647" providerId="ADAL" clId="{F7FF961E-CF96-44AC-93C2-93612F62D46D}" dt="2026-08-19T14:53:08.906" v="3946"/>
          <ac:spMkLst>
            <pc:docMk/>
            <pc:sldMk cId="2457212365" sldId="641"/>
            <ac:spMk id="3" creationId="{4BBDF3A5-0DA8-3152-9935-900DE7FFFB71}"/>
          </ac:spMkLst>
        </pc:spChg>
      </pc:sldChg>
      <pc:sldChg chg="addSp modSp new mod">
        <pc:chgData name="Berg, Dirk van den" userId="035ecb32-01d9-4b47-a105-eacf059a4647" providerId="ADAL" clId="{F7FF961E-CF96-44AC-93C2-93612F62D46D}" dt="2026-08-20T08:40:23.620" v="4062" actId="1076"/>
        <pc:sldMkLst>
          <pc:docMk/>
          <pc:sldMk cId="3450786154" sldId="642"/>
        </pc:sldMkLst>
        <pc:spChg chg="mod">
          <ac:chgData name="Berg, Dirk van den" userId="035ecb32-01d9-4b47-a105-eacf059a4647" providerId="ADAL" clId="{F7FF961E-CF96-44AC-93C2-93612F62D46D}" dt="2026-08-20T08:31:24.476" v="4048" actId="20577"/>
          <ac:spMkLst>
            <pc:docMk/>
            <pc:sldMk cId="3450786154" sldId="642"/>
            <ac:spMk id="2" creationId="{BFA37F8E-6B8C-E29B-AD2E-2BBCAD873FB4}"/>
          </ac:spMkLst>
        </pc:spChg>
        <pc:spChg chg="mod">
          <ac:chgData name="Berg, Dirk van den" userId="035ecb32-01d9-4b47-a105-eacf059a4647" providerId="ADAL" clId="{F7FF961E-CF96-44AC-93C2-93612F62D46D}" dt="2026-08-20T08:31:59.672" v="4060" actId="6549"/>
          <ac:spMkLst>
            <pc:docMk/>
            <pc:sldMk cId="3450786154" sldId="642"/>
            <ac:spMk id="3" creationId="{CBF726A5-40DB-DB40-1CA4-9BD7D26A3607}"/>
          </ac:spMkLst>
        </pc:spChg>
        <pc:spChg chg="add mod">
          <ac:chgData name="Berg, Dirk van den" userId="035ecb32-01d9-4b47-a105-eacf059a4647" providerId="ADAL" clId="{F7FF961E-CF96-44AC-93C2-93612F62D46D}" dt="2026-08-20T08:40:23.620" v="4062" actId="1076"/>
          <ac:spMkLst>
            <pc:docMk/>
            <pc:sldMk cId="3450786154" sldId="642"/>
            <ac:spMk id="5" creationId="{89478064-ACAF-A6BC-A44A-402D0F686C97}"/>
          </ac:spMkLst>
        </pc:spChg>
      </pc:sldChg>
      <pc:sldChg chg="addSp modSp new mod">
        <pc:chgData name="Berg, Dirk van den" userId="035ecb32-01d9-4b47-a105-eacf059a4647" providerId="ADAL" clId="{F7FF961E-CF96-44AC-93C2-93612F62D46D}" dt="2026-08-20T09:40:50.395" v="4086" actId="20577"/>
        <pc:sldMkLst>
          <pc:docMk/>
          <pc:sldMk cId="4178173905" sldId="643"/>
        </pc:sldMkLst>
        <pc:spChg chg="mod">
          <ac:chgData name="Berg, Dirk van den" userId="035ecb32-01d9-4b47-a105-eacf059a4647" providerId="ADAL" clId="{F7FF961E-CF96-44AC-93C2-93612F62D46D}" dt="2026-08-20T09:40:50.395" v="4086" actId="20577"/>
          <ac:spMkLst>
            <pc:docMk/>
            <pc:sldMk cId="4178173905" sldId="643"/>
            <ac:spMk id="2" creationId="{0810AE66-94DB-6023-0889-B1B844A29AB7}"/>
          </ac:spMkLst>
        </pc:spChg>
        <pc:picChg chg="add">
          <ac:chgData name="Berg, Dirk van den" userId="035ecb32-01d9-4b47-a105-eacf059a4647" providerId="ADAL" clId="{F7FF961E-CF96-44AC-93C2-93612F62D46D}" dt="2026-08-20T09:40:45.110" v="4064" actId="22"/>
          <ac:picMkLst>
            <pc:docMk/>
            <pc:sldMk cId="4178173905" sldId="643"/>
            <ac:picMk id="5" creationId="{B106DF68-76ED-40E5-2F35-E8580FF6C6C9}"/>
          </ac:picMkLst>
        </pc:picChg>
      </pc:sldChg>
      <pc:sldChg chg="addSp modSp new mod">
        <pc:chgData name="Berg, Dirk van den" userId="035ecb32-01d9-4b47-a105-eacf059a4647" providerId="ADAL" clId="{F7FF961E-CF96-44AC-93C2-93612F62D46D}" dt="2026-08-20T09:44:02.777" v="4181" actId="22"/>
        <pc:sldMkLst>
          <pc:docMk/>
          <pc:sldMk cId="1812370378" sldId="644"/>
        </pc:sldMkLst>
        <pc:spChg chg="mod">
          <ac:chgData name="Berg, Dirk van den" userId="035ecb32-01d9-4b47-a105-eacf059a4647" providerId="ADAL" clId="{F7FF961E-CF96-44AC-93C2-93612F62D46D}" dt="2026-08-20T09:43:42.974" v="4180" actId="20577"/>
          <ac:spMkLst>
            <pc:docMk/>
            <pc:sldMk cId="1812370378" sldId="644"/>
            <ac:spMk id="2" creationId="{EEE2FEA5-3F3F-EBB9-5ECD-07586E08EE6D}"/>
          </ac:spMkLst>
        </pc:spChg>
        <pc:spChg chg="add">
          <ac:chgData name="Berg, Dirk van den" userId="035ecb32-01d9-4b47-a105-eacf059a4647" providerId="ADAL" clId="{F7FF961E-CF96-44AC-93C2-93612F62D46D}" dt="2026-08-20T09:44:02.777" v="4181" actId="22"/>
          <ac:spMkLst>
            <pc:docMk/>
            <pc:sldMk cId="1812370378" sldId="644"/>
            <ac:spMk id="5" creationId="{40E4ED0D-3376-A2D2-DC8C-123A832CE9AA}"/>
          </ac:spMkLst>
        </pc:spChg>
      </pc:sldChg>
      <pc:sldChg chg="modSp new mod">
        <pc:chgData name="Berg, Dirk van den" userId="035ecb32-01d9-4b47-a105-eacf059a4647" providerId="ADAL" clId="{F7FF961E-CF96-44AC-93C2-93612F62D46D}" dt="2026-08-20T14:18:07.782" v="4216" actId="20577"/>
        <pc:sldMkLst>
          <pc:docMk/>
          <pc:sldMk cId="180389129" sldId="645"/>
        </pc:sldMkLst>
        <pc:spChg chg="mod">
          <ac:chgData name="Berg, Dirk van den" userId="035ecb32-01d9-4b47-a105-eacf059a4647" providerId="ADAL" clId="{F7FF961E-CF96-44AC-93C2-93612F62D46D}" dt="2026-08-20T14:18:07.782" v="4216" actId="20577"/>
          <ac:spMkLst>
            <pc:docMk/>
            <pc:sldMk cId="180389129" sldId="645"/>
            <ac:spMk id="2" creationId="{E8D010DF-FFA8-8946-FC67-4DA98F1008FF}"/>
          </ac:spMkLst>
        </pc:spChg>
        <pc:spChg chg="mod">
          <ac:chgData name="Berg, Dirk van den" userId="035ecb32-01d9-4b47-a105-eacf059a4647" providerId="ADAL" clId="{F7FF961E-CF96-44AC-93C2-93612F62D46D}" dt="2026-08-20T14:17:59.084" v="4183"/>
          <ac:spMkLst>
            <pc:docMk/>
            <pc:sldMk cId="180389129" sldId="645"/>
            <ac:spMk id="3" creationId="{D9ACEAC9-7F4F-C9E6-99C2-5FCAA434E04B}"/>
          </ac:spMkLst>
        </pc:spChg>
      </pc:sldChg>
      <pc:sldChg chg="modSp new">
        <pc:chgData name="Berg, Dirk van den" userId="035ecb32-01d9-4b47-a105-eacf059a4647" providerId="ADAL" clId="{F7FF961E-CF96-44AC-93C2-93612F62D46D}" dt="2026-08-20T20:02:23.655" v="4218"/>
        <pc:sldMkLst>
          <pc:docMk/>
          <pc:sldMk cId="4000069663" sldId="646"/>
        </pc:sldMkLst>
        <pc:spChg chg="mod">
          <ac:chgData name="Berg, Dirk van den" userId="035ecb32-01d9-4b47-a105-eacf059a4647" providerId="ADAL" clId="{F7FF961E-CF96-44AC-93C2-93612F62D46D}" dt="2026-08-20T20:02:23.655" v="4218"/>
          <ac:spMkLst>
            <pc:docMk/>
            <pc:sldMk cId="4000069663" sldId="646"/>
            <ac:spMk id="3" creationId="{590E661D-A2FC-D93C-1A98-116D3195515F}"/>
          </ac:spMkLst>
        </pc:spChg>
      </pc:sldChg>
      <pc:sldChg chg="addSp modSp new mod">
        <pc:chgData name="Berg, Dirk van den" userId="035ecb32-01d9-4b47-a105-eacf059a4647" providerId="ADAL" clId="{F7FF961E-CF96-44AC-93C2-93612F62D46D}" dt="2026-08-21T19:52:58.227" v="4457" actId="1076"/>
        <pc:sldMkLst>
          <pc:docMk/>
          <pc:sldMk cId="2456032255" sldId="647"/>
        </pc:sldMkLst>
        <pc:spChg chg="mod">
          <ac:chgData name="Berg, Dirk van den" userId="035ecb32-01d9-4b47-a105-eacf059a4647" providerId="ADAL" clId="{F7FF961E-CF96-44AC-93C2-93612F62D46D}" dt="2026-08-21T08:19:39.363" v="4318" actId="20577"/>
          <ac:spMkLst>
            <pc:docMk/>
            <pc:sldMk cId="2456032255" sldId="647"/>
            <ac:spMk id="2" creationId="{A1C300AB-AB14-7DB8-0E3E-A3709A429CBE}"/>
          </ac:spMkLst>
        </pc:spChg>
        <pc:spChg chg="mod">
          <ac:chgData name="Berg, Dirk van den" userId="035ecb32-01d9-4b47-a105-eacf059a4647" providerId="ADAL" clId="{F7FF961E-CF96-44AC-93C2-93612F62D46D}" dt="2026-08-21T08:20:31.664" v="4320"/>
          <ac:spMkLst>
            <pc:docMk/>
            <pc:sldMk cId="2456032255" sldId="647"/>
            <ac:spMk id="3" creationId="{CC505265-66FB-5B40-66F8-FD43F7E6B248}"/>
          </ac:spMkLst>
        </pc:spChg>
        <pc:picChg chg="add mod">
          <ac:chgData name="Berg, Dirk van den" userId="035ecb32-01d9-4b47-a105-eacf059a4647" providerId="ADAL" clId="{F7FF961E-CF96-44AC-93C2-93612F62D46D}" dt="2026-08-21T15:10:59.962" v="4455" actId="1076"/>
          <ac:picMkLst>
            <pc:docMk/>
            <pc:sldMk cId="2456032255" sldId="647"/>
            <ac:picMk id="5" creationId="{4AA3ED38-FC83-7D1C-6E72-B0105B91E124}"/>
          </ac:picMkLst>
        </pc:picChg>
        <pc:picChg chg="add mod">
          <ac:chgData name="Berg, Dirk van den" userId="035ecb32-01d9-4b47-a105-eacf059a4647" providerId="ADAL" clId="{F7FF961E-CF96-44AC-93C2-93612F62D46D}" dt="2026-08-21T19:52:58.227" v="4457" actId="1076"/>
          <ac:picMkLst>
            <pc:docMk/>
            <pc:sldMk cId="2456032255" sldId="647"/>
            <ac:picMk id="7" creationId="{F05FED4A-850E-217C-8910-3AF60560C255}"/>
          </ac:picMkLst>
        </pc:picChg>
      </pc:sldChg>
      <pc:sldChg chg="addSp modSp new mod">
        <pc:chgData name="Berg, Dirk van den" userId="035ecb32-01d9-4b47-a105-eacf059a4647" providerId="ADAL" clId="{F7FF961E-CF96-44AC-93C2-93612F62D46D}" dt="2026-08-21T14:36:22.575" v="4454" actId="22"/>
        <pc:sldMkLst>
          <pc:docMk/>
          <pc:sldMk cId="2433073153" sldId="648"/>
        </pc:sldMkLst>
        <pc:spChg chg="mod">
          <ac:chgData name="Berg, Dirk van den" userId="035ecb32-01d9-4b47-a105-eacf059a4647" providerId="ADAL" clId="{F7FF961E-CF96-44AC-93C2-93612F62D46D}" dt="2026-08-21T14:35:15.327" v="4453" actId="20577"/>
          <ac:spMkLst>
            <pc:docMk/>
            <pc:sldMk cId="2433073153" sldId="648"/>
            <ac:spMk id="2" creationId="{6063D8B7-FA13-1CB3-0A4C-91CAA8ADD1A9}"/>
          </ac:spMkLst>
        </pc:spChg>
        <pc:spChg chg="mod">
          <ac:chgData name="Berg, Dirk van den" userId="035ecb32-01d9-4b47-a105-eacf059a4647" providerId="ADAL" clId="{F7FF961E-CF96-44AC-93C2-93612F62D46D}" dt="2026-08-21T14:34:52.305" v="4339"/>
          <ac:spMkLst>
            <pc:docMk/>
            <pc:sldMk cId="2433073153" sldId="648"/>
            <ac:spMk id="3" creationId="{FD1E3AF3-BC83-F1E0-3696-8CFCF3E9A875}"/>
          </ac:spMkLst>
        </pc:spChg>
        <pc:spChg chg="add">
          <ac:chgData name="Berg, Dirk van den" userId="035ecb32-01d9-4b47-a105-eacf059a4647" providerId="ADAL" clId="{F7FF961E-CF96-44AC-93C2-93612F62D46D}" dt="2026-08-21T14:36:22.575" v="4454" actId="22"/>
          <ac:spMkLst>
            <pc:docMk/>
            <pc:sldMk cId="2433073153" sldId="648"/>
            <ac:spMk id="5" creationId="{A6EC4DD9-F991-C87C-D7EA-0C9D69E6157A}"/>
          </ac:spMkLst>
        </pc:spChg>
      </pc:sldChg>
      <pc:sldChg chg="modSp new mod">
        <pc:chgData name="Berg, Dirk van den" userId="035ecb32-01d9-4b47-a105-eacf059a4647" providerId="ADAL" clId="{F7FF961E-CF96-44AC-93C2-93612F62D46D}" dt="2026-08-21T20:02:27.005" v="4521" actId="20577"/>
        <pc:sldMkLst>
          <pc:docMk/>
          <pc:sldMk cId="825996519" sldId="649"/>
        </pc:sldMkLst>
        <pc:spChg chg="mod">
          <ac:chgData name="Berg, Dirk van den" userId="035ecb32-01d9-4b47-a105-eacf059a4647" providerId="ADAL" clId="{F7FF961E-CF96-44AC-93C2-93612F62D46D}" dt="2026-08-21T20:02:27.005" v="4521" actId="20577"/>
          <ac:spMkLst>
            <pc:docMk/>
            <pc:sldMk cId="825996519" sldId="649"/>
            <ac:spMk id="2" creationId="{E968931E-751F-3C05-C33D-74039E3506FA}"/>
          </ac:spMkLst>
        </pc:spChg>
        <pc:spChg chg="mod">
          <ac:chgData name="Berg, Dirk van den" userId="035ecb32-01d9-4b47-a105-eacf059a4647" providerId="ADAL" clId="{F7FF961E-CF96-44AC-93C2-93612F62D46D}" dt="2026-08-21T20:02:15.140" v="4459"/>
          <ac:spMkLst>
            <pc:docMk/>
            <pc:sldMk cId="825996519" sldId="649"/>
            <ac:spMk id="3" creationId="{9A930050-F69C-DE70-377D-BF97416BB7EB}"/>
          </ac:spMkLst>
        </pc:spChg>
      </pc:sldChg>
      <pc:sldChg chg="addSp delSp modSp new mod">
        <pc:chgData name="Berg, Dirk van den" userId="035ecb32-01d9-4b47-a105-eacf059a4647" providerId="ADAL" clId="{F7FF961E-CF96-44AC-93C2-93612F62D46D}" dt="2026-08-22T18:43:59.669" v="4551" actId="20577"/>
        <pc:sldMkLst>
          <pc:docMk/>
          <pc:sldMk cId="103821657" sldId="650"/>
        </pc:sldMkLst>
        <pc:spChg chg="mod">
          <ac:chgData name="Berg, Dirk van den" userId="035ecb32-01d9-4b47-a105-eacf059a4647" providerId="ADAL" clId="{F7FF961E-CF96-44AC-93C2-93612F62D46D}" dt="2026-08-22T18:43:59.669" v="4551" actId="20577"/>
          <ac:spMkLst>
            <pc:docMk/>
            <pc:sldMk cId="103821657" sldId="650"/>
            <ac:spMk id="2" creationId="{612638ED-5959-FC68-BEFA-54B581A54C18}"/>
          </ac:spMkLst>
        </pc:spChg>
        <pc:spChg chg="del">
          <ac:chgData name="Berg, Dirk van den" userId="035ecb32-01d9-4b47-a105-eacf059a4647" providerId="ADAL" clId="{F7FF961E-CF96-44AC-93C2-93612F62D46D}" dt="2026-08-22T18:43:45.426" v="4523"/>
          <ac:spMkLst>
            <pc:docMk/>
            <pc:sldMk cId="103821657" sldId="650"/>
            <ac:spMk id="3" creationId="{0C49C977-3D47-A989-BD74-3247582EC74B}"/>
          </ac:spMkLst>
        </pc:spChg>
        <pc:spChg chg="add mod">
          <ac:chgData name="Berg, Dirk van den" userId="035ecb32-01d9-4b47-a105-eacf059a4647" providerId="ADAL" clId="{F7FF961E-CF96-44AC-93C2-93612F62D46D}" dt="2026-08-22T18:43:53.444" v="4525" actId="1076"/>
          <ac:spMkLst>
            <pc:docMk/>
            <pc:sldMk cId="103821657" sldId="650"/>
            <ac:spMk id="6" creationId="{CB4EC5E6-80C5-494B-52D8-219B2AE76E6D}"/>
          </ac:spMkLst>
        </pc:spChg>
        <pc:graphicFrameChg chg="add mod">
          <ac:chgData name="Berg, Dirk van den" userId="035ecb32-01d9-4b47-a105-eacf059a4647" providerId="ADAL" clId="{F7FF961E-CF96-44AC-93C2-93612F62D46D}" dt="2026-08-22T18:43:45.426" v="4523"/>
          <ac:graphicFrameMkLst>
            <pc:docMk/>
            <pc:sldMk cId="103821657" sldId="650"/>
            <ac:graphicFrameMk id="4" creationId="{C285EE33-613E-D7B0-E77F-819A1EDED801}"/>
          </ac:graphicFrameMkLst>
        </pc:graphicFrameChg>
      </pc:sldChg>
      <pc:sldChg chg="addSp modSp new mod">
        <pc:chgData name="Berg, Dirk van den" userId="035ecb32-01d9-4b47-a105-eacf059a4647" providerId="ADAL" clId="{F7FF961E-CF96-44AC-93C2-93612F62D46D}" dt="2026-08-23T10:54:27.335" v="4554"/>
        <pc:sldMkLst>
          <pc:docMk/>
          <pc:sldMk cId="639196492" sldId="651"/>
        </pc:sldMkLst>
        <pc:spChg chg="add">
          <ac:chgData name="Berg, Dirk van den" userId="035ecb32-01d9-4b47-a105-eacf059a4647" providerId="ADAL" clId="{F7FF961E-CF96-44AC-93C2-93612F62D46D}" dt="2026-08-23T10:54:27.335" v="4554"/>
          <ac:spMkLst>
            <pc:docMk/>
            <pc:sldMk cId="639196492" sldId="651"/>
            <ac:spMk id="5" creationId="{352820DA-D387-9E90-B895-F800E83D3963}"/>
          </ac:spMkLst>
        </pc:spChg>
      </pc:sldChg>
      <pc:sldChg chg="modSp new mod">
        <pc:chgData name="Berg, Dirk van den" userId="035ecb32-01d9-4b47-a105-eacf059a4647" providerId="ADAL" clId="{F7FF961E-CF96-44AC-93C2-93612F62D46D}" dt="2026-08-23T10:54:32.354" v="4561" actId="20577"/>
        <pc:sldMkLst>
          <pc:docMk/>
          <pc:sldMk cId="3411569896" sldId="652"/>
        </pc:sldMkLst>
        <pc:spChg chg="mod">
          <ac:chgData name="Berg, Dirk van den" userId="035ecb32-01d9-4b47-a105-eacf059a4647" providerId="ADAL" clId="{F7FF961E-CF96-44AC-93C2-93612F62D46D}" dt="2026-08-23T10:54:32.354" v="4561" actId="20577"/>
          <ac:spMkLst>
            <pc:docMk/>
            <pc:sldMk cId="3411569896" sldId="652"/>
            <ac:spMk id="2" creationId="{29D7178B-224A-C60B-54F6-0E6CD3F9B73D}"/>
          </ac:spMkLst>
        </pc:spChg>
      </pc:sldChg>
      <pc:sldChg chg="modSp new mod ord">
        <pc:chgData name="Berg, Dirk van den" userId="035ecb32-01d9-4b47-a105-eacf059a4647" providerId="ADAL" clId="{F7FF961E-CF96-44AC-93C2-93612F62D46D}" dt="2026-08-23T11:23:17.227" v="4566" actId="27636"/>
        <pc:sldMkLst>
          <pc:docMk/>
          <pc:sldMk cId="3012002043" sldId="653"/>
        </pc:sldMkLst>
        <pc:spChg chg="mod">
          <ac:chgData name="Berg, Dirk van den" userId="035ecb32-01d9-4b47-a105-eacf059a4647" providerId="ADAL" clId="{F7FF961E-CF96-44AC-93C2-93612F62D46D}" dt="2026-08-23T11:23:17.227" v="4566" actId="27636"/>
          <ac:spMkLst>
            <pc:docMk/>
            <pc:sldMk cId="3012002043" sldId="653"/>
            <ac:spMk id="3" creationId="{05072836-3711-0761-AAB9-465B0DC815AA}"/>
          </ac:spMkLst>
        </pc:spChg>
      </pc:sldChg>
      <pc:sldChg chg="addSp delSp modSp new mod">
        <pc:chgData name="Berg, Dirk van den" userId="035ecb32-01d9-4b47-a105-eacf059a4647" providerId="ADAL" clId="{F7FF961E-CF96-44AC-93C2-93612F62D46D}" dt="2026-08-23T11:27:53.277" v="4596" actId="20577"/>
        <pc:sldMkLst>
          <pc:docMk/>
          <pc:sldMk cId="1914121194" sldId="654"/>
        </pc:sldMkLst>
        <pc:spChg chg="mod">
          <ac:chgData name="Berg, Dirk van den" userId="035ecb32-01d9-4b47-a105-eacf059a4647" providerId="ADAL" clId="{F7FF961E-CF96-44AC-93C2-93612F62D46D}" dt="2026-08-23T11:27:53.277" v="4596" actId="20577"/>
          <ac:spMkLst>
            <pc:docMk/>
            <pc:sldMk cId="1914121194" sldId="654"/>
            <ac:spMk id="2" creationId="{D2BEA8A8-1695-9A4B-528A-F6080EBCAAF3}"/>
          </ac:spMkLst>
        </pc:spChg>
        <pc:spChg chg="del">
          <ac:chgData name="Berg, Dirk van den" userId="035ecb32-01d9-4b47-a105-eacf059a4647" providerId="ADAL" clId="{F7FF961E-CF96-44AC-93C2-93612F62D46D}" dt="2026-08-23T11:27:49.018" v="4568" actId="22"/>
          <ac:spMkLst>
            <pc:docMk/>
            <pc:sldMk cId="1914121194" sldId="654"/>
            <ac:spMk id="3" creationId="{50E3BBFE-0D4D-7FF8-3388-A6CDF4ED4FA4}"/>
          </ac:spMkLst>
        </pc:spChg>
        <pc:picChg chg="add mod ord">
          <ac:chgData name="Berg, Dirk van den" userId="035ecb32-01d9-4b47-a105-eacf059a4647" providerId="ADAL" clId="{F7FF961E-CF96-44AC-93C2-93612F62D46D}" dt="2026-08-23T11:27:49.018" v="4568" actId="22"/>
          <ac:picMkLst>
            <pc:docMk/>
            <pc:sldMk cId="1914121194" sldId="654"/>
            <ac:picMk id="5" creationId="{ADB3F041-1A28-EB94-BCEA-964B478E298D}"/>
          </ac:picMkLst>
        </pc:picChg>
      </pc:sldChg>
      <pc:sldChg chg="modSp new mod">
        <pc:chgData name="Berg, Dirk van den" userId="035ecb32-01d9-4b47-a105-eacf059a4647" providerId="ADAL" clId="{F7FF961E-CF96-44AC-93C2-93612F62D46D}" dt="2026-08-23T11:41:44.013" v="4916" actId="20577"/>
        <pc:sldMkLst>
          <pc:docMk/>
          <pc:sldMk cId="1559220938" sldId="655"/>
        </pc:sldMkLst>
        <pc:spChg chg="mod">
          <ac:chgData name="Berg, Dirk van den" userId="035ecb32-01d9-4b47-a105-eacf059a4647" providerId="ADAL" clId="{F7FF961E-CF96-44AC-93C2-93612F62D46D}" dt="2026-08-23T11:41:44.013" v="4916" actId="20577"/>
          <ac:spMkLst>
            <pc:docMk/>
            <pc:sldMk cId="1559220938" sldId="655"/>
            <ac:spMk id="3" creationId="{E0E7A3DB-5819-254C-4CAD-AB0728B4FC28}"/>
          </ac:spMkLst>
        </pc:spChg>
      </pc:sldChg>
      <pc:sldChg chg="addSp modSp new mod">
        <pc:chgData name="Berg, Dirk van den" userId="035ecb32-01d9-4b47-a105-eacf059a4647" providerId="ADAL" clId="{F7FF961E-CF96-44AC-93C2-93612F62D46D}" dt="2026-08-23T11:52:17.034" v="4927" actId="1076"/>
        <pc:sldMkLst>
          <pc:docMk/>
          <pc:sldMk cId="4278424908" sldId="656"/>
        </pc:sldMkLst>
        <pc:spChg chg="mod">
          <ac:chgData name="Berg, Dirk van den" userId="035ecb32-01d9-4b47-a105-eacf059a4647" providerId="ADAL" clId="{F7FF961E-CF96-44AC-93C2-93612F62D46D}" dt="2026-08-23T11:49:04.464" v="4925" actId="20577"/>
          <ac:spMkLst>
            <pc:docMk/>
            <pc:sldMk cId="4278424908" sldId="656"/>
            <ac:spMk id="2" creationId="{402F23F6-B91F-EE24-9325-53BD163C148C}"/>
          </ac:spMkLst>
        </pc:spChg>
        <pc:spChg chg="mod">
          <ac:chgData name="Berg, Dirk van den" userId="035ecb32-01d9-4b47-a105-eacf059a4647" providerId="ADAL" clId="{F7FF961E-CF96-44AC-93C2-93612F62D46D}" dt="2026-08-23T11:49:02.827" v="4918"/>
          <ac:spMkLst>
            <pc:docMk/>
            <pc:sldMk cId="4278424908" sldId="656"/>
            <ac:spMk id="3" creationId="{C9B31EB2-57A9-BEB0-C87E-C0854B9A1873}"/>
          </ac:spMkLst>
        </pc:spChg>
        <pc:spChg chg="add mod">
          <ac:chgData name="Berg, Dirk van den" userId="035ecb32-01d9-4b47-a105-eacf059a4647" providerId="ADAL" clId="{F7FF961E-CF96-44AC-93C2-93612F62D46D}" dt="2026-08-23T11:52:17.034" v="4927" actId="1076"/>
          <ac:spMkLst>
            <pc:docMk/>
            <pc:sldMk cId="4278424908" sldId="656"/>
            <ac:spMk id="5" creationId="{E10C021F-BA14-0FAD-245E-6D4A1FB9EF80}"/>
          </ac:spMkLst>
        </pc:spChg>
      </pc:sldChg>
      <pc:sldChg chg="addSp modSp new mod">
        <pc:chgData name="Berg, Dirk van den" userId="035ecb32-01d9-4b47-a105-eacf059a4647" providerId="ADAL" clId="{F7FF961E-CF96-44AC-93C2-93612F62D46D}" dt="2026-08-23T12:52:43.727" v="4993" actId="1076"/>
        <pc:sldMkLst>
          <pc:docMk/>
          <pc:sldMk cId="2318259398" sldId="657"/>
        </pc:sldMkLst>
        <pc:spChg chg="mod">
          <ac:chgData name="Berg, Dirk van den" userId="035ecb32-01d9-4b47-a105-eacf059a4647" providerId="ADAL" clId="{F7FF961E-CF96-44AC-93C2-93612F62D46D}" dt="2026-08-23T12:10:42.360" v="4988" actId="20577"/>
          <ac:spMkLst>
            <pc:docMk/>
            <pc:sldMk cId="2318259398" sldId="657"/>
            <ac:spMk id="2" creationId="{75FD555E-D143-38F3-1A1F-A27C44BD1E1E}"/>
          </ac:spMkLst>
        </pc:spChg>
        <pc:spChg chg="add mod">
          <ac:chgData name="Berg, Dirk van den" userId="035ecb32-01d9-4b47-a105-eacf059a4647" providerId="ADAL" clId="{F7FF961E-CF96-44AC-93C2-93612F62D46D}" dt="2026-08-23T12:16:06.617" v="4989" actId="1076"/>
          <ac:spMkLst>
            <pc:docMk/>
            <pc:sldMk cId="2318259398" sldId="657"/>
            <ac:spMk id="5" creationId="{4927F4D7-E0B4-DD4F-0940-BDADACC88C7E}"/>
          </ac:spMkLst>
        </pc:spChg>
        <pc:spChg chg="add mod">
          <ac:chgData name="Berg, Dirk van den" userId="035ecb32-01d9-4b47-a105-eacf059a4647" providerId="ADAL" clId="{F7FF961E-CF96-44AC-93C2-93612F62D46D}" dt="2026-08-23T12:48:02.738" v="4991" actId="1076"/>
          <ac:spMkLst>
            <pc:docMk/>
            <pc:sldMk cId="2318259398" sldId="657"/>
            <ac:spMk id="7" creationId="{C5EB96CA-F03A-CB77-1FC8-AB7CE3C47633}"/>
          </ac:spMkLst>
        </pc:spChg>
        <pc:spChg chg="add mod">
          <ac:chgData name="Berg, Dirk van den" userId="035ecb32-01d9-4b47-a105-eacf059a4647" providerId="ADAL" clId="{F7FF961E-CF96-44AC-93C2-93612F62D46D}" dt="2026-08-23T12:52:43.727" v="4993" actId="1076"/>
          <ac:spMkLst>
            <pc:docMk/>
            <pc:sldMk cId="2318259398" sldId="657"/>
            <ac:spMk id="9" creationId="{63A7E7C8-B572-0AB8-4DA6-0C78B55A0521}"/>
          </ac:spMkLst>
        </pc:spChg>
      </pc:sldChg>
      <pc:sldChg chg="addSp modSp new mod">
        <pc:chgData name="Berg, Dirk van den" userId="035ecb32-01d9-4b47-a105-eacf059a4647" providerId="ADAL" clId="{F7FF961E-CF96-44AC-93C2-93612F62D46D}" dt="2026-08-23T13:43:22.628" v="4998" actId="1076"/>
        <pc:sldMkLst>
          <pc:docMk/>
          <pc:sldMk cId="1160693031" sldId="658"/>
        </pc:sldMkLst>
        <pc:spChg chg="mod">
          <ac:chgData name="Berg, Dirk van den" userId="035ecb32-01d9-4b47-a105-eacf059a4647" providerId="ADAL" clId="{F7FF961E-CF96-44AC-93C2-93612F62D46D}" dt="2026-08-23T13:42:54.093" v="4995"/>
          <ac:spMkLst>
            <pc:docMk/>
            <pc:sldMk cId="1160693031" sldId="658"/>
            <ac:spMk id="2" creationId="{33C5A8AB-0BAC-F606-9737-98573A9AE2C0}"/>
          </ac:spMkLst>
        </pc:spChg>
        <pc:spChg chg="mod">
          <ac:chgData name="Berg, Dirk van den" userId="035ecb32-01d9-4b47-a105-eacf059a4647" providerId="ADAL" clId="{F7FF961E-CF96-44AC-93C2-93612F62D46D}" dt="2026-08-23T13:42:58.285" v="4996"/>
          <ac:spMkLst>
            <pc:docMk/>
            <pc:sldMk cId="1160693031" sldId="658"/>
            <ac:spMk id="3" creationId="{AA82AA0B-3F2A-C02E-D54E-9A513F5AE541}"/>
          </ac:spMkLst>
        </pc:spChg>
        <pc:spChg chg="add mod">
          <ac:chgData name="Berg, Dirk van den" userId="035ecb32-01d9-4b47-a105-eacf059a4647" providerId="ADAL" clId="{F7FF961E-CF96-44AC-93C2-93612F62D46D}" dt="2026-08-23T13:43:22.628" v="4998" actId="1076"/>
          <ac:spMkLst>
            <pc:docMk/>
            <pc:sldMk cId="1160693031" sldId="658"/>
            <ac:spMk id="5" creationId="{C93EB7E0-378C-637F-E006-D62CC3EE45E8}"/>
          </ac:spMkLst>
        </pc:spChg>
      </pc:sldChg>
      <pc:sldChg chg="modSp new">
        <pc:chgData name="Berg, Dirk van den" userId="035ecb32-01d9-4b47-a105-eacf059a4647" providerId="ADAL" clId="{F7FF961E-CF96-44AC-93C2-93612F62D46D}" dt="2026-08-23T13:48:58.445" v="5000"/>
        <pc:sldMkLst>
          <pc:docMk/>
          <pc:sldMk cId="758653328" sldId="659"/>
        </pc:sldMkLst>
        <pc:spChg chg="mod">
          <ac:chgData name="Berg, Dirk van den" userId="035ecb32-01d9-4b47-a105-eacf059a4647" providerId="ADAL" clId="{F7FF961E-CF96-44AC-93C2-93612F62D46D}" dt="2026-08-23T13:48:58.445" v="5000"/>
          <ac:spMkLst>
            <pc:docMk/>
            <pc:sldMk cId="758653328" sldId="659"/>
            <ac:spMk id="3" creationId="{C8A7580A-7458-CC2D-F030-8AC3EA6DD861}"/>
          </ac:spMkLst>
        </pc:spChg>
      </pc:sldChg>
      <pc:sldChg chg="addSp new mod">
        <pc:chgData name="Berg, Dirk van den" userId="035ecb32-01d9-4b47-a105-eacf059a4647" providerId="ADAL" clId="{F7FF961E-CF96-44AC-93C2-93612F62D46D}" dt="2026-08-23T13:53:49.865" v="5002" actId="22"/>
        <pc:sldMkLst>
          <pc:docMk/>
          <pc:sldMk cId="3696666704" sldId="660"/>
        </pc:sldMkLst>
        <pc:picChg chg="add">
          <ac:chgData name="Berg, Dirk van den" userId="035ecb32-01d9-4b47-a105-eacf059a4647" providerId="ADAL" clId="{F7FF961E-CF96-44AC-93C2-93612F62D46D}" dt="2026-08-23T13:53:49.865" v="5002" actId="22"/>
          <ac:picMkLst>
            <pc:docMk/>
            <pc:sldMk cId="3696666704" sldId="660"/>
            <ac:picMk id="5" creationId="{749ABE65-60CA-859C-D40E-F1B25E9DF92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BAB6D8-C27E-407B-98D7-E6DBA2AF0333}" type="datetimeFigureOut">
              <a:rPr lang="en-NL" smtClean="0"/>
              <a:t>23/08/2026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856CC7-CB53-4795-B466-004355321F4B}" type="slidenum">
              <a:rPr lang="en-NL" smtClean="0"/>
              <a:t>‹#›</a:t>
            </a:fld>
            <a:endParaRPr lang="en-NL"/>
          </a:p>
        </p:txBody>
      </p:sp>
    </p:spTree>
    <p:extLst>
      <p:ext uri="{BB962C8B-B14F-4D97-AF65-F5344CB8AC3E}">
        <p14:creationId xmlns:p14="http://schemas.microsoft.com/office/powerpoint/2010/main" val="1154567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CF35-1D7D-05E0-F763-48B865208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20AD0-A82A-5D52-CF93-B9083A03A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8CA90-9D97-82D9-5A59-105778C96E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730851B-33C8-891E-0DB8-5C3D0D866D32}"/>
              </a:ext>
            </a:extLst>
          </p:cNvPr>
          <p:cNvSpPr>
            <a:spLocks noGrp="1"/>
          </p:cNvSpPr>
          <p:nvPr>
            <p:ph type="sldNum" sz="quarter" idx="5"/>
          </p:nvPr>
        </p:nvSpPr>
        <p:spPr/>
        <p:txBody>
          <a:bodyPr/>
          <a:lstStyle/>
          <a:p>
            <a:fld id="{B408ABE9-835D-41BF-A9B3-EFBAC967A8E2}" type="slidenum">
              <a:rPr lang="en-NL" smtClean="0"/>
              <a:t>2</a:t>
            </a:fld>
            <a:endParaRPr lang="en-NL"/>
          </a:p>
        </p:txBody>
      </p:sp>
    </p:spTree>
    <p:extLst>
      <p:ext uri="{BB962C8B-B14F-4D97-AF65-F5344CB8AC3E}">
        <p14:creationId xmlns:p14="http://schemas.microsoft.com/office/powerpoint/2010/main" val="427981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21242-B236-7D16-35BE-1EA613A44D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F6211-ACCE-93B6-A1F0-705BB7FF2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E359F-0075-0973-2A0F-36E149D08BB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FE03781-8715-1F9E-1461-B5D8E728E37B}"/>
              </a:ext>
            </a:extLst>
          </p:cNvPr>
          <p:cNvSpPr>
            <a:spLocks noGrp="1"/>
          </p:cNvSpPr>
          <p:nvPr>
            <p:ph type="sldNum" sz="quarter" idx="5"/>
          </p:nvPr>
        </p:nvSpPr>
        <p:spPr/>
        <p:txBody>
          <a:bodyPr/>
          <a:lstStyle/>
          <a:p>
            <a:fld id="{B408ABE9-835D-41BF-A9B3-EFBAC967A8E2}" type="slidenum">
              <a:rPr lang="en-NL" smtClean="0"/>
              <a:t>3</a:t>
            </a:fld>
            <a:endParaRPr lang="en-NL"/>
          </a:p>
        </p:txBody>
      </p:sp>
    </p:spTree>
    <p:extLst>
      <p:ext uri="{BB962C8B-B14F-4D97-AF65-F5344CB8AC3E}">
        <p14:creationId xmlns:p14="http://schemas.microsoft.com/office/powerpoint/2010/main" val="4038624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Kijken</a:t>
            </a:r>
            <a:r>
              <a:rPr lang="en-US" dirty="0"/>
              <a:t> </a:t>
            </a:r>
            <a:r>
              <a:rPr lang="en-US" dirty="0" err="1"/>
              <a:t>gaug</a:t>
            </a:r>
            <a:r>
              <a:rPr lang="en-US" dirty="0"/>
              <a:t> is </a:t>
            </a:r>
            <a:r>
              <a:rPr lang="en-US" dirty="0" err="1"/>
              <a:t>dat</a:t>
            </a:r>
            <a:r>
              <a:rPr lang="en-US" dirty="0"/>
              <a:t> augmented states?</a:t>
            </a:r>
            <a:endParaRPr lang="en-NL" dirty="0"/>
          </a:p>
        </p:txBody>
      </p:sp>
      <p:sp>
        <p:nvSpPr>
          <p:cNvPr id="4" name="Slide Number Placeholder 3"/>
          <p:cNvSpPr>
            <a:spLocks noGrp="1"/>
          </p:cNvSpPr>
          <p:nvPr>
            <p:ph type="sldNum" sz="quarter" idx="5"/>
          </p:nvPr>
        </p:nvSpPr>
        <p:spPr/>
        <p:txBody>
          <a:bodyPr/>
          <a:lstStyle/>
          <a:p>
            <a:fld id="{CAC5582B-9ED5-4B7F-BF1D-5EAA82C0EBB2}" type="slidenum">
              <a:rPr lang="en-NL" smtClean="0"/>
              <a:t>4</a:t>
            </a:fld>
            <a:endParaRPr lang="en-NL"/>
          </a:p>
        </p:txBody>
      </p:sp>
    </p:spTree>
    <p:extLst>
      <p:ext uri="{BB962C8B-B14F-4D97-AF65-F5344CB8AC3E}">
        <p14:creationId xmlns:p14="http://schemas.microsoft.com/office/powerpoint/2010/main" val="3941554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dirty="0" err="1"/>
              <a:t>dY</a:t>
            </a:r>
            <a:r>
              <a:rPr lang="en-US" dirty="0"/>
              <a:t> = ma * </a:t>
            </a:r>
            <a:r>
              <a:rPr lang="en-US" dirty="0" err="1"/>
              <a:t>vda</a:t>
            </a:r>
            <a:r>
              <a:rPr lang="en-US" dirty="0"/>
              <a:t>(0) / cy</a:t>
            </a:r>
            <a:endParaRPr lang="en-NL" dirty="0"/>
          </a:p>
        </p:txBody>
      </p:sp>
      <p:sp>
        <p:nvSpPr>
          <p:cNvPr id="4" name="Slide Number Placeholder 3"/>
          <p:cNvSpPr>
            <a:spLocks noGrp="1"/>
          </p:cNvSpPr>
          <p:nvPr>
            <p:ph type="sldNum" sz="quarter" idx="5"/>
          </p:nvPr>
        </p:nvSpPr>
        <p:spPr/>
        <p:txBody>
          <a:bodyPr/>
          <a:lstStyle/>
          <a:p>
            <a:fld id="{D8856CC7-CB53-4795-B466-004355321F4B}" type="slidenum">
              <a:rPr lang="en-NL" smtClean="0"/>
              <a:t>19</a:t>
            </a:fld>
            <a:endParaRPr lang="en-NL"/>
          </a:p>
        </p:txBody>
      </p:sp>
    </p:spTree>
    <p:extLst>
      <p:ext uri="{BB962C8B-B14F-4D97-AF65-F5344CB8AC3E}">
        <p14:creationId xmlns:p14="http://schemas.microsoft.com/office/powerpoint/2010/main" val="3789808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noise V=0</a:t>
            </a:r>
            <a:endParaRPr lang="en-NL" dirty="0"/>
          </a:p>
        </p:txBody>
      </p:sp>
      <p:sp>
        <p:nvSpPr>
          <p:cNvPr id="4" name="Slide Number Placeholder 3"/>
          <p:cNvSpPr>
            <a:spLocks noGrp="1"/>
          </p:cNvSpPr>
          <p:nvPr>
            <p:ph type="sldNum" sz="quarter" idx="5"/>
          </p:nvPr>
        </p:nvSpPr>
        <p:spPr/>
        <p:txBody>
          <a:bodyPr/>
          <a:lstStyle/>
          <a:p>
            <a:fld id="{D8856CC7-CB53-4795-B466-004355321F4B}" type="slidenum">
              <a:rPr lang="en-NL" smtClean="0"/>
              <a:t>36</a:t>
            </a:fld>
            <a:endParaRPr lang="en-NL"/>
          </a:p>
        </p:txBody>
      </p:sp>
    </p:spTree>
    <p:extLst>
      <p:ext uri="{BB962C8B-B14F-4D97-AF65-F5344CB8AC3E}">
        <p14:creationId xmlns:p14="http://schemas.microsoft.com/office/powerpoint/2010/main" val="1231983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Compute the gain, one per </a:t>
            </a:r>
            <a:r>
              <a:rPr lang="en-US" dirty="0" err="1"/>
              <a:t>channelEvaluate</a:t>
            </a:r>
            <a:r>
              <a:rPr lang="en-US" dirty="0"/>
              <a:t> at the design frequency s = </a:t>
            </a:r>
            <a:r>
              <a:rPr lang="en-US" dirty="0" err="1"/>
              <a:t>i</a:t>
            </a:r>
            <a:r>
              <a:rPr lang="en-US" dirty="0"/>
              <a:t>*w and take the diagonal </a:t>
            </a:r>
            <a:r>
              <a:rPr lang="en-US" dirty="0" err="1"/>
              <a:t>entries:kappa_j</a:t>
            </a:r>
            <a:r>
              <a:rPr lang="en-US" dirty="0"/>
              <a:t> = 1 / | </a:t>
            </a:r>
            <a:r>
              <a:rPr lang="en-US" dirty="0" err="1"/>
              <a:t>sys_jj</a:t>
            </a:r>
            <a:r>
              <a:rPr lang="en-US" dirty="0"/>
              <a:t>(</a:t>
            </a:r>
            <a:r>
              <a:rPr lang="en-US" dirty="0" err="1"/>
              <a:t>i</a:t>
            </a:r>
            <a:r>
              <a:rPr lang="en-US" dirty="0"/>
              <a:t> w) · </a:t>
            </a:r>
            <a:r>
              <a:rPr lang="en-US" dirty="0" err="1"/>
              <a:t>Cnorm</a:t>
            </a:r>
            <a:r>
              <a:rPr lang="en-US" dirty="0"/>
              <a:t>(</a:t>
            </a:r>
            <a:r>
              <a:rPr lang="en-US" dirty="0" err="1"/>
              <a:t>i</a:t>
            </a:r>
            <a:r>
              <a:rPr lang="en-US" dirty="0"/>
              <a:t> w) |        j = 1, 2, 3This forces |</a:t>
            </a:r>
            <a:r>
              <a:rPr lang="en-US" dirty="0" err="1"/>
              <a:t>kappa_j</a:t>
            </a:r>
            <a:r>
              <a:rPr lang="en-US" dirty="0"/>
              <a:t> </a:t>
            </a:r>
            <a:r>
              <a:rPr lang="en-US" dirty="0" err="1"/>
              <a:t>sys_jj</a:t>
            </a:r>
            <a:r>
              <a:rPr lang="en-US" dirty="0"/>
              <a:t> </a:t>
            </a:r>
            <a:r>
              <a:rPr lang="en-US" dirty="0" err="1"/>
              <a:t>Cnorm</a:t>
            </a:r>
            <a:r>
              <a:rPr lang="en-US" dirty="0"/>
              <a:t>| = 1 at 100 Hz, so each channel crosses over at the design bandwidth.</a:t>
            </a:r>
            <a:endParaRPr lang="en-NL" dirty="0"/>
          </a:p>
        </p:txBody>
      </p:sp>
      <p:sp>
        <p:nvSpPr>
          <p:cNvPr id="4" name="Slide Number Placeholder 3"/>
          <p:cNvSpPr>
            <a:spLocks noGrp="1"/>
          </p:cNvSpPr>
          <p:nvPr>
            <p:ph type="sldNum" sz="quarter" idx="5"/>
          </p:nvPr>
        </p:nvSpPr>
        <p:spPr/>
        <p:txBody>
          <a:bodyPr/>
          <a:lstStyle/>
          <a:p>
            <a:fld id="{D8856CC7-CB53-4795-B466-004355321F4B}" type="slidenum">
              <a:rPr lang="en-NL" smtClean="0"/>
              <a:t>39</a:t>
            </a:fld>
            <a:endParaRPr lang="en-NL"/>
          </a:p>
        </p:txBody>
      </p:sp>
    </p:spTree>
    <p:extLst>
      <p:ext uri="{BB962C8B-B14F-4D97-AF65-F5344CB8AC3E}">
        <p14:creationId xmlns:p14="http://schemas.microsoft.com/office/powerpoint/2010/main" val="4805567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initial condition was written into the training model, whose states are </a:t>
            </a:r>
            <a:r>
              <a:rPr lang="en-US" dirty="0" err="1"/>
              <a:t>normalised</a:t>
            </a:r>
            <a:r>
              <a:rPr lang="en-US" dirty="0"/>
              <a:t> for training, and zero in those units means the training-set mean velocity rather than rest.</a:t>
            </a:r>
            <a:endParaRPr lang="en-NL" dirty="0"/>
          </a:p>
        </p:txBody>
      </p:sp>
      <p:sp>
        <p:nvSpPr>
          <p:cNvPr id="4" name="Slide Number Placeholder 3"/>
          <p:cNvSpPr>
            <a:spLocks noGrp="1"/>
          </p:cNvSpPr>
          <p:nvPr>
            <p:ph type="sldNum" sz="quarter" idx="5"/>
          </p:nvPr>
        </p:nvSpPr>
        <p:spPr/>
        <p:txBody>
          <a:bodyPr/>
          <a:lstStyle/>
          <a:p>
            <a:fld id="{D8856CC7-CB53-4795-B466-004355321F4B}" type="slidenum">
              <a:rPr lang="en-NL" smtClean="0"/>
              <a:t>43</a:t>
            </a:fld>
            <a:endParaRPr lang="en-NL"/>
          </a:p>
        </p:txBody>
      </p:sp>
    </p:spTree>
    <p:extLst>
      <p:ext uri="{BB962C8B-B14F-4D97-AF65-F5344CB8AC3E}">
        <p14:creationId xmlns:p14="http://schemas.microsoft.com/office/powerpoint/2010/main" val="3188629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initial condition was written into the training model, whose states are </a:t>
            </a:r>
            <a:r>
              <a:rPr lang="en-US" dirty="0" err="1"/>
              <a:t>normalised</a:t>
            </a:r>
            <a:r>
              <a:rPr lang="en-US" dirty="0"/>
              <a:t> for training, and zero in those units means the training-set mean velocity rather than rest.</a:t>
            </a:r>
          </a:p>
          <a:p>
            <a:endParaRPr lang="en-US" dirty="0"/>
          </a:p>
          <a:p>
            <a:endParaRPr lang="en-US" dirty="0"/>
          </a:p>
          <a:p>
            <a:r>
              <a:rPr lang="en-US" dirty="0"/>
              <a:t>The script generated data by running </a:t>
            </a:r>
            <a:r>
              <a:rPr lang="en-US" dirty="0" err="1"/>
              <a:t>fs.hfn</a:t>
            </a:r>
            <a:r>
              <a:rPr lang="en-US" dirty="0"/>
              <a:t>, the training model. That model's state vector is </a:t>
            </a:r>
            <a:r>
              <a:rPr lang="en-US" dirty="0" err="1"/>
              <a:t>normalised</a:t>
            </a:r>
            <a:r>
              <a:rPr lang="en-US" dirty="0"/>
              <a:t>, because </a:t>
            </a:r>
            <a:r>
              <a:rPr lang="en-US" dirty="0" err="1"/>
              <a:t>normalisation</a:t>
            </a:r>
            <a:r>
              <a:rPr lang="en-US" dirty="0"/>
              <a:t> is what training needs. So to set its initial state you have to hand it a </a:t>
            </a:r>
            <a:r>
              <a:rPr lang="en-US" dirty="0" err="1"/>
              <a:t>normalised</a:t>
            </a:r>
            <a:r>
              <a:rPr lang="en-US" dirty="0"/>
              <a:t> vector, and 0 there does not mean 0 m/</a:t>
            </a:r>
            <a:r>
              <a:rPr lang="en-US" dirty="0" err="1"/>
              <a:t>s.If</a:t>
            </a:r>
            <a:r>
              <a:rPr lang="en-US" dirty="0"/>
              <a:t> the script had used the physical simulator instead (deriv6 in </a:t>
            </a:r>
            <a:r>
              <a:rPr lang="en-US" dirty="0" err="1"/>
              <a:t>msd</a:t>
            </a:r>
            <a:r>
              <a:rPr lang="en-US" dirty="0"/>
              <a:t>-offset/plant.py, float64, plain SI units), 0 would have meant 0 m/s and there would have been no bug.</a:t>
            </a:r>
            <a:endParaRPr lang="en-NL" dirty="0"/>
          </a:p>
        </p:txBody>
      </p:sp>
      <p:sp>
        <p:nvSpPr>
          <p:cNvPr id="4" name="Slide Number Placeholder 3"/>
          <p:cNvSpPr>
            <a:spLocks noGrp="1"/>
          </p:cNvSpPr>
          <p:nvPr>
            <p:ph type="sldNum" sz="quarter" idx="5"/>
          </p:nvPr>
        </p:nvSpPr>
        <p:spPr/>
        <p:txBody>
          <a:bodyPr/>
          <a:lstStyle/>
          <a:p>
            <a:fld id="{D8856CC7-CB53-4795-B466-004355321F4B}" type="slidenum">
              <a:rPr lang="en-NL" smtClean="0"/>
              <a:t>44</a:t>
            </a:fld>
            <a:endParaRPr lang="en-NL"/>
          </a:p>
        </p:txBody>
      </p:sp>
    </p:spTree>
    <p:extLst>
      <p:ext uri="{BB962C8B-B14F-4D97-AF65-F5344CB8AC3E}">
        <p14:creationId xmlns:p14="http://schemas.microsoft.com/office/powerpoint/2010/main" val="2782862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initial condition was written into the training model, whose states are </a:t>
            </a:r>
            <a:r>
              <a:rPr lang="en-US" dirty="0" err="1"/>
              <a:t>normalised</a:t>
            </a:r>
            <a:r>
              <a:rPr lang="en-US" dirty="0"/>
              <a:t> for training, and zero in those units means the training-set mean velocity rather than rest.</a:t>
            </a:r>
            <a:endParaRPr lang="en-NL" dirty="0"/>
          </a:p>
        </p:txBody>
      </p:sp>
      <p:sp>
        <p:nvSpPr>
          <p:cNvPr id="4" name="Slide Number Placeholder 3"/>
          <p:cNvSpPr>
            <a:spLocks noGrp="1"/>
          </p:cNvSpPr>
          <p:nvPr>
            <p:ph type="sldNum" sz="quarter" idx="5"/>
          </p:nvPr>
        </p:nvSpPr>
        <p:spPr/>
        <p:txBody>
          <a:bodyPr/>
          <a:lstStyle/>
          <a:p>
            <a:fld id="{D8856CC7-CB53-4795-B466-004355321F4B}" type="slidenum">
              <a:rPr lang="en-NL" smtClean="0"/>
              <a:t>45</a:t>
            </a:fld>
            <a:endParaRPr lang="en-NL"/>
          </a:p>
        </p:txBody>
      </p:sp>
    </p:spTree>
    <p:extLst>
      <p:ext uri="{BB962C8B-B14F-4D97-AF65-F5344CB8AC3E}">
        <p14:creationId xmlns:p14="http://schemas.microsoft.com/office/powerpoint/2010/main" val="33827797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the discrete controller $\</a:t>
            </a:r>
            <a:r>
              <a:rPr lang="en-US" dirty="0" err="1"/>
              <a:t>Cfb</a:t>
            </a:r>
            <a:r>
              <a:rPr lang="en-US" dirty="0"/>
              <a:t>(z)$ written as a recursion instead of a transfer function.$$x_{c,k+1} = </a:t>
            </a:r>
            <a:r>
              <a:rPr lang="en-US" dirty="0" err="1"/>
              <a:t>A_c</a:t>
            </a:r>
            <a:r>
              <a:rPr lang="en-US" dirty="0"/>
              <a:t> x_{</a:t>
            </a:r>
            <a:r>
              <a:rPr lang="en-US" dirty="0" err="1"/>
              <a:t>c,k</a:t>
            </a:r>
            <a:r>
              <a:rPr lang="en-US" dirty="0"/>
              <a:t>} + </a:t>
            </a:r>
            <a:r>
              <a:rPr lang="en-US" dirty="0" err="1"/>
              <a:t>B_c</a:t>
            </a:r>
            <a:r>
              <a:rPr lang="en-US" dirty="0"/>
              <a:t> e_{</a:t>
            </a:r>
            <a:r>
              <a:rPr lang="en-US" dirty="0" err="1"/>
              <a:t>c,k</a:t>
            </a:r>
            <a:r>
              <a:rPr lang="en-US" dirty="0"/>
              <a:t>}, \</a:t>
            </a:r>
            <a:r>
              <a:rPr lang="en-US" dirty="0" err="1"/>
              <a:t>qquad</a:t>
            </a:r>
            <a:r>
              <a:rPr lang="en-US" dirty="0"/>
              <a:t> \</a:t>
            </a:r>
            <a:r>
              <a:rPr lang="en-US" dirty="0" err="1"/>
              <a:t>ufb</a:t>
            </a:r>
            <a:r>
              <a:rPr lang="en-US" dirty="0"/>
              <a:t>{}{,k} = </a:t>
            </a:r>
            <a:r>
              <a:rPr lang="en-US" dirty="0" err="1"/>
              <a:t>C_c</a:t>
            </a:r>
            <a:r>
              <a:rPr lang="en-US" dirty="0"/>
              <a:t> x{</a:t>
            </a:r>
            <a:r>
              <a:rPr lang="en-US" dirty="0" err="1"/>
              <a:t>c,k</a:t>
            </a:r>
            <a:r>
              <a:rPr lang="en-US" dirty="0"/>
              <a:t>} + </a:t>
            </a:r>
            <a:r>
              <a:rPr lang="en-US" dirty="0" err="1"/>
              <a:t>D_c</a:t>
            </a:r>
            <a:r>
              <a:rPr lang="en-US" dirty="0"/>
              <a:t> e_{</a:t>
            </a:r>
            <a:r>
              <a:rPr lang="en-US" dirty="0" err="1"/>
              <a:t>c,k</a:t>
            </a:r>
            <a:r>
              <a:rPr lang="en-US" dirty="0"/>
              <a:t>}$$</a:t>
            </a:r>
            <a:endParaRPr lang="en-NL" dirty="0"/>
          </a:p>
        </p:txBody>
      </p:sp>
      <p:sp>
        <p:nvSpPr>
          <p:cNvPr id="4" name="Slide Number Placeholder 3"/>
          <p:cNvSpPr>
            <a:spLocks noGrp="1"/>
          </p:cNvSpPr>
          <p:nvPr>
            <p:ph type="sldNum" sz="quarter" idx="5"/>
          </p:nvPr>
        </p:nvSpPr>
        <p:spPr/>
        <p:txBody>
          <a:bodyPr/>
          <a:lstStyle/>
          <a:p>
            <a:fld id="{D8856CC7-CB53-4795-B466-004355321F4B}" type="slidenum">
              <a:rPr lang="en-NL" smtClean="0"/>
              <a:t>56</a:t>
            </a:fld>
            <a:endParaRPr lang="en-NL"/>
          </a:p>
        </p:txBody>
      </p:sp>
    </p:spTree>
    <p:extLst>
      <p:ext uri="{BB962C8B-B14F-4D97-AF65-F5344CB8AC3E}">
        <p14:creationId xmlns:p14="http://schemas.microsoft.com/office/powerpoint/2010/main" val="33136679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D8856CC7-CB53-4795-B466-004355321F4B}" type="slidenum">
              <a:rPr lang="en-NL" smtClean="0"/>
              <a:t>78</a:t>
            </a:fld>
            <a:endParaRPr lang="en-NL"/>
          </a:p>
        </p:txBody>
      </p:sp>
    </p:spTree>
    <p:extLst>
      <p:ext uri="{BB962C8B-B14F-4D97-AF65-F5344CB8AC3E}">
        <p14:creationId xmlns:p14="http://schemas.microsoft.com/office/powerpoint/2010/main" val="1724291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6D344-6BEE-64AD-535E-30B7684AC3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E1631493-4309-9945-9F26-0EA3882F26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50B59F5F-7B48-8B8A-3C6B-0D7F8D35AC1C}"/>
              </a:ext>
            </a:extLst>
          </p:cNvPr>
          <p:cNvSpPr>
            <a:spLocks noGrp="1"/>
          </p:cNvSpPr>
          <p:nvPr>
            <p:ph type="dt" sz="half" idx="10"/>
          </p:nvPr>
        </p:nvSpPr>
        <p:spPr/>
        <p:txBody>
          <a:bodyPr/>
          <a:lstStyle/>
          <a:p>
            <a:fld id="{2B6BBE58-29FD-4451-8559-7AC41A93CEBC}" type="datetimeFigureOut">
              <a:rPr lang="en-NL" smtClean="0"/>
              <a:t>23/08/2026</a:t>
            </a:fld>
            <a:endParaRPr lang="en-NL"/>
          </a:p>
        </p:txBody>
      </p:sp>
      <p:sp>
        <p:nvSpPr>
          <p:cNvPr id="5" name="Footer Placeholder 4">
            <a:extLst>
              <a:ext uri="{FF2B5EF4-FFF2-40B4-BE49-F238E27FC236}">
                <a16:creationId xmlns:a16="http://schemas.microsoft.com/office/drawing/2014/main" id="{C1FA1F34-9C57-E7BE-2C48-EE89E516BB7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7441943E-2F79-BAEE-9172-3BF0CA278DB9}"/>
              </a:ext>
            </a:extLst>
          </p:cNvPr>
          <p:cNvSpPr>
            <a:spLocks noGrp="1"/>
          </p:cNvSpPr>
          <p:nvPr>
            <p:ph type="sldNum" sz="quarter" idx="12"/>
          </p:nvPr>
        </p:nvSpPr>
        <p:spPr/>
        <p:txBody>
          <a:bodyPr/>
          <a:lstStyle/>
          <a:p>
            <a:fld id="{4814FEB1-65E0-40A6-AB2F-82173F67B360}" type="slidenum">
              <a:rPr lang="en-NL" smtClean="0"/>
              <a:t>‹#›</a:t>
            </a:fld>
            <a:endParaRPr lang="en-NL"/>
          </a:p>
        </p:txBody>
      </p:sp>
    </p:spTree>
    <p:extLst>
      <p:ext uri="{BB962C8B-B14F-4D97-AF65-F5344CB8AC3E}">
        <p14:creationId xmlns:p14="http://schemas.microsoft.com/office/powerpoint/2010/main" val="2607854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77F4B-0F1F-5202-F7C3-781DEC5742C9}"/>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003DC024-739F-B758-C3DF-7E1E5CDC23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30099D63-5C1B-6983-D5D0-3CF536F29215}"/>
              </a:ext>
            </a:extLst>
          </p:cNvPr>
          <p:cNvSpPr>
            <a:spLocks noGrp="1"/>
          </p:cNvSpPr>
          <p:nvPr>
            <p:ph type="dt" sz="half" idx="10"/>
          </p:nvPr>
        </p:nvSpPr>
        <p:spPr/>
        <p:txBody>
          <a:bodyPr/>
          <a:lstStyle/>
          <a:p>
            <a:fld id="{2B6BBE58-29FD-4451-8559-7AC41A93CEBC}" type="datetimeFigureOut">
              <a:rPr lang="en-NL" smtClean="0"/>
              <a:t>23/08/2026</a:t>
            </a:fld>
            <a:endParaRPr lang="en-NL"/>
          </a:p>
        </p:txBody>
      </p:sp>
      <p:sp>
        <p:nvSpPr>
          <p:cNvPr id="5" name="Footer Placeholder 4">
            <a:extLst>
              <a:ext uri="{FF2B5EF4-FFF2-40B4-BE49-F238E27FC236}">
                <a16:creationId xmlns:a16="http://schemas.microsoft.com/office/drawing/2014/main" id="{A653788E-D678-5DF3-77B2-A3258D95321E}"/>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F844231C-094C-7DF9-5827-6C90B754A700}"/>
              </a:ext>
            </a:extLst>
          </p:cNvPr>
          <p:cNvSpPr>
            <a:spLocks noGrp="1"/>
          </p:cNvSpPr>
          <p:nvPr>
            <p:ph type="sldNum" sz="quarter" idx="12"/>
          </p:nvPr>
        </p:nvSpPr>
        <p:spPr/>
        <p:txBody>
          <a:bodyPr/>
          <a:lstStyle/>
          <a:p>
            <a:fld id="{4814FEB1-65E0-40A6-AB2F-82173F67B360}" type="slidenum">
              <a:rPr lang="en-NL" smtClean="0"/>
              <a:t>‹#›</a:t>
            </a:fld>
            <a:endParaRPr lang="en-NL"/>
          </a:p>
        </p:txBody>
      </p:sp>
    </p:spTree>
    <p:extLst>
      <p:ext uri="{BB962C8B-B14F-4D97-AF65-F5344CB8AC3E}">
        <p14:creationId xmlns:p14="http://schemas.microsoft.com/office/powerpoint/2010/main" val="2894095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4E63B-BD11-0134-049A-0A506B92BC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4CF5BE55-F5CA-944E-3DFA-F815525E9C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FE6473-EA36-583B-FBFD-C7BD84226567}"/>
              </a:ext>
            </a:extLst>
          </p:cNvPr>
          <p:cNvSpPr>
            <a:spLocks noGrp="1"/>
          </p:cNvSpPr>
          <p:nvPr>
            <p:ph type="dt" sz="half" idx="10"/>
          </p:nvPr>
        </p:nvSpPr>
        <p:spPr/>
        <p:txBody>
          <a:bodyPr/>
          <a:lstStyle/>
          <a:p>
            <a:fld id="{2B6BBE58-29FD-4451-8559-7AC41A93CEBC}" type="datetimeFigureOut">
              <a:rPr lang="en-NL" smtClean="0"/>
              <a:t>23/08/2026</a:t>
            </a:fld>
            <a:endParaRPr lang="en-NL"/>
          </a:p>
        </p:txBody>
      </p:sp>
      <p:sp>
        <p:nvSpPr>
          <p:cNvPr id="5" name="Footer Placeholder 4">
            <a:extLst>
              <a:ext uri="{FF2B5EF4-FFF2-40B4-BE49-F238E27FC236}">
                <a16:creationId xmlns:a16="http://schemas.microsoft.com/office/drawing/2014/main" id="{A032C08D-9152-2654-D531-C78D5951E4EC}"/>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581BBD54-99C9-C334-8E3C-7C65FEF42953}"/>
              </a:ext>
            </a:extLst>
          </p:cNvPr>
          <p:cNvSpPr>
            <a:spLocks noGrp="1"/>
          </p:cNvSpPr>
          <p:nvPr>
            <p:ph type="sldNum" sz="quarter" idx="12"/>
          </p:nvPr>
        </p:nvSpPr>
        <p:spPr/>
        <p:txBody>
          <a:bodyPr/>
          <a:lstStyle/>
          <a:p>
            <a:fld id="{4814FEB1-65E0-40A6-AB2F-82173F67B360}" type="slidenum">
              <a:rPr lang="en-NL" smtClean="0"/>
              <a:t>‹#›</a:t>
            </a:fld>
            <a:endParaRPr lang="en-NL"/>
          </a:p>
        </p:txBody>
      </p:sp>
    </p:spTree>
    <p:extLst>
      <p:ext uri="{BB962C8B-B14F-4D97-AF65-F5344CB8AC3E}">
        <p14:creationId xmlns:p14="http://schemas.microsoft.com/office/powerpoint/2010/main" val="1581942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CB10C-50CA-1009-E840-C6E0DF2E213A}"/>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19ECDB19-EF15-214B-3BA9-ED0ECAFCB0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6B3CEABC-3F8B-6524-4528-1B469C0E8B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F8E695E6-1A0E-929E-E685-7527F4C091DA}"/>
              </a:ext>
            </a:extLst>
          </p:cNvPr>
          <p:cNvSpPr>
            <a:spLocks noGrp="1"/>
          </p:cNvSpPr>
          <p:nvPr>
            <p:ph type="dt" sz="half" idx="10"/>
          </p:nvPr>
        </p:nvSpPr>
        <p:spPr/>
        <p:txBody>
          <a:bodyPr/>
          <a:lstStyle/>
          <a:p>
            <a:fld id="{2B6BBE58-29FD-4451-8559-7AC41A93CEBC}" type="datetimeFigureOut">
              <a:rPr lang="en-NL" smtClean="0"/>
              <a:t>23/08/2026</a:t>
            </a:fld>
            <a:endParaRPr lang="en-NL"/>
          </a:p>
        </p:txBody>
      </p:sp>
      <p:sp>
        <p:nvSpPr>
          <p:cNvPr id="6" name="Footer Placeholder 5">
            <a:extLst>
              <a:ext uri="{FF2B5EF4-FFF2-40B4-BE49-F238E27FC236}">
                <a16:creationId xmlns:a16="http://schemas.microsoft.com/office/drawing/2014/main" id="{A8A96DDC-AEDC-D425-1A3D-51A8A6461269}"/>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B97AA521-F088-0145-90A5-027F1A1EB578}"/>
              </a:ext>
            </a:extLst>
          </p:cNvPr>
          <p:cNvSpPr>
            <a:spLocks noGrp="1"/>
          </p:cNvSpPr>
          <p:nvPr>
            <p:ph type="sldNum" sz="quarter" idx="12"/>
          </p:nvPr>
        </p:nvSpPr>
        <p:spPr/>
        <p:txBody>
          <a:bodyPr/>
          <a:lstStyle/>
          <a:p>
            <a:fld id="{4814FEB1-65E0-40A6-AB2F-82173F67B360}" type="slidenum">
              <a:rPr lang="en-NL" smtClean="0"/>
              <a:t>‹#›</a:t>
            </a:fld>
            <a:endParaRPr lang="en-NL"/>
          </a:p>
        </p:txBody>
      </p:sp>
    </p:spTree>
    <p:extLst>
      <p:ext uri="{BB962C8B-B14F-4D97-AF65-F5344CB8AC3E}">
        <p14:creationId xmlns:p14="http://schemas.microsoft.com/office/powerpoint/2010/main" val="3655018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82364-D1EE-4295-697C-11170CCF0924}"/>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5DA37EBE-4D05-E95C-B45D-09EA7EF2C8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899C89-9AD2-01EA-C613-554AF9578E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821E0961-7C1B-B87F-4222-A62766E7DC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87E5E7-1F90-5085-9473-7E3B657CF1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16774510-FFA3-BA5F-8486-68A3B2A3A8B0}"/>
              </a:ext>
            </a:extLst>
          </p:cNvPr>
          <p:cNvSpPr>
            <a:spLocks noGrp="1"/>
          </p:cNvSpPr>
          <p:nvPr>
            <p:ph type="dt" sz="half" idx="10"/>
          </p:nvPr>
        </p:nvSpPr>
        <p:spPr/>
        <p:txBody>
          <a:bodyPr/>
          <a:lstStyle/>
          <a:p>
            <a:fld id="{2B6BBE58-29FD-4451-8559-7AC41A93CEBC}" type="datetimeFigureOut">
              <a:rPr lang="en-NL" smtClean="0"/>
              <a:t>23/08/2026</a:t>
            </a:fld>
            <a:endParaRPr lang="en-NL"/>
          </a:p>
        </p:txBody>
      </p:sp>
      <p:sp>
        <p:nvSpPr>
          <p:cNvPr id="8" name="Footer Placeholder 7">
            <a:extLst>
              <a:ext uri="{FF2B5EF4-FFF2-40B4-BE49-F238E27FC236}">
                <a16:creationId xmlns:a16="http://schemas.microsoft.com/office/drawing/2014/main" id="{B35ED5D0-B749-0AB1-5B30-F8A61015385B}"/>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9A850969-4252-FA11-36CC-774E573DAEFC}"/>
              </a:ext>
            </a:extLst>
          </p:cNvPr>
          <p:cNvSpPr>
            <a:spLocks noGrp="1"/>
          </p:cNvSpPr>
          <p:nvPr>
            <p:ph type="sldNum" sz="quarter" idx="12"/>
          </p:nvPr>
        </p:nvSpPr>
        <p:spPr/>
        <p:txBody>
          <a:bodyPr/>
          <a:lstStyle/>
          <a:p>
            <a:fld id="{4814FEB1-65E0-40A6-AB2F-82173F67B360}" type="slidenum">
              <a:rPr lang="en-NL" smtClean="0"/>
              <a:t>‹#›</a:t>
            </a:fld>
            <a:endParaRPr lang="en-NL"/>
          </a:p>
        </p:txBody>
      </p:sp>
    </p:spTree>
    <p:extLst>
      <p:ext uri="{BB962C8B-B14F-4D97-AF65-F5344CB8AC3E}">
        <p14:creationId xmlns:p14="http://schemas.microsoft.com/office/powerpoint/2010/main" val="1085817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19251-388F-5B48-8C3E-7E1E4AD8E7AC}"/>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3EF4C39F-FF99-B627-B4DA-AD9FA179C075}"/>
              </a:ext>
            </a:extLst>
          </p:cNvPr>
          <p:cNvSpPr>
            <a:spLocks noGrp="1"/>
          </p:cNvSpPr>
          <p:nvPr>
            <p:ph type="dt" sz="half" idx="10"/>
          </p:nvPr>
        </p:nvSpPr>
        <p:spPr/>
        <p:txBody>
          <a:bodyPr/>
          <a:lstStyle/>
          <a:p>
            <a:fld id="{2B6BBE58-29FD-4451-8559-7AC41A93CEBC}" type="datetimeFigureOut">
              <a:rPr lang="en-NL" smtClean="0"/>
              <a:t>23/08/2026</a:t>
            </a:fld>
            <a:endParaRPr lang="en-NL"/>
          </a:p>
        </p:txBody>
      </p:sp>
      <p:sp>
        <p:nvSpPr>
          <p:cNvPr id="4" name="Footer Placeholder 3">
            <a:extLst>
              <a:ext uri="{FF2B5EF4-FFF2-40B4-BE49-F238E27FC236}">
                <a16:creationId xmlns:a16="http://schemas.microsoft.com/office/drawing/2014/main" id="{E3401F1C-3C64-6675-E2BB-101763A2E0B2}"/>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57197543-8A4D-06BB-F517-127600728B03}"/>
              </a:ext>
            </a:extLst>
          </p:cNvPr>
          <p:cNvSpPr>
            <a:spLocks noGrp="1"/>
          </p:cNvSpPr>
          <p:nvPr>
            <p:ph type="sldNum" sz="quarter" idx="12"/>
          </p:nvPr>
        </p:nvSpPr>
        <p:spPr/>
        <p:txBody>
          <a:bodyPr/>
          <a:lstStyle/>
          <a:p>
            <a:fld id="{4814FEB1-65E0-40A6-AB2F-82173F67B360}" type="slidenum">
              <a:rPr lang="en-NL" smtClean="0"/>
              <a:t>‹#›</a:t>
            </a:fld>
            <a:endParaRPr lang="en-NL"/>
          </a:p>
        </p:txBody>
      </p:sp>
    </p:spTree>
    <p:extLst>
      <p:ext uri="{BB962C8B-B14F-4D97-AF65-F5344CB8AC3E}">
        <p14:creationId xmlns:p14="http://schemas.microsoft.com/office/powerpoint/2010/main" val="3820365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8CA486-F27A-79EC-E62E-F8B1B4AB5566}"/>
              </a:ext>
            </a:extLst>
          </p:cNvPr>
          <p:cNvSpPr>
            <a:spLocks noGrp="1"/>
          </p:cNvSpPr>
          <p:nvPr>
            <p:ph type="dt" sz="half" idx="10"/>
          </p:nvPr>
        </p:nvSpPr>
        <p:spPr/>
        <p:txBody>
          <a:bodyPr/>
          <a:lstStyle/>
          <a:p>
            <a:fld id="{2B6BBE58-29FD-4451-8559-7AC41A93CEBC}" type="datetimeFigureOut">
              <a:rPr lang="en-NL" smtClean="0"/>
              <a:t>23/08/2026</a:t>
            </a:fld>
            <a:endParaRPr lang="en-NL"/>
          </a:p>
        </p:txBody>
      </p:sp>
      <p:sp>
        <p:nvSpPr>
          <p:cNvPr id="3" name="Footer Placeholder 2">
            <a:extLst>
              <a:ext uri="{FF2B5EF4-FFF2-40B4-BE49-F238E27FC236}">
                <a16:creationId xmlns:a16="http://schemas.microsoft.com/office/drawing/2014/main" id="{91BF3924-387A-5DA4-2772-C436434FD997}"/>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75F0783D-8946-3A75-D62A-CAC5625B2D4F}"/>
              </a:ext>
            </a:extLst>
          </p:cNvPr>
          <p:cNvSpPr>
            <a:spLocks noGrp="1"/>
          </p:cNvSpPr>
          <p:nvPr>
            <p:ph type="sldNum" sz="quarter" idx="12"/>
          </p:nvPr>
        </p:nvSpPr>
        <p:spPr/>
        <p:txBody>
          <a:bodyPr/>
          <a:lstStyle/>
          <a:p>
            <a:fld id="{4814FEB1-65E0-40A6-AB2F-82173F67B360}" type="slidenum">
              <a:rPr lang="en-NL" smtClean="0"/>
              <a:t>‹#›</a:t>
            </a:fld>
            <a:endParaRPr lang="en-NL"/>
          </a:p>
        </p:txBody>
      </p:sp>
    </p:spTree>
    <p:extLst>
      <p:ext uri="{BB962C8B-B14F-4D97-AF65-F5344CB8AC3E}">
        <p14:creationId xmlns:p14="http://schemas.microsoft.com/office/powerpoint/2010/main" val="1074431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446C1-7BB6-2E98-6CF2-B548FB50FF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8462E337-B965-9FFA-D35A-5672D13333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2F4634C2-8080-4C9A-82E0-08BD93F782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51FD4B-3D8E-345E-81AD-339332B9B97C}"/>
              </a:ext>
            </a:extLst>
          </p:cNvPr>
          <p:cNvSpPr>
            <a:spLocks noGrp="1"/>
          </p:cNvSpPr>
          <p:nvPr>
            <p:ph type="dt" sz="half" idx="10"/>
          </p:nvPr>
        </p:nvSpPr>
        <p:spPr/>
        <p:txBody>
          <a:bodyPr/>
          <a:lstStyle/>
          <a:p>
            <a:fld id="{2B6BBE58-29FD-4451-8559-7AC41A93CEBC}" type="datetimeFigureOut">
              <a:rPr lang="en-NL" smtClean="0"/>
              <a:t>23/08/2026</a:t>
            </a:fld>
            <a:endParaRPr lang="en-NL"/>
          </a:p>
        </p:txBody>
      </p:sp>
      <p:sp>
        <p:nvSpPr>
          <p:cNvPr id="6" name="Footer Placeholder 5">
            <a:extLst>
              <a:ext uri="{FF2B5EF4-FFF2-40B4-BE49-F238E27FC236}">
                <a16:creationId xmlns:a16="http://schemas.microsoft.com/office/drawing/2014/main" id="{8D508E59-E4C5-8D41-CC5C-8B85F6D5D1D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280F35B8-7ADB-723A-02FB-E1FB46126634}"/>
              </a:ext>
            </a:extLst>
          </p:cNvPr>
          <p:cNvSpPr>
            <a:spLocks noGrp="1"/>
          </p:cNvSpPr>
          <p:nvPr>
            <p:ph type="sldNum" sz="quarter" idx="12"/>
          </p:nvPr>
        </p:nvSpPr>
        <p:spPr/>
        <p:txBody>
          <a:bodyPr/>
          <a:lstStyle/>
          <a:p>
            <a:fld id="{4814FEB1-65E0-40A6-AB2F-82173F67B360}" type="slidenum">
              <a:rPr lang="en-NL" smtClean="0"/>
              <a:t>‹#›</a:t>
            </a:fld>
            <a:endParaRPr lang="en-NL"/>
          </a:p>
        </p:txBody>
      </p:sp>
    </p:spTree>
    <p:extLst>
      <p:ext uri="{BB962C8B-B14F-4D97-AF65-F5344CB8AC3E}">
        <p14:creationId xmlns:p14="http://schemas.microsoft.com/office/powerpoint/2010/main" val="874839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854C0-4D29-2473-213B-1E8DF597CB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474CB8BB-2E0A-51F0-B47C-8149490F37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C0C62ACF-324F-AC60-287D-5D56555894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8EDAE9-F57F-3A0B-95EA-FAD432C5FCD2}"/>
              </a:ext>
            </a:extLst>
          </p:cNvPr>
          <p:cNvSpPr>
            <a:spLocks noGrp="1"/>
          </p:cNvSpPr>
          <p:nvPr>
            <p:ph type="dt" sz="half" idx="10"/>
          </p:nvPr>
        </p:nvSpPr>
        <p:spPr/>
        <p:txBody>
          <a:bodyPr/>
          <a:lstStyle/>
          <a:p>
            <a:fld id="{2B6BBE58-29FD-4451-8559-7AC41A93CEBC}" type="datetimeFigureOut">
              <a:rPr lang="en-NL" smtClean="0"/>
              <a:t>23/08/2026</a:t>
            </a:fld>
            <a:endParaRPr lang="en-NL"/>
          </a:p>
        </p:txBody>
      </p:sp>
      <p:sp>
        <p:nvSpPr>
          <p:cNvPr id="6" name="Footer Placeholder 5">
            <a:extLst>
              <a:ext uri="{FF2B5EF4-FFF2-40B4-BE49-F238E27FC236}">
                <a16:creationId xmlns:a16="http://schemas.microsoft.com/office/drawing/2014/main" id="{C63465D4-EB09-21A8-56AF-20F0A109C3C3}"/>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200A33E9-4004-8294-1754-86171F439E3F}"/>
              </a:ext>
            </a:extLst>
          </p:cNvPr>
          <p:cNvSpPr>
            <a:spLocks noGrp="1"/>
          </p:cNvSpPr>
          <p:nvPr>
            <p:ph type="sldNum" sz="quarter" idx="12"/>
          </p:nvPr>
        </p:nvSpPr>
        <p:spPr/>
        <p:txBody>
          <a:bodyPr/>
          <a:lstStyle/>
          <a:p>
            <a:fld id="{4814FEB1-65E0-40A6-AB2F-82173F67B360}" type="slidenum">
              <a:rPr lang="en-NL" smtClean="0"/>
              <a:t>‹#›</a:t>
            </a:fld>
            <a:endParaRPr lang="en-NL"/>
          </a:p>
        </p:txBody>
      </p:sp>
    </p:spTree>
    <p:extLst>
      <p:ext uri="{BB962C8B-B14F-4D97-AF65-F5344CB8AC3E}">
        <p14:creationId xmlns:p14="http://schemas.microsoft.com/office/powerpoint/2010/main" val="1974581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53D07-B2B9-5099-4195-B2E44265B842}"/>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28C6640A-268C-8E54-2E53-E8DF960D9B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739C484-18BA-6854-176B-A85CCAFD02B6}"/>
              </a:ext>
            </a:extLst>
          </p:cNvPr>
          <p:cNvSpPr>
            <a:spLocks noGrp="1"/>
          </p:cNvSpPr>
          <p:nvPr>
            <p:ph type="dt" sz="half" idx="10"/>
          </p:nvPr>
        </p:nvSpPr>
        <p:spPr/>
        <p:txBody>
          <a:bodyPr/>
          <a:lstStyle/>
          <a:p>
            <a:fld id="{2B6BBE58-29FD-4451-8559-7AC41A93CEBC}" type="datetimeFigureOut">
              <a:rPr lang="en-NL" smtClean="0"/>
              <a:t>23/08/2026</a:t>
            </a:fld>
            <a:endParaRPr lang="en-NL"/>
          </a:p>
        </p:txBody>
      </p:sp>
      <p:sp>
        <p:nvSpPr>
          <p:cNvPr id="5" name="Footer Placeholder 4">
            <a:extLst>
              <a:ext uri="{FF2B5EF4-FFF2-40B4-BE49-F238E27FC236}">
                <a16:creationId xmlns:a16="http://schemas.microsoft.com/office/drawing/2014/main" id="{7EC30B90-450A-A45E-1DB8-CB66AEFF17CC}"/>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93188CE6-B100-6B95-DEFB-53DD07BB459D}"/>
              </a:ext>
            </a:extLst>
          </p:cNvPr>
          <p:cNvSpPr>
            <a:spLocks noGrp="1"/>
          </p:cNvSpPr>
          <p:nvPr>
            <p:ph type="sldNum" sz="quarter" idx="12"/>
          </p:nvPr>
        </p:nvSpPr>
        <p:spPr/>
        <p:txBody>
          <a:bodyPr/>
          <a:lstStyle/>
          <a:p>
            <a:fld id="{4814FEB1-65E0-40A6-AB2F-82173F67B360}" type="slidenum">
              <a:rPr lang="en-NL" smtClean="0"/>
              <a:t>‹#›</a:t>
            </a:fld>
            <a:endParaRPr lang="en-NL"/>
          </a:p>
        </p:txBody>
      </p:sp>
    </p:spTree>
    <p:extLst>
      <p:ext uri="{BB962C8B-B14F-4D97-AF65-F5344CB8AC3E}">
        <p14:creationId xmlns:p14="http://schemas.microsoft.com/office/powerpoint/2010/main" val="2366320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515DD3-951D-A644-E801-23EE820B0FD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76F906E2-EC12-0814-5104-71FF3DF49A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F4F3D955-89C4-AFB1-8EAF-24ED12B750F6}"/>
              </a:ext>
            </a:extLst>
          </p:cNvPr>
          <p:cNvSpPr>
            <a:spLocks noGrp="1"/>
          </p:cNvSpPr>
          <p:nvPr>
            <p:ph type="dt" sz="half" idx="10"/>
          </p:nvPr>
        </p:nvSpPr>
        <p:spPr/>
        <p:txBody>
          <a:bodyPr/>
          <a:lstStyle/>
          <a:p>
            <a:fld id="{2B6BBE58-29FD-4451-8559-7AC41A93CEBC}" type="datetimeFigureOut">
              <a:rPr lang="en-NL" smtClean="0"/>
              <a:t>23/08/2026</a:t>
            </a:fld>
            <a:endParaRPr lang="en-NL"/>
          </a:p>
        </p:txBody>
      </p:sp>
      <p:sp>
        <p:nvSpPr>
          <p:cNvPr id="5" name="Footer Placeholder 4">
            <a:extLst>
              <a:ext uri="{FF2B5EF4-FFF2-40B4-BE49-F238E27FC236}">
                <a16:creationId xmlns:a16="http://schemas.microsoft.com/office/drawing/2014/main" id="{0766EE8D-1E20-CE1A-37E8-8678CE3A38A0}"/>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3E53A4A5-51F0-9A70-A7A7-8ADB422241FE}"/>
              </a:ext>
            </a:extLst>
          </p:cNvPr>
          <p:cNvSpPr>
            <a:spLocks noGrp="1"/>
          </p:cNvSpPr>
          <p:nvPr>
            <p:ph type="sldNum" sz="quarter" idx="12"/>
          </p:nvPr>
        </p:nvSpPr>
        <p:spPr/>
        <p:txBody>
          <a:bodyPr/>
          <a:lstStyle/>
          <a:p>
            <a:fld id="{4814FEB1-65E0-40A6-AB2F-82173F67B360}" type="slidenum">
              <a:rPr lang="en-NL" smtClean="0"/>
              <a:t>‹#›</a:t>
            </a:fld>
            <a:endParaRPr lang="en-NL"/>
          </a:p>
        </p:txBody>
      </p:sp>
    </p:spTree>
    <p:extLst>
      <p:ext uri="{BB962C8B-B14F-4D97-AF65-F5344CB8AC3E}">
        <p14:creationId xmlns:p14="http://schemas.microsoft.com/office/powerpoint/2010/main" val="2658067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713B08-0615-691C-A0F5-EB36639F5B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FA3EDDF1-12AF-5F93-0B76-31990DB8BF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A1C975B7-23FD-3257-5D22-83C0A26B47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6BBE58-29FD-4451-8559-7AC41A93CEBC}" type="datetimeFigureOut">
              <a:rPr lang="en-NL" smtClean="0"/>
              <a:t>23/08/2026</a:t>
            </a:fld>
            <a:endParaRPr lang="en-NL"/>
          </a:p>
        </p:txBody>
      </p:sp>
      <p:sp>
        <p:nvSpPr>
          <p:cNvPr id="5" name="Footer Placeholder 4">
            <a:extLst>
              <a:ext uri="{FF2B5EF4-FFF2-40B4-BE49-F238E27FC236}">
                <a16:creationId xmlns:a16="http://schemas.microsoft.com/office/drawing/2014/main" id="{36BAF4EB-1642-E215-AAC8-25118245DE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BB63D10-26EC-AFC0-5852-651BD9D2D4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14FEB1-65E0-40A6-AB2F-82173F67B360}" type="slidenum">
              <a:rPr lang="en-NL" smtClean="0"/>
              <a:t>‹#›</a:t>
            </a:fld>
            <a:endParaRPr lang="en-NL"/>
          </a:p>
        </p:txBody>
      </p:sp>
    </p:spTree>
    <p:extLst>
      <p:ext uri="{BB962C8B-B14F-4D97-AF65-F5344CB8AC3E}">
        <p14:creationId xmlns:p14="http://schemas.microsoft.com/office/powerpoint/2010/main" val="34924895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F13AF-1A12-ED80-DE59-4C5616720E68}"/>
              </a:ext>
            </a:extLst>
          </p:cNvPr>
          <p:cNvSpPr>
            <a:spLocks noGrp="1"/>
          </p:cNvSpPr>
          <p:nvPr>
            <p:ph type="title"/>
          </p:nvPr>
        </p:nvSpPr>
        <p:spPr/>
        <p:txBody>
          <a:bodyPr/>
          <a:lstStyle/>
          <a:p>
            <a:r>
              <a:rPr lang="en-US" dirty="0"/>
              <a:t>Meeting Outline</a:t>
            </a:r>
            <a:endParaRPr lang="en-NL" dirty="0"/>
          </a:p>
        </p:txBody>
      </p:sp>
      <p:sp>
        <p:nvSpPr>
          <p:cNvPr id="3" name="Content Placeholder 2">
            <a:extLst>
              <a:ext uri="{FF2B5EF4-FFF2-40B4-BE49-F238E27FC236}">
                <a16:creationId xmlns:a16="http://schemas.microsoft.com/office/drawing/2014/main" id="{A397E29C-EA55-3CD2-9E0C-4507D5578F3D}"/>
              </a:ext>
            </a:extLst>
          </p:cNvPr>
          <p:cNvSpPr>
            <a:spLocks noGrp="1"/>
          </p:cNvSpPr>
          <p:nvPr>
            <p:ph idx="1"/>
          </p:nvPr>
        </p:nvSpPr>
        <p:spPr/>
        <p:txBody>
          <a:bodyPr>
            <a:normAutofit/>
          </a:bodyPr>
          <a:lstStyle/>
          <a:p>
            <a:r>
              <a:rPr lang="en-US" dirty="0"/>
              <a:t>Open-loop data generation of system with MSD</a:t>
            </a:r>
          </a:p>
          <a:p>
            <a:pPr lvl="1"/>
            <a:r>
              <a:rPr lang="en-US" dirty="0"/>
              <a:t>Only standstill </a:t>
            </a:r>
            <a:r>
              <a:rPr lang="en-US" dirty="0" err="1"/>
              <a:t>multisine</a:t>
            </a:r>
            <a:r>
              <a:rPr lang="en-US" dirty="0"/>
              <a:t> excitation</a:t>
            </a:r>
          </a:p>
          <a:p>
            <a:pPr lvl="2"/>
            <a:r>
              <a:rPr lang="en-US" dirty="0"/>
              <a:t>8 total</a:t>
            </a:r>
          </a:p>
          <a:p>
            <a:pPr lvl="3"/>
            <a:r>
              <a:rPr lang="en-US" dirty="0"/>
              <a:t>6 training</a:t>
            </a:r>
          </a:p>
          <a:p>
            <a:pPr lvl="3"/>
            <a:r>
              <a:rPr lang="en-US" dirty="0"/>
              <a:t>2 validation</a:t>
            </a:r>
          </a:p>
          <a:p>
            <a:r>
              <a:rPr lang="en-US" dirty="0"/>
              <a:t>Open-loop augmentation training </a:t>
            </a:r>
          </a:p>
          <a:p>
            <a:pPr lvl="1"/>
            <a:r>
              <a:rPr lang="en-US" dirty="0"/>
              <a:t>Linear encoder </a:t>
            </a:r>
            <a:r>
              <a:rPr lang="en-US" dirty="0" err="1"/>
              <a:t>init</a:t>
            </a:r>
            <a:endParaRPr lang="en-US" dirty="0"/>
          </a:p>
          <a:p>
            <a:pPr lvl="1"/>
            <a:r>
              <a:rPr lang="en-US" dirty="0"/>
              <a:t>baseline + ANN </a:t>
            </a:r>
          </a:p>
          <a:p>
            <a:r>
              <a:rPr lang="en-US" dirty="0"/>
              <a:t>Training with controller</a:t>
            </a:r>
          </a:p>
          <a:p>
            <a:pPr lvl="1"/>
            <a:endParaRPr lang="en-NL" dirty="0"/>
          </a:p>
        </p:txBody>
      </p:sp>
    </p:spTree>
    <p:extLst>
      <p:ext uri="{BB962C8B-B14F-4D97-AF65-F5344CB8AC3E}">
        <p14:creationId xmlns:p14="http://schemas.microsoft.com/office/powerpoint/2010/main" val="1102904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1766-357A-F697-D8CF-0B93B13F1B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20F951-DD9B-F45D-50B5-11B4672E1726}"/>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7B065416-E73C-E2C5-D375-735245493175}"/>
              </a:ext>
            </a:extLst>
          </p:cNvPr>
          <p:cNvPicPr>
            <a:picLocks noChangeAspect="1"/>
          </p:cNvPicPr>
          <p:nvPr/>
        </p:nvPicPr>
        <p:blipFill>
          <a:blip r:embed="rId3"/>
          <a:stretch>
            <a:fillRect/>
          </a:stretch>
        </p:blipFill>
        <p:spPr>
          <a:xfrm>
            <a:off x="1082749" y="365125"/>
            <a:ext cx="9751828" cy="6148937"/>
          </a:xfrm>
          <a:prstGeom prst="rect">
            <a:avLst/>
          </a:prstGeom>
        </p:spPr>
      </p:pic>
      <p:sp>
        <p:nvSpPr>
          <p:cNvPr id="2" name="Title 1">
            <a:extLst>
              <a:ext uri="{FF2B5EF4-FFF2-40B4-BE49-F238E27FC236}">
                <a16:creationId xmlns:a16="http://schemas.microsoft.com/office/drawing/2014/main" id="{17FA70E1-F44C-959E-F00A-7D1998A69AE5}"/>
              </a:ext>
            </a:extLst>
          </p:cNvPr>
          <p:cNvSpPr>
            <a:spLocks noGrp="1"/>
          </p:cNvSpPr>
          <p:nvPr>
            <p:ph type="title"/>
          </p:nvPr>
        </p:nvSpPr>
        <p:spPr>
          <a:xfrm>
            <a:off x="0" y="-230188"/>
            <a:ext cx="10515600" cy="1325563"/>
          </a:xfrm>
        </p:spPr>
        <p:txBody>
          <a:bodyPr/>
          <a:lstStyle/>
          <a:p>
            <a:r>
              <a:rPr lang="en-US" dirty="0"/>
              <a:t>Baseline model</a:t>
            </a:r>
            <a:endParaRPr lang="en-NL" dirty="0"/>
          </a:p>
        </p:txBody>
      </p:sp>
    </p:spTree>
    <p:extLst>
      <p:ext uri="{BB962C8B-B14F-4D97-AF65-F5344CB8AC3E}">
        <p14:creationId xmlns:p14="http://schemas.microsoft.com/office/powerpoint/2010/main" val="2295758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E9B4-23FB-1998-8E19-FFF40448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908A7-FAFE-B899-33C8-DE52232C8B17}"/>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FAE9AEE8-A13E-86ED-0ACF-7EB8AA4F5713}"/>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A779187-6521-8183-A42D-6B722C417CF8}"/>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B8D048B6-2A3A-5938-7434-A28D6F029485}"/>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02ECBD7A-55A5-328D-D6B7-C6AFCAE1B515}"/>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B43EAF92-C9FE-A2F5-9E87-8A1CC21EFDCB}"/>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
        <p:nvSpPr>
          <p:cNvPr id="7" name="Title 1">
            <a:extLst>
              <a:ext uri="{FF2B5EF4-FFF2-40B4-BE49-F238E27FC236}">
                <a16:creationId xmlns:a16="http://schemas.microsoft.com/office/drawing/2014/main" id="{87DC70C6-F08D-306D-6E22-0884C371A4BA}"/>
              </a:ext>
            </a:extLst>
          </p:cNvPr>
          <p:cNvSpPr txBox="1">
            <a:spLocks/>
          </p:cNvSpPr>
          <p:nvPr/>
        </p:nvSpPr>
        <p:spPr>
          <a:xfrm>
            <a:off x="0" y="-2301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System for data generation</a:t>
            </a:r>
            <a:endParaRPr lang="en-NL" dirty="0"/>
          </a:p>
        </p:txBody>
      </p:sp>
    </p:spTree>
    <p:extLst>
      <p:ext uri="{BB962C8B-B14F-4D97-AF65-F5344CB8AC3E}">
        <p14:creationId xmlns:p14="http://schemas.microsoft.com/office/powerpoint/2010/main" val="3709291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017BA-333B-CF7E-9C61-BC1AC07512B7}"/>
              </a:ext>
            </a:extLst>
          </p:cNvPr>
          <p:cNvSpPr>
            <a:spLocks noGrp="1"/>
          </p:cNvSpPr>
          <p:nvPr>
            <p:ph type="title"/>
          </p:nvPr>
        </p:nvSpPr>
        <p:spPr>
          <a:xfrm>
            <a:off x="104374" y="18255"/>
            <a:ext cx="10515600" cy="1325563"/>
          </a:xfrm>
        </p:spPr>
        <p:txBody>
          <a:bodyPr/>
          <a:lstStyle/>
          <a:p>
            <a:r>
              <a:rPr lang="en-US" dirty="0"/>
              <a:t>Augmentation</a:t>
            </a:r>
            <a:br>
              <a:rPr lang="en-US" dirty="0"/>
            </a:br>
            <a:r>
              <a:rPr lang="en-US" dirty="0"/>
              <a:t>Overview</a:t>
            </a:r>
            <a:endParaRPr lang="en-NL" dirty="0"/>
          </a:p>
        </p:txBody>
      </p:sp>
      <p:sp>
        <p:nvSpPr>
          <p:cNvPr id="3" name="Content Placeholder 2">
            <a:extLst>
              <a:ext uri="{FF2B5EF4-FFF2-40B4-BE49-F238E27FC236}">
                <a16:creationId xmlns:a16="http://schemas.microsoft.com/office/drawing/2014/main" id="{7E2A4774-155F-CBC9-B73D-903FB490CE4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FDDBF2FB-7752-EB77-2931-2A8D6437CCAC}"/>
              </a:ext>
            </a:extLst>
          </p:cNvPr>
          <p:cNvPicPr>
            <a:picLocks noChangeAspect="1"/>
          </p:cNvPicPr>
          <p:nvPr/>
        </p:nvPicPr>
        <p:blipFill>
          <a:blip r:embed="rId3"/>
          <a:stretch>
            <a:fillRect/>
          </a:stretch>
        </p:blipFill>
        <p:spPr>
          <a:xfrm>
            <a:off x="3704823" y="0"/>
            <a:ext cx="8382803" cy="6858000"/>
          </a:xfrm>
          <a:prstGeom prst="rect">
            <a:avLst/>
          </a:prstGeom>
        </p:spPr>
      </p:pic>
    </p:spTree>
    <p:extLst>
      <p:ext uri="{BB962C8B-B14F-4D97-AF65-F5344CB8AC3E}">
        <p14:creationId xmlns:p14="http://schemas.microsoft.com/office/powerpoint/2010/main" val="2660318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9E7FA-BBC5-C176-4EFE-65F8C9829EF4}"/>
              </a:ext>
            </a:extLst>
          </p:cNvPr>
          <p:cNvSpPr>
            <a:spLocks noGrp="1"/>
          </p:cNvSpPr>
          <p:nvPr>
            <p:ph type="title"/>
          </p:nvPr>
        </p:nvSpPr>
        <p:spPr/>
        <p:txBody>
          <a:bodyPr/>
          <a:lstStyle/>
          <a:p>
            <a:r>
              <a:rPr lang="en-US" dirty="0"/>
              <a:t>Training Trajectories</a:t>
            </a:r>
            <a:endParaRPr lang="en-NL" dirty="0"/>
          </a:p>
        </p:txBody>
      </p:sp>
      <p:sp>
        <p:nvSpPr>
          <p:cNvPr id="3" name="Content Placeholder 2">
            <a:extLst>
              <a:ext uri="{FF2B5EF4-FFF2-40B4-BE49-F238E27FC236}">
                <a16:creationId xmlns:a16="http://schemas.microsoft.com/office/drawing/2014/main" id="{E87DED37-CCF4-AAE2-D7F8-004AD19FBBDE}"/>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69537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AE12F-0FCD-D73B-4666-1B2B6139245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C688F3A-3D7A-57CA-4D06-553E9F65E0C3}"/>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83BC3CA4-467C-1BB2-F85A-FA7774736ABE}"/>
              </a:ext>
            </a:extLst>
          </p:cNvPr>
          <p:cNvPicPr>
            <a:picLocks noChangeAspect="1"/>
          </p:cNvPicPr>
          <p:nvPr/>
        </p:nvPicPr>
        <p:blipFill>
          <a:blip r:embed="rId2"/>
          <a:stretch>
            <a:fillRect/>
          </a:stretch>
        </p:blipFill>
        <p:spPr>
          <a:xfrm>
            <a:off x="953678" y="0"/>
            <a:ext cx="10284643" cy="6858000"/>
          </a:xfrm>
          <a:prstGeom prst="rect">
            <a:avLst/>
          </a:prstGeom>
        </p:spPr>
      </p:pic>
    </p:spTree>
    <p:extLst>
      <p:ext uri="{BB962C8B-B14F-4D97-AF65-F5344CB8AC3E}">
        <p14:creationId xmlns:p14="http://schemas.microsoft.com/office/powerpoint/2010/main" val="1992546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94B3D-1200-25F6-7F81-68832EA0A5E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2017177-8696-88E7-B618-EB5A37F01A00}"/>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6EEA786-D4BA-6AA3-437E-6227D3123017}"/>
              </a:ext>
            </a:extLst>
          </p:cNvPr>
          <p:cNvPicPr>
            <a:picLocks noChangeAspect="1"/>
          </p:cNvPicPr>
          <p:nvPr/>
        </p:nvPicPr>
        <p:blipFill>
          <a:blip r:embed="rId2"/>
          <a:stretch>
            <a:fillRect/>
          </a:stretch>
        </p:blipFill>
        <p:spPr>
          <a:xfrm>
            <a:off x="953678" y="0"/>
            <a:ext cx="10284643" cy="6858000"/>
          </a:xfrm>
          <a:prstGeom prst="rect">
            <a:avLst/>
          </a:prstGeom>
        </p:spPr>
      </p:pic>
    </p:spTree>
    <p:extLst>
      <p:ext uri="{BB962C8B-B14F-4D97-AF65-F5344CB8AC3E}">
        <p14:creationId xmlns:p14="http://schemas.microsoft.com/office/powerpoint/2010/main" val="1330594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0A9D9-5F24-3F14-A0F8-1601B60EDC7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A281A53-92E2-B8F6-D2C3-8C4F119C443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4729C9C3-1B6F-1F34-79D3-F747A080C20B}"/>
              </a:ext>
            </a:extLst>
          </p:cNvPr>
          <p:cNvPicPr>
            <a:picLocks noChangeAspect="1"/>
          </p:cNvPicPr>
          <p:nvPr/>
        </p:nvPicPr>
        <p:blipFill>
          <a:blip r:embed="rId2"/>
          <a:stretch>
            <a:fillRect/>
          </a:stretch>
        </p:blipFill>
        <p:spPr>
          <a:xfrm>
            <a:off x="953678" y="0"/>
            <a:ext cx="10284643" cy="6858000"/>
          </a:xfrm>
          <a:prstGeom prst="rect">
            <a:avLst/>
          </a:prstGeom>
        </p:spPr>
      </p:pic>
    </p:spTree>
    <p:extLst>
      <p:ext uri="{BB962C8B-B14F-4D97-AF65-F5344CB8AC3E}">
        <p14:creationId xmlns:p14="http://schemas.microsoft.com/office/powerpoint/2010/main" val="3374857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4BFBF-7CE7-2C8D-D92C-3324A761A21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89E3B8B-2A23-1306-B956-051A2E3D2D6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08F65C79-09BE-3F1B-E943-467009163FA9}"/>
              </a:ext>
            </a:extLst>
          </p:cNvPr>
          <p:cNvPicPr>
            <a:picLocks noChangeAspect="1"/>
          </p:cNvPicPr>
          <p:nvPr/>
        </p:nvPicPr>
        <p:blipFill>
          <a:blip r:embed="rId2"/>
          <a:stretch>
            <a:fillRect/>
          </a:stretch>
        </p:blipFill>
        <p:spPr>
          <a:xfrm>
            <a:off x="953678" y="0"/>
            <a:ext cx="10284643" cy="6858000"/>
          </a:xfrm>
          <a:prstGeom prst="rect">
            <a:avLst/>
          </a:prstGeom>
        </p:spPr>
      </p:pic>
    </p:spTree>
    <p:extLst>
      <p:ext uri="{BB962C8B-B14F-4D97-AF65-F5344CB8AC3E}">
        <p14:creationId xmlns:p14="http://schemas.microsoft.com/office/powerpoint/2010/main" val="942775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83779-3F09-C0C4-BC35-D10C3FB39B9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74A7E5D-F054-B6E6-1BB8-FC58784234A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0403A03-82BA-2C9B-C910-2BB7B1A46352}"/>
              </a:ext>
            </a:extLst>
          </p:cNvPr>
          <p:cNvPicPr>
            <a:picLocks noChangeAspect="1"/>
          </p:cNvPicPr>
          <p:nvPr/>
        </p:nvPicPr>
        <p:blipFill>
          <a:blip r:embed="rId2"/>
          <a:stretch>
            <a:fillRect/>
          </a:stretch>
        </p:blipFill>
        <p:spPr>
          <a:xfrm>
            <a:off x="953678" y="0"/>
            <a:ext cx="10284643" cy="6858000"/>
          </a:xfrm>
          <a:prstGeom prst="rect">
            <a:avLst/>
          </a:prstGeom>
        </p:spPr>
      </p:pic>
    </p:spTree>
    <p:extLst>
      <p:ext uri="{BB962C8B-B14F-4D97-AF65-F5344CB8AC3E}">
        <p14:creationId xmlns:p14="http://schemas.microsoft.com/office/powerpoint/2010/main" val="3709312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85641-4DDD-4DA9-34AA-7BCC1FA3AD7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5E4FE00-EEB0-D328-74E0-F1CC1978990C}"/>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80A84967-ED2D-366A-4983-AD8173743FD8}"/>
              </a:ext>
            </a:extLst>
          </p:cNvPr>
          <p:cNvPicPr>
            <a:picLocks noChangeAspect="1"/>
          </p:cNvPicPr>
          <p:nvPr/>
        </p:nvPicPr>
        <p:blipFill>
          <a:blip r:embed="rId2"/>
          <a:stretch>
            <a:fillRect/>
          </a:stretch>
        </p:blipFill>
        <p:spPr>
          <a:xfrm>
            <a:off x="953678" y="0"/>
            <a:ext cx="10284643" cy="6858000"/>
          </a:xfrm>
          <a:prstGeom prst="rect">
            <a:avLst/>
          </a:prstGeom>
        </p:spPr>
      </p:pic>
    </p:spTree>
    <p:extLst>
      <p:ext uri="{BB962C8B-B14F-4D97-AF65-F5344CB8AC3E}">
        <p14:creationId xmlns:p14="http://schemas.microsoft.com/office/powerpoint/2010/main" val="3799685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878F7-30FC-DC69-5951-9F61426656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2D63BF-6ABB-178A-4EC1-19E4483587F5}"/>
              </a:ext>
            </a:extLst>
          </p:cNvPr>
          <p:cNvSpPr>
            <a:spLocks noGrp="1"/>
          </p:cNvSpPr>
          <p:nvPr>
            <p:ph type="title"/>
          </p:nvPr>
        </p:nvSpPr>
        <p:spPr/>
        <p:txBody>
          <a:bodyPr/>
          <a:lstStyle/>
          <a:p>
            <a:r>
              <a:rPr lang="en-US" dirty="0"/>
              <a:t>Validation Trajectories</a:t>
            </a:r>
            <a:endParaRPr lang="en-NL" dirty="0"/>
          </a:p>
        </p:txBody>
      </p:sp>
      <p:sp>
        <p:nvSpPr>
          <p:cNvPr id="3" name="Content Placeholder 2">
            <a:extLst>
              <a:ext uri="{FF2B5EF4-FFF2-40B4-BE49-F238E27FC236}">
                <a16:creationId xmlns:a16="http://schemas.microsoft.com/office/drawing/2014/main" id="{E9754906-BF78-509C-A886-EA3FAED58EAE}"/>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712353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DD755-2FDC-4DCB-F9AD-51DC8533FCF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A3B8266-4540-1988-3C9E-FD781E81C050}"/>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89B6D382-1410-F5D8-9392-452DC43B57C3}"/>
              </a:ext>
            </a:extLst>
          </p:cNvPr>
          <p:cNvPicPr>
            <a:picLocks noChangeAspect="1"/>
          </p:cNvPicPr>
          <p:nvPr/>
        </p:nvPicPr>
        <p:blipFill>
          <a:blip r:embed="rId2"/>
          <a:stretch>
            <a:fillRect/>
          </a:stretch>
        </p:blipFill>
        <p:spPr>
          <a:xfrm>
            <a:off x="953678" y="0"/>
            <a:ext cx="10284643" cy="6858000"/>
          </a:xfrm>
          <a:prstGeom prst="rect">
            <a:avLst/>
          </a:prstGeom>
        </p:spPr>
      </p:pic>
    </p:spTree>
    <p:extLst>
      <p:ext uri="{BB962C8B-B14F-4D97-AF65-F5344CB8AC3E}">
        <p14:creationId xmlns:p14="http://schemas.microsoft.com/office/powerpoint/2010/main" val="87448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CE598-0A53-04CF-4795-7ACE8970643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1E71EAC-D19E-1BAE-9E72-6FC02F04D25D}"/>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E60D535-DB9B-CD57-8529-209A22EF9A72}"/>
              </a:ext>
            </a:extLst>
          </p:cNvPr>
          <p:cNvPicPr>
            <a:picLocks noChangeAspect="1"/>
          </p:cNvPicPr>
          <p:nvPr/>
        </p:nvPicPr>
        <p:blipFill>
          <a:blip r:embed="rId2"/>
          <a:stretch>
            <a:fillRect/>
          </a:stretch>
        </p:blipFill>
        <p:spPr>
          <a:xfrm>
            <a:off x="953678" y="0"/>
            <a:ext cx="10284643" cy="6858000"/>
          </a:xfrm>
          <a:prstGeom prst="rect">
            <a:avLst/>
          </a:prstGeom>
        </p:spPr>
      </p:pic>
    </p:spTree>
    <p:extLst>
      <p:ext uri="{BB962C8B-B14F-4D97-AF65-F5344CB8AC3E}">
        <p14:creationId xmlns:p14="http://schemas.microsoft.com/office/powerpoint/2010/main" val="2741265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C121A-AA89-F398-CFDD-6BC9903C1992}"/>
              </a:ext>
            </a:extLst>
          </p:cNvPr>
          <p:cNvSpPr>
            <a:spLocks noGrp="1"/>
          </p:cNvSpPr>
          <p:nvPr>
            <p:ph type="title"/>
          </p:nvPr>
        </p:nvSpPr>
        <p:spPr/>
        <p:txBody>
          <a:bodyPr/>
          <a:lstStyle/>
          <a:p>
            <a:r>
              <a:rPr lang="en-US" dirty="0"/>
              <a:t>Replay open-loop</a:t>
            </a:r>
            <a:br>
              <a:rPr lang="en-US" dirty="0"/>
            </a:br>
            <a:r>
              <a:rPr lang="en-US" dirty="0"/>
              <a:t>System data recorded in open-loop</a:t>
            </a:r>
            <a:endParaRPr lang="en-NL" dirty="0"/>
          </a:p>
        </p:txBody>
      </p:sp>
      <p:sp>
        <p:nvSpPr>
          <p:cNvPr id="3" name="Content Placeholder 2">
            <a:extLst>
              <a:ext uri="{FF2B5EF4-FFF2-40B4-BE49-F238E27FC236}">
                <a16:creationId xmlns:a16="http://schemas.microsoft.com/office/drawing/2014/main" id="{D790FDCB-D402-6C4C-CF3D-ACAC0826F196}"/>
              </a:ext>
            </a:extLst>
          </p:cNvPr>
          <p:cNvSpPr>
            <a:spLocks noGrp="1"/>
          </p:cNvSpPr>
          <p:nvPr>
            <p:ph idx="1"/>
          </p:nvPr>
        </p:nvSpPr>
        <p:spPr/>
        <p:txBody>
          <a:bodyPr/>
          <a:lstStyle/>
          <a:p>
            <a:r>
              <a:rPr lang="en-US" dirty="0"/>
              <a:t>All standstill</a:t>
            </a:r>
          </a:p>
          <a:p>
            <a:r>
              <a:rPr lang="en-US" dirty="0"/>
              <a:t>No reference because only input now without controller</a:t>
            </a:r>
            <a:endParaRPr lang="en-NL" dirty="0"/>
          </a:p>
        </p:txBody>
      </p:sp>
    </p:spTree>
    <p:extLst>
      <p:ext uri="{BB962C8B-B14F-4D97-AF65-F5344CB8AC3E}">
        <p14:creationId xmlns:p14="http://schemas.microsoft.com/office/powerpoint/2010/main" val="3903658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46DB5-C3BD-312B-C599-6F9CDF20E63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8B2EE0B-E258-A97E-296A-F21F69D06F4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F937518-B535-9C5F-980D-B975491F2752}"/>
              </a:ext>
            </a:extLst>
          </p:cNvPr>
          <p:cNvPicPr>
            <a:picLocks noChangeAspect="1"/>
          </p:cNvPicPr>
          <p:nvPr/>
        </p:nvPicPr>
        <p:blipFill>
          <a:blip r:embed="rId2"/>
          <a:stretch>
            <a:fillRect/>
          </a:stretch>
        </p:blipFill>
        <p:spPr>
          <a:xfrm>
            <a:off x="513907" y="0"/>
            <a:ext cx="11164186" cy="6858000"/>
          </a:xfrm>
          <a:prstGeom prst="rect">
            <a:avLst/>
          </a:prstGeom>
        </p:spPr>
      </p:pic>
    </p:spTree>
    <p:extLst>
      <p:ext uri="{BB962C8B-B14F-4D97-AF65-F5344CB8AC3E}">
        <p14:creationId xmlns:p14="http://schemas.microsoft.com/office/powerpoint/2010/main" val="971101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CC999-E82C-5616-6CEC-114469C6F1D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E6FF8AD-017C-B012-0D41-739D5E10DD6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82C942B7-282A-1660-744B-BFB6B12BC80E}"/>
              </a:ext>
            </a:extLst>
          </p:cNvPr>
          <p:cNvPicPr>
            <a:picLocks noChangeAspect="1"/>
          </p:cNvPicPr>
          <p:nvPr/>
        </p:nvPicPr>
        <p:blipFill>
          <a:blip r:embed="rId2"/>
          <a:stretch>
            <a:fillRect/>
          </a:stretch>
        </p:blipFill>
        <p:spPr>
          <a:xfrm>
            <a:off x="593651" y="0"/>
            <a:ext cx="11004698" cy="6858000"/>
          </a:xfrm>
          <a:prstGeom prst="rect">
            <a:avLst/>
          </a:prstGeom>
        </p:spPr>
      </p:pic>
    </p:spTree>
    <p:extLst>
      <p:ext uri="{BB962C8B-B14F-4D97-AF65-F5344CB8AC3E}">
        <p14:creationId xmlns:p14="http://schemas.microsoft.com/office/powerpoint/2010/main" val="3487762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24EC1-679B-003C-D0B9-BB2FCF7D5E3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E15F88C-FBEC-C3B6-3947-7689D705DAA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4770D668-D037-D9F0-91BC-244F06D4508D}"/>
              </a:ext>
            </a:extLst>
          </p:cNvPr>
          <p:cNvPicPr>
            <a:picLocks noChangeAspect="1"/>
          </p:cNvPicPr>
          <p:nvPr/>
        </p:nvPicPr>
        <p:blipFill>
          <a:blip r:embed="rId2"/>
          <a:stretch>
            <a:fillRect/>
          </a:stretch>
        </p:blipFill>
        <p:spPr>
          <a:xfrm>
            <a:off x="523875" y="0"/>
            <a:ext cx="11144250" cy="6858000"/>
          </a:xfrm>
          <a:prstGeom prst="rect">
            <a:avLst/>
          </a:prstGeom>
        </p:spPr>
      </p:pic>
    </p:spTree>
    <p:extLst>
      <p:ext uri="{BB962C8B-B14F-4D97-AF65-F5344CB8AC3E}">
        <p14:creationId xmlns:p14="http://schemas.microsoft.com/office/powerpoint/2010/main" val="2371216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EFE00-B934-91E0-17FC-716E22C218E5}"/>
              </a:ext>
            </a:extLst>
          </p:cNvPr>
          <p:cNvSpPr>
            <a:spLocks noGrp="1"/>
          </p:cNvSpPr>
          <p:nvPr>
            <p:ph type="title"/>
          </p:nvPr>
        </p:nvSpPr>
        <p:spPr/>
        <p:txBody>
          <a:bodyPr/>
          <a:lstStyle/>
          <a:p>
            <a:r>
              <a:rPr lang="en-US" dirty="0"/>
              <a:t>Add momentum of absorber</a:t>
            </a:r>
            <a:endParaRPr lang="en-NL" dirty="0"/>
          </a:p>
        </p:txBody>
      </p:sp>
      <p:sp>
        <p:nvSpPr>
          <p:cNvPr id="3" name="Content Placeholder 2">
            <a:extLst>
              <a:ext uri="{FF2B5EF4-FFF2-40B4-BE49-F238E27FC236}">
                <a16:creationId xmlns:a16="http://schemas.microsoft.com/office/drawing/2014/main" id="{B875F5A7-1F99-D3FC-48B6-23904A32E12C}"/>
              </a:ext>
            </a:extLst>
          </p:cNvPr>
          <p:cNvSpPr>
            <a:spLocks noGrp="1"/>
          </p:cNvSpPr>
          <p:nvPr>
            <p:ph idx="1"/>
          </p:nvPr>
        </p:nvSpPr>
        <p:spPr/>
        <p:txBody>
          <a:bodyPr>
            <a:normAutofit/>
          </a:bodyPr>
          <a:lstStyle/>
          <a:p>
            <a:r>
              <a:rPr lang="en-US" dirty="0"/>
              <a:t>For </a:t>
            </a:r>
            <a:r>
              <a:rPr lang="en-US" dirty="0" err="1"/>
              <a:t>dY</a:t>
            </a:r>
            <a:r>
              <a:rPr lang="en-US" dirty="0"/>
              <a:t> add the momentum of the absorber</a:t>
            </a:r>
          </a:p>
          <a:p>
            <a:pPr lvl="1"/>
            <a:r>
              <a:rPr lang="en-US" dirty="0"/>
              <a:t>Both models carry the same 10.1 kg payload. The system splits it into a rigid part and a 1.01 kg absorber; the baseline keeps it as one rigid mass.</a:t>
            </a:r>
          </a:p>
          <a:p>
            <a:pPr lvl="1"/>
            <a:r>
              <a:rPr lang="en-US" dirty="0"/>
              <a:t>Seeding the baseline with the shared states matches position and payload velocity, but not the absorber's momentum.</a:t>
            </a:r>
          </a:p>
          <a:p>
            <a:pPr lvl="1"/>
            <a:r>
              <a:rPr lang="en-US" dirty="0"/>
              <a:t>Y has damping cy but no stiffness (K33 = 0). With no restoring force, the excess momentum can only travel through the damper.</a:t>
            </a:r>
          </a:p>
          <a:p>
            <a:pPr lvl="1"/>
            <a:r>
              <a:rPr lang="en-US" dirty="0">
                <a:sym typeface="Wingdings" panose="05000000000000000000" pitchFamily="2" charset="2"/>
              </a:rPr>
              <a:t> </a:t>
            </a:r>
            <a:r>
              <a:rPr lang="en-US" dirty="0"/>
              <a:t>Result: a fixed position offset</a:t>
            </a:r>
          </a:p>
          <a:p>
            <a:r>
              <a:rPr lang="en-US" dirty="0"/>
              <a:t>This is what the augmentation needs to learn</a:t>
            </a:r>
          </a:p>
          <a:p>
            <a:pPr lvl="1"/>
            <a:r>
              <a:rPr lang="en-US" dirty="0"/>
              <a:t>Mismatch due to absorber absent</a:t>
            </a:r>
            <a:endParaRPr lang="en-NL" dirty="0"/>
          </a:p>
        </p:txBody>
      </p:sp>
    </p:spTree>
    <p:extLst>
      <p:ext uri="{BB962C8B-B14F-4D97-AF65-F5344CB8AC3E}">
        <p14:creationId xmlns:p14="http://schemas.microsoft.com/office/powerpoint/2010/main" val="23624220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21953-7897-2C59-D509-06B206E26578}"/>
              </a:ext>
            </a:extLst>
          </p:cNvPr>
          <p:cNvSpPr>
            <a:spLocks noGrp="1"/>
          </p:cNvSpPr>
          <p:nvPr>
            <p:ph type="title"/>
          </p:nvPr>
        </p:nvSpPr>
        <p:spPr/>
        <p:txBody>
          <a:bodyPr/>
          <a:lstStyle/>
          <a:p>
            <a:r>
              <a:rPr lang="en-US" dirty="0"/>
              <a:t>seeding</a:t>
            </a:r>
            <a:endParaRPr lang="en-NL" dirty="0"/>
          </a:p>
        </p:txBody>
      </p:sp>
      <p:sp>
        <p:nvSpPr>
          <p:cNvPr id="3" name="Content Placeholder 2">
            <a:extLst>
              <a:ext uri="{FF2B5EF4-FFF2-40B4-BE49-F238E27FC236}">
                <a16:creationId xmlns:a16="http://schemas.microsoft.com/office/drawing/2014/main" id="{8ADE5059-D8A1-A830-86C6-AD3B32C75E13}"/>
              </a:ext>
            </a:extLst>
          </p:cNvPr>
          <p:cNvSpPr>
            <a:spLocks noGrp="1"/>
          </p:cNvSpPr>
          <p:nvPr>
            <p:ph idx="1"/>
          </p:nvPr>
        </p:nvSpPr>
        <p:spPr/>
        <p:txBody>
          <a:bodyPr>
            <a:normAutofit fontScale="85000" lnSpcReduction="20000"/>
          </a:bodyPr>
          <a:lstStyle/>
          <a:p>
            <a:r>
              <a:rPr lang="en-US" dirty="0"/>
              <a:t>To draw the baseline curve I have to integrate the 6-state model forward from somewhere. The record stores the system's 8-state initial condition, [X, Th, Y, da, </a:t>
            </a:r>
            <a:r>
              <a:rPr lang="en-US" dirty="0" err="1"/>
              <a:t>dX</a:t>
            </a:r>
            <a:r>
              <a:rPr lang="en-US" dirty="0"/>
              <a:t>, </a:t>
            </a:r>
            <a:r>
              <a:rPr lang="en-US" dirty="0" err="1"/>
              <a:t>dTh</a:t>
            </a:r>
            <a:r>
              <a:rPr lang="en-US" dirty="0"/>
              <a:t>, </a:t>
            </a:r>
            <a:r>
              <a:rPr lang="en-US" dirty="0" err="1"/>
              <a:t>dY</a:t>
            </a:r>
            <a:r>
              <a:rPr lang="en-US" dirty="0"/>
              <a:t>, </a:t>
            </a:r>
            <a:r>
              <a:rPr lang="en-US" dirty="0" err="1"/>
              <a:t>vda</a:t>
            </a:r>
            <a:r>
              <a:rPr lang="en-US" dirty="0"/>
              <a:t>]. The baseline has only six of those states, no da and no </a:t>
            </a:r>
            <a:r>
              <a:rPr lang="en-US" dirty="0" err="1"/>
              <a:t>vda</a:t>
            </a:r>
            <a:r>
              <a:rPr lang="en-US" dirty="0"/>
              <a:t>, because it has no </a:t>
            </a:r>
            <a:r>
              <a:rPr lang="en-US" dirty="0" err="1"/>
              <a:t>absorber.The</a:t>
            </a:r>
            <a:r>
              <a:rPr lang="en-US" dirty="0"/>
              <a:t> obvious thing, which is what I did first, is to copy the six states they share and drop the other two. That is wrong in a specific way. The absorber is a mass ma = 1.01 kg moving at </a:t>
            </a:r>
            <a:r>
              <a:rPr lang="en-US" dirty="0" err="1"/>
              <a:t>vda</a:t>
            </a:r>
            <a:r>
              <a:rPr lang="en-US" dirty="0"/>
              <a:t>(0), which at the record's first sample is up to 0.043 m/s. That is real Y momentum, ma * </a:t>
            </a:r>
            <a:r>
              <a:rPr lang="en-US" dirty="0" err="1"/>
              <a:t>vda</a:t>
            </a:r>
            <a:r>
              <a:rPr lang="en-US" dirty="0"/>
              <a:t>(0), and dropping the state drops the momentum with it. The baseline starts physically lighter in motion than the system it is being compared </a:t>
            </a:r>
            <a:r>
              <a:rPr lang="en-US" dirty="0" err="1"/>
              <a:t>to.Normally</a:t>
            </a:r>
            <a:r>
              <a:rPr lang="en-US" dirty="0"/>
              <a:t> a small momentum error would decay. Here it cannot: K33 = 0, Y has damping but no stiffness, so there is no restoring force and the momentum difference converts into a permanent position difference of ma * </a:t>
            </a:r>
            <a:r>
              <a:rPr lang="en-US" dirty="0" err="1"/>
              <a:t>vda</a:t>
            </a:r>
            <a:r>
              <a:rPr lang="en-US" dirty="0"/>
              <a:t>(0) / cy. With cy = 10 Ns/m that is </a:t>
            </a:r>
            <a:r>
              <a:rPr lang="en-US" dirty="0" err="1"/>
              <a:t>millimetres</a:t>
            </a:r>
            <a:r>
              <a:rPr lang="en-US" dirty="0"/>
              <a:t>, against a real model discrepancy of 2e-06 m. So the panel was showing my choice of initial condition, three orders larger than the physics.</a:t>
            </a:r>
            <a:endParaRPr lang="en-NL" dirty="0"/>
          </a:p>
        </p:txBody>
      </p:sp>
    </p:spTree>
    <p:extLst>
      <p:ext uri="{BB962C8B-B14F-4D97-AF65-F5344CB8AC3E}">
        <p14:creationId xmlns:p14="http://schemas.microsoft.com/office/powerpoint/2010/main" val="41234967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67168-5E53-514A-0756-495D00B3938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0975355-32AD-A884-0407-A4A0F4BC51B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C9CEED2-1F93-476B-3B0F-754C4B146414}"/>
              </a:ext>
            </a:extLst>
          </p:cNvPr>
          <p:cNvPicPr>
            <a:picLocks noChangeAspect="1"/>
          </p:cNvPicPr>
          <p:nvPr/>
        </p:nvPicPr>
        <p:blipFill>
          <a:blip r:embed="rId2"/>
          <a:stretch>
            <a:fillRect/>
          </a:stretch>
        </p:blipFill>
        <p:spPr>
          <a:xfrm>
            <a:off x="558763" y="0"/>
            <a:ext cx="11074474" cy="6858000"/>
          </a:xfrm>
          <a:prstGeom prst="rect">
            <a:avLst/>
          </a:prstGeom>
        </p:spPr>
      </p:pic>
    </p:spTree>
    <p:extLst>
      <p:ext uri="{BB962C8B-B14F-4D97-AF65-F5344CB8AC3E}">
        <p14:creationId xmlns:p14="http://schemas.microsoft.com/office/powerpoint/2010/main" val="9153357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E2B55-A7E9-E7ED-A652-628E8939348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7CE5A5E-6EA6-C428-7252-90466369457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381A6FD-97E8-668C-5CDC-ADA73ADA0326}"/>
              </a:ext>
            </a:extLst>
          </p:cNvPr>
          <p:cNvPicPr>
            <a:picLocks noChangeAspect="1"/>
          </p:cNvPicPr>
          <p:nvPr/>
        </p:nvPicPr>
        <p:blipFill>
          <a:blip r:embed="rId2"/>
          <a:stretch>
            <a:fillRect/>
          </a:stretch>
        </p:blipFill>
        <p:spPr>
          <a:xfrm>
            <a:off x="593651" y="0"/>
            <a:ext cx="11004698" cy="6858000"/>
          </a:xfrm>
          <a:prstGeom prst="rect">
            <a:avLst/>
          </a:prstGeom>
        </p:spPr>
      </p:pic>
    </p:spTree>
    <p:extLst>
      <p:ext uri="{BB962C8B-B14F-4D97-AF65-F5344CB8AC3E}">
        <p14:creationId xmlns:p14="http://schemas.microsoft.com/office/powerpoint/2010/main" val="21192667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69BD3-DAE5-C1DE-0589-39D4B843747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F6272A8-1CD2-3FB7-BEB4-579FE171DC3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6F744C67-32DA-E4A2-50E0-6078536B3509}"/>
              </a:ext>
            </a:extLst>
          </p:cNvPr>
          <p:cNvPicPr>
            <a:picLocks noChangeAspect="1"/>
          </p:cNvPicPr>
          <p:nvPr/>
        </p:nvPicPr>
        <p:blipFill>
          <a:blip r:embed="rId2"/>
          <a:stretch>
            <a:fillRect/>
          </a:stretch>
        </p:blipFill>
        <p:spPr>
          <a:xfrm>
            <a:off x="523875" y="0"/>
            <a:ext cx="11144250" cy="6858000"/>
          </a:xfrm>
          <a:prstGeom prst="rect">
            <a:avLst/>
          </a:prstGeom>
        </p:spPr>
      </p:pic>
    </p:spTree>
    <p:extLst>
      <p:ext uri="{BB962C8B-B14F-4D97-AF65-F5344CB8AC3E}">
        <p14:creationId xmlns:p14="http://schemas.microsoft.com/office/powerpoint/2010/main" val="30974325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82C34-C4D8-8EBA-9BC3-C50FF286104C}"/>
              </a:ext>
            </a:extLst>
          </p:cNvPr>
          <p:cNvSpPr>
            <a:spLocks noGrp="1"/>
          </p:cNvSpPr>
          <p:nvPr>
            <p:ph type="title"/>
          </p:nvPr>
        </p:nvSpPr>
        <p:spPr/>
        <p:txBody>
          <a:bodyPr/>
          <a:lstStyle/>
          <a:p>
            <a:r>
              <a:rPr lang="en-US" dirty="0"/>
              <a:t>Baseline + ANN</a:t>
            </a:r>
            <a:br>
              <a:rPr lang="en-US" dirty="0"/>
            </a:br>
            <a:r>
              <a:rPr lang="en-US" dirty="0"/>
              <a:t>Training</a:t>
            </a:r>
            <a:endParaRPr lang="en-NL" dirty="0"/>
          </a:p>
        </p:txBody>
      </p:sp>
      <p:sp>
        <p:nvSpPr>
          <p:cNvPr id="3" name="Content Placeholder 2">
            <a:extLst>
              <a:ext uri="{FF2B5EF4-FFF2-40B4-BE49-F238E27FC236}">
                <a16:creationId xmlns:a16="http://schemas.microsoft.com/office/drawing/2014/main" id="{B1F3D3DC-17B6-5800-C9ED-621B412B7FD6}"/>
              </a:ext>
            </a:extLst>
          </p:cNvPr>
          <p:cNvSpPr>
            <a:spLocks noGrp="1"/>
          </p:cNvSpPr>
          <p:nvPr>
            <p:ph idx="1"/>
          </p:nvPr>
        </p:nvSpPr>
        <p:spPr/>
        <p:txBody>
          <a:bodyPr/>
          <a:lstStyle/>
          <a:p>
            <a:r>
              <a:rPr lang="en-US" dirty="0"/>
              <a:t>Less data, only standstill no reference</a:t>
            </a:r>
            <a:endParaRPr lang="en-NL" dirty="0"/>
          </a:p>
        </p:txBody>
      </p:sp>
      <p:pic>
        <p:nvPicPr>
          <p:cNvPr id="7" name="Picture 6">
            <a:extLst>
              <a:ext uri="{FF2B5EF4-FFF2-40B4-BE49-F238E27FC236}">
                <a16:creationId xmlns:a16="http://schemas.microsoft.com/office/drawing/2014/main" id="{2A87D1F2-CA70-4C19-A630-9AC667405CCA}"/>
              </a:ext>
            </a:extLst>
          </p:cNvPr>
          <p:cNvPicPr>
            <a:picLocks noChangeAspect="1"/>
          </p:cNvPicPr>
          <p:nvPr/>
        </p:nvPicPr>
        <p:blipFill>
          <a:blip r:embed="rId2"/>
          <a:stretch>
            <a:fillRect/>
          </a:stretch>
        </p:blipFill>
        <p:spPr>
          <a:xfrm>
            <a:off x="12353988" y="1415385"/>
            <a:ext cx="3591426" cy="3296110"/>
          </a:xfrm>
          <a:prstGeom prst="rect">
            <a:avLst/>
          </a:prstGeom>
        </p:spPr>
      </p:pic>
    </p:spTree>
    <p:extLst>
      <p:ext uri="{BB962C8B-B14F-4D97-AF65-F5344CB8AC3E}">
        <p14:creationId xmlns:p14="http://schemas.microsoft.com/office/powerpoint/2010/main" val="4090731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05981-E208-7AA3-8DEA-AEE8D7E5354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B301321-34DA-43B2-4875-59B38D8C7241}"/>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0619C031-44B3-3CB8-2200-AC159A694BEF}"/>
              </a:ext>
            </a:extLst>
          </p:cNvPr>
          <p:cNvPicPr>
            <a:picLocks noChangeAspect="1"/>
          </p:cNvPicPr>
          <p:nvPr/>
        </p:nvPicPr>
        <p:blipFill>
          <a:blip r:embed="rId2"/>
          <a:stretch>
            <a:fillRect/>
          </a:stretch>
        </p:blipFill>
        <p:spPr>
          <a:xfrm>
            <a:off x="2499810" y="2271551"/>
            <a:ext cx="7192379" cy="2314898"/>
          </a:xfrm>
          <a:prstGeom prst="rect">
            <a:avLst/>
          </a:prstGeom>
        </p:spPr>
      </p:pic>
    </p:spTree>
    <p:extLst>
      <p:ext uri="{BB962C8B-B14F-4D97-AF65-F5344CB8AC3E}">
        <p14:creationId xmlns:p14="http://schemas.microsoft.com/office/powerpoint/2010/main" val="5246019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07D69-F5FC-D323-F532-A4A8ACEF02B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5884400-ADD1-6316-BF8C-3F27A593F28F}"/>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0ECFD94-6CE8-8DE4-98CF-DE11B91CD3C0}"/>
              </a:ext>
            </a:extLst>
          </p:cNvPr>
          <p:cNvPicPr>
            <a:picLocks noChangeAspect="1"/>
          </p:cNvPicPr>
          <p:nvPr/>
        </p:nvPicPr>
        <p:blipFill>
          <a:blip r:embed="rId2"/>
          <a:stretch>
            <a:fillRect/>
          </a:stretch>
        </p:blipFill>
        <p:spPr>
          <a:xfrm>
            <a:off x="118419" y="0"/>
            <a:ext cx="11955162" cy="6858000"/>
          </a:xfrm>
          <a:prstGeom prst="rect">
            <a:avLst/>
          </a:prstGeom>
        </p:spPr>
      </p:pic>
    </p:spTree>
    <p:extLst>
      <p:ext uri="{BB962C8B-B14F-4D97-AF65-F5344CB8AC3E}">
        <p14:creationId xmlns:p14="http://schemas.microsoft.com/office/powerpoint/2010/main" val="39003449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3786F-81CF-D857-C680-9B89FC7C74A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D108D37-BB33-790D-8710-CA0284515A1C}"/>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8197C318-124F-364A-E052-9F031CA32CBA}"/>
              </a:ext>
            </a:extLst>
          </p:cNvPr>
          <p:cNvPicPr>
            <a:picLocks noChangeAspect="1"/>
          </p:cNvPicPr>
          <p:nvPr/>
        </p:nvPicPr>
        <p:blipFill>
          <a:blip r:embed="rId2"/>
          <a:stretch>
            <a:fillRect/>
          </a:stretch>
        </p:blipFill>
        <p:spPr>
          <a:xfrm>
            <a:off x="118419" y="0"/>
            <a:ext cx="11955162" cy="6858000"/>
          </a:xfrm>
          <a:prstGeom prst="rect">
            <a:avLst/>
          </a:prstGeom>
        </p:spPr>
      </p:pic>
    </p:spTree>
    <p:extLst>
      <p:ext uri="{BB962C8B-B14F-4D97-AF65-F5344CB8AC3E}">
        <p14:creationId xmlns:p14="http://schemas.microsoft.com/office/powerpoint/2010/main" val="4178264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2A0A4-EB3A-6481-1FD5-9D559DFC56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E82D0-803D-FE29-0310-0CD29AF08A9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7613A58-33AE-2235-C7AC-F6EAF919CC33}"/>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BDE42F2C-DFA2-7750-19FC-0D93CD23951E}"/>
              </a:ext>
            </a:extLst>
          </p:cNvPr>
          <p:cNvPicPr>
            <a:picLocks noChangeAspect="1"/>
          </p:cNvPicPr>
          <p:nvPr/>
        </p:nvPicPr>
        <p:blipFill>
          <a:blip r:embed="rId2"/>
          <a:stretch>
            <a:fillRect/>
          </a:stretch>
        </p:blipFill>
        <p:spPr>
          <a:xfrm>
            <a:off x="118419" y="0"/>
            <a:ext cx="11955162" cy="6858000"/>
          </a:xfrm>
          <a:prstGeom prst="rect">
            <a:avLst/>
          </a:prstGeom>
        </p:spPr>
      </p:pic>
      <p:sp>
        <p:nvSpPr>
          <p:cNvPr id="4" name="TextBox 3">
            <a:extLst>
              <a:ext uri="{FF2B5EF4-FFF2-40B4-BE49-F238E27FC236}">
                <a16:creationId xmlns:a16="http://schemas.microsoft.com/office/drawing/2014/main" id="{3DDB0F54-2289-9626-2EB0-20D57004A4C0}"/>
              </a:ext>
            </a:extLst>
          </p:cNvPr>
          <p:cNvSpPr txBox="1"/>
          <p:nvPr/>
        </p:nvSpPr>
        <p:spPr>
          <a:xfrm>
            <a:off x="838200" y="4572195"/>
            <a:ext cx="9916113" cy="523220"/>
          </a:xfrm>
          <a:prstGeom prst="rect">
            <a:avLst/>
          </a:prstGeom>
          <a:noFill/>
        </p:spPr>
        <p:txBody>
          <a:bodyPr wrap="none" rtlCol="0">
            <a:spAutoFit/>
          </a:bodyPr>
          <a:lstStyle/>
          <a:p>
            <a:r>
              <a:rPr lang="en-US" sz="2800" b="1" dirty="0"/>
              <a:t>Looks like mismatch training window and validation window</a:t>
            </a:r>
            <a:endParaRPr lang="en-NL" sz="2800" b="1" dirty="0"/>
          </a:p>
        </p:txBody>
      </p:sp>
    </p:spTree>
    <p:extLst>
      <p:ext uri="{BB962C8B-B14F-4D97-AF65-F5344CB8AC3E}">
        <p14:creationId xmlns:p14="http://schemas.microsoft.com/office/powerpoint/2010/main" val="26492614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0E0CF-D986-0608-1E69-6A979F21BB9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ED3BA01-E126-8339-B359-591BBBFD3DA5}"/>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531C489-3DC5-9D0B-B84B-8F8D1DB16911}"/>
              </a:ext>
            </a:extLst>
          </p:cNvPr>
          <p:cNvPicPr>
            <a:picLocks noChangeAspect="1"/>
          </p:cNvPicPr>
          <p:nvPr/>
        </p:nvPicPr>
        <p:blipFill>
          <a:blip r:embed="rId2"/>
          <a:stretch>
            <a:fillRect/>
          </a:stretch>
        </p:blipFill>
        <p:spPr>
          <a:xfrm>
            <a:off x="0" y="1499469"/>
            <a:ext cx="12192000" cy="3859062"/>
          </a:xfrm>
          <a:prstGeom prst="rect">
            <a:avLst/>
          </a:prstGeom>
        </p:spPr>
      </p:pic>
    </p:spTree>
    <p:extLst>
      <p:ext uri="{BB962C8B-B14F-4D97-AF65-F5344CB8AC3E}">
        <p14:creationId xmlns:p14="http://schemas.microsoft.com/office/powerpoint/2010/main" val="10749649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EECED-E242-7174-049A-7EDA0B88392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AB459B3-A709-2CE6-8C77-7ED2E730C02D}"/>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0F466354-3D43-26D2-677D-9389B189F92D}"/>
              </a:ext>
            </a:extLst>
          </p:cNvPr>
          <p:cNvPicPr>
            <a:picLocks noChangeAspect="1"/>
          </p:cNvPicPr>
          <p:nvPr/>
        </p:nvPicPr>
        <p:blipFill>
          <a:blip r:embed="rId2"/>
          <a:stretch>
            <a:fillRect/>
          </a:stretch>
        </p:blipFill>
        <p:spPr>
          <a:xfrm>
            <a:off x="0" y="1500337"/>
            <a:ext cx="12192000" cy="3857325"/>
          </a:xfrm>
          <a:prstGeom prst="rect">
            <a:avLst/>
          </a:prstGeom>
        </p:spPr>
      </p:pic>
    </p:spTree>
    <p:extLst>
      <p:ext uri="{BB962C8B-B14F-4D97-AF65-F5344CB8AC3E}">
        <p14:creationId xmlns:p14="http://schemas.microsoft.com/office/powerpoint/2010/main" val="1357529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13E8B-BF07-0CBA-E90E-9494FABC26E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1B59D9D-5AFB-238F-854A-D43C82FFD554}"/>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DDE1EC68-5397-DA28-5416-3431A748B221}"/>
              </a:ext>
            </a:extLst>
          </p:cNvPr>
          <p:cNvPicPr>
            <a:picLocks noChangeAspect="1"/>
          </p:cNvPicPr>
          <p:nvPr/>
        </p:nvPicPr>
        <p:blipFill>
          <a:blip r:embed="rId2"/>
          <a:stretch>
            <a:fillRect/>
          </a:stretch>
        </p:blipFill>
        <p:spPr>
          <a:xfrm>
            <a:off x="0" y="1499469"/>
            <a:ext cx="12192000" cy="3859062"/>
          </a:xfrm>
          <a:prstGeom prst="rect">
            <a:avLst/>
          </a:prstGeom>
        </p:spPr>
      </p:pic>
    </p:spTree>
    <p:extLst>
      <p:ext uri="{BB962C8B-B14F-4D97-AF65-F5344CB8AC3E}">
        <p14:creationId xmlns:p14="http://schemas.microsoft.com/office/powerpoint/2010/main" val="36538559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90F49-59AE-4FBA-3898-E134E0BBAC8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264E75D-4C6F-5ECE-3218-F173C1D8E80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498E277B-4565-75B5-60FE-EE43E2A0096D}"/>
              </a:ext>
            </a:extLst>
          </p:cNvPr>
          <p:cNvPicPr>
            <a:picLocks noChangeAspect="1"/>
          </p:cNvPicPr>
          <p:nvPr/>
        </p:nvPicPr>
        <p:blipFill>
          <a:blip r:embed="rId2"/>
          <a:stretch>
            <a:fillRect/>
          </a:stretch>
        </p:blipFill>
        <p:spPr>
          <a:xfrm>
            <a:off x="0" y="1500337"/>
            <a:ext cx="12192000" cy="3857325"/>
          </a:xfrm>
          <a:prstGeom prst="rect">
            <a:avLst/>
          </a:prstGeom>
        </p:spPr>
      </p:pic>
    </p:spTree>
    <p:extLst>
      <p:ext uri="{BB962C8B-B14F-4D97-AF65-F5344CB8AC3E}">
        <p14:creationId xmlns:p14="http://schemas.microsoft.com/office/powerpoint/2010/main" val="15191646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EAA53-FE87-7C4B-B29A-331DD563AB9E}"/>
              </a:ext>
            </a:extLst>
          </p:cNvPr>
          <p:cNvSpPr>
            <a:spLocks noGrp="1"/>
          </p:cNvSpPr>
          <p:nvPr>
            <p:ph type="title"/>
          </p:nvPr>
        </p:nvSpPr>
        <p:spPr/>
        <p:txBody>
          <a:bodyPr/>
          <a:lstStyle/>
          <a:p>
            <a:r>
              <a:rPr lang="en-US" dirty="0"/>
              <a:t>Controller</a:t>
            </a:r>
            <a:endParaRPr lang="en-NL" dirty="0"/>
          </a:p>
        </p:txBody>
      </p:sp>
      <p:sp>
        <p:nvSpPr>
          <p:cNvPr id="3" name="Content Placeholder 2">
            <a:extLst>
              <a:ext uri="{FF2B5EF4-FFF2-40B4-BE49-F238E27FC236}">
                <a16:creationId xmlns:a16="http://schemas.microsoft.com/office/drawing/2014/main" id="{BC54208A-0C22-8B16-5BF5-B7B4FE4D3670}"/>
              </a:ext>
            </a:extLst>
          </p:cNvPr>
          <p:cNvSpPr>
            <a:spLocks noGrp="1"/>
          </p:cNvSpPr>
          <p:nvPr>
            <p:ph idx="1"/>
          </p:nvPr>
        </p:nvSpPr>
        <p:spPr/>
        <p:txBody>
          <a:bodyPr/>
          <a:lstStyle/>
          <a:p>
            <a:r>
              <a:rPr lang="en-NL" dirty="0"/>
              <a:t>System Identification Lecture 11: Closed-loop Identification</a:t>
            </a:r>
          </a:p>
        </p:txBody>
      </p:sp>
    </p:spTree>
    <p:extLst>
      <p:ext uri="{BB962C8B-B14F-4D97-AF65-F5344CB8AC3E}">
        <p14:creationId xmlns:p14="http://schemas.microsoft.com/office/powerpoint/2010/main" val="20853167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1BE69-9AD0-B2E5-612B-A82F668AA59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16522079-BF85-3184-A933-709E16164AA1}"/>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0C9E060-44D8-B0DE-9F28-8A3A0EEBD5CA}"/>
              </a:ext>
            </a:extLst>
          </p:cNvPr>
          <p:cNvPicPr>
            <a:picLocks noChangeAspect="1"/>
          </p:cNvPicPr>
          <p:nvPr/>
        </p:nvPicPr>
        <p:blipFill>
          <a:blip r:embed="rId2"/>
          <a:stretch>
            <a:fillRect/>
          </a:stretch>
        </p:blipFill>
        <p:spPr>
          <a:xfrm>
            <a:off x="578555" y="0"/>
            <a:ext cx="11034889" cy="6858000"/>
          </a:xfrm>
          <a:prstGeom prst="rect">
            <a:avLst/>
          </a:prstGeom>
        </p:spPr>
      </p:pic>
    </p:spTree>
    <p:extLst>
      <p:ext uri="{BB962C8B-B14F-4D97-AF65-F5344CB8AC3E}">
        <p14:creationId xmlns:p14="http://schemas.microsoft.com/office/powerpoint/2010/main" val="8502762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C6A91-7E05-631D-38BC-FBCF5BF0778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59D683E-8740-865F-73C4-A516292EC32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DC695BFE-ABDF-0C51-96E7-FE138D03B18B}"/>
              </a:ext>
            </a:extLst>
          </p:cNvPr>
          <p:cNvPicPr>
            <a:picLocks noChangeAspect="1"/>
          </p:cNvPicPr>
          <p:nvPr/>
        </p:nvPicPr>
        <p:blipFill>
          <a:blip r:embed="rId2"/>
          <a:stretch>
            <a:fillRect/>
          </a:stretch>
        </p:blipFill>
        <p:spPr>
          <a:xfrm>
            <a:off x="580255" y="51916"/>
            <a:ext cx="11031489" cy="6754168"/>
          </a:xfrm>
          <a:prstGeom prst="rect">
            <a:avLst/>
          </a:prstGeom>
        </p:spPr>
      </p:pic>
    </p:spTree>
    <p:extLst>
      <p:ext uri="{BB962C8B-B14F-4D97-AF65-F5344CB8AC3E}">
        <p14:creationId xmlns:p14="http://schemas.microsoft.com/office/powerpoint/2010/main" val="21229199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7CA2A-120E-9D8E-C086-78B30B74FCE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8C40DE0-63C4-55EF-4659-C47DDFBA94C9}"/>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F5A0C394-F9F6-0AF8-4B1E-464D2BA8C3F6}"/>
              </a:ext>
            </a:extLst>
          </p:cNvPr>
          <p:cNvPicPr>
            <a:picLocks noChangeAspect="1"/>
          </p:cNvPicPr>
          <p:nvPr/>
        </p:nvPicPr>
        <p:blipFill>
          <a:blip r:embed="rId3"/>
          <a:stretch>
            <a:fillRect/>
          </a:stretch>
        </p:blipFill>
        <p:spPr>
          <a:xfrm>
            <a:off x="570729" y="104311"/>
            <a:ext cx="11050542" cy="6649378"/>
          </a:xfrm>
          <a:prstGeom prst="rect">
            <a:avLst/>
          </a:prstGeom>
        </p:spPr>
      </p:pic>
    </p:spTree>
    <p:extLst>
      <p:ext uri="{BB962C8B-B14F-4D97-AF65-F5344CB8AC3E}">
        <p14:creationId xmlns:p14="http://schemas.microsoft.com/office/powerpoint/2010/main" val="1103534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8F694-5C29-7B75-6D1B-504B5EFE9FAE}"/>
              </a:ext>
            </a:extLst>
          </p:cNvPr>
          <p:cNvSpPr>
            <a:spLocks noGrp="1"/>
          </p:cNvSpPr>
          <p:nvPr>
            <p:ph type="title"/>
          </p:nvPr>
        </p:nvSpPr>
        <p:spPr/>
        <p:txBody>
          <a:bodyPr/>
          <a:lstStyle/>
          <a:p>
            <a:r>
              <a:rPr lang="en-US" dirty="0"/>
              <a:t>Question</a:t>
            </a:r>
            <a:endParaRPr lang="en-NL" dirty="0"/>
          </a:p>
        </p:txBody>
      </p:sp>
      <p:sp>
        <p:nvSpPr>
          <p:cNvPr id="3" name="Content Placeholder 2">
            <a:extLst>
              <a:ext uri="{FF2B5EF4-FFF2-40B4-BE49-F238E27FC236}">
                <a16:creationId xmlns:a16="http://schemas.microsoft.com/office/drawing/2014/main" id="{F5803C55-312E-3DDB-FEF0-D8FD2559701B}"/>
              </a:ext>
            </a:extLst>
          </p:cNvPr>
          <p:cNvSpPr>
            <a:spLocks noGrp="1"/>
          </p:cNvSpPr>
          <p:nvPr>
            <p:ph idx="1"/>
          </p:nvPr>
        </p:nvSpPr>
        <p:spPr/>
        <p:txBody>
          <a:bodyPr/>
          <a:lstStyle/>
          <a:p>
            <a:r>
              <a:rPr lang="en-US" dirty="0"/>
              <a:t>What to do with the controller states during training? For windowed training</a:t>
            </a:r>
          </a:p>
          <a:p>
            <a:r>
              <a:rPr lang="en-US" dirty="0"/>
              <a:t>Not part of the subnet encoder?</a:t>
            </a:r>
          </a:p>
          <a:p>
            <a:endParaRPr lang="en-US" dirty="0"/>
          </a:p>
          <a:p>
            <a:r>
              <a:rPr lang="en-US" dirty="0"/>
              <a:t>Options: </a:t>
            </a:r>
          </a:p>
          <a:p>
            <a:pPr lvl="1"/>
            <a:r>
              <a:rPr lang="en-US" dirty="0"/>
              <a:t>Drive the loop from r</a:t>
            </a:r>
          </a:p>
          <a:p>
            <a:pPr lvl="1"/>
            <a:r>
              <a:rPr lang="en-US" dirty="0"/>
              <a:t>Drive the loop from the recorded input</a:t>
            </a:r>
            <a:endParaRPr lang="en-NL" dirty="0"/>
          </a:p>
        </p:txBody>
      </p:sp>
    </p:spTree>
    <p:extLst>
      <p:ext uri="{BB962C8B-B14F-4D97-AF65-F5344CB8AC3E}">
        <p14:creationId xmlns:p14="http://schemas.microsoft.com/office/powerpoint/2010/main" val="21787285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72E61-F565-5E60-D116-9D25F412C44F}"/>
              </a:ext>
            </a:extLst>
          </p:cNvPr>
          <p:cNvSpPr>
            <a:spLocks noGrp="1"/>
          </p:cNvSpPr>
          <p:nvPr>
            <p:ph type="title"/>
          </p:nvPr>
        </p:nvSpPr>
        <p:spPr/>
        <p:txBody>
          <a:bodyPr/>
          <a:lstStyle/>
          <a:p>
            <a:r>
              <a:rPr lang="en-US" dirty="0"/>
              <a:t>Write out controller</a:t>
            </a:r>
            <a:endParaRPr lang="en-NL" dirty="0"/>
          </a:p>
        </p:txBody>
      </p:sp>
      <p:sp>
        <p:nvSpPr>
          <p:cNvPr id="3" name="Content Placeholder 2">
            <a:extLst>
              <a:ext uri="{FF2B5EF4-FFF2-40B4-BE49-F238E27FC236}">
                <a16:creationId xmlns:a16="http://schemas.microsoft.com/office/drawing/2014/main" id="{AB8FA0EA-5F7D-041F-51D2-818A5EECE8A3}"/>
              </a:ext>
            </a:extLst>
          </p:cNvPr>
          <p:cNvSpPr>
            <a:spLocks noGrp="1"/>
          </p:cNvSpPr>
          <p:nvPr>
            <p:ph idx="1"/>
          </p:nvPr>
        </p:nvSpPr>
        <p:spPr/>
        <p:txBody>
          <a:bodyPr/>
          <a:lstStyle/>
          <a:p>
            <a:r>
              <a:rPr lang="en-US" dirty="0"/>
              <a:t>Step 1:</a:t>
            </a:r>
          </a:p>
          <a:p>
            <a:pPr lvl="1"/>
            <a:r>
              <a:rPr lang="en-US" dirty="0"/>
              <a:t>Read the three factors out of </a:t>
            </a:r>
            <a:r>
              <a:rPr lang="en-US" dirty="0" err="1"/>
              <a:t>ruleOfThumb.m</a:t>
            </a:r>
            <a:r>
              <a:rPr lang="en-US" dirty="0"/>
              <a:t>. With </a:t>
            </a:r>
            <a:r>
              <a:rPr lang="en-US" dirty="0" err="1"/>
              <a:t>fbw</a:t>
            </a:r>
            <a:r>
              <a:rPr lang="en-US" dirty="0"/>
              <a:t> = 100 Hz and w = 2*pi*</a:t>
            </a:r>
            <a:r>
              <a:rPr lang="en-US" dirty="0" err="1"/>
              <a:t>fbw</a:t>
            </a:r>
            <a:endParaRPr lang="en-US" dirty="0"/>
          </a:p>
          <a:p>
            <a:pPr lvl="2"/>
            <a:r>
              <a:rPr lang="en-US" dirty="0"/>
              <a:t>integrator  (s + w/6) / s</a:t>
            </a:r>
          </a:p>
          <a:p>
            <a:pPr lvl="2"/>
            <a:r>
              <a:rPr lang="en-US" dirty="0"/>
              <a:t>lead-lag    (s + w/3) / (s + 3w)</a:t>
            </a:r>
          </a:p>
          <a:p>
            <a:pPr lvl="2"/>
            <a:r>
              <a:rPr lang="en-US" dirty="0"/>
              <a:t>roll-off    10w / (s + 10w)</a:t>
            </a:r>
          </a:p>
          <a:p>
            <a:r>
              <a:rPr lang="en-US" dirty="0"/>
              <a:t>Step 2:</a:t>
            </a:r>
          </a:p>
          <a:p>
            <a:pPr lvl="1"/>
            <a:r>
              <a:rPr lang="en-US" dirty="0"/>
              <a:t>Multiply them into one transfer function</a:t>
            </a:r>
          </a:p>
          <a:p>
            <a:pPr lvl="1"/>
            <a:r>
              <a:rPr lang="en-US" dirty="0" err="1"/>
              <a:t>Cnorm</a:t>
            </a:r>
            <a:r>
              <a:rPr lang="en-US" dirty="0"/>
              <a:t>(s) = 10w (s + w/6)(s + w/3) / [ s (s + 3w)(s + 10w) ]</a:t>
            </a:r>
          </a:p>
          <a:p>
            <a:pPr lvl="1"/>
            <a:r>
              <a:rPr lang="en-US" dirty="0"/>
              <a:t>Numerator degree 2, denominator degree 3. One pole at the origin, that is the integrator.</a:t>
            </a:r>
            <a:endParaRPr lang="en-NL" dirty="0"/>
          </a:p>
        </p:txBody>
      </p:sp>
    </p:spTree>
    <p:extLst>
      <p:ext uri="{BB962C8B-B14F-4D97-AF65-F5344CB8AC3E}">
        <p14:creationId xmlns:p14="http://schemas.microsoft.com/office/powerpoint/2010/main" val="20636800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3232B-6E5A-88D2-43BB-3E45C9D84B9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A632A93-36AA-46F7-25A1-6D26D42318C3}"/>
              </a:ext>
            </a:extLst>
          </p:cNvPr>
          <p:cNvSpPr>
            <a:spLocks noGrp="1"/>
          </p:cNvSpPr>
          <p:nvPr>
            <p:ph idx="1"/>
          </p:nvPr>
        </p:nvSpPr>
        <p:spPr/>
        <p:txBody>
          <a:bodyPr>
            <a:normAutofit fontScale="70000" lnSpcReduction="20000"/>
          </a:bodyPr>
          <a:lstStyle/>
          <a:p>
            <a:r>
              <a:rPr lang="en-US" dirty="0"/>
              <a:t>Step 3: </a:t>
            </a:r>
          </a:p>
          <a:p>
            <a:pPr lvl="1"/>
            <a:r>
              <a:rPr lang="en-US" dirty="0"/>
              <a:t>Build the plant the controller is </a:t>
            </a:r>
            <a:r>
              <a:rPr lang="en-US" dirty="0" err="1"/>
              <a:t>normalised</a:t>
            </a:r>
            <a:r>
              <a:rPr lang="en-US" dirty="0"/>
              <a:t> against </a:t>
            </a:r>
          </a:p>
          <a:p>
            <a:pPr lvl="1"/>
            <a:r>
              <a:rPr lang="en-US" dirty="0"/>
              <a:t>M(</a:t>
            </a:r>
            <a:r>
              <a:rPr lang="en-US" dirty="0" err="1"/>
              <a:t>Y_op</a:t>
            </a:r>
            <a:r>
              <a:rPr lang="en-US" dirty="0"/>
              <a:t>) frozen at the operating Y</a:t>
            </a:r>
          </a:p>
          <a:p>
            <a:pPr lvl="1"/>
            <a:r>
              <a:rPr lang="en-US" dirty="0"/>
              <a:t>Transform state space to stage frame instead of logical coordinates</a:t>
            </a:r>
          </a:p>
          <a:p>
            <a:r>
              <a:rPr lang="en-US" dirty="0"/>
              <a:t>Step 4:</a:t>
            </a:r>
          </a:p>
          <a:p>
            <a:pPr lvl="1"/>
            <a:r>
              <a:rPr lang="en-US" dirty="0"/>
              <a:t>Compute the gain, one per channel</a:t>
            </a:r>
          </a:p>
          <a:p>
            <a:r>
              <a:rPr lang="en-US" dirty="0"/>
              <a:t>Step 5:</a:t>
            </a:r>
          </a:p>
          <a:p>
            <a:pPr lvl="1"/>
            <a:r>
              <a:rPr lang="en-US" dirty="0"/>
              <a:t>Scale: Three SISO controllers, same shape, different gains.</a:t>
            </a:r>
          </a:p>
          <a:p>
            <a:r>
              <a:rPr lang="en-US" dirty="0"/>
              <a:t>Step 6:</a:t>
            </a:r>
          </a:p>
          <a:p>
            <a:pPr lvl="1"/>
            <a:r>
              <a:rPr lang="en-US" dirty="0" err="1"/>
              <a:t>Discretise</a:t>
            </a:r>
            <a:endParaRPr lang="en-US" dirty="0"/>
          </a:p>
          <a:p>
            <a:r>
              <a:rPr lang="en-US" dirty="0"/>
              <a:t>Step 7:</a:t>
            </a:r>
          </a:p>
          <a:p>
            <a:pPr lvl="1"/>
            <a:r>
              <a:rPr lang="en-US" dirty="0" err="1"/>
              <a:t>Realise</a:t>
            </a:r>
            <a:r>
              <a:rPr lang="en-US" dirty="0"/>
              <a:t> as state space</a:t>
            </a:r>
          </a:p>
          <a:p>
            <a:pPr lvl="1"/>
            <a:r>
              <a:rPr lang="en-US" dirty="0"/>
              <a:t>I will get controller states</a:t>
            </a:r>
          </a:p>
          <a:p>
            <a:r>
              <a:rPr lang="en-US" dirty="0"/>
              <a:t>Step 8:</a:t>
            </a:r>
          </a:p>
          <a:p>
            <a:pPr lvl="1"/>
            <a:r>
              <a:rPr lang="en-US" dirty="0"/>
              <a:t>Connect it to the first-principles model</a:t>
            </a:r>
            <a:endParaRPr lang="en-NL" dirty="0"/>
          </a:p>
        </p:txBody>
      </p:sp>
    </p:spTree>
    <p:extLst>
      <p:ext uri="{BB962C8B-B14F-4D97-AF65-F5344CB8AC3E}">
        <p14:creationId xmlns:p14="http://schemas.microsoft.com/office/powerpoint/2010/main" val="1476985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DDAF0-E4EA-9D1A-6AF7-BF0468F41092}"/>
              </a:ext>
            </a:extLst>
          </p:cNvPr>
          <p:cNvSpPr>
            <a:spLocks noGrp="1"/>
          </p:cNvSpPr>
          <p:nvPr>
            <p:ph type="title"/>
          </p:nvPr>
        </p:nvSpPr>
        <p:spPr/>
        <p:txBody>
          <a:bodyPr/>
          <a:lstStyle/>
          <a:p>
            <a:r>
              <a:rPr lang="en-US" dirty="0"/>
              <a:t>Controller state </a:t>
            </a:r>
            <a:r>
              <a:rPr lang="en-US" dirty="0" err="1"/>
              <a:t>init</a:t>
            </a:r>
            <a:br>
              <a:rPr lang="en-US" dirty="0"/>
            </a:br>
            <a:r>
              <a:rPr lang="en-US" dirty="0"/>
              <a:t>Bas </a:t>
            </a:r>
            <a:r>
              <a:rPr lang="en-US" dirty="0" err="1"/>
              <a:t>Kessels</a:t>
            </a:r>
            <a:endParaRPr lang="en-NL" dirty="0"/>
          </a:p>
        </p:txBody>
      </p:sp>
      <p:sp>
        <p:nvSpPr>
          <p:cNvPr id="3" name="Content Placeholder 2">
            <a:extLst>
              <a:ext uri="{FF2B5EF4-FFF2-40B4-BE49-F238E27FC236}">
                <a16:creationId xmlns:a16="http://schemas.microsoft.com/office/drawing/2014/main" id="{5B9AFB3B-A4A4-F6EF-94C6-9A3F7B3A5109}"/>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EB2E2D34-C773-E7F8-30BB-B74636466295}"/>
              </a:ext>
            </a:extLst>
          </p:cNvPr>
          <p:cNvSpPr txBox="1"/>
          <p:nvPr/>
        </p:nvSpPr>
        <p:spPr>
          <a:xfrm>
            <a:off x="2939845" y="3868639"/>
            <a:ext cx="6096000" cy="2308324"/>
          </a:xfrm>
          <a:prstGeom prst="rect">
            <a:avLst/>
          </a:prstGeom>
          <a:noFill/>
        </p:spPr>
        <p:txBody>
          <a:bodyPr wrap="square">
            <a:spAutoFit/>
          </a:bodyPr>
          <a:lstStyle/>
          <a:p>
            <a:r>
              <a:rPr lang="en-NL" dirty="0"/>
              <a:t>1. The controller-state initialisation fix is his Remark 5.4 (p. 157). Since </a:t>
            </a:r>
            <a:r>
              <a:rPr lang="en-NL" dirty="0" err="1"/>
              <a:t>f_FB</a:t>
            </a:r>
            <a:r>
              <a:rPr lang="en-NL" dirty="0"/>
              <a:t> and </a:t>
            </a:r>
            <a:r>
              <a:rPr lang="en-NL" dirty="0" err="1"/>
              <a:t>g_FB</a:t>
            </a:r>
            <a:r>
              <a:rPr lang="en-NL" dirty="0"/>
              <a:t> are known, the FB states are either read from the machine or reconstructed from measured y, known r and the controller. In the industrial case (p. 171) he does exactly that: FB states extracted from measurement data, not encoder-initialised. Our zero-</a:t>
            </a:r>
            <a:r>
              <a:rPr lang="en-NL" dirty="0" err="1"/>
              <a:t>init</a:t>
            </a:r>
            <a:r>
              <a:rPr lang="en-NL" dirty="0"/>
              <a:t> is not a variant of his method, it is a defect relative to it. The handoff's planned fix is the literature-correct one.</a:t>
            </a:r>
          </a:p>
        </p:txBody>
      </p:sp>
      <p:sp>
        <p:nvSpPr>
          <p:cNvPr id="7" name="TextBox 6">
            <a:extLst>
              <a:ext uri="{FF2B5EF4-FFF2-40B4-BE49-F238E27FC236}">
                <a16:creationId xmlns:a16="http://schemas.microsoft.com/office/drawing/2014/main" id="{C31C99E3-555B-FE2C-C0AD-CC9793A19AD2}"/>
              </a:ext>
            </a:extLst>
          </p:cNvPr>
          <p:cNvSpPr txBox="1"/>
          <p:nvPr/>
        </p:nvSpPr>
        <p:spPr>
          <a:xfrm>
            <a:off x="6204155" y="1512033"/>
            <a:ext cx="6096000" cy="1477328"/>
          </a:xfrm>
          <a:prstGeom prst="rect">
            <a:avLst/>
          </a:prstGeom>
          <a:noFill/>
        </p:spPr>
        <p:txBody>
          <a:bodyPr wrap="square">
            <a:spAutoFit/>
          </a:bodyPr>
          <a:lstStyle/>
          <a:p>
            <a:r>
              <a:rPr lang="en-NL" dirty="0"/>
              <a:t>4. His only reason SUBNET fails closed-loop is random initialisation into instability, not an information argument. He never engages the </a:t>
            </a:r>
            <a:r>
              <a:rPr lang="en-NL" dirty="0" err="1"/>
              <a:t>sigma_max</a:t>
            </a:r>
            <a:r>
              <a:rPr lang="en-NL" dirty="0"/>
              <a:t>(So) = 0.021 attenuation objection in section 8. So the "against" argument in the handoff remains unanswered by this reference.</a:t>
            </a:r>
          </a:p>
        </p:txBody>
      </p:sp>
    </p:spTree>
    <p:extLst>
      <p:ext uri="{BB962C8B-B14F-4D97-AF65-F5344CB8AC3E}">
        <p14:creationId xmlns:p14="http://schemas.microsoft.com/office/powerpoint/2010/main" val="27815321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CC01F-9A31-9F37-4018-A068427C2A89}"/>
              </a:ext>
            </a:extLst>
          </p:cNvPr>
          <p:cNvSpPr>
            <a:spLocks noGrp="1"/>
          </p:cNvSpPr>
          <p:nvPr>
            <p:ph type="title"/>
          </p:nvPr>
        </p:nvSpPr>
        <p:spPr/>
        <p:txBody>
          <a:bodyPr/>
          <a:lstStyle/>
          <a:p>
            <a:r>
              <a:rPr lang="en-US" dirty="0"/>
              <a:t>Well </a:t>
            </a:r>
            <a:r>
              <a:rPr lang="en-US" dirty="0" err="1"/>
              <a:t>posedness</a:t>
            </a:r>
            <a:r>
              <a:rPr lang="en-US" dirty="0"/>
              <a:t> closed-loop</a:t>
            </a:r>
            <a:endParaRPr lang="en-NL" dirty="0"/>
          </a:p>
        </p:txBody>
      </p:sp>
      <p:sp>
        <p:nvSpPr>
          <p:cNvPr id="3" name="Content Placeholder 2">
            <a:extLst>
              <a:ext uri="{FF2B5EF4-FFF2-40B4-BE49-F238E27FC236}">
                <a16:creationId xmlns:a16="http://schemas.microsoft.com/office/drawing/2014/main" id="{5045BE1D-73A3-7D06-209A-B6A678F75331}"/>
              </a:ext>
            </a:extLst>
          </p:cNvPr>
          <p:cNvSpPr>
            <a:spLocks noGrp="1"/>
          </p:cNvSpPr>
          <p:nvPr>
            <p:ph idx="1"/>
          </p:nvPr>
        </p:nvSpPr>
        <p:spPr/>
        <p:txBody>
          <a:bodyPr>
            <a:normAutofit fontScale="92500" lnSpcReduction="10000"/>
          </a:bodyPr>
          <a:lstStyle/>
          <a:p>
            <a:r>
              <a:rPr lang="en-US" dirty="0"/>
              <a:t>- Well-</a:t>
            </a:r>
            <a:r>
              <a:rPr lang="en-US" dirty="0" err="1"/>
              <a:t>posedness</a:t>
            </a:r>
            <a:r>
              <a:rPr lang="en-US" dirty="0"/>
              <a:t> of the loop closure, which needs I + D_G D_C invertible. Your plant has D_d = 0 (gantry_ss.py:138), so there is no algebraic loop and the star product exists unconditionally. This is the same fact closed_loop.py:11-13 relies on.- The controller must not itself carry scheduling into Δ. Here it partly does: </a:t>
            </a:r>
            <a:r>
              <a:rPr lang="en-US" dirty="0" err="1"/>
              <a:t>kappa_j</a:t>
            </a:r>
            <a:r>
              <a:rPr lang="en-US" dirty="0"/>
              <a:t> = 1/|</a:t>
            </a:r>
            <a:r>
              <a:rPr lang="en-US" dirty="0" err="1"/>
              <a:t>Gop_jj</a:t>
            </a:r>
            <a:r>
              <a:rPr lang="en-US" dirty="0"/>
              <a:t>(</a:t>
            </a:r>
            <a:r>
              <a:rPr lang="en-US" dirty="0" err="1"/>
              <a:t>iw</a:t>
            </a:r>
            <a:r>
              <a:rPr lang="en-US" dirty="0"/>
              <a:t>) </a:t>
            </a:r>
            <a:r>
              <a:rPr lang="en-US" dirty="0" err="1"/>
              <a:t>Cnorm</a:t>
            </a:r>
            <a:r>
              <a:rPr lang="en-US" dirty="0"/>
              <a:t>(</a:t>
            </a:r>
            <a:r>
              <a:rPr lang="en-US" dirty="0" err="1"/>
              <a:t>iw</a:t>
            </a:r>
            <a:r>
              <a:rPr lang="en-US" dirty="0"/>
              <a:t>)| depends on </a:t>
            </a:r>
            <a:r>
              <a:rPr lang="en-US" dirty="0" err="1"/>
              <a:t>Y_op</a:t>
            </a:r>
            <a:r>
              <a:rPr lang="en-US" dirty="0"/>
              <a:t> through Gop. If the machine schedules those gains live, Y appears in both the plant and controller blocks and your Δ picks up repeated Y blocks, which complicates both well-</a:t>
            </a:r>
            <a:r>
              <a:rPr lang="en-US" dirty="0" err="1"/>
              <a:t>posedness</a:t>
            </a:r>
            <a:r>
              <a:rPr lang="en-US" dirty="0"/>
              <a:t> certificates and the projection. Worth checking, but the P2 table suggests it barely matters: </a:t>
            </a:r>
            <a:r>
              <a:rPr lang="en-US" dirty="0" err="1"/>
              <a:t>sigma_max</a:t>
            </a:r>
            <a:r>
              <a:rPr lang="en-US" dirty="0"/>
              <a:t>(So) at 150 Hz is 1.7983 at Y = 0.10 against 1.7937 at Y = 0.00, a 0.3 % difference. Treating </a:t>
            </a:r>
            <a:r>
              <a:rPr lang="en-US" dirty="0" err="1"/>
              <a:t>Cfb</a:t>
            </a:r>
            <a:r>
              <a:rPr lang="en-US" dirty="0"/>
              <a:t> as frozen LTI inside the LFR is defensible on those numbers.</a:t>
            </a:r>
            <a:endParaRPr lang="en-NL" dirty="0"/>
          </a:p>
        </p:txBody>
      </p:sp>
    </p:spTree>
    <p:extLst>
      <p:ext uri="{BB962C8B-B14F-4D97-AF65-F5344CB8AC3E}">
        <p14:creationId xmlns:p14="http://schemas.microsoft.com/office/powerpoint/2010/main" val="1036072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54B66-9A56-E5C8-B0EE-F8488DA1F66D}"/>
              </a:ext>
            </a:extLst>
          </p:cNvPr>
          <p:cNvSpPr>
            <a:spLocks noGrp="1"/>
          </p:cNvSpPr>
          <p:nvPr>
            <p:ph type="title"/>
          </p:nvPr>
        </p:nvSpPr>
        <p:spPr/>
        <p:txBody>
          <a:bodyPr/>
          <a:lstStyle/>
          <a:p>
            <a:r>
              <a:rPr lang="en-US" dirty="0"/>
              <a:t>Generated offset</a:t>
            </a:r>
            <a:br>
              <a:rPr lang="en-US" dirty="0"/>
            </a:br>
            <a:r>
              <a:rPr lang="en-US" dirty="0"/>
              <a:t>Error in</a:t>
            </a:r>
            <a:endParaRPr lang="en-NL" dirty="0"/>
          </a:p>
        </p:txBody>
      </p:sp>
      <p:sp>
        <p:nvSpPr>
          <p:cNvPr id="3" name="Content Placeholder 2">
            <a:extLst>
              <a:ext uri="{FF2B5EF4-FFF2-40B4-BE49-F238E27FC236}">
                <a16:creationId xmlns:a16="http://schemas.microsoft.com/office/drawing/2014/main" id="{9943DE5A-6841-3584-96BF-602268B93F25}"/>
              </a:ext>
            </a:extLst>
          </p:cNvPr>
          <p:cNvSpPr>
            <a:spLocks noGrp="1"/>
          </p:cNvSpPr>
          <p:nvPr>
            <p:ph idx="1"/>
          </p:nvPr>
        </p:nvSpPr>
        <p:spPr/>
        <p:txBody>
          <a:bodyPr/>
          <a:lstStyle/>
          <a:p>
            <a:r>
              <a:rPr lang="en-US" dirty="0"/>
              <a:t>Initialization error, not plant dynamics.</a:t>
            </a:r>
          </a:p>
          <a:p>
            <a:r>
              <a:rPr lang="en-US" dirty="0"/>
              <a:t>Initial state </a:t>
            </a:r>
            <a:endParaRPr lang="en-NL" dirty="0"/>
          </a:p>
        </p:txBody>
      </p:sp>
    </p:spTree>
    <p:extLst>
      <p:ext uri="{BB962C8B-B14F-4D97-AF65-F5344CB8AC3E}">
        <p14:creationId xmlns:p14="http://schemas.microsoft.com/office/powerpoint/2010/main" val="12900968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1DF8-64B6-71E0-4065-EF0B4B4AFBB9}"/>
              </a:ext>
            </a:extLst>
          </p:cNvPr>
          <p:cNvSpPr>
            <a:spLocks noGrp="1"/>
          </p:cNvSpPr>
          <p:nvPr>
            <p:ph type="title"/>
          </p:nvPr>
        </p:nvSpPr>
        <p:spPr/>
        <p:txBody>
          <a:bodyPr/>
          <a:lstStyle/>
          <a:p>
            <a:r>
              <a:rPr lang="en-US" dirty="0"/>
              <a:t>Open-loop vs Closed-loop</a:t>
            </a:r>
            <a:endParaRPr lang="en-NL" dirty="0"/>
          </a:p>
        </p:txBody>
      </p:sp>
      <p:sp>
        <p:nvSpPr>
          <p:cNvPr id="3" name="Content Placeholder 2">
            <a:extLst>
              <a:ext uri="{FF2B5EF4-FFF2-40B4-BE49-F238E27FC236}">
                <a16:creationId xmlns:a16="http://schemas.microsoft.com/office/drawing/2014/main" id="{B6E024D2-EF41-C8EC-7EA5-DCEA7BA877AE}"/>
              </a:ext>
            </a:extLst>
          </p:cNvPr>
          <p:cNvSpPr>
            <a:spLocks noGrp="1"/>
          </p:cNvSpPr>
          <p:nvPr>
            <p:ph idx="1"/>
          </p:nvPr>
        </p:nvSpPr>
        <p:spPr/>
        <p:txBody>
          <a:bodyPr/>
          <a:lstStyle/>
          <a:p>
            <a:r>
              <a:rPr lang="en-US" dirty="0"/>
              <a:t>Generated data with system with MSD</a:t>
            </a:r>
          </a:p>
          <a:p>
            <a:r>
              <a:rPr lang="en-US" dirty="0"/>
              <a:t>Replay with baseline model without MSD</a:t>
            </a:r>
            <a:endParaRPr lang="en-NL" dirty="0"/>
          </a:p>
        </p:txBody>
      </p:sp>
    </p:spTree>
    <p:extLst>
      <p:ext uri="{BB962C8B-B14F-4D97-AF65-F5344CB8AC3E}">
        <p14:creationId xmlns:p14="http://schemas.microsoft.com/office/powerpoint/2010/main" val="13480061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8FABD-7D0F-AB18-A60A-3987B40B55B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C5D5EC0-7D2C-F0DF-86D1-15A58609B935}"/>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F7B56EFD-E81C-7F5C-BF2C-95DC8F4875FE}"/>
              </a:ext>
            </a:extLst>
          </p:cNvPr>
          <p:cNvPicPr>
            <a:picLocks noChangeAspect="1"/>
          </p:cNvPicPr>
          <p:nvPr/>
        </p:nvPicPr>
        <p:blipFill>
          <a:blip r:embed="rId3"/>
          <a:stretch>
            <a:fillRect/>
          </a:stretch>
        </p:blipFill>
        <p:spPr>
          <a:xfrm>
            <a:off x="789214" y="0"/>
            <a:ext cx="10613571" cy="6858000"/>
          </a:xfrm>
          <a:prstGeom prst="rect">
            <a:avLst/>
          </a:prstGeom>
        </p:spPr>
      </p:pic>
    </p:spTree>
    <p:extLst>
      <p:ext uri="{BB962C8B-B14F-4D97-AF65-F5344CB8AC3E}">
        <p14:creationId xmlns:p14="http://schemas.microsoft.com/office/powerpoint/2010/main" val="41301778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1C124-E720-1C77-1C0B-1989C57C58D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38C0034-9F2C-866A-F495-989104FF0A1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B8F96FF1-7048-B2E4-27D0-AAD86FF512BE}"/>
              </a:ext>
            </a:extLst>
          </p:cNvPr>
          <p:cNvPicPr>
            <a:picLocks noChangeAspect="1"/>
          </p:cNvPicPr>
          <p:nvPr/>
        </p:nvPicPr>
        <p:blipFill>
          <a:blip r:embed="rId3"/>
          <a:stretch>
            <a:fillRect/>
          </a:stretch>
        </p:blipFill>
        <p:spPr>
          <a:xfrm>
            <a:off x="789214" y="0"/>
            <a:ext cx="10613571" cy="6858000"/>
          </a:xfrm>
          <a:prstGeom prst="rect">
            <a:avLst/>
          </a:prstGeom>
        </p:spPr>
      </p:pic>
    </p:spTree>
    <p:extLst>
      <p:ext uri="{BB962C8B-B14F-4D97-AF65-F5344CB8AC3E}">
        <p14:creationId xmlns:p14="http://schemas.microsoft.com/office/powerpoint/2010/main" val="16623379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3B15D-ACC5-F309-DE37-57FB3023C65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A9F6110-A589-31CA-EB37-C6192F9697DC}"/>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8FF70708-26ED-73AA-B3AE-E014B490FDB4}"/>
              </a:ext>
            </a:extLst>
          </p:cNvPr>
          <p:cNvPicPr>
            <a:picLocks noChangeAspect="1"/>
          </p:cNvPicPr>
          <p:nvPr/>
        </p:nvPicPr>
        <p:blipFill>
          <a:blip r:embed="rId2"/>
          <a:stretch>
            <a:fillRect/>
          </a:stretch>
        </p:blipFill>
        <p:spPr>
          <a:xfrm>
            <a:off x="789214" y="0"/>
            <a:ext cx="10613571" cy="6858000"/>
          </a:xfrm>
          <a:prstGeom prst="rect">
            <a:avLst/>
          </a:prstGeom>
        </p:spPr>
      </p:pic>
    </p:spTree>
    <p:extLst>
      <p:ext uri="{BB962C8B-B14F-4D97-AF65-F5344CB8AC3E}">
        <p14:creationId xmlns:p14="http://schemas.microsoft.com/office/powerpoint/2010/main" val="21556455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25D19-1DE4-6B55-25DC-ACFF4C22680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DAC2820-F65D-E7EF-73F0-2FB59E8702F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315B9D7B-4B5A-BB70-55D7-CD9192CCDB4B}"/>
              </a:ext>
            </a:extLst>
          </p:cNvPr>
          <p:cNvPicPr>
            <a:picLocks noChangeAspect="1"/>
          </p:cNvPicPr>
          <p:nvPr/>
        </p:nvPicPr>
        <p:blipFill>
          <a:blip r:embed="rId2"/>
          <a:stretch>
            <a:fillRect/>
          </a:stretch>
        </p:blipFill>
        <p:spPr>
          <a:xfrm>
            <a:off x="789214" y="0"/>
            <a:ext cx="10613571" cy="6858000"/>
          </a:xfrm>
          <a:prstGeom prst="rect">
            <a:avLst/>
          </a:prstGeom>
        </p:spPr>
      </p:pic>
    </p:spTree>
    <p:extLst>
      <p:ext uri="{BB962C8B-B14F-4D97-AF65-F5344CB8AC3E}">
        <p14:creationId xmlns:p14="http://schemas.microsoft.com/office/powerpoint/2010/main" val="951535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CC244-6876-AFAB-0A4D-D7ADAB2997B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216CBEF-7EE0-10E3-C763-3D3C5AC58846}"/>
              </a:ext>
            </a:extLst>
          </p:cNvPr>
          <p:cNvSpPr>
            <a:spLocks noGrp="1"/>
          </p:cNvSpPr>
          <p:nvPr>
            <p:ph idx="1"/>
          </p:nvPr>
        </p:nvSpPr>
        <p:spPr/>
        <p:txBody>
          <a:bodyPr/>
          <a:lstStyle/>
          <a:p>
            <a:endParaRPr lang="en-NL"/>
          </a:p>
        </p:txBody>
      </p:sp>
      <p:pic>
        <p:nvPicPr>
          <p:cNvPr id="9" name="Picture 8">
            <a:extLst>
              <a:ext uri="{FF2B5EF4-FFF2-40B4-BE49-F238E27FC236}">
                <a16:creationId xmlns:a16="http://schemas.microsoft.com/office/drawing/2014/main" id="{CE98908B-646D-6E7E-568C-85F2B8C79830}"/>
              </a:ext>
            </a:extLst>
          </p:cNvPr>
          <p:cNvPicPr>
            <a:picLocks noChangeAspect="1"/>
          </p:cNvPicPr>
          <p:nvPr/>
        </p:nvPicPr>
        <p:blipFill>
          <a:blip r:embed="rId2"/>
          <a:stretch>
            <a:fillRect/>
          </a:stretch>
        </p:blipFill>
        <p:spPr>
          <a:xfrm>
            <a:off x="789214" y="0"/>
            <a:ext cx="10613571" cy="6858000"/>
          </a:xfrm>
          <a:prstGeom prst="rect">
            <a:avLst/>
          </a:prstGeom>
        </p:spPr>
      </p:pic>
    </p:spTree>
    <p:extLst>
      <p:ext uri="{BB962C8B-B14F-4D97-AF65-F5344CB8AC3E}">
        <p14:creationId xmlns:p14="http://schemas.microsoft.com/office/powerpoint/2010/main" val="31949271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E495D-74BA-6FF5-C224-380FFB98248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A3F14AC-A318-8927-5C71-F4611B420244}"/>
              </a:ext>
            </a:extLst>
          </p:cNvPr>
          <p:cNvSpPr>
            <a:spLocks noGrp="1"/>
          </p:cNvSpPr>
          <p:nvPr>
            <p:ph idx="1"/>
          </p:nvPr>
        </p:nvSpPr>
        <p:spPr/>
        <p:txBody>
          <a:bodyPr/>
          <a:lstStyle/>
          <a:p>
            <a:endParaRPr lang="en-NL"/>
          </a:p>
        </p:txBody>
      </p:sp>
      <p:pic>
        <p:nvPicPr>
          <p:cNvPr id="9" name="Picture 8">
            <a:extLst>
              <a:ext uri="{FF2B5EF4-FFF2-40B4-BE49-F238E27FC236}">
                <a16:creationId xmlns:a16="http://schemas.microsoft.com/office/drawing/2014/main" id="{9CBAE042-C631-8FA8-85C2-F71CEB289D07}"/>
              </a:ext>
            </a:extLst>
          </p:cNvPr>
          <p:cNvPicPr>
            <a:picLocks noChangeAspect="1"/>
          </p:cNvPicPr>
          <p:nvPr/>
        </p:nvPicPr>
        <p:blipFill>
          <a:blip r:embed="rId2"/>
          <a:stretch>
            <a:fillRect/>
          </a:stretch>
        </p:blipFill>
        <p:spPr>
          <a:xfrm>
            <a:off x="789214" y="0"/>
            <a:ext cx="10613571" cy="6858000"/>
          </a:xfrm>
          <a:prstGeom prst="rect">
            <a:avLst/>
          </a:prstGeom>
        </p:spPr>
      </p:pic>
    </p:spTree>
    <p:extLst>
      <p:ext uri="{BB962C8B-B14F-4D97-AF65-F5344CB8AC3E}">
        <p14:creationId xmlns:p14="http://schemas.microsoft.com/office/powerpoint/2010/main" val="31119977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F03AE-1893-1555-3705-DBD16F3BB6E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A2AA45A-2E1A-6692-9DD7-FEA9F81B24DD}"/>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76B494CB-52FC-666E-DE3D-7CC507CCF6E0}"/>
              </a:ext>
            </a:extLst>
          </p:cNvPr>
          <p:cNvPicPr>
            <a:picLocks noChangeAspect="1"/>
          </p:cNvPicPr>
          <p:nvPr/>
        </p:nvPicPr>
        <p:blipFill>
          <a:blip r:embed="rId2"/>
          <a:stretch>
            <a:fillRect/>
          </a:stretch>
        </p:blipFill>
        <p:spPr>
          <a:xfrm>
            <a:off x="789214" y="0"/>
            <a:ext cx="10613571" cy="6858000"/>
          </a:xfrm>
          <a:prstGeom prst="rect">
            <a:avLst/>
          </a:prstGeom>
        </p:spPr>
      </p:pic>
    </p:spTree>
    <p:extLst>
      <p:ext uri="{BB962C8B-B14F-4D97-AF65-F5344CB8AC3E}">
        <p14:creationId xmlns:p14="http://schemas.microsoft.com/office/powerpoint/2010/main" val="6145940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0E418-F38D-CB23-AC3A-F3D7F033813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FF42B8B-93C1-5B2D-559E-4734139AA045}"/>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F64CDA64-CB4E-3313-31C3-71298716DBDD}"/>
              </a:ext>
            </a:extLst>
          </p:cNvPr>
          <p:cNvPicPr>
            <a:picLocks noChangeAspect="1"/>
          </p:cNvPicPr>
          <p:nvPr/>
        </p:nvPicPr>
        <p:blipFill>
          <a:blip r:embed="rId2"/>
          <a:stretch>
            <a:fillRect/>
          </a:stretch>
        </p:blipFill>
        <p:spPr>
          <a:xfrm>
            <a:off x="789214" y="0"/>
            <a:ext cx="10613571" cy="6858000"/>
          </a:xfrm>
          <a:prstGeom prst="rect">
            <a:avLst/>
          </a:prstGeom>
        </p:spPr>
      </p:pic>
    </p:spTree>
    <p:extLst>
      <p:ext uri="{BB962C8B-B14F-4D97-AF65-F5344CB8AC3E}">
        <p14:creationId xmlns:p14="http://schemas.microsoft.com/office/powerpoint/2010/main" val="32403316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BA0C0-C8B1-9BDB-BD2A-E8BB2576D28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24285F8-8A40-7582-818A-C3526756B880}"/>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928D32AA-521E-1B08-F09D-49D3C921B825}"/>
              </a:ext>
            </a:extLst>
          </p:cNvPr>
          <p:cNvPicPr>
            <a:picLocks noChangeAspect="1"/>
          </p:cNvPicPr>
          <p:nvPr/>
        </p:nvPicPr>
        <p:blipFill>
          <a:blip r:embed="rId2"/>
          <a:stretch>
            <a:fillRect/>
          </a:stretch>
        </p:blipFill>
        <p:spPr>
          <a:xfrm>
            <a:off x="789214" y="0"/>
            <a:ext cx="10613571" cy="6858000"/>
          </a:xfrm>
          <a:prstGeom prst="rect">
            <a:avLst/>
          </a:prstGeom>
        </p:spPr>
      </p:pic>
    </p:spTree>
    <p:extLst>
      <p:ext uri="{BB962C8B-B14F-4D97-AF65-F5344CB8AC3E}">
        <p14:creationId xmlns:p14="http://schemas.microsoft.com/office/powerpoint/2010/main" val="133380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E4125-4924-9C8F-E01B-BF1AACC3DFDA}"/>
              </a:ext>
            </a:extLst>
          </p:cNvPr>
          <p:cNvSpPr>
            <a:spLocks noGrp="1"/>
          </p:cNvSpPr>
          <p:nvPr>
            <p:ph type="title"/>
          </p:nvPr>
        </p:nvSpPr>
        <p:spPr/>
        <p:txBody>
          <a:bodyPr/>
          <a:lstStyle/>
          <a:p>
            <a:r>
              <a:rPr lang="en-US" dirty="0"/>
              <a:t>Variant B controller?</a:t>
            </a:r>
            <a:br>
              <a:rPr lang="en-US" dirty="0"/>
            </a:br>
            <a:r>
              <a:rPr lang="en-US" dirty="0" err="1"/>
              <a:t>Kessels</a:t>
            </a:r>
            <a:r>
              <a:rPr lang="en-US" dirty="0"/>
              <a:t> </a:t>
            </a:r>
            <a:r>
              <a:rPr lang="en-US" dirty="0" err="1"/>
              <a:t>recommened</a:t>
            </a:r>
            <a:r>
              <a:rPr lang="en-US" dirty="0"/>
              <a:t> variant A??</a:t>
            </a:r>
            <a:endParaRPr lang="en-NL" dirty="0"/>
          </a:p>
        </p:txBody>
      </p:sp>
      <p:sp>
        <p:nvSpPr>
          <p:cNvPr id="3" name="Content Placeholder 2">
            <a:extLst>
              <a:ext uri="{FF2B5EF4-FFF2-40B4-BE49-F238E27FC236}">
                <a16:creationId xmlns:a16="http://schemas.microsoft.com/office/drawing/2014/main" id="{AB4DA1A3-C0D6-A479-7494-91255613E788}"/>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4150456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B8EE6-D4C4-D784-B99D-0E61FCD699E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D7AF0E7-5AEE-A544-FB55-367E9763FA16}"/>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30F9AC57-23C1-A5C7-DFA1-ACCCB50F6B28}"/>
              </a:ext>
            </a:extLst>
          </p:cNvPr>
          <p:cNvSpPr txBox="1"/>
          <p:nvPr/>
        </p:nvSpPr>
        <p:spPr>
          <a:xfrm>
            <a:off x="3047163" y="2969847"/>
            <a:ext cx="6094324" cy="923330"/>
          </a:xfrm>
          <a:prstGeom prst="rect">
            <a:avLst/>
          </a:prstGeom>
          <a:noFill/>
        </p:spPr>
        <p:txBody>
          <a:bodyPr wrap="square">
            <a:spAutoFit/>
          </a:bodyPr>
          <a:lstStyle/>
          <a:p>
            <a:r>
              <a:rPr lang="en-NL" dirty="0"/>
              <a:t>So the accurate statement is: the controller removes the offset and amplifies the resonance. Not "the controller does not fix the issue".</a:t>
            </a:r>
          </a:p>
        </p:txBody>
      </p:sp>
      <p:sp>
        <p:nvSpPr>
          <p:cNvPr id="7" name="TextBox 6">
            <a:extLst>
              <a:ext uri="{FF2B5EF4-FFF2-40B4-BE49-F238E27FC236}">
                <a16:creationId xmlns:a16="http://schemas.microsoft.com/office/drawing/2014/main" id="{F2920B6D-438D-138D-3F59-6BBCB98A46A2}"/>
              </a:ext>
            </a:extLst>
          </p:cNvPr>
          <p:cNvSpPr txBox="1"/>
          <p:nvPr/>
        </p:nvSpPr>
        <p:spPr>
          <a:xfrm>
            <a:off x="2920181" y="4274940"/>
            <a:ext cx="6096000" cy="1754326"/>
          </a:xfrm>
          <a:prstGeom prst="rect">
            <a:avLst/>
          </a:prstGeom>
          <a:noFill/>
        </p:spPr>
        <p:txBody>
          <a:bodyPr wrap="square">
            <a:spAutoFit/>
          </a:bodyPr>
          <a:lstStyle/>
          <a:p>
            <a:r>
              <a:rPr lang="en-NL" dirty="0"/>
              <a:t>currently we were under the impression that we get an offset due to the open-loop closed-loop mismatch  and that were dynamics of circa 6 seconds.  because the ANN is unable to learn / improve over the linear encoder </a:t>
            </a:r>
            <a:r>
              <a:rPr lang="en-NL" dirty="0" err="1"/>
              <a:t>init</a:t>
            </a:r>
            <a:r>
              <a:rPr lang="en-NL" dirty="0"/>
              <a:t> with ANN-off  we thought this was due to slow </a:t>
            </a:r>
            <a:r>
              <a:rPr lang="en-NL" dirty="0" err="1"/>
              <a:t>dynamcis</a:t>
            </a:r>
            <a:r>
              <a:rPr lang="en-NL" dirty="0"/>
              <a:t> which the window cant see, but currently that no longer seems  to be the case.</a:t>
            </a:r>
          </a:p>
        </p:txBody>
      </p:sp>
      <p:sp>
        <p:nvSpPr>
          <p:cNvPr id="9" name="TextBox 8">
            <a:extLst>
              <a:ext uri="{FF2B5EF4-FFF2-40B4-BE49-F238E27FC236}">
                <a16:creationId xmlns:a16="http://schemas.microsoft.com/office/drawing/2014/main" id="{FD6EF8F7-1308-D1AD-0153-0FD866A69FEA}"/>
              </a:ext>
            </a:extLst>
          </p:cNvPr>
          <p:cNvSpPr txBox="1"/>
          <p:nvPr/>
        </p:nvSpPr>
        <p:spPr>
          <a:xfrm>
            <a:off x="5257800" y="1303377"/>
            <a:ext cx="6096000" cy="923330"/>
          </a:xfrm>
          <a:prstGeom prst="rect">
            <a:avLst/>
          </a:prstGeom>
          <a:noFill/>
        </p:spPr>
        <p:txBody>
          <a:bodyPr wrap="square">
            <a:spAutoFit/>
          </a:bodyPr>
          <a:lstStyle/>
          <a:p>
            <a:r>
              <a:rPr lang="en-NL" dirty="0"/>
              <a:t>2. Y_OP = 0.10 is hardcoded at train_variants.py:52, one controller for all 14 training records. But the records were generated with a per-record operating point (D-039)</a:t>
            </a:r>
          </a:p>
        </p:txBody>
      </p:sp>
    </p:spTree>
    <p:extLst>
      <p:ext uri="{BB962C8B-B14F-4D97-AF65-F5344CB8AC3E}">
        <p14:creationId xmlns:p14="http://schemas.microsoft.com/office/powerpoint/2010/main" val="6231933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FC29F-B564-3B5C-4FBF-2F5967A87418}"/>
              </a:ext>
            </a:extLst>
          </p:cNvPr>
          <p:cNvSpPr>
            <a:spLocks noGrp="1"/>
          </p:cNvSpPr>
          <p:nvPr>
            <p:ph type="title"/>
          </p:nvPr>
        </p:nvSpPr>
        <p:spPr/>
        <p:txBody>
          <a:bodyPr/>
          <a:lstStyle/>
          <a:p>
            <a:r>
              <a:rPr lang="en-US" dirty="0"/>
              <a:t>Closed-loop controller</a:t>
            </a:r>
            <a:br>
              <a:rPr lang="en-US" dirty="0"/>
            </a:br>
            <a:r>
              <a:rPr lang="en-US" dirty="0"/>
              <a:t>Implementation</a:t>
            </a:r>
            <a:endParaRPr lang="en-NL" dirty="0"/>
          </a:p>
        </p:txBody>
      </p:sp>
      <p:sp>
        <p:nvSpPr>
          <p:cNvPr id="3" name="Content Placeholder 2">
            <a:extLst>
              <a:ext uri="{FF2B5EF4-FFF2-40B4-BE49-F238E27FC236}">
                <a16:creationId xmlns:a16="http://schemas.microsoft.com/office/drawing/2014/main" id="{4610BB0A-E57C-8A39-0092-FBE6A9972F21}"/>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3498588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D60863D-0F23-C5D1-EDDB-712E775920B2}"/>
              </a:ext>
            </a:extLst>
          </p:cNvPr>
          <p:cNvPicPr>
            <a:picLocks noChangeAspect="1"/>
          </p:cNvPicPr>
          <p:nvPr/>
        </p:nvPicPr>
        <p:blipFill>
          <a:blip r:embed="rId3"/>
          <a:srcRect t="15326"/>
          <a:stretch>
            <a:fillRect/>
          </a:stretch>
        </p:blipFill>
        <p:spPr>
          <a:xfrm>
            <a:off x="223751" y="1075174"/>
            <a:ext cx="11744497" cy="5613692"/>
          </a:xfrm>
          <a:prstGeom prst="rect">
            <a:avLst/>
          </a:prstGeom>
        </p:spPr>
      </p:pic>
      <p:sp>
        <p:nvSpPr>
          <p:cNvPr id="2" name="Title 1">
            <a:extLst>
              <a:ext uri="{FF2B5EF4-FFF2-40B4-BE49-F238E27FC236}">
                <a16:creationId xmlns:a16="http://schemas.microsoft.com/office/drawing/2014/main" id="{65FCF10F-57F6-4F21-E3C2-2D9437A8208D}"/>
              </a:ext>
            </a:extLst>
          </p:cNvPr>
          <p:cNvSpPr>
            <a:spLocks noGrp="1"/>
          </p:cNvSpPr>
          <p:nvPr>
            <p:ph type="title"/>
          </p:nvPr>
        </p:nvSpPr>
        <p:spPr/>
        <p:txBody>
          <a:bodyPr/>
          <a:lstStyle/>
          <a:p>
            <a:r>
              <a:rPr lang="en-US" dirty="0"/>
              <a:t>Closing the loop in training</a:t>
            </a:r>
            <a:endParaRPr lang="en-NL" dirty="0"/>
          </a:p>
        </p:txBody>
      </p:sp>
      <p:sp>
        <p:nvSpPr>
          <p:cNvPr id="3" name="Content Placeholder 2">
            <a:extLst>
              <a:ext uri="{FF2B5EF4-FFF2-40B4-BE49-F238E27FC236}">
                <a16:creationId xmlns:a16="http://schemas.microsoft.com/office/drawing/2014/main" id="{386656C8-2A5D-3079-25D8-7BA48274DCE4}"/>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13142881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A7694-1B68-6B00-F9EA-2FA149C3D706}"/>
              </a:ext>
            </a:extLst>
          </p:cNvPr>
          <p:cNvSpPr>
            <a:spLocks noGrp="1"/>
          </p:cNvSpPr>
          <p:nvPr>
            <p:ph type="title"/>
          </p:nvPr>
        </p:nvSpPr>
        <p:spPr/>
        <p:txBody>
          <a:bodyPr/>
          <a:lstStyle/>
          <a:p>
            <a:r>
              <a:rPr lang="en-US" dirty="0"/>
              <a:t>Controller function in </a:t>
            </a:r>
            <a:r>
              <a:rPr lang="en-US" dirty="0" err="1"/>
              <a:t>Matlab</a:t>
            </a:r>
            <a:endParaRPr lang="en-NL" dirty="0"/>
          </a:p>
        </p:txBody>
      </p:sp>
      <p:sp>
        <p:nvSpPr>
          <p:cNvPr id="3" name="Content Placeholder 2">
            <a:extLst>
              <a:ext uri="{FF2B5EF4-FFF2-40B4-BE49-F238E27FC236}">
                <a16:creationId xmlns:a16="http://schemas.microsoft.com/office/drawing/2014/main" id="{D7424EA3-9A3A-EE30-7904-D0279EBCF4DA}"/>
              </a:ext>
            </a:extLst>
          </p:cNvPr>
          <p:cNvSpPr>
            <a:spLocks noGrp="1"/>
          </p:cNvSpPr>
          <p:nvPr>
            <p:ph idx="1"/>
          </p:nvPr>
        </p:nvSpPr>
        <p:spPr/>
        <p:txBody>
          <a:bodyPr/>
          <a:lstStyle/>
          <a:p>
            <a:endParaRPr lang="en-NL" dirty="0"/>
          </a:p>
        </p:txBody>
      </p:sp>
      <p:sp>
        <p:nvSpPr>
          <p:cNvPr id="5" name="TextBox 4">
            <a:extLst>
              <a:ext uri="{FF2B5EF4-FFF2-40B4-BE49-F238E27FC236}">
                <a16:creationId xmlns:a16="http://schemas.microsoft.com/office/drawing/2014/main" id="{4EB39D74-A76A-7648-F28A-442756CE2649}"/>
              </a:ext>
            </a:extLst>
          </p:cNvPr>
          <p:cNvSpPr txBox="1"/>
          <p:nvPr/>
        </p:nvSpPr>
        <p:spPr>
          <a:xfrm>
            <a:off x="2497393" y="2152518"/>
            <a:ext cx="7197213" cy="3697551"/>
          </a:xfrm>
          <a:prstGeom prst="rect">
            <a:avLst/>
          </a:prstGeom>
          <a:noFill/>
        </p:spPr>
        <p:txBody>
          <a:bodyPr wrap="square">
            <a:spAutoFit/>
          </a:bodyPr>
          <a:lstStyle/>
          <a:p>
            <a:pPr>
              <a:lnSpc>
                <a:spcPts val="1425"/>
              </a:lnSpc>
              <a:buNone/>
            </a:pPr>
            <a:r>
              <a:rPr lang="en-NL" sz="2000" b="1" dirty="0">
                <a:solidFill>
                  <a:srgbClr val="BBBEBF"/>
                </a:solidFill>
                <a:effectLst/>
                <a:latin typeface="Consolas" panose="020B0609020204030204" pitchFamily="49" charset="0"/>
              </a:rPr>
              <a:t>function C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a:t>
            </a:r>
            <a:r>
              <a:rPr lang="en-NL" sz="2000" b="1" dirty="0" err="1">
                <a:solidFill>
                  <a:srgbClr val="D2A8FF"/>
                </a:solidFill>
                <a:effectLst/>
                <a:latin typeface="Consolas" panose="020B0609020204030204" pitchFamily="49" charset="0"/>
              </a:rPr>
              <a:t>ruleOfThumb</a:t>
            </a:r>
            <a:r>
              <a:rPr lang="en-NL" sz="2000" b="1" dirty="0">
                <a:solidFill>
                  <a:srgbClr val="BBBEBF"/>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fbw</a:t>
            </a:r>
            <a:r>
              <a:rPr lang="en-NL" sz="2000" b="1" dirty="0">
                <a:solidFill>
                  <a:srgbClr val="BBBEBF"/>
                </a:solidFill>
                <a:effectLst/>
                <a:latin typeface="Consolas" panose="020B0609020204030204" pitchFamily="49" charset="0"/>
              </a:rPr>
              <a:t>, sys, </a:t>
            </a:r>
            <a:r>
              <a:rPr lang="en-NL" sz="2000" b="1" dirty="0" err="1">
                <a:solidFill>
                  <a:srgbClr val="BBBEBF"/>
                </a:solidFill>
                <a:effectLst/>
                <a:latin typeface="Consolas" panose="020B0609020204030204" pitchFamily="49" charset="0"/>
              </a:rPr>
              <a:t>ts</a:t>
            </a:r>
            <a:r>
              <a:rPr lang="en-NL" sz="2000" b="1" dirty="0">
                <a:solidFill>
                  <a:srgbClr val="BBBEBF"/>
                </a:solidFill>
                <a:effectLst/>
                <a:latin typeface="Consolas" panose="020B0609020204030204" pitchFamily="49" charset="0"/>
              </a:rPr>
              <a:t>)</a:t>
            </a:r>
          </a:p>
          <a:p>
            <a:pPr>
              <a:lnSpc>
                <a:spcPts val="1425"/>
              </a:lnSpc>
              <a:buNone/>
            </a:pPr>
            <a:r>
              <a:rPr lang="en-NL" sz="2000" b="1" dirty="0">
                <a:solidFill>
                  <a:srgbClr val="BBBEBF"/>
                </a:solidFill>
                <a:effectLst/>
                <a:latin typeface="Consolas" panose="020B0609020204030204" pitchFamily="49" charset="0"/>
              </a:rPr>
              <a:t>    s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a:t>
            </a:r>
            <a:r>
              <a:rPr lang="en-NL" sz="2000" b="1" dirty="0" err="1">
                <a:solidFill>
                  <a:srgbClr val="D2A8FF"/>
                </a:solidFill>
                <a:effectLst/>
                <a:latin typeface="Consolas" panose="020B0609020204030204" pitchFamily="49" charset="0"/>
              </a:rPr>
              <a:t>tf</a:t>
            </a:r>
            <a:r>
              <a:rPr lang="en-NL" sz="2000" b="1" dirty="0">
                <a:solidFill>
                  <a:srgbClr val="BBBEBF"/>
                </a:solidFill>
                <a:effectLst/>
                <a:latin typeface="Consolas" panose="020B0609020204030204" pitchFamily="49" charset="0"/>
              </a:rPr>
              <a:t>(</a:t>
            </a:r>
            <a:r>
              <a:rPr lang="en-NL" sz="2000" b="1" dirty="0">
                <a:solidFill>
                  <a:srgbClr val="A5D6FF"/>
                </a:solidFill>
                <a:effectLst/>
                <a:latin typeface="Consolas" panose="020B0609020204030204" pitchFamily="49" charset="0"/>
              </a:rPr>
              <a:t>'s'</a:t>
            </a:r>
            <a:r>
              <a:rPr lang="en-NL" sz="2000" b="1" dirty="0">
                <a:solidFill>
                  <a:srgbClr val="BBBEBF"/>
                </a:solidFill>
                <a:effectLst/>
                <a:latin typeface="Consolas" panose="020B0609020204030204" pitchFamily="49" charset="0"/>
              </a:rPr>
              <a:t>); </a:t>
            </a:r>
          </a:p>
          <a:p>
            <a:pPr>
              <a:lnSpc>
                <a:spcPts val="1425"/>
              </a:lnSpc>
              <a:buNone/>
            </a:pPr>
            <a:r>
              <a:rPr lang="en-NL" sz="2000" b="1" dirty="0">
                <a:solidFill>
                  <a:srgbClr val="BBBEBF"/>
                </a:solidFill>
                <a:effectLst/>
                <a:latin typeface="Consolas" panose="020B0609020204030204" pitchFamily="49" charset="0"/>
              </a:rPr>
              <a:t>    </a:t>
            </a:r>
            <a:r>
              <a:rPr lang="en-NL" sz="2000" b="1" dirty="0" err="1">
                <a:solidFill>
                  <a:srgbClr val="BBBEBF"/>
                </a:solidFill>
                <a:effectLst/>
                <a:latin typeface="Consolas" panose="020B0609020204030204" pitchFamily="49" charset="0"/>
              </a:rPr>
              <a:t>int_factor</a:t>
            </a:r>
            <a:r>
              <a:rPr lang="en-NL" sz="2000" b="1" dirty="0">
                <a:solidFill>
                  <a:srgbClr val="BBBEBF"/>
                </a:solidFill>
                <a:effectLst/>
                <a:latin typeface="Consolas" panose="020B0609020204030204" pitchFamily="49" charset="0"/>
              </a:rPr>
              <a:t>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a:t>
            </a:r>
            <a:r>
              <a:rPr lang="en-NL" sz="2000" b="1" dirty="0">
                <a:solidFill>
                  <a:srgbClr val="B5CEA8"/>
                </a:solidFill>
                <a:effectLst/>
                <a:latin typeface="Consolas" panose="020B0609020204030204" pitchFamily="49" charset="0"/>
              </a:rPr>
              <a:t>1</a:t>
            </a:r>
            <a:r>
              <a:rPr lang="en-NL" sz="2000" b="1" dirty="0">
                <a:solidFill>
                  <a:srgbClr val="D4D4D4"/>
                </a:solidFill>
                <a:effectLst/>
                <a:latin typeface="Consolas" panose="020B0609020204030204" pitchFamily="49" charset="0"/>
              </a:rPr>
              <a:t>/</a:t>
            </a:r>
            <a:r>
              <a:rPr lang="en-NL" sz="2000" b="1" dirty="0">
                <a:solidFill>
                  <a:srgbClr val="B5CEA8"/>
                </a:solidFill>
                <a:effectLst/>
                <a:latin typeface="Consolas" panose="020B0609020204030204" pitchFamily="49" charset="0"/>
              </a:rPr>
              <a:t>6</a:t>
            </a:r>
            <a:r>
              <a:rPr lang="en-NL" sz="2000" b="1" dirty="0">
                <a:solidFill>
                  <a:srgbClr val="BBBEBF"/>
                </a:solidFill>
                <a:effectLst/>
                <a:latin typeface="Consolas" panose="020B0609020204030204" pitchFamily="49" charset="0"/>
              </a:rPr>
              <a:t>; </a:t>
            </a:r>
          </a:p>
          <a:p>
            <a:pPr>
              <a:lnSpc>
                <a:spcPts val="1425"/>
              </a:lnSpc>
              <a:buNone/>
            </a:pPr>
            <a:r>
              <a:rPr lang="en-NL" sz="2000" b="1" dirty="0">
                <a:solidFill>
                  <a:srgbClr val="BBBEBF"/>
                </a:solidFill>
                <a:effectLst/>
                <a:latin typeface="Consolas" panose="020B0609020204030204" pitchFamily="49" charset="0"/>
              </a:rPr>
              <a:t>    </a:t>
            </a:r>
            <a:r>
              <a:rPr lang="en-NL" sz="2000" b="1" dirty="0">
                <a:solidFill>
                  <a:srgbClr val="FF7B72"/>
                </a:solidFill>
                <a:effectLst/>
                <a:latin typeface="Consolas" panose="020B0609020204030204" pitchFamily="49" charset="0"/>
              </a:rPr>
              <a:t>int</a:t>
            </a:r>
            <a:r>
              <a:rPr lang="en-NL" sz="2000" b="1" dirty="0">
                <a:solidFill>
                  <a:srgbClr val="BBBEBF"/>
                </a:solidFill>
                <a:effectLst/>
                <a:latin typeface="Consolas" panose="020B0609020204030204" pitchFamily="49" charset="0"/>
              </a:rPr>
              <a:t>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(s</a:t>
            </a:r>
            <a:r>
              <a:rPr lang="en-NL" sz="2000" b="1" dirty="0">
                <a:solidFill>
                  <a:srgbClr val="D4D4D4"/>
                </a:solidFill>
                <a:effectLst/>
                <a:latin typeface="Consolas" panose="020B0609020204030204" pitchFamily="49" charset="0"/>
              </a:rPr>
              <a:t>+</a:t>
            </a:r>
            <a:r>
              <a:rPr lang="en-NL" sz="2000" b="1" dirty="0">
                <a:solidFill>
                  <a:srgbClr val="B5CEA8"/>
                </a:solidFill>
                <a:effectLst/>
                <a:latin typeface="Consolas" panose="020B0609020204030204" pitchFamily="49" charset="0"/>
              </a:rPr>
              <a:t>2</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pi</a:t>
            </a:r>
            <a:r>
              <a:rPr lang="en-NL" sz="2000" b="1" dirty="0">
                <a:solidFill>
                  <a:srgbClr val="D4D4D4"/>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fbw</a:t>
            </a:r>
            <a:r>
              <a:rPr lang="en-NL" sz="2000" b="1" dirty="0">
                <a:solidFill>
                  <a:srgbClr val="D4D4D4"/>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int_factor</a:t>
            </a:r>
            <a:r>
              <a:rPr lang="en-NL" sz="2000" b="1" dirty="0">
                <a:solidFill>
                  <a:srgbClr val="BBBEBF"/>
                </a:solidFill>
                <a:effectLst/>
                <a:latin typeface="Consolas" panose="020B0609020204030204" pitchFamily="49" charset="0"/>
              </a:rPr>
              <a:t>)</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s; </a:t>
            </a:r>
          </a:p>
          <a:p>
            <a:pPr>
              <a:lnSpc>
                <a:spcPts val="1425"/>
              </a:lnSpc>
              <a:buNone/>
            </a:pPr>
            <a:r>
              <a:rPr lang="en-NL" sz="2000" b="1" dirty="0">
                <a:solidFill>
                  <a:srgbClr val="BBBEBF"/>
                </a:solidFill>
                <a:effectLst/>
                <a:latin typeface="Consolas" panose="020B0609020204030204" pitchFamily="49" charset="0"/>
              </a:rPr>
              <a:t>    </a:t>
            </a:r>
            <a:r>
              <a:rPr lang="en-NL" sz="2000" b="1" dirty="0" err="1">
                <a:solidFill>
                  <a:srgbClr val="BBBEBF"/>
                </a:solidFill>
                <a:effectLst/>
                <a:latin typeface="Consolas" panose="020B0609020204030204" pitchFamily="49" charset="0"/>
              </a:rPr>
              <a:t>leadlag_factor</a:t>
            </a:r>
            <a:r>
              <a:rPr lang="en-NL" sz="2000" b="1" dirty="0">
                <a:solidFill>
                  <a:srgbClr val="BBBEBF"/>
                </a:solidFill>
                <a:effectLst/>
                <a:latin typeface="Consolas" panose="020B0609020204030204" pitchFamily="49" charset="0"/>
              </a:rPr>
              <a:t>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a:t>
            </a:r>
            <a:r>
              <a:rPr lang="en-NL" sz="2000" b="1" dirty="0">
                <a:solidFill>
                  <a:srgbClr val="B5CEA8"/>
                </a:solidFill>
                <a:effectLst/>
                <a:latin typeface="Consolas" panose="020B0609020204030204" pitchFamily="49" charset="0"/>
              </a:rPr>
              <a:t>1</a:t>
            </a:r>
            <a:r>
              <a:rPr lang="en-NL" sz="2000" b="1" dirty="0">
                <a:solidFill>
                  <a:srgbClr val="D4D4D4"/>
                </a:solidFill>
                <a:effectLst/>
                <a:latin typeface="Consolas" panose="020B0609020204030204" pitchFamily="49" charset="0"/>
              </a:rPr>
              <a:t>/</a:t>
            </a:r>
            <a:r>
              <a:rPr lang="en-NL" sz="2000" b="1" dirty="0">
                <a:solidFill>
                  <a:srgbClr val="B5CEA8"/>
                </a:solidFill>
                <a:effectLst/>
                <a:latin typeface="Consolas" panose="020B0609020204030204" pitchFamily="49" charset="0"/>
              </a:rPr>
              <a:t>3</a:t>
            </a:r>
            <a:r>
              <a:rPr lang="en-NL" sz="2000" b="1" dirty="0">
                <a:solidFill>
                  <a:srgbClr val="BBBEBF"/>
                </a:solidFill>
                <a:effectLst/>
                <a:latin typeface="Consolas" panose="020B0609020204030204" pitchFamily="49" charset="0"/>
              </a:rPr>
              <a:t>, </a:t>
            </a:r>
            <a:r>
              <a:rPr lang="en-NL" sz="2000" b="1" dirty="0">
                <a:solidFill>
                  <a:srgbClr val="B5CEA8"/>
                </a:solidFill>
                <a:effectLst/>
                <a:latin typeface="Consolas" panose="020B0609020204030204" pitchFamily="49" charset="0"/>
              </a:rPr>
              <a:t>3</a:t>
            </a:r>
            <a:r>
              <a:rPr lang="en-NL" sz="2000" b="1" dirty="0">
                <a:solidFill>
                  <a:srgbClr val="BBBEBF"/>
                </a:solidFill>
                <a:effectLst/>
                <a:latin typeface="Consolas" panose="020B0609020204030204" pitchFamily="49" charset="0"/>
              </a:rPr>
              <a:t>]; </a:t>
            </a:r>
          </a:p>
          <a:p>
            <a:pPr>
              <a:lnSpc>
                <a:spcPts val="1425"/>
              </a:lnSpc>
              <a:buNone/>
            </a:pPr>
            <a:r>
              <a:rPr lang="en-NL" sz="2000" b="1" dirty="0">
                <a:solidFill>
                  <a:srgbClr val="BBBEBF"/>
                </a:solidFill>
                <a:effectLst/>
                <a:latin typeface="Consolas" panose="020B0609020204030204" pitchFamily="49" charset="0"/>
              </a:rPr>
              <a:t>    </a:t>
            </a:r>
            <a:r>
              <a:rPr lang="en-NL" sz="2000" b="1" dirty="0" err="1">
                <a:solidFill>
                  <a:srgbClr val="BBBEBF"/>
                </a:solidFill>
                <a:effectLst/>
                <a:latin typeface="Consolas" panose="020B0609020204030204" pitchFamily="49" charset="0"/>
              </a:rPr>
              <a:t>leadlag</a:t>
            </a:r>
            <a:r>
              <a:rPr lang="en-NL" sz="2000" b="1" dirty="0">
                <a:solidFill>
                  <a:srgbClr val="BBBEBF"/>
                </a:solidFill>
                <a:effectLst/>
                <a:latin typeface="Consolas" panose="020B0609020204030204" pitchFamily="49" charset="0"/>
              </a:rPr>
              <a:t>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(s</a:t>
            </a:r>
            <a:r>
              <a:rPr lang="en-NL" sz="2000" b="1" dirty="0">
                <a:solidFill>
                  <a:srgbClr val="D4D4D4"/>
                </a:solidFill>
                <a:effectLst/>
                <a:latin typeface="Consolas" panose="020B0609020204030204" pitchFamily="49" charset="0"/>
              </a:rPr>
              <a:t>+</a:t>
            </a:r>
            <a:r>
              <a:rPr lang="en-NL" sz="2000" b="1" dirty="0">
                <a:solidFill>
                  <a:srgbClr val="B5CEA8"/>
                </a:solidFill>
                <a:effectLst/>
                <a:latin typeface="Consolas" panose="020B0609020204030204" pitchFamily="49" charset="0"/>
              </a:rPr>
              <a:t>2</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pi</a:t>
            </a:r>
            <a:r>
              <a:rPr lang="en-NL" sz="2000" b="1" dirty="0">
                <a:solidFill>
                  <a:srgbClr val="D4D4D4"/>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fbw</a:t>
            </a:r>
            <a:r>
              <a:rPr lang="en-NL" sz="2000" b="1" dirty="0">
                <a:solidFill>
                  <a:srgbClr val="D4D4D4"/>
                </a:solidFill>
                <a:effectLst/>
                <a:latin typeface="Consolas" panose="020B0609020204030204" pitchFamily="49" charset="0"/>
              </a:rPr>
              <a:t>*</a:t>
            </a:r>
            <a:r>
              <a:rPr lang="en-NL" sz="2000" b="1" dirty="0" err="1">
                <a:solidFill>
                  <a:srgbClr val="D2A8FF"/>
                </a:solidFill>
                <a:effectLst/>
                <a:latin typeface="Consolas" panose="020B0609020204030204" pitchFamily="49" charset="0"/>
              </a:rPr>
              <a:t>leadlag_factor</a:t>
            </a:r>
            <a:r>
              <a:rPr lang="en-NL" sz="2000" b="1" dirty="0">
                <a:solidFill>
                  <a:srgbClr val="BBBEBF"/>
                </a:solidFill>
                <a:effectLst/>
                <a:latin typeface="Consolas" panose="020B0609020204030204" pitchFamily="49" charset="0"/>
              </a:rPr>
              <a:t>(</a:t>
            </a:r>
            <a:r>
              <a:rPr lang="en-NL" sz="2000" b="1" dirty="0">
                <a:solidFill>
                  <a:srgbClr val="B5CEA8"/>
                </a:solidFill>
                <a:effectLst/>
                <a:latin typeface="Consolas" panose="020B0609020204030204" pitchFamily="49" charset="0"/>
              </a:rPr>
              <a:t>1</a:t>
            </a:r>
            <a:r>
              <a:rPr lang="en-NL" sz="2000" b="1" dirty="0">
                <a:solidFill>
                  <a:srgbClr val="BBBEBF"/>
                </a:solidFill>
                <a:effectLst/>
                <a:latin typeface="Consolas" panose="020B0609020204030204" pitchFamily="49" charset="0"/>
              </a:rPr>
              <a:t>))</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(s</a:t>
            </a:r>
            <a:r>
              <a:rPr lang="en-NL" sz="2000" b="1" dirty="0">
                <a:solidFill>
                  <a:srgbClr val="D4D4D4"/>
                </a:solidFill>
                <a:effectLst/>
                <a:latin typeface="Consolas" panose="020B0609020204030204" pitchFamily="49" charset="0"/>
              </a:rPr>
              <a:t>+</a:t>
            </a:r>
            <a:r>
              <a:rPr lang="en-NL" sz="2000" b="1" dirty="0">
                <a:solidFill>
                  <a:srgbClr val="B5CEA8"/>
                </a:solidFill>
                <a:effectLst/>
                <a:latin typeface="Consolas" panose="020B0609020204030204" pitchFamily="49" charset="0"/>
              </a:rPr>
              <a:t>2</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pi</a:t>
            </a:r>
            <a:r>
              <a:rPr lang="en-NL" sz="2000" b="1" dirty="0">
                <a:solidFill>
                  <a:srgbClr val="D4D4D4"/>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fbw</a:t>
            </a:r>
            <a:r>
              <a:rPr lang="en-NL" sz="2000" b="1" dirty="0">
                <a:solidFill>
                  <a:srgbClr val="D4D4D4"/>
                </a:solidFill>
                <a:effectLst/>
                <a:latin typeface="Consolas" panose="020B0609020204030204" pitchFamily="49" charset="0"/>
              </a:rPr>
              <a:t>*</a:t>
            </a:r>
            <a:r>
              <a:rPr lang="en-NL" sz="2000" b="1" dirty="0" err="1">
                <a:solidFill>
                  <a:srgbClr val="D2A8FF"/>
                </a:solidFill>
                <a:effectLst/>
                <a:latin typeface="Consolas" panose="020B0609020204030204" pitchFamily="49" charset="0"/>
              </a:rPr>
              <a:t>leadlag_factor</a:t>
            </a:r>
            <a:r>
              <a:rPr lang="en-NL" sz="2000" b="1" dirty="0">
                <a:solidFill>
                  <a:srgbClr val="BBBEBF"/>
                </a:solidFill>
                <a:effectLst/>
                <a:latin typeface="Consolas" panose="020B0609020204030204" pitchFamily="49" charset="0"/>
              </a:rPr>
              <a:t>(</a:t>
            </a:r>
            <a:r>
              <a:rPr lang="en-NL" sz="2000" b="1" dirty="0">
                <a:solidFill>
                  <a:srgbClr val="B5CEA8"/>
                </a:solidFill>
                <a:effectLst/>
                <a:latin typeface="Consolas" panose="020B0609020204030204" pitchFamily="49" charset="0"/>
              </a:rPr>
              <a:t>2</a:t>
            </a:r>
            <a:r>
              <a:rPr lang="en-NL" sz="2000" b="1" dirty="0">
                <a:solidFill>
                  <a:srgbClr val="BBBEBF"/>
                </a:solidFill>
                <a:effectLst/>
                <a:latin typeface="Consolas" panose="020B0609020204030204" pitchFamily="49" charset="0"/>
              </a:rPr>
              <a:t>)); </a:t>
            </a:r>
          </a:p>
          <a:p>
            <a:pPr>
              <a:lnSpc>
                <a:spcPts val="1425"/>
              </a:lnSpc>
              <a:buNone/>
            </a:pPr>
            <a:r>
              <a:rPr lang="en-NL" sz="2000" b="1" dirty="0">
                <a:solidFill>
                  <a:srgbClr val="BBBEBF"/>
                </a:solidFill>
                <a:effectLst/>
                <a:latin typeface="Consolas" panose="020B0609020204030204" pitchFamily="49" charset="0"/>
              </a:rPr>
              <a:t>    </a:t>
            </a:r>
            <a:r>
              <a:rPr lang="en-NL" sz="2000" b="1" dirty="0" err="1">
                <a:solidFill>
                  <a:srgbClr val="BBBEBF"/>
                </a:solidFill>
                <a:effectLst/>
                <a:latin typeface="Consolas" panose="020B0609020204030204" pitchFamily="49" charset="0"/>
              </a:rPr>
              <a:t>lowpass_factor</a:t>
            </a:r>
            <a:r>
              <a:rPr lang="en-NL" sz="2000" b="1" dirty="0">
                <a:solidFill>
                  <a:srgbClr val="BBBEBF"/>
                </a:solidFill>
                <a:effectLst/>
                <a:latin typeface="Consolas" panose="020B0609020204030204" pitchFamily="49" charset="0"/>
              </a:rPr>
              <a:t>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a:t>
            </a:r>
            <a:r>
              <a:rPr lang="en-NL" sz="2000" b="1" dirty="0">
                <a:solidFill>
                  <a:srgbClr val="B5CEA8"/>
                </a:solidFill>
                <a:effectLst/>
                <a:latin typeface="Consolas" panose="020B0609020204030204" pitchFamily="49" charset="0"/>
              </a:rPr>
              <a:t>10</a:t>
            </a:r>
            <a:r>
              <a:rPr lang="en-NL" sz="2000" b="1" dirty="0">
                <a:solidFill>
                  <a:srgbClr val="BBBEBF"/>
                </a:solidFill>
                <a:effectLst/>
                <a:latin typeface="Consolas" panose="020B0609020204030204" pitchFamily="49" charset="0"/>
              </a:rPr>
              <a:t>; </a:t>
            </a:r>
          </a:p>
          <a:p>
            <a:pPr>
              <a:lnSpc>
                <a:spcPts val="1425"/>
              </a:lnSpc>
              <a:buNone/>
            </a:pPr>
            <a:r>
              <a:rPr lang="en-NL" sz="2000" b="1" dirty="0">
                <a:solidFill>
                  <a:srgbClr val="BBBEBF"/>
                </a:solidFill>
                <a:effectLst/>
                <a:latin typeface="Consolas" panose="020B0609020204030204" pitchFamily="49" charset="0"/>
              </a:rPr>
              <a:t>    lowpass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a:t>
            </a:r>
            <a:r>
              <a:rPr lang="en-NL" sz="2000" b="1" dirty="0">
                <a:solidFill>
                  <a:srgbClr val="B5CEA8"/>
                </a:solidFill>
                <a:effectLst/>
                <a:latin typeface="Consolas" panose="020B0609020204030204" pitchFamily="49" charset="0"/>
              </a:rPr>
              <a:t>2</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pi</a:t>
            </a:r>
            <a:r>
              <a:rPr lang="en-NL" sz="2000" b="1" dirty="0">
                <a:solidFill>
                  <a:srgbClr val="D4D4D4"/>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lowpass_factor</a:t>
            </a:r>
            <a:r>
              <a:rPr lang="en-NL" sz="2000" b="1" dirty="0">
                <a:solidFill>
                  <a:srgbClr val="D4D4D4"/>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fbw</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(s</a:t>
            </a:r>
            <a:r>
              <a:rPr lang="en-NL" sz="2000" b="1" dirty="0">
                <a:solidFill>
                  <a:srgbClr val="D4D4D4"/>
                </a:solidFill>
                <a:effectLst/>
                <a:latin typeface="Consolas" panose="020B0609020204030204" pitchFamily="49" charset="0"/>
              </a:rPr>
              <a:t>+</a:t>
            </a:r>
            <a:r>
              <a:rPr lang="en-NL" sz="2000" b="1" dirty="0">
                <a:solidFill>
                  <a:srgbClr val="B5CEA8"/>
                </a:solidFill>
                <a:effectLst/>
                <a:latin typeface="Consolas" panose="020B0609020204030204" pitchFamily="49" charset="0"/>
              </a:rPr>
              <a:t>2</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pi</a:t>
            </a:r>
            <a:r>
              <a:rPr lang="en-NL" sz="2000" b="1" dirty="0">
                <a:solidFill>
                  <a:srgbClr val="D4D4D4"/>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lowpass_factor</a:t>
            </a:r>
            <a:r>
              <a:rPr lang="en-NL" sz="2000" b="1" dirty="0">
                <a:solidFill>
                  <a:srgbClr val="D4D4D4"/>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fbw</a:t>
            </a:r>
            <a:r>
              <a:rPr lang="en-NL" sz="2000" b="1" dirty="0">
                <a:solidFill>
                  <a:srgbClr val="BBBEBF"/>
                </a:solidFill>
                <a:effectLst/>
                <a:latin typeface="Consolas" panose="020B0609020204030204" pitchFamily="49" charset="0"/>
              </a:rPr>
              <a:t>); </a:t>
            </a:r>
          </a:p>
          <a:p>
            <a:pPr>
              <a:lnSpc>
                <a:spcPts val="1425"/>
              </a:lnSpc>
              <a:buNone/>
            </a:pPr>
            <a:r>
              <a:rPr lang="en-NL" sz="2000" b="1" dirty="0">
                <a:solidFill>
                  <a:srgbClr val="BBBEBF"/>
                </a:solidFill>
                <a:effectLst/>
                <a:latin typeface="Consolas" panose="020B0609020204030204" pitchFamily="49" charset="0"/>
              </a:rPr>
              <a:t>    </a:t>
            </a:r>
          </a:p>
          <a:p>
            <a:pPr>
              <a:lnSpc>
                <a:spcPts val="1425"/>
              </a:lnSpc>
              <a:buNone/>
            </a:pPr>
            <a:r>
              <a:rPr lang="en-NL" sz="2000" b="1" dirty="0">
                <a:solidFill>
                  <a:srgbClr val="BBBEBF"/>
                </a:solidFill>
                <a:effectLst/>
                <a:latin typeface="Consolas" panose="020B0609020204030204" pitchFamily="49" charset="0"/>
              </a:rPr>
              <a:t>    </a:t>
            </a:r>
            <a:r>
              <a:rPr lang="en-NL" sz="2000" b="1" dirty="0" err="1">
                <a:solidFill>
                  <a:srgbClr val="BBBEBF"/>
                </a:solidFill>
                <a:effectLst/>
                <a:latin typeface="Consolas" panose="020B0609020204030204" pitchFamily="49" charset="0"/>
              </a:rPr>
              <a:t>Cnorm</a:t>
            </a:r>
            <a:r>
              <a:rPr lang="en-NL" sz="2000" b="1" dirty="0">
                <a:solidFill>
                  <a:srgbClr val="BBBEBF"/>
                </a:solidFill>
                <a:effectLst/>
                <a:latin typeface="Consolas" panose="020B0609020204030204" pitchFamily="49" charset="0"/>
              </a:rPr>
              <a:t>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a:t>
            </a:r>
            <a:r>
              <a:rPr lang="en-NL" sz="2000" b="1" dirty="0">
                <a:solidFill>
                  <a:srgbClr val="FF7B72"/>
                </a:solidFill>
                <a:effectLst/>
                <a:latin typeface="Consolas" panose="020B0609020204030204" pitchFamily="49" charset="0"/>
              </a:rPr>
              <a:t>int</a:t>
            </a:r>
            <a:r>
              <a:rPr lang="en-NL" sz="2000" b="1" dirty="0">
                <a:solidFill>
                  <a:srgbClr val="D4D4D4"/>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leadlag</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lowpass; </a:t>
            </a:r>
          </a:p>
          <a:p>
            <a:pPr>
              <a:lnSpc>
                <a:spcPts val="1425"/>
              </a:lnSpc>
              <a:buNone/>
            </a:pPr>
            <a:r>
              <a:rPr lang="en-NL" sz="2000" b="1" dirty="0">
                <a:solidFill>
                  <a:srgbClr val="BBBEBF"/>
                </a:solidFill>
                <a:effectLst/>
                <a:latin typeface="Consolas" panose="020B0609020204030204" pitchFamily="49" charset="0"/>
              </a:rPr>
              <a:t>    K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a:t>
            </a:r>
            <a:r>
              <a:rPr lang="en-NL" sz="2000" b="1" dirty="0">
                <a:solidFill>
                  <a:srgbClr val="B5CEA8"/>
                </a:solidFill>
                <a:effectLst/>
                <a:latin typeface="Consolas" panose="020B0609020204030204" pitchFamily="49" charset="0"/>
              </a:rPr>
              <a:t>1</a:t>
            </a:r>
            <a:r>
              <a:rPr lang="en-NL" sz="2000" b="1" dirty="0">
                <a:solidFill>
                  <a:srgbClr val="D4D4D4"/>
                </a:solidFill>
                <a:effectLst/>
                <a:latin typeface="Consolas" panose="020B0609020204030204" pitchFamily="49" charset="0"/>
              </a:rPr>
              <a:t>/</a:t>
            </a:r>
            <a:r>
              <a:rPr lang="en-NL" sz="2000" b="1" dirty="0">
                <a:solidFill>
                  <a:srgbClr val="D2A8FF"/>
                </a:solidFill>
                <a:effectLst/>
                <a:latin typeface="Consolas" panose="020B0609020204030204" pitchFamily="49" charset="0"/>
              </a:rPr>
              <a:t>abs</a:t>
            </a:r>
            <a:r>
              <a:rPr lang="en-NL" sz="2000" b="1" dirty="0">
                <a:solidFill>
                  <a:srgbClr val="BBBEBF"/>
                </a:solidFill>
                <a:effectLst/>
                <a:latin typeface="Consolas" panose="020B0609020204030204" pitchFamily="49" charset="0"/>
              </a:rPr>
              <a:t>(</a:t>
            </a:r>
            <a:r>
              <a:rPr lang="en-NL" sz="2000" b="1" dirty="0" err="1">
                <a:solidFill>
                  <a:srgbClr val="D2A8FF"/>
                </a:solidFill>
                <a:effectLst/>
                <a:latin typeface="Consolas" panose="020B0609020204030204" pitchFamily="49" charset="0"/>
              </a:rPr>
              <a:t>freqresp</a:t>
            </a:r>
            <a:r>
              <a:rPr lang="en-NL" sz="2000" b="1" dirty="0">
                <a:solidFill>
                  <a:srgbClr val="BBBEBF"/>
                </a:solidFill>
                <a:effectLst/>
                <a:latin typeface="Consolas" panose="020B0609020204030204" pitchFamily="49" charset="0"/>
              </a:rPr>
              <a:t>(sys</a:t>
            </a:r>
            <a:r>
              <a:rPr lang="en-NL" sz="2000" b="1" dirty="0">
                <a:solidFill>
                  <a:srgbClr val="D4D4D4"/>
                </a:solidFill>
                <a:effectLst/>
                <a:latin typeface="Consolas" panose="020B0609020204030204" pitchFamily="49" charset="0"/>
              </a:rPr>
              <a:t>*</a:t>
            </a:r>
            <a:r>
              <a:rPr lang="en-NL" sz="2000" b="1" dirty="0" err="1">
                <a:solidFill>
                  <a:srgbClr val="FFA657"/>
                </a:solidFill>
                <a:effectLst/>
                <a:latin typeface="Consolas" panose="020B0609020204030204" pitchFamily="49" charset="0"/>
              </a:rPr>
              <a:t>Cnorm</a:t>
            </a:r>
            <a:r>
              <a:rPr lang="en-NL" sz="2000" b="1" dirty="0">
                <a:solidFill>
                  <a:srgbClr val="BBBEBF"/>
                </a:solidFill>
                <a:effectLst/>
                <a:latin typeface="Consolas" panose="020B0609020204030204" pitchFamily="49" charset="0"/>
              </a:rPr>
              <a:t>, </a:t>
            </a:r>
            <a:r>
              <a:rPr lang="en-NL" sz="2000" b="1" dirty="0">
                <a:solidFill>
                  <a:srgbClr val="B5CEA8"/>
                </a:solidFill>
                <a:effectLst/>
                <a:latin typeface="Consolas" panose="020B0609020204030204" pitchFamily="49" charset="0"/>
              </a:rPr>
              <a:t>2</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pi</a:t>
            </a:r>
            <a:r>
              <a:rPr lang="en-NL" sz="2000" b="1" dirty="0">
                <a:solidFill>
                  <a:srgbClr val="D4D4D4"/>
                </a:solidFill>
                <a:effectLst/>
                <a:latin typeface="Consolas" panose="020B0609020204030204" pitchFamily="49" charset="0"/>
              </a:rPr>
              <a:t>*</a:t>
            </a:r>
            <a:r>
              <a:rPr lang="en-NL" sz="2000" b="1" dirty="0" err="1">
                <a:solidFill>
                  <a:srgbClr val="FFA657"/>
                </a:solidFill>
                <a:effectLst/>
                <a:latin typeface="Consolas" panose="020B0609020204030204" pitchFamily="49" charset="0"/>
              </a:rPr>
              <a:t>fbw</a:t>
            </a:r>
            <a:r>
              <a:rPr lang="en-NL" sz="2000" b="1" dirty="0">
                <a:solidFill>
                  <a:srgbClr val="BBBEBF"/>
                </a:solidFill>
                <a:effectLst/>
                <a:latin typeface="Consolas" panose="020B0609020204030204" pitchFamily="49" charset="0"/>
              </a:rPr>
              <a:t>)); </a:t>
            </a:r>
          </a:p>
          <a:p>
            <a:pPr>
              <a:lnSpc>
                <a:spcPts val="1425"/>
              </a:lnSpc>
              <a:buNone/>
            </a:pPr>
            <a:r>
              <a:rPr lang="en-NL" sz="2000" b="1" dirty="0">
                <a:solidFill>
                  <a:srgbClr val="BBBEBF"/>
                </a:solidFill>
                <a:effectLst/>
                <a:latin typeface="Consolas" panose="020B0609020204030204" pitchFamily="49" charset="0"/>
              </a:rPr>
              <a:t>    C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K</a:t>
            </a:r>
            <a:r>
              <a:rPr lang="en-NL" sz="2000" b="1" dirty="0">
                <a:solidFill>
                  <a:srgbClr val="D4D4D4"/>
                </a:solidFill>
                <a:effectLst/>
                <a:latin typeface="Consolas" panose="020B0609020204030204" pitchFamily="49" charset="0"/>
              </a:rPr>
              <a:t>*</a:t>
            </a:r>
            <a:r>
              <a:rPr lang="en-NL" sz="2000" b="1" dirty="0" err="1">
                <a:solidFill>
                  <a:srgbClr val="BBBEBF"/>
                </a:solidFill>
                <a:effectLst/>
                <a:latin typeface="Consolas" panose="020B0609020204030204" pitchFamily="49" charset="0"/>
              </a:rPr>
              <a:t>Cnorm</a:t>
            </a:r>
            <a:r>
              <a:rPr lang="en-NL" sz="2000" b="1" dirty="0">
                <a:solidFill>
                  <a:srgbClr val="BBBEBF"/>
                </a:solidFill>
                <a:effectLst/>
                <a:latin typeface="Consolas" panose="020B0609020204030204" pitchFamily="49" charset="0"/>
              </a:rPr>
              <a:t>; </a:t>
            </a:r>
          </a:p>
          <a:p>
            <a:pPr>
              <a:lnSpc>
                <a:spcPts val="1425"/>
              </a:lnSpc>
              <a:buNone/>
            </a:pPr>
            <a:br>
              <a:rPr lang="en-NL" sz="2000" b="1" dirty="0">
                <a:solidFill>
                  <a:srgbClr val="BBBEBF"/>
                </a:solidFill>
                <a:effectLst/>
                <a:latin typeface="Consolas" panose="020B0609020204030204" pitchFamily="49" charset="0"/>
              </a:rPr>
            </a:br>
            <a:endParaRPr lang="en-NL" sz="2000" b="1" dirty="0">
              <a:solidFill>
                <a:srgbClr val="BBBEBF"/>
              </a:solidFill>
              <a:effectLst/>
              <a:latin typeface="Consolas" panose="020B0609020204030204" pitchFamily="49" charset="0"/>
            </a:endParaRPr>
          </a:p>
          <a:p>
            <a:pPr>
              <a:lnSpc>
                <a:spcPts val="1425"/>
              </a:lnSpc>
              <a:buNone/>
            </a:pPr>
            <a:r>
              <a:rPr lang="en-NL" sz="2000" b="1" dirty="0">
                <a:solidFill>
                  <a:srgbClr val="BBBEBF"/>
                </a:solidFill>
                <a:effectLst/>
                <a:latin typeface="Consolas" panose="020B0609020204030204" pitchFamily="49" charset="0"/>
              </a:rPr>
              <a:t>    C </a:t>
            </a:r>
            <a:r>
              <a:rPr lang="en-NL" sz="2000" b="1" dirty="0">
                <a:solidFill>
                  <a:srgbClr val="D4D4D4"/>
                </a:solidFill>
                <a:effectLst/>
                <a:latin typeface="Consolas" panose="020B0609020204030204" pitchFamily="49" charset="0"/>
              </a:rPr>
              <a:t>=</a:t>
            </a:r>
            <a:r>
              <a:rPr lang="en-NL" sz="2000" b="1" dirty="0">
                <a:solidFill>
                  <a:srgbClr val="BBBEBF"/>
                </a:solidFill>
                <a:effectLst/>
                <a:latin typeface="Consolas" panose="020B0609020204030204" pitchFamily="49" charset="0"/>
              </a:rPr>
              <a:t> </a:t>
            </a:r>
            <a:r>
              <a:rPr lang="en-NL" sz="2000" b="1" dirty="0">
                <a:solidFill>
                  <a:srgbClr val="D2A8FF"/>
                </a:solidFill>
                <a:effectLst/>
                <a:latin typeface="Consolas" panose="020B0609020204030204" pitchFamily="49" charset="0"/>
              </a:rPr>
              <a:t>c2d</a:t>
            </a:r>
            <a:r>
              <a:rPr lang="en-NL" sz="2000" b="1" dirty="0">
                <a:solidFill>
                  <a:srgbClr val="BBBEBF"/>
                </a:solidFill>
                <a:effectLst/>
                <a:latin typeface="Consolas" panose="020B0609020204030204" pitchFamily="49" charset="0"/>
              </a:rPr>
              <a:t>(C, </a:t>
            </a:r>
            <a:r>
              <a:rPr lang="en-NL" sz="2000" b="1" dirty="0" err="1">
                <a:solidFill>
                  <a:srgbClr val="BBBEBF"/>
                </a:solidFill>
                <a:effectLst/>
                <a:latin typeface="Consolas" panose="020B0609020204030204" pitchFamily="49" charset="0"/>
              </a:rPr>
              <a:t>ts</a:t>
            </a:r>
            <a:r>
              <a:rPr lang="en-NL" sz="2000" b="1" dirty="0">
                <a:solidFill>
                  <a:srgbClr val="BBBEBF"/>
                </a:solidFill>
                <a:effectLst/>
                <a:latin typeface="Consolas" panose="020B0609020204030204" pitchFamily="49" charset="0"/>
              </a:rPr>
              <a:t>, </a:t>
            </a:r>
            <a:r>
              <a:rPr lang="en-NL" sz="2000" b="1" dirty="0">
                <a:solidFill>
                  <a:srgbClr val="A5D6FF"/>
                </a:solidFill>
                <a:effectLst/>
                <a:latin typeface="Consolas" panose="020B0609020204030204" pitchFamily="49" charset="0"/>
              </a:rPr>
              <a:t>'</a:t>
            </a:r>
            <a:r>
              <a:rPr lang="en-NL" sz="2000" b="1" dirty="0" err="1">
                <a:solidFill>
                  <a:srgbClr val="A5D6FF"/>
                </a:solidFill>
                <a:effectLst/>
                <a:latin typeface="Consolas" panose="020B0609020204030204" pitchFamily="49" charset="0"/>
              </a:rPr>
              <a:t>tustin</a:t>
            </a:r>
            <a:r>
              <a:rPr lang="en-NL" sz="2000" b="1" dirty="0">
                <a:solidFill>
                  <a:srgbClr val="A5D6FF"/>
                </a:solidFill>
                <a:effectLst/>
                <a:latin typeface="Consolas" panose="020B0609020204030204" pitchFamily="49" charset="0"/>
              </a:rPr>
              <a:t>'</a:t>
            </a:r>
            <a:r>
              <a:rPr lang="en-NL" sz="2000" b="1" dirty="0">
                <a:solidFill>
                  <a:srgbClr val="BBBEBF"/>
                </a:solidFill>
                <a:effectLst/>
                <a:latin typeface="Consolas" panose="020B0609020204030204" pitchFamily="49" charset="0"/>
              </a:rPr>
              <a:t>); </a:t>
            </a:r>
          </a:p>
          <a:p>
            <a:pPr>
              <a:lnSpc>
                <a:spcPts val="1425"/>
              </a:lnSpc>
              <a:buNone/>
            </a:pPr>
            <a:r>
              <a:rPr lang="en-NL" sz="2000" b="1" dirty="0">
                <a:solidFill>
                  <a:srgbClr val="BBBEBF"/>
                </a:solidFill>
                <a:effectLst/>
                <a:latin typeface="Consolas" panose="020B0609020204030204" pitchFamily="49" charset="0"/>
              </a:rPr>
              <a:t>end</a:t>
            </a:r>
          </a:p>
        </p:txBody>
      </p:sp>
    </p:spTree>
    <p:extLst>
      <p:ext uri="{BB962C8B-B14F-4D97-AF65-F5344CB8AC3E}">
        <p14:creationId xmlns:p14="http://schemas.microsoft.com/office/powerpoint/2010/main" val="14276692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D52CB-0955-C6E6-87B9-6D2BB998426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40C8BF7-CCC9-AAA2-E7F6-2FE5E73DA66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BD3E3AE-EDFB-F631-C23B-2E467EA3114F}"/>
              </a:ext>
            </a:extLst>
          </p:cNvPr>
          <p:cNvPicPr>
            <a:picLocks noChangeAspect="1"/>
          </p:cNvPicPr>
          <p:nvPr/>
        </p:nvPicPr>
        <p:blipFill>
          <a:blip r:embed="rId2"/>
          <a:stretch>
            <a:fillRect/>
          </a:stretch>
        </p:blipFill>
        <p:spPr>
          <a:xfrm>
            <a:off x="1369730" y="0"/>
            <a:ext cx="9452540" cy="6858000"/>
          </a:xfrm>
          <a:prstGeom prst="rect">
            <a:avLst/>
          </a:prstGeom>
        </p:spPr>
      </p:pic>
    </p:spTree>
    <p:extLst>
      <p:ext uri="{BB962C8B-B14F-4D97-AF65-F5344CB8AC3E}">
        <p14:creationId xmlns:p14="http://schemas.microsoft.com/office/powerpoint/2010/main" val="33174261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442AE-613A-98CD-FF6E-020D0C711FA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4A3129F-E284-9885-A33D-B2B2CBAB32A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D355D08-717A-771D-291D-4389DCAA77EF}"/>
              </a:ext>
            </a:extLst>
          </p:cNvPr>
          <p:cNvPicPr>
            <a:picLocks noChangeAspect="1"/>
          </p:cNvPicPr>
          <p:nvPr/>
        </p:nvPicPr>
        <p:blipFill>
          <a:blip r:embed="rId2"/>
          <a:stretch>
            <a:fillRect/>
          </a:stretch>
        </p:blipFill>
        <p:spPr>
          <a:xfrm>
            <a:off x="0" y="654901"/>
            <a:ext cx="12192000" cy="5548197"/>
          </a:xfrm>
          <a:prstGeom prst="rect">
            <a:avLst/>
          </a:prstGeom>
        </p:spPr>
      </p:pic>
    </p:spTree>
    <p:extLst>
      <p:ext uri="{BB962C8B-B14F-4D97-AF65-F5344CB8AC3E}">
        <p14:creationId xmlns:p14="http://schemas.microsoft.com/office/powerpoint/2010/main" val="40195062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04D73-9800-1167-8039-909986551D6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4F714E3-D629-CC19-E786-7DBCB6B2A558}"/>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C8618BB7-6633-8D18-6ACE-E5E582564D58}"/>
              </a:ext>
            </a:extLst>
          </p:cNvPr>
          <p:cNvPicPr>
            <a:picLocks noChangeAspect="1"/>
          </p:cNvPicPr>
          <p:nvPr/>
        </p:nvPicPr>
        <p:blipFill>
          <a:blip r:embed="rId2"/>
          <a:stretch>
            <a:fillRect/>
          </a:stretch>
        </p:blipFill>
        <p:spPr>
          <a:xfrm>
            <a:off x="0" y="654901"/>
            <a:ext cx="12192000" cy="5548197"/>
          </a:xfrm>
          <a:prstGeom prst="rect">
            <a:avLst/>
          </a:prstGeom>
        </p:spPr>
      </p:pic>
    </p:spTree>
    <p:extLst>
      <p:ext uri="{BB962C8B-B14F-4D97-AF65-F5344CB8AC3E}">
        <p14:creationId xmlns:p14="http://schemas.microsoft.com/office/powerpoint/2010/main" val="10682132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0E819-E745-B9F4-C00A-9DC0F50A6DD6}"/>
              </a:ext>
            </a:extLst>
          </p:cNvPr>
          <p:cNvSpPr>
            <a:spLocks noGrp="1"/>
          </p:cNvSpPr>
          <p:nvPr>
            <p:ph type="title"/>
          </p:nvPr>
        </p:nvSpPr>
        <p:spPr/>
        <p:txBody>
          <a:bodyPr/>
          <a:lstStyle/>
          <a:p>
            <a:endParaRPr lang="en-NL"/>
          </a:p>
        </p:txBody>
      </p:sp>
      <p:sp>
        <p:nvSpPr>
          <p:cNvPr id="7" name="Content Placeholder 6">
            <a:extLst>
              <a:ext uri="{FF2B5EF4-FFF2-40B4-BE49-F238E27FC236}">
                <a16:creationId xmlns:a16="http://schemas.microsoft.com/office/drawing/2014/main" id="{FE2C9B2B-9B40-25A8-6FB7-435E0EAF38F7}"/>
              </a:ext>
            </a:extLst>
          </p:cNvPr>
          <p:cNvSpPr>
            <a:spLocks noGrp="1"/>
          </p:cNvSpPr>
          <p:nvPr>
            <p:ph idx="1"/>
          </p:nvPr>
        </p:nvSpPr>
        <p:spPr/>
        <p:txBody>
          <a:bodyPr/>
          <a:lstStyle/>
          <a:p>
            <a:endParaRPr lang="en-NL"/>
          </a:p>
        </p:txBody>
      </p:sp>
      <p:pic>
        <p:nvPicPr>
          <p:cNvPr id="11" name="Picture 10">
            <a:extLst>
              <a:ext uri="{FF2B5EF4-FFF2-40B4-BE49-F238E27FC236}">
                <a16:creationId xmlns:a16="http://schemas.microsoft.com/office/drawing/2014/main" id="{932A30F9-F2F4-48AD-8233-EA62B161F76D}"/>
              </a:ext>
            </a:extLst>
          </p:cNvPr>
          <p:cNvPicPr>
            <a:picLocks noChangeAspect="1"/>
          </p:cNvPicPr>
          <p:nvPr/>
        </p:nvPicPr>
        <p:blipFill>
          <a:blip r:embed="rId2"/>
          <a:stretch>
            <a:fillRect/>
          </a:stretch>
        </p:blipFill>
        <p:spPr>
          <a:xfrm>
            <a:off x="0" y="338862"/>
            <a:ext cx="12192000" cy="6180276"/>
          </a:xfrm>
          <a:prstGeom prst="rect">
            <a:avLst/>
          </a:prstGeom>
        </p:spPr>
      </p:pic>
    </p:spTree>
    <p:extLst>
      <p:ext uri="{BB962C8B-B14F-4D97-AF65-F5344CB8AC3E}">
        <p14:creationId xmlns:p14="http://schemas.microsoft.com/office/powerpoint/2010/main" val="35113927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516B8-AD6A-0D8A-9F78-CA382584C66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76680DF-20AE-E6D2-E1A4-C7135627A9DC}"/>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490260BC-49DF-CF91-BE1F-FB436B303431}"/>
              </a:ext>
            </a:extLst>
          </p:cNvPr>
          <p:cNvPicPr>
            <a:picLocks noChangeAspect="1"/>
          </p:cNvPicPr>
          <p:nvPr/>
        </p:nvPicPr>
        <p:blipFill>
          <a:blip r:embed="rId2"/>
          <a:stretch>
            <a:fillRect/>
          </a:stretch>
        </p:blipFill>
        <p:spPr>
          <a:xfrm>
            <a:off x="1223962" y="257175"/>
            <a:ext cx="9744075" cy="6343650"/>
          </a:xfrm>
          <a:prstGeom prst="rect">
            <a:avLst/>
          </a:prstGeom>
        </p:spPr>
      </p:pic>
    </p:spTree>
    <p:extLst>
      <p:ext uri="{BB962C8B-B14F-4D97-AF65-F5344CB8AC3E}">
        <p14:creationId xmlns:p14="http://schemas.microsoft.com/office/powerpoint/2010/main" val="12923368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85C50-DF7A-798E-C429-D23B96AC0D0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2DBE2EF-B233-AF4B-76B6-987E962DBF92}"/>
              </a:ext>
            </a:extLst>
          </p:cNvPr>
          <p:cNvSpPr>
            <a:spLocks noGrp="1"/>
          </p:cNvSpPr>
          <p:nvPr>
            <p:ph idx="1"/>
          </p:nvPr>
        </p:nvSpPr>
        <p:spPr/>
        <p:txBody>
          <a:bodyPr/>
          <a:lstStyle/>
          <a:p>
            <a:r>
              <a:rPr lang="en-US" dirty="0"/>
              <a:t> horizon, </a:t>
            </a:r>
            <a:r>
              <a:rPr lang="en-US" dirty="0" err="1"/>
              <a:t>lr</a:t>
            </a:r>
            <a:endParaRPr lang="en-NL" dirty="0"/>
          </a:p>
        </p:txBody>
      </p:sp>
    </p:spTree>
    <p:extLst>
      <p:ext uri="{BB962C8B-B14F-4D97-AF65-F5344CB8AC3E}">
        <p14:creationId xmlns:p14="http://schemas.microsoft.com/office/powerpoint/2010/main" val="27269257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B3C26-CE74-0DF3-6E86-6AC4B32D7D43}"/>
              </a:ext>
            </a:extLst>
          </p:cNvPr>
          <p:cNvSpPr>
            <a:spLocks noGrp="1"/>
          </p:cNvSpPr>
          <p:nvPr>
            <p:ph type="title"/>
          </p:nvPr>
        </p:nvSpPr>
        <p:spPr/>
        <p:txBody>
          <a:bodyPr/>
          <a:lstStyle/>
          <a:p>
            <a:r>
              <a:rPr lang="en-US" dirty="0"/>
              <a:t>To do</a:t>
            </a:r>
            <a:endParaRPr lang="en-NL" dirty="0"/>
          </a:p>
        </p:txBody>
      </p:sp>
      <p:sp>
        <p:nvSpPr>
          <p:cNvPr id="3" name="Content Placeholder 2">
            <a:extLst>
              <a:ext uri="{FF2B5EF4-FFF2-40B4-BE49-F238E27FC236}">
                <a16:creationId xmlns:a16="http://schemas.microsoft.com/office/drawing/2014/main" id="{FD52BD0F-C074-C04E-C103-1EAA0C369146}"/>
              </a:ext>
            </a:extLst>
          </p:cNvPr>
          <p:cNvSpPr>
            <a:spLocks noGrp="1"/>
          </p:cNvSpPr>
          <p:nvPr>
            <p:ph idx="1"/>
          </p:nvPr>
        </p:nvSpPr>
        <p:spPr/>
        <p:txBody>
          <a:bodyPr/>
          <a:lstStyle/>
          <a:p>
            <a:r>
              <a:rPr lang="en-US" dirty="0"/>
              <a:t>First make training match closer to perfect system</a:t>
            </a:r>
          </a:p>
          <a:p>
            <a:pPr lvl="1"/>
            <a:r>
              <a:rPr lang="en-US" dirty="0"/>
              <a:t>Better than 36% improvement</a:t>
            </a:r>
          </a:p>
          <a:p>
            <a:r>
              <a:rPr lang="en-US" dirty="0"/>
              <a:t>Vary hyperparameters</a:t>
            </a:r>
          </a:p>
          <a:p>
            <a:pPr lvl="1"/>
            <a:r>
              <a:rPr lang="en-US" dirty="0"/>
              <a:t>Learning rate, training window</a:t>
            </a:r>
          </a:p>
          <a:p>
            <a:pPr lvl="2"/>
            <a:r>
              <a:rPr lang="en-US" dirty="0"/>
              <a:t>Also look into </a:t>
            </a:r>
            <a:r>
              <a:rPr lang="en-US" dirty="0" err="1"/>
              <a:t>downsampling</a:t>
            </a:r>
            <a:r>
              <a:rPr lang="en-US" dirty="0"/>
              <a:t> further</a:t>
            </a:r>
          </a:p>
          <a:p>
            <a:endParaRPr lang="en-NL" dirty="0"/>
          </a:p>
        </p:txBody>
      </p:sp>
    </p:spTree>
    <p:extLst>
      <p:ext uri="{BB962C8B-B14F-4D97-AF65-F5344CB8AC3E}">
        <p14:creationId xmlns:p14="http://schemas.microsoft.com/office/powerpoint/2010/main" val="35233370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6BF8-0581-C2C7-9CB8-AB67414A4E06}"/>
              </a:ext>
            </a:extLst>
          </p:cNvPr>
          <p:cNvSpPr>
            <a:spLocks noGrp="1"/>
          </p:cNvSpPr>
          <p:nvPr>
            <p:ph type="title"/>
          </p:nvPr>
        </p:nvSpPr>
        <p:spPr/>
        <p:txBody>
          <a:bodyPr/>
          <a:lstStyle/>
          <a:p>
            <a:r>
              <a:rPr lang="en-US" dirty="0"/>
              <a:t>Answer to why we can do this </a:t>
            </a:r>
            <a:r>
              <a:rPr lang="en-US" dirty="0" err="1"/>
              <a:t>substraction</a:t>
            </a:r>
            <a:endParaRPr lang="en-NL" dirty="0"/>
          </a:p>
        </p:txBody>
      </p:sp>
      <p:sp>
        <p:nvSpPr>
          <p:cNvPr id="3" name="Content Placeholder 2">
            <a:extLst>
              <a:ext uri="{FF2B5EF4-FFF2-40B4-BE49-F238E27FC236}">
                <a16:creationId xmlns:a16="http://schemas.microsoft.com/office/drawing/2014/main" id="{6066804B-BE75-8853-1076-15C32A1A1441}"/>
              </a:ext>
            </a:extLst>
          </p:cNvPr>
          <p:cNvSpPr>
            <a:spLocks noGrp="1"/>
          </p:cNvSpPr>
          <p:nvPr>
            <p:ph idx="1"/>
          </p:nvPr>
        </p:nvSpPr>
        <p:spPr/>
        <p:txBody>
          <a:bodyPr/>
          <a:lstStyle/>
          <a:p>
            <a:r>
              <a:rPr lang="en-NL" dirty="0"/>
              <a:t>the scheduling of the controller is exogenous, not model-dependent.</a:t>
            </a:r>
            <a:endParaRPr lang="en-US" dirty="0"/>
          </a:p>
          <a:p>
            <a:r>
              <a:rPr lang="en-US" dirty="0"/>
              <a:t>Because we only use </a:t>
            </a:r>
            <a:r>
              <a:rPr lang="en-US" dirty="0" err="1"/>
              <a:t>Y_op</a:t>
            </a:r>
            <a:r>
              <a:rPr lang="en-US" dirty="0"/>
              <a:t>. and </a:t>
            </a:r>
            <a:r>
              <a:rPr lang="en-US" dirty="0" err="1"/>
              <a:t>indepdent</a:t>
            </a:r>
            <a:r>
              <a:rPr lang="en-US" dirty="0"/>
              <a:t> of controller we can do this.</a:t>
            </a:r>
            <a:endParaRPr lang="en-NL" dirty="0"/>
          </a:p>
        </p:txBody>
      </p:sp>
      <p:sp>
        <p:nvSpPr>
          <p:cNvPr id="5" name="TextBox 4">
            <a:extLst>
              <a:ext uri="{FF2B5EF4-FFF2-40B4-BE49-F238E27FC236}">
                <a16:creationId xmlns:a16="http://schemas.microsoft.com/office/drawing/2014/main" id="{A92E987E-D4E3-5590-521B-AA0D31CFD789}"/>
              </a:ext>
            </a:extLst>
          </p:cNvPr>
          <p:cNvSpPr txBox="1"/>
          <p:nvPr/>
        </p:nvSpPr>
        <p:spPr>
          <a:xfrm>
            <a:off x="3046771" y="3441680"/>
            <a:ext cx="6098458" cy="3416320"/>
          </a:xfrm>
          <a:prstGeom prst="rect">
            <a:avLst/>
          </a:prstGeom>
          <a:noFill/>
        </p:spPr>
        <p:txBody>
          <a:bodyPr wrap="square">
            <a:spAutoFit/>
          </a:bodyPr>
          <a:lstStyle/>
          <a:p>
            <a:r>
              <a:rPr lang="en-NL" dirty="0"/>
              <a:t>2. Whether both loops apply the same operator. This is the sharp version of their worry, and it is a genuine condition. The cancellation needs $\</a:t>
            </a:r>
            <a:r>
              <a:rPr lang="en-NL" dirty="0" err="1"/>
              <a:t>Cfb</a:t>
            </a:r>
            <a:r>
              <a:rPr lang="en-NL" dirty="0"/>
              <a:t>$ to be the same map on both sides. Here it is, because $\</a:t>
            </a:r>
            <a:r>
              <a:rPr lang="en-NL" dirty="0" err="1"/>
              <a:t>Cfb</a:t>
            </a:r>
            <a:r>
              <a:rPr lang="en-NL" dirty="0"/>
              <a:t>$ is built at a frozen $Y_{op}$ read from the record, so the machine and the model use identical coefficients. But if $\</a:t>
            </a:r>
            <a:r>
              <a:rPr lang="en-NL" dirty="0" err="1"/>
              <a:t>Cfb</a:t>
            </a:r>
            <a:r>
              <a:rPr lang="en-NL" dirty="0"/>
              <a:t>$ were scheduled on a signal that differs between machine and model, for example on the model's own $Y$ position rather than the record's, the two operators would no longer be the same and the subtraction would fail, even though each is individually linear. Worth stating that you checked this: the scheduling of the controller is exogenous, not model-dependent.</a:t>
            </a:r>
          </a:p>
        </p:txBody>
      </p:sp>
      <p:sp>
        <p:nvSpPr>
          <p:cNvPr id="7" name="TextBox 6">
            <a:extLst>
              <a:ext uri="{FF2B5EF4-FFF2-40B4-BE49-F238E27FC236}">
                <a16:creationId xmlns:a16="http://schemas.microsoft.com/office/drawing/2014/main" id="{F1ABE3D7-FD70-760C-0593-51FD38864C70}"/>
              </a:ext>
            </a:extLst>
          </p:cNvPr>
          <p:cNvSpPr txBox="1"/>
          <p:nvPr/>
        </p:nvSpPr>
        <p:spPr>
          <a:xfrm>
            <a:off x="12561939" y="1190575"/>
            <a:ext cx="6098458" cy="4801314"/>
          </a:xfrm>
          <a:prstGeom prst="rect">
            <a:avLst/>
          </a:prstGeom>
          <a:noFill/>
        </p:spPr>
        <p:txBody>
          <a:bodyPr wrap="square">
            <a:spAutoFit/>
          </a:bodyPr>
          <a:lstStyle/>
          <a:p>
            <a:r>
              <a:rPr lang="en-NL" dirty="0"/>
              <a:t>1. The condition that is real is that both loops apply the same operator. They do, because </a:t>
            </a:r>
            <a:r>
              <a:rPr lang="en-NL" dirty="0" err="1"/>
              <a:t>Cfb</a:t>
            </a:r>
            <a:r>
              <a:rPr lang="en-NL" dirty="0"/>
              <a:t> is frozen at the record's </a:t>
            </a:r>
            <a:r>
              <a:rPr lang="en-NL" dirty="0" err="1"/>
              <a:t>Y_op</a:t>
            </a:r>
            <a:r>
              <a:rPr lang="en-NL" dirty="0"/>
              <a:t>, which is exogenous. A controller scheduled on the model's own state would break the subtraction while still being linear. Worth conceding before they find it.2. delta is not zero. At the 4 kHz training rate, the stored </a:t>
            </a:r>
            <a:r>
              <a:rPr lang="en-NL" dirty="0" err="1"/>
              <a:t>u_total</a:t>
            </a:r>
            <a:r>
              <a:rPr lang="en-NL" dirty="0"/>
              <a:t> differs from </a:t>
            </a:r>
            <a:r>
              <a:rPr lang="en-NL" dirty="0" err="1"/>
              <a:t>Cfb</a:t>
            </a:r>
            <a:r>
              <a:rPr lang="en-NL" dirty="0"/>
              <a:t>(r - </a:t>
            </a:r>
            <a:r>
              <a:rPr lang="en-NL" dirty="0" err="1"/>
              <a:t>y_d</a:t>
            </a:r>
            <a:r>
              <a:rPr lang="en-NL" dirty="0"/>
              <a:t>) + </a:t>
            </a:r>
            <a:r>
              <a:rPr lang="en-NL" dirty="0" err="1"/>
              <a:t>f_ms</a:t>
            </a:r>
            <a:r>
              <a:rPr lang="en-NL" dirty="0"/>
              <a:t> by about 10 % of </a:t>
            </a:r>
            <a:r>
              <a:rPr lang="en-NL" dirty="0" err="1"/>
              <a:t>u_fb</a:t>
            </a:r>
            <a:r>
              <a:rPr lang="en-NL" dirty="0"/>
              <a:t> on V1 and 1.6 to 2.7 % on T10. That is the 20 kHz to 4 kHz re-discretisation, present at ANN gain 0 too, so it is a sample-rate issue and not a nonlinearity issue. It is a real modelling gap, separate from the algebra.3. A new finding, unresolved. At </a:t>
            </a:r>
            <a:r>
              <a:rPr lang="en-NL" dirty="0" err="1"/>
              <a:t>nf</a:t>
            </a:r>
            <a:r>
              <a:rPr lang="en-NL" dirty="0"/>
              <a:t> = 400 in float32 with a random ANN, two mathematically identical rollouts differ by about 8x the model error. If that also holds for a trained checkpoint, the closed-loop training loss is partly numerical noise and the path wants float64 or a shorter window. Untested with a real checkpoint.</a:t>
            </a:r>
          </a:p>
        </p:txBody>
      </p:sp>
    </p:spTree>
    <p:extLst>
      <p:ext uri="{BB962C8B-B14F-4D97-AF65-F5344CB8AC3E}">
        <p14:creationId xmlns:p14="http://schemas.microsoft.com/office/powerpoint/2010/main" val="20420121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208DB-D23E-1E07-D707-139D88D63DA9}"/>
              </a:ext>
            </a:extLst>
          </p:cNvPr>
          <p:cNvSpPr>
            <a:spLocks noGrp="1"/>
          </p:cNvSpPr>
          <p:nvPr>
            <p:ph type="title"/>
          </p:nvPr>
        </p:nvSpPr>
        <p:spPr/>
        <p:txBody>
          <a:bodyPr/>
          <a:lstStyle/>
          <a:p>
            <a:r>
              <a:rPr lang="en-US" dirty="0"/>
              <a:t>Windowed training</a:t>
            </a:r>
            <a:br>
              <a:rPr lang="en-US" dirty="0"/>
            </a:br>
            <a:r>
              <a:rPr lang="en-US" dirty="0"/>
              <a:t>Controller </a:t>
            </a:r>
            <a:r>
              <a:rPr lang="en-US" dirty="0" err="1"/>
              <a:t>init</a:t>
            </a:r>
            <a:r>
              <a:rPr lang="en-US" dirty="0"/>
              <a:t> states</a:t>
            </a:r>
            <a:r>
              <a:rPr lang="en-US" dirty="0">
                <a:sym typeface="Wingdings" panose="05000000000000000000" pitchFamily="2" charset="2"/>
              </a:rPr>
              <a:t> zero</a:t>
            </a:r>
            <a:endParaRPr lang="en-NL" dirty="0"/>
          </a:p>
        </p:txBody>
      </p:sp>
      <p:sp>
        <p:nvSpPr>
          <p:cNvPr id="3" name="Content Placeholder 2">
            <a:extLst>
              <a:ext uri="{FF2B5EF4-FFF2-40B4-BE49-F238E27FC236}">
                <a16:creationId xmlns:a16="http://schemas.microsoft.com/office/drawing/2014/main" id="{8E710926-C3F9-9BE0-5424-D755C4B1C1A3}"/>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08F4DCBF-9EA3-94AA-DED8-E0B8A64C9DCE}"/>
              </a:ext>
            </a:extLst>
          </p:cNvPr>
          <p:cNvSpPr txBox="1"/>
          <p:nvPr/>
        </p:nvSpPr>
        <p:spPr>
          <a:xfrm>
            <a:off x="3049229" y="1997839"/>
            <a:ext cx="6098458" cy="2862322"/>
          </a:xfrm>
          <a:prstGeom prst="rect">
            <a:avLst/>
          </a:prstGeom>
          <a:noFill/>
        </p:spPr>
        <p:txBody>
          <a:bodyPr wrap="square">
            <a:spAutoFit/>
          </a:bodyPr>
          <a:lstStyle/>
          <a:p>
            <a:r>
              <a:rPr lang="en-NL" dirty="0"/>
              <a:t>- Zero is not an arbitrary pick. It is the only value for which the correction $\</a:t>
            </a:r>
            <a:r>
              <a:rPr lang="en-NL" dirty="0" err="1"/>
              <a:t>Cfb</a:t>
            </a:r>
            <a:r>
              <a:rPr lang="en-NL" dirty="0"/>
              <a:t>(</a:t>
            </a:r>
            <a:r>
              <a:rPr lang="en-NL" dirty="0" err="1"/>
              <a:t>y_d</a:t>
            </a:r>
            <a:r>
              <a:rPr lang="en-NL" dirty="0"/>
              <a:t> - </a:t>
            </a:r>
            <a:r>
              <a:rPr lang="en-NL" dirty="0" err="1"/>
              <a:t>y_m</a:t>
            </a:r>
            <a:r>
              <a:rPr lang="en-NL" dirty="0"/>
              <a:t>)$ vanishes when the model is exact. Any other initialisation injects a force into a perfect model.- The cost is integral memory, not accuracy of the state. $\</a:t>
            </a:r>
            <a:r>
              <a:rPr lang="en-NL" dirty="0" err="1"/>
              <a:t>Cnorm</a:t>
            </a:r>
            <a:r>
              <a:rPr lang="en-NL" dirty="0"/>
              <a:t>$ has a pole at $s=0$, so $\</a:t>
            </a:r>
            <a:r>
              <a:rPr lang="en-NL" dirty="0" err="1"/>
              <a:t>Cfb</a:t>
            </a:r>
            <a:r>
              <a:rPr lang="en-NL" dirty="0"/>
              <a:t>$ has a pole at $z=1$ and never forgets DC. The validation free run accumulates that over the whole record while each training window restarts it. That asymmetry is the 8.5 to 13.4 % measurement, and it is the thing to name before a supervisor names it.</a:t>
            </a:r>
          </a:p>
        </p:txBody>
      </p:sp>
    </p:spTree>
    <p:extLst>
      <p:ext uri="{BB962C8B-B14F-4D97-AF65-F5344CB8AC3E}">
        <p14:creationId xmlns:p14="http://schemas.microsoft.com/office/powerpoint/2010/main" val="13490698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8D907-5718-C330-3620-0204C311E266}"/>
              </a:ext>
            </a:extLst>
          </p:cNvPr>
          <p:cNvSpPr>
            <a:spLocks noGrp="1"/>
          </p:cNvSpPr>
          <p:nvPr>
            <p:ph type="title"/>
          </p:nvPr>
        </p:nvSpPr>
        <p:spPr/>
        <p:txBody>
          <a:bodyPr/>
          <a:lstStyle/>
          <a:p>
            <a:r>
              <a:rPr lang="en-US" dirty="0"/>
              <a:t>Orthogonality</a:t>
            </a:r>
            <a:br>
              <a:rPr lang="en-US" dirty="0"/>
            </a:br>
            <a:r>
              <a:rPr lang="en-US" dirty="0"/>
              <a:t>LPV</a:t>
            </a:r>
            <a:endParaRPr lang="en-NL" dirty="0"/>
          </a:p>
        </p:txBody>
      </p:sp>
      <p:sp>
        <p:nvSpPr>
          <p:cNvPr id="3" name="Content Placeholder 2">
            <a:extLst>
              <a:ext uri="{FF2B5EF4-FFF2-40B4-BE49-F238E27FC236}">
                <a16:creationId xmlns:a16="http://schemas.microsoft.com/office/drawing/2014/main" id="{6793878C-B00E-B0F0-6F24-022615B92C58}"/>
              </a:ext>
            </a:extLst>
          </p:cNvPr>
          <p:cNvSpPr>
            <a:spLocks noGrp="1"/>
          </p:cNvSpPr>
          <p:nvPr>
            <p:ph idx="1"/>
          </p:nvPr>
        </p:nvSpPr>
        <p:spPr/>
        <p:txBody>
          <a:bodyPr/>
          <a:lstStyle/>
          <a:p>
            <a:endParaRPr lang="en-NL" dirty="0"/>
          </a:p>
        </p:txBody>
      </p:sp>
      <p:sp>
        <p:nvSpPr>
          <p:cNvPr id="5" name="TextBox 4">
            <a:extLst>
              <a:ext uri="{FF2B5EF4-FFF2-40B4-BE49-F238E27FC236}">
                <a16:creationId xmlns:a16="http://schemas.microsoft.com/office/drawing/2014/main" id="{1A14A542-E234-FC8B-06F1-FC6354595504}"/>
              </a:ext>
            </a:extLst>
          </p:cNvPr>
          <p:cNvSpPr txBox="1"/>
          <p:nvPr/>
        </p:nvSpPr>
        <p:spPr>
          <a:xfrm>
            <a:off x="3049229" y="2136339"/>
            <a:ext cx="6098458" cy="2585323"/>
          </a:xfrm>
          <a:prstGeom prst="rect">
            <a:avLst/>
          </a:prstGeom>
          <a:noFill/>
        </p:spPr>
        <p:txBody>
          <a:bodyPr wrap="square">
            <a:spAutoFit/>
          </a:bodyPr>
          <a:lstStyle/>
          <a:p>
            <a:r>
              <a:rPr lang="en-NL" dirty="0"/>
              <a:t>Precompute only goes stale in the variables the optimizer moves. It doesn't move Y. So the good news is real, it's just narrower than "not Y-dependent": you get correct, fully scheduled parameter directions at zero per-epoch </a:t>
            </a:r>
            <a:r>
              <a:rPr lang="en-NL" dirty="0" err="1"/>
              <a:t>cost.The</a:t>
            </a:r>
            <a:r>
              <a:rPr lang="en-NL" dirty="0"/>
              <a:t> flip side of the same fact, and the reason stratification matters: the subspace only knows the Y values that are in the point set. Outside them it is blind. Y-dependence baked in for free, and Y coverage as a hard limit, are the same statement.</a:t>
            </a:r>
          </a:p>
        </p:txBody>
      </p:sp>
    </p:spTree>
    <p:extLst>
      <p:ext uri="{BB962C8B-B14F-4D97-AF65-F5344CB8AC3E}">
        <p14:creationId xmlns:p14="http://schemas.microsoft.com/office/powerpoint/2010/main" val="19309136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1503B-0F23-B3BA-36E4-DE16295BDDF4}"/>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1F817DF9-D7FC-9925-5FB0-A56F2731AE8F}"/>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F0F9744-8C00-083B-CD2D-14D10A41EAAE}"/>
              </a:ext>
            </a:extLst>
          </p:cNvPr>
          <p:cNvPicPr>
            <a:picLocks noChangeAspect="1"/>
          </p:cNvPicPr>
          <p:nvPr/>
        </p:nvPicPr>
        <p:blipFill>
          <a:blip r:embed="rId2"/>
          <a:stretch>
            <a:fillRect/>
          </a:stretch>
        </p:blipFill>
        <p:spPr>
          <a:xfrm>
            <a:off x="0" y="491618"/>
            <a:ext cx="12192000" cy="5874763"/>
          </a:xfrm>
          <a:prstGeom prst="rect">
            <a:avLst/>
          </a:prstGeom>
        </p:spPr>
      </p:pic>
    </p:spTree>
    <p:extLst>
      <p:ext uri="{BB962C8B-B14F-4D97-AF65-F5344CB8AC3E}">
        <p14:creationId xmlns:p14="http://schemas.microsoft.com/office/powerpoint/2010/main" val="30543261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3AA00-BE1D-9A4F-CCBD-641CEDFD097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48C1832-56D0-B7DC-5B5C-7A72A70C9304}"/>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C7024B5-8575-FD95-436C-D166A03C0694}"/>
              </a:ext>
            </a:extLst>
          </p:cNvPr>
          <p:cNvPicPr>
            <a:picLocks noChangeAspect="1"/>
          </p:cNvPicPr>
          <p:nvPr/>
        </p:nvPicPr>
        <p:blipFill>
          <a:blip r:embed="rId2"/>
          <a:stretch>
            <a:fillRect/>
          </a:stretch>
        </p:blipFill>
        <p:spPr>
          <a:xfrm>
            <a:off x="0" y="491618"/>
            <a:ext cx="12192000" cy="5874763"/>
          </a:xfrm>
          <a:prstGeom prst="rect">
            <a:avLst/>
          </a:prstGeom>
        </p:spPr>
      </p:pic>
    </p:spTree>
    <p:extLst>
      <p:ext uri="{BB962C8B-B14F-4D97-AF65-F5344CB8AC3E}">
        <p14:creationId xmlns:p14="http://schemas.microsoft.com/office/powerpoint/2010/main" val="15224384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750C8-B048-1AA5-1B29-9E5960D3CA3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7E1B31A-22BC-A658-C5DE-A4E946115229}"/>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9460623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B529B-F54C-4F31-DD7F-2B7B9F0509C9}"/>
              </a:ext>
            </a:extLst>
          </p:cNvPr>
          <p:cNvSpPr>
            <a:spLocks noGrp="1"/>
          </p:cNvSpPr>
          <p:nvPr>
            <p:ph type="title"/>
          </p:nvPr>
        </p:nvSpPr>
        <p:spPr/>
        <p:txBody>
          <a:bodyPr/>
          <a:lstStyle/>
          <a:p>
            <a:r>
              <a:rPr lang="en-US" dirty="0"/>
              <a:t>Eps issue </a:t>
            </a:r>
            <a:r>
              <a:rPr lang="en-US"/>
              <a:t>ANN training??</a:t>
            </a:r>
            <a:endParaRPr lang="en-NL"/>
          </a:p>
        </p:txBody>
      </p:sp>
      <p:sp>
        <p:nvSpPr>
          <p:cNvPr id="3" name="Content Placeholder 2">
            <a:extLst>
              <a:ext uri="{FF2B5EF4-FFF2-40B4-BE49-F238E27FC236}">
                <a16:creationId xmlns:a16="http://schemas.microsoft.com/office/drawing/2014/main" id="{B5D3C6AC-A92E-0BF4-8014-205D32171253}"/>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38840836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4FEEE-FB15-D4C1-BB51-9B0306CE1DD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AB4DB4E-5F35-A98D-472F-6F105FA1063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86B7DC91-DA9E-22F8-4150-F09A63D8FE5C}"/>
              </a:ext>
            </a:extLst>
          </p:cNvPr>
          <p:cNvPicPr>
            <a:picLocks noChangeAspect="1"/>
          </p:cNvPicPr>
          <p:nvPr/>
        </p:nvPicPr>
        <p:blipFill>
          <a:blip r:embed="rId2"/>
          <a:stretch>
            <a:fillRect/>
          </a:stretch>
        </p:blipFill>
        <p:spPr>
          <a:xfrm>
            <a:off x="3798371" y="2564055"/>
            <a:ext cx="4595258" cy="1729890"/>
          </a:xfrm>
          <a:prstGeom prst="rect">
            <a:avLst/>
          </a:prstGeom>
        </p:spPr>
      </p:pic>
    </p:spTree>
    <p:extLst>
      <p:ext uri="{BB962C8B-B14F-4D97-AF65-F5344CB8AC3E}">
        <p14:creationId xmlns:p14="http://schemas.microsoft.com/office/powerpoint/2010/main" val="10264852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F2D3B-C503-12E1-4EEC-6A672781D2DD}"/>
              </a:ext>
            </a:extLst>
          </p:cNvPr>
          <p:cNvSpPr>
            <a:spLocks noGrp="1"/>
          </p:cNvSpPr>
          <p:nvPr>
            <p:ph type="title"/>
          </p:nvPr>
        </p:nvSpPr>
        <p:spPr/>
        <p:txBody>
          <a:bodyPr/>
          <a:lstStyle/>
          <a:p>
            <a:r>
              <a:rPr lang="en-US" dirty="0"/>
              <a:t>Problematic encoder </a:t>
            </a:r>
            <a:r>
              <a:rPr lang="en-US" dirty="0" err="1"/>
              <a:t>init</a:t>
            </a:r>
            <a:r>
              <a:rPr lang="en-US" dirty="0"/>
              <a:t> for augmented states</a:t>
            </a:r>
            <a:endParaRPr lang="en-NL" dirty="0"/>
          </a:p>
        </p:txBody>
      </p:sp>
      <p:sp>
        <p:nvSpPr>
          <p:cNvPr id="3" name="Content Placeholder 2">
            <a:extLst>
              <a:ext uri="{FF2B5EF4-FFF2-40B4-BE49-F238E27FC236}">
                <a16:creationId xmlns:a16="http://schemas.microsoft.com/office/drawing/2014/main" id="{393B9E3B-572F-564E-3275-9DA8E1C28D28}"/>
              </a:ext>
            </a:extLst>
          </p:cNvPr>
          <p:cNvSpPr>
            <a:spLocks noGrp="1"/>
          </p:cNvSpPr>
          <p:nvPr>
            <p:ph idx="1"/>
          </p:nvPr>
        </p:nvSpPr>
        <p:spPr/>
        <p:txBody>
          <a:bodyPr/>
          <a:lstStyle/>
          <a:p>
            <a:r>
              <a:rPr lang="en-US" dirty="0"/>
              <a:t>which it cannot do, because those rows are the </a:t>
            </a:r>
            <a:r>
              <a:rPr lang="en-US" dirty="0" err="1"/>
              <a:t>W^a</a:t>
            </a:r>
            <a:r>
              <a:rPr lang="en-US" dirty="0"/>
              <a:t> block that receives no gradient and, as measured earlier today, never moves.</a:t>
            </a:r>
          </a:p>
          <a:p>
            <a:endParaRPr lang="en-US" dirty="0"/>
          </a:p>
          <a:p>
            <a:r>
              <a:rPr lang="en-US" b="1" dirty="0"/>
              <a:t>Jan does not set </a:t>
            </a:r>
            <a:r>
              <a:rPr lang="en-US" b="1" dirty="0" err="1"/>
              <a:t>W^a</a:t>
            </a:r>
            <a:r>
              <a:rPr lang="en-US" b="1" dirty="0"/>
              <a:t> to zero. He does not have a </a:t>
            </a:r>
            <a:r>
              <a:rPr lang="en-US" b="1" dirty="0" err="1"/>
              <a:t>W^a</a:t>
            </a:r>
            <a:r>
              <a:rPr lang="en-US" b="1" dirty="0"/>
              <a:t> at all. </a:t>
            </a:r>
            <a:r>
              <a:rPr lang="en-US" b="1" dirty="0" err="1"/>
              <a:t>linear_encoder_init</a:t>
            </a:r>
            <a:r>
              <a:rPr lang="en-US" b="1" dirty="0"/>
              <a:t> (pre_encoder.py:193, unmarked, his) produces only the </a:t>
            </a:r>
            <a:r>
              <a:rPr lang="en-US" b="1" dirty="0" err="1"/>
              <a:t>nx</a:t>
            </a:r>
            <a:r>
              <a:rPr lang="en-US" b="1" dirty="0"/>
              <a:t> physical states from the </a:t>
            </a:r>
            <a:r>
              <a:rPr lang="en-US" b="1" dirty="0" err="1"/>
              <a:t>reconstructability</a:t>
            </a:r>
            <a:r>
              <a:rPr lang="en-US" b="1" dirty="0"/>
              <a:t> map. The augmented rows are entirely our extension:</a:t>
            </a:r>
            <a:endParaRPr lang="en-NL" b="1" dirty="0"/>
          </a:p>
        </p:txBody>
      </p:sp>
      <p:sp>
        <p:nvSpPr>
          <p:cNvPr id="5" name="TextBox 4">
            <a:extLst>
              <a:ext uri="{FF2B5EF4-FFF2-40B4-BE49-F238E27FC236}">
                <a16:creationId xmlns:a16="http://schemas.microsoft.com/office/drawing/2014/main" id="{ADB8D5AB-C7BA-CCD8-9610-E7A9094BD5A9}"/>
              </a:ext>
            </a:extLst>
          </p:cNvPr>
          <p:cNvSpPr txBox="1"/>
          <p:nvPr/>
        </p:nvSpPr>
        <p:spPr>
          <a:xfrm>
            <a:off x="12414455" y="1496394"/>
            <a:ext cx="6098458" cy="2862322"/>
          </a:xfrm>
          <a:prstGeom prst="rect">
            <a:avLst/>
          </a:prstGeom>
          <a:noFill/>
        </p:spPr>
        <p:txBody>
          <a:bodyPr wrap="square">
            <a:spAutoFit/>
          </a:bodyPr>
          <a:lstStyle/>
          <a:p>
            <a:r>
              <a:rPr lang="en-NL" dirty="0"/>
              <a:t>But it does not close the gap I attributed to it. Even with the true latent state at every window start, the planted model scores 7.16e-07 on windows against 4.18e-07 on the free run and 7.02e-08 on the floor. So the latent initialisation accounts for about 41 % of the window penalty, not all of it; the remaining 1.7x between window and free run is the horizon itself, and a further 10x sits between that and the floor. My earlier framing — "the entire window penalty is the latent </a:t>
            </a:r>
            <a:r>
              <a:rPr lang="en-NL" dirty="0" err="1"/>
              <a:t>init</a:t>
            </a:r>
            <a:r>
              <a:rPr lang="en-NL" dirty="0"/>
              <a:t>" — was too strong, and this is the number that corrects it.</a:t>
            </a:r>
          </a:p>
        </p:txBody>
      </p:sp>
    </p:spTree>
    <p:extLst>
      <p:ext uri="{BB962C8B-B14F-4D97-AF65-F5344CB8AC3E}">
        <p14:creationId xmlns:p14="http://schemas.microsoft.com/office/powerpoint/2010/main" val="5963442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6ABAB-DAF4-D80B-5797-E4E3AA37A20B}"/>
              </a:ext>
            </a:extLst>
          </p:cNvPr>
          <p:cNvSpPr>
            <a:spLocks noGrp="1"/>
          </p:cNvSpPr>
          <p:nvPr>
            <p:ph type="title"/>
          </p:nvPr>
        </p:nvSpPr>
        <p:spPr/>
        <p:txBody>
          <a:bodyPr/>
          <a:lstStyle/>
          <a:p>
            <a:r>
              <a:rPr lang="en-US" dirty="0"/>
              <a:t>Change for random </a:t>
            </a:r>
            <a:r>
              <a:rPr lang="en-US" dirty="0" err="1"/>
              <a:t>kaimin</a:t>
            </a:r>
            <a:r>
              <a:rPr lang="en-US" dirty="0"/>
              <a:t> </a:t>
            </a:r>
            <a:r>
              <a:rPr lang="en-US" dirty="0" err="1"/>
              <a:t>init</a:t>
            </a:r>
            <a:r>
              <a:rPr lang="en-US" dirty="0"/>
              <a:t> to </a:t>
            </a:r>
            <a:r>
              <a:rPr lang="en-US" dirty="0" err="1"/>
              <a:t>W^a</a:t>
            </a:r>
            <a:r>
              <a:rPr lang="en-US" dirty="0"/>
              <a:t> = 0</a:t>
            </a:r>
            <a:endParaRPr lang="en-NL" dirty="0"/>
          </a:p>
        </p:txBody>
      </p:sp>
      <p:sp>
        <p:nvSpPr>
          <p:cNvPr id="3" name="Content Placeholder 2">
            <a:extLst>
              <a:ext uri="{FF2B5EF4-FFF2-40B4-BE49-F238E27FC236}">
                <a16:creationId xmlns:a16="http://schemas.microsoft.com/office/drawing/2014/main" id="{285BEFF5-38D0-97EE-E8E3-E5938C690DD4}"/>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9586834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02D8E-1E8B-6AC9-2F68-A6FCBC42A88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0BAA40D-EE23-027E-C35A-AA888A677446}"/>
              </a:ext>
            </a:extLst>
          </p:cNvPr>
          <p:cNvSpPr>
            <a:spLocks noGrp="1"/>
          </p:cNvSpPr>
          <p:nvPr>
            <p:ph idx="1"/>
          </p:nvPr>
        </p:nvSpPr>
        <p:spPr/>
        <p:txBody>
          <a:bodyPr/>
          <a:lstStyle/>
          <a:p>
            <a:r>
              <a:rPr lang="en-US" dirty="0"/>
              <a:t>Change window length for validation sim-rms??</a:t>
            </a:r>
            <a:endParaRPr lang="en-NL" dirty="0"/>
          </a:p>
        </p:txBody>
      </p:sp>
    </p:spTree>
    <p:extLst>
      <p:ext uri="{BB962C8B-B14F-4D97-AF65-F5344CB8AC3E}">
        <p14:creationId xmlns:p14="http://schemas.microsoft.com/office/powerpoint/2010/main" val="8143208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36F48-E15A-C8B3-17B4-93E84DE813D8}"/>
              </a:ext>
            </a:extLst>
          </p:cNvPr>
          <p:cNvSpPr>
            <a:spLocks noGrp="1"/>
          </p:cNvSpPr>
          <p:nvPr>
            <p:ph type="title"/>
          </p:nvPr>
        </p:nvSpPr>
        <p:spPr/>
        <p:txBody>
          <a:bodyPr/>
          <a:lstStyle/>
          <a:p>
            <a:r>
              <a:rPr lang="en-US" dirty="0"/>
              <a:t>Potential fixes for training the ANN</a:t>
            </a:r>
            <a:endParaRPr lang="en-NL" dirty="0"/>
          </a:p>
        </p:txBody>
      </p:sp>
      <p:sp>
        <p:nvSpPr>
          <p:cNvPr id="3" name="Content Placeholder 2">
            <a:extLst>
              <a:ext uri="{FF2B5EF4-FFF2-40B4-BE49-F238E27FC236}">
                <a16:creationId xmlns:a16="http://schemas.microsoft.com/office/drawing/2014/main" id="{EC41C764-9E31-487A-E85B-8E81B5D6A18E}"/>
              </a:ext>
            </a:extLst>
          </p:cNvPr>
          <p:cNvSpPr>
            <a:spLocks noGrp="1"/>
          </p:cNvSpPr>
          <p:nvPr>
            <p:ph idx="1"/>
          </p:nvPr>
        </p:nvSpPr>
        <p:spPr/>
        <p:txBody>
          <a:bodyPr/>
          <a:lstStyle/>
          <a:p>
            <a:r>
              <a:rPr lang="en-US" dirty="0"/>
              <a:t>1. eps = 1e-16 : every parameter trains instead of 23 % of them.</a:t>
            </a:r>
          </a:p>
          <a:p>
            <a:r>
              <a:rPr lang="en-US" dirty="0"/>
              <a:t>2. per-row output scaling on the ANN : the difference between fitting the absorber rows to 1e-04 and not fitting them at all.</a:t>
            </a:r>
          </a:p>
          <a:p>
            <a:r>
              <a:rPr lang="en-US" dirty="0"/>
              <a:t>3. </a:t>
            </a:r>
            <a:r>
              <a:rPr lang="en-US" dirty="0" err="1"/>
              <a:t>W^a</a:t>
            </a:r>
            <a:r>
              <a:rPr lang="en-US" dirty="0"/>
              <a:t> = 0 : doubles the objective's discrimination.</a:t>
            </a:r>
            <a:endParaRPr lang="en-NL" dirty="0"/>
          </a:p>
        </p:txBody>
      </p:sp>
    </p:spTree>
    <p:extLst>
      <p:ext uri="{BB962C8B-B14F-4D97-AF65-F5344CB8AC3E}">
        <p14:creationId xmlns:p14="http://schemas.microsoft.com/office/powerpoint/2010/main" val="12978511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DB2A7-B536-DD0F-1646-B9BB12CDE832}"/>
              </a:ext>
            </a:extLst>
          </p:cNvPr>
          <p:cNvSpPr>
            <a:spLocks noGrp="1"/>
          </p:cNvSpPr>
          <p:nvPr>
            <p:ph type="title"/>
          </p:nvPr>
        </p:nvSpPr>
        <p:spPr/>
        <p:txBody>
          <a:bodyPr/>
          <a:lstStyle/>
          <a:p>
            <a:r>
              <a:rPr lang="en-US" dirty="0"/>
              <a:t>Orthogonality two/</a:t>
            </a:r>
            <a:r>
              <a:rPr lang="en-US" dirty="0" err="1"/>
              <a:t>seperate</a:t>
            </a:r>
            <a:r>
              <a:rPr lang="en-US" dirty="0"/>
              <a:t> learning rates?</a:t>
            </a:r>
            <a:endParaRPr lang="en-NL" dirty="0"/>
          </a:p>
        </p:txBody>
      </p:sp>
      <p:sp>
        <p:nvSpPr>
          <p:cNvPr id="3" name="Content Placeholder 2">
            <a:extLst>
              <a:ext uri="{FF2B5EF4-FFF2-40B4-BE49-F238E27FC236}">
                <a16:creationId xmlns:a16="http://schemas.microsoft.com/office/drawing/2014/main" id="{E3D505FF-0A5D-A173-45C2-F28C9965728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051DC24-C971-07AA-E1FC-F628FF33640C}"/>
              </a:ext>
            </a:extLst>
          </p:cNvPr>
          <p:cNvPicPr>
            <a:picLocks noChangeAspect="1"/>
          </p:cNvPicPr>
          <p:nvPr/>
        </p:nvPicPr>
        <p:blipFill>
          <a:blip r:embed="rId2"/>
          <a:stretch>
            <a:fillRect/>
          </a:stretch>
        </p:blipFill>
        <p:spPr>
          <a:xfrm>
            <a:off x="3688339" y="1993250"/>
            <a:ext cx="8207451" cy="4016088"/>
          </a:xfrm>
          <a:prstGeom prst="rect">
            <a:avLst/>
          </a:prstGeom>
        </p:spPr>
      </p:pic>
    </p:spTree>
    <p:extLst>
      <p:ext uri="{BB962C8B-B14F-4D97-AF65-F5344CB8AC3E}">
        <p14:creationId xmlns:p14="http://schemas.microsoft.com/office/powerpoint/2010/main" val="358627822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86C64-A687-113B-AB12-DA9F99189972}"/>
              </a:ext>
            </a:extLst>
          </p:cNvPr>
          <p:cNvSpPr>
            <a:spLocks noGrp="1"/>
          </p:cNvSpPr>
          <p:nvPr>
            <p:ph type="title"/>
          </p:nvPr>
        </p:nvSpPr>
        <p:spPr/>
        <p:txBody>
          <a:bodyPr/>
          <a:lstStyle/>
          <a:p>
            <a:r>
              <a:rPr lang="en-US" dirty="0"/>
              <a:t>Encoder touchup??</a:t>
            </a:r>
            <a:endParaRPr lang="en-NL" dirty="0"/>
          </a:p>
        </p:txBody>
      </p:sp>
      <p:sp>
        <p:nvSpPr>
          <p:cNvPr id="3" name="Content Placeholder 2">
            <a:extLst>
              <a:ext uri="{FF2B5EF4-FFF2-40B4-BE49-F238E27FC236}">
                <a16:creationId xmlns:a16="http://schemas.microsoft.com/office/drawing/2014/main" id="{E3D9824E-C366-9E73-8777-5A933DFD5CAE}"/>
              </a:ext>
            </a:extLst>
          </p:cNvPr>
          <p:cNvSpPr>
            <a:spLocks noGrp="1"/>
          </p:cNvSpPr>
          <p:nvPr>
            <p:ph idx="1"/>
          </p:nvPr>
        </p:nvSpPr>
        <p:spPr/>
        <p:txBody>
          <a:bodyPr/>
          <a:lstStyle/>
          <a:p>
            <a:endParaRPr lang="en-NL" b="1" dirty="0"/>
          </a:p>
        </p:txBody>
      </p:sp>
      <p:sp>
        <p:nvSpPr>
          <p:cNvPr id="5" name="TextBox 4">
            <a:extLst>
              <a:ext uri="{FF2B5EF4-FFF2-40B4-BE49-F238E27FC236}">
                <a16:creationId xmlns:a16="http://schemas.microsoft.com/office/drawing/2014/main" id="{1B663315-8027-83D4-F859-96B5305E84D2}"/>
              </a:ext>
            </a:extLst>
          </p:cNvPr>
          <p:cNvSpPr txBox="1"/>
          <p:nvPr/>
        </p:nvSpPr>
        <p:spPr>
          <a:xfrm>
            <a:off x="3049229" y="1582341"/>
            <a:ext cx="6098458" cy="3693319"/>
          </a:xfrm>
          <a:prstGeom prst="rect">
            <a:avLst/>
          </a:prstGeom>
          <a:noFill/>
        </p:spPr>
        <p:txBody>
          <a:bodyPr wrap="square">
            <a:spAutoFit/>
          </a:bodyPr>
          <a:lstStyle/>
          <a:p>
            <a:r>
              <a:rPr lang="en-NL" dirty="0"/>
              <a:t>The cleaner fix is the trick this project already uses for the physical parameters. </a:t>
            </a:r>
            <a:r>
              <a:rPr lang="en-NL" dirty="0" err="1"/>
              <a:t>log_params</a:t>
            </a:r>
            <a:r>
              <a:rPr lang="en-NL" dirty="0"/>
              <a:t> works precisely because it is a relative parameterization: theta = </a:t>
            </a:r>
            <a:r>
              <a:rPr lang="en-NL" dirty="0" err="1"/>
              <a:t>theta_init</a:t>
            </a:r>
            <a:r>
              <a:rPr lang="en-NL" dirty="0"/>
              <a:t> * exp(</a:t>
            </a:r>
            <a:r>
              <a:rPr lang="en-NL" dirty="0" err="1"/>
              <a:t>log_params</a:t>
            </a:r>
            <a:r>
              <a:rPr lang="en-NL" dirty="0"/>
              <a:t>), so the trainable quantity is O(0) and its updates are always representable regardless of how large theta is. The encoder linear map has exactly the same disease and can take exactly the same cure: store it as W = </a:t>
            </a:r>
            <a:r>
              <a:rPr lang="en-NL" dirty="0" err="1"/>
              <a:t>W_init</a:t>
            </a:r>
            <a:r>
              <a:rPr lang="en-NL" dirty="0"/>
              <a:t> * (1 + delta) with delta trainable and O(0). Updates become O(</a:t>
            </a:r>
            <a:r>
              <a:rPr lang="en-NL" dirty="0" err="1"/>
              <a:t>lr</a:t>
            </a:r>
            <a:r>
              <a:rPr lang="en-NL" dirty="0"/>
              <a:t>) against O(1), representable at any </a:t>
            </a:r>
            <a:r>
              <a:rPr lang="en-NL" dirty="0" err="1"/>
              <a:t>dtype</a:t>
            </a:r>
            <a:r>
              <a:rPr lang="en-NL" dirty="0"/>
              <a:t> and any learning rate, and the analytic </a:t>
            </a:r>
            <a:r>
              <a:rPr lang="en-NL" dirty="0" err="1"/>
              <a:t>init</a:t>
            </a:r>
            <a:r>
              <a:rPr lang="en-NL" dirty="0"/>
              <a:t> is preserved exactly at delta = 0.The cost is that it touches the encoder construction (D-055), which may collide with your other session.</a:t>
            </a:r>
          </a:p>
        </p:txBody>
      </p:sp>
    </p:spTree>
    <p:extLst>
      <p:ext uri="{BB962C8B-B14F-4D97-AF65-F5344CB8AC3E}">
        <p14:creationId xmlns:p14="http://schemas.microsoft.com/office/powerpoint/2010/main" val="123448462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CE7F2-75DB-F265-96E5-BAB0B387E725}"/>
              </a:ext>
            </a:extLst>
          </p:cNvPr>
          <p:cNvSpPr>
            <a:spLocks noGrp="1"/>
          </p:cNvSpPr>
          <p:nvPr>
            <p:ph type="title"/>
          </p:nvPr>
        </p:nvSpPr>
        <p:spPr/>
        <p:txBody>
          <a:bodyPr/>
          <a:lstStyle/>
          <a:p>
            <a:r>
              <a:rPr lang="en-US" dirty="0"/>
              <a:t>How to state numbers in thesis</a:t>
            </a:r>
            <a:endParaRPr lang="en-NL" dirty="0"/>
          </a:p>
        </p:txBody>
      </p:sp>
      <p:sp>
        <p:nvSpPr>
          <p:cNvPr id="3" name="Content Placeholder 2">
            <a:extLst>
              <a:ext uri="{FF2B5EF4-FFF2-40B4-BE49-F238E27FC236}">
                <a16:creationId xmlns:a16="http://schemas.microsoft.com/office/drawing/2014/main" id="{7CAE51CE-B1CD-8430-4837-4CA3EF9713A3}"/>
              </a:ext>
            </a:extLst>
          </p:cNvPr>
          <p:cNvSpPr>
            <a:spLocks noGrp="1"/>
          </p:cNvSpPr>
          <p:nvPr>
            <p:ph idx="1"/>
          </p:nvPr>
        </p:nvSpPr>
        <p:spPr/>
        <p:txBody>
          <a:bodyPr/>
          <a:lstStyle/>
          <a:p>
            <a:r>
              <a:rPr lang="en-US" dirty="0"/>
              <a:t>Everything in this experiment happens inside a factor of 78, and 1e-06 sits near the wrong end of it. That is also why I would report the thesis numbers as fraction-of-headroom-closed and as error relative to the absorber-driven content, rather than in </a:t>
            </a:r>
            <a:r>
              <a:rPr lang="en-US" dirty="0" err="1"/>
              <a:t>metres</a:t>
            </a:r>
            <a:r>
              <a:rPr lang="en-US" dirty="0"/>
              <a:t>, where a reader will reasonably think a micron sounds fine.</a:t>
            </a:r>
            <a:endParaRPr lang="en-NL" dirty="0"/>
          </a:p>
        </p:txBody>
      </p:sp>
    </p:spTree>
    <p:extLst>
      <p:ext uri="{BB962C8B-B14F-4D97-AF65-F5344CB8AC3E}">
        <p14:creationId xmlns:p14="http://schemas.microsoft.com/office/powerpoint/2010/main" val="363067727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C0531-7DA0-2B0B-C419-0C9AB54FB9FC}"/>
              </a:ext>
            </a:extLst>
          </p:cNvPr>
          <p:cNvSpPr>
            <a:spLocks noGrp="1"/>
          </p:cNvSpPr>
          <p:nvPr>
            <p:ph type="title"/>
          </p:nvPr>
        </p:nvSpPr>
        <p:spPr/>
        <p:txBody>
          <a:bodyPr/>
          <a:lstStyle/>
          <a:p>
            <a:r>
              <a:rPr lang="en-US" dirty="0"/>
              <a:t>Controller limits </a:t>
            </a:r>
            <a:r>
              <a:rPr lang="en-US" dirty="0" err="1"/>
              <a:t>downsampling</a:t>
            </a:r>
            <a:r>
              <a:rPr lang="en-US" dirty="0"/>
              <a:t> to 1khz </a:t>
            </a:r>
            <a:r>
              <a:rPr lang="en-US" dirty="0">
                <a:sym typeface="Wingdings" panose="05000000000000000000" pitchFamily="2" charset="2"/>
              </a:rPr>
              <a:t></a:t>
            </a:r>
            <a:endParaRPr lang="en-NL" dirty="0"/>
          </a:p>
        </p:txBody>
      </p:sp>
      <p:sp>
        <p:nvSpPr>
          <p:cNvPr id="3" name="Content Placeholder 2">
            <a:extLst>
              <a:ext uri="{FF2B5EF4-FFF2-40B4-BE49-F238E27FC236}">
                <a16:creationId xmlns:a16="http://schemas.microsoft.com/office/drawing/2014/main" id="{1E6BC2E0-8196-2BD3-0F3B-C8D99CC22C76}"/>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509D7311-32A7-1292-08C8-754839CC314B}"/>
              </a:ext>
            </a:extLst>
          </p:cNvPr>
          <p:cNvSpPr txBox="1"/>
          <p:nvPr/>
        </p:nvSpPr>
        <p:spPr>
          <a:xfrm>
            <a:off x="3049229" y="889844"/>
            <a:ext cx="6098458" cy="5078313"/>
          </a:xfrm>
          <a:prstGeom prst="rect">
            <a:avLst/>
          </a:prstGeom>
          <a:noFill/>
        </p:spPr>
        <p:txBody>
          <a:bodyPr wrap="square">
            <a:spAutoFit/>
          </a:bodyPr>
          <a:lstStyle/>
          <a:p>
            <a:r>
              <a:rPr lang="en-NL" dirty="0"/>
              <a:t>The controller is the blocker at 1 kHz, and no choice of discretisation fixes it. The design's roll-off pole sits at 10*</a:t>
            </a:r>
            <a:r>
              <a:rPr lang="en-NL" dirty="0" err="1"/>
              <a:t>w_b</a:t>
            </a:r>
            <a:r>
              <a:rPr lang="en-NL" dirty="0"/>
              <a:t> = 1000 Hz. At fs = 1000 Hz the Nyquist frequency is 500 Hz, so that pole is above Nyquist. Tustin does not drop it, it warps it: with T = 1e-3, a continuous pole at 6283 rad/s maps to 2/T * arctan(w T/2) = 2000 * arctan(3.14) ≈ 2526 rad/s, i.e. about 402 Hz. The controller you would be training inside has its roll-off starting at 402 Hz instead of 1000 Hz. ZOH or matched-pole discretisation does not rescue it either, because a pole above Nyquist has no representation at that rate at all. This is on top of </a:t>
            </a:r>
            <a:r>
              <a:rPr lang="en-NL" dirty="0" err="1"/>
              <a:t>diag</a:t>
            </a:r>
            <a:r>
              <a:rPr lang="en-NL" dirty="0"/>
              <a:t>(Dc) being 1.23x larger and non-monotone in rate, and on top of the +15.3 % shift in </a:t>
            </a:r>
            <a:r>
              <a:rPr lang="en-NL" dirty="0" err="1"/>
              <a:t>sigma_max</a:t>
            </a:r>
            <a:r>
              <a:rPr lang="en-NL" dirty="0"/>
              <a:t>(So) that 4 kHz already costs against the 20 kHz loop that generated the </a:t>
            </a:r>
            <a:r>
              <a:rPr lang="en-NL" dirty="0" err="1"/>
              <a:t>data.By</a:t>
            </a:r>
            <a:r>
              <a:rPr lang="en-NL" dirty="0"/>
              <a:t> that argument the controller rate is bounded below by its own structure at roughly 4 kHz: Nyquist 2000 Hz puts the roll-off pole at half Nyquist, which is where it is representable with margin. At 2 kHz the pole sits exactly on Nyquist, which is still no good.</a:t>
            </a:r>
          </a:p>
        </p:txBody>
      </p:sp>
    </p:spTree>
    <p:extLst>
      <p:ext uri="{BB962C8B-B14F-4D97-AF65-F5344CB8AC3E}">
        <p14:creationId xmlns:p14="http://schemas.microsoft.com/office/powerpoint/2010/main" val="18988457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FB24F-F2AE-D9A4-A0C2-31748903406F}"/>
              </a:ext>
            </a:extLst>
          </p:cNvPr>
          <p:cNvSpPr>
            <a:spLocks noGrp="1"/>
          </p:cNvSpPr>
          <p:nvPr>
            <p:ph type="title"/>
          </p:nvPr>
        </p:nvSpPr>
        <p:spPr/>
        <p:txBody>
          <a:bodyPr/>
          <a:lstStyle/>
          <a:p>
            <a:r>
              <a:rPr lang="en-US" dirty="0"/>
              <a:t>Potential issue on real data</a:t>
            </a:r>
            <a:endParaRPr lang="en-NL" dirty="0"/>
          </a:p>
        </p:txBody>
      </p:sp>
      <p:sp>
        <p:nvSpPr>
          <p:cNvPr id="3" name="Content Placeholder 2">
            <a:extLst>
              <a:ext uri="{FF2B5EF4-FFF2-40B4-BE49-F238E27FC236}">
                <a16:creationId xmlns:a16="http://schemas.microsoft.com/office/drawing/2014/main" id="{0CEC8202-BC5A-6973-6E98-26A8499EC042}"/>
              </a:ext>
            </a:extLst>
          </p:cNvPr>
          <p:cNvSpPr>
            <a:spLocks noGrp="1"/>
          </p:cNvSpPr>
          <p:nvPr>
            <p:ph idx="1"/>
          </p:nvPr>
        </p:nvSpPr>
        <p:spPr/>
        <p:txBody>
          <a:bodyPr/>
          <a:lstStyle/>
          <a:p>
            <a:r>
              <a:rPr lang="en-US" dirty="0"/>
              <a:t>What it does not do: bias the optimum. In the residual form u = </a:t>
            </a:r>
            <a:r>
              <a:rPr lang="en-US" dirty="0" err="1"/>
              <a:t>u_data</a:t>
            </a:r>
            <a:r>
              <a:rPr lang="en-US" dirty="0"/>
              <a:t> + </a:t>
            </a:r>
            <a:r>
              <a:rPr lang="en-US" dirty="0" err="1"/>
              <a:t>Cfb</a:t>
            </a:r>
            <a:r>
              <a:rPr lang="en-US" dirty="0"/>
              <a:t>(</a:t>
            </a:r>
            <a:r>
              <a:rPr lang="en-US" dirty="0" err="1"/>
              <a:t>y_data</a:t>
            </a:r>
            <a:r>
              <a:rPr lang="en-US" dirty="0"/>
              <a:t> - </a:t>
            </a:r>
            <a:r>
              <a:rPr lang="en-US" dirty="0" err="1"/>
              <a:t>y_model</a:t>
            </a:r>
            <a:r>
              <a:rPr lang="en-US" dirty="0"/>
              <a:t>), if the model is exact then </a:t>
            </a:r>
            <a:r>
              <a:rPr lang="en-US" dirty="0" err="1"/>
              <a:t>y_model</a:t>
            </a:r>
            <a:r>
              <a:rPr lang="en-US" dirty="0"/>
              <a:t> = </a:t>
            </a:r>
            <a:r>
              <a:rPr lang="en-US" dirty="0" err="1"/>
              <a:t>y_data</a:t>
            </a:r>
            <a:r>
              <a:rPr lang="en-US" dirty="0"/>
              <a:t>, the correction term vanishes, u = </a:t>
            </a:r>
            <a:r>
              <a:rPr lang="en-US" dirty="0" err="1"/>
              <a:t>u_data</a:t>
            </a:r>
            <a:r>
              <a:rPr lang="en-US" dirty="0"/>
              <a:t>, and the record is reproduced. That fixed point holds for any </a:t>
            </a:r>
            <a:r>
              <a:rPr lang="en-US" dirty="0" err="1"/>
              <a:t>stabilising</a:t>
            </a:r>
            <a:r>
              <a:rPr lang="en-US" dirty="0"/>
              <a:t> </a:t>
            </a:r>
            <a:r>
              <a:rPr lang="en-US" dirty="0" err="1"/>
              <a:t>Cfb</a:t>
            </a:r>
            <a:r>
              <a:rPr lang="en-US" dirty="0"/>
              <a:t>. So the true model is a global </a:t>
            </a:r>
            <a:r>
              <a:rPr lang="en-US" dirty="0" err="1"/>
              <a:t>minimiser</a:t>
            </a:r>
            <a:r>
              <a:rPr lang="en-US" dirty="0"/>
              <a:t> at zero loss no matter which </a:t>
            </a:r>
            <a:r>
              <a:rPr lang="en-US" dirty="0" err="1"/>
              <a:t>discretisation</a:t>
            </a:r>
            <a:r>
              <a:rPr lang="en-US" dirty="0"/>
              <a:t> of the controller we use. A different </a:t>
            </a:r>
            <a:r>
              <a:rPr lang="en-US" dirty="0" err="1"/>
              <a:t>Cfb</a:t>
            </a:r>
            <a:r>
              <a:rPr lang="en-US" dirty="0"/>
              <a:t> cannot make the wrong model win outright.</a:t>
            </a:r>
            <a:endParaRPr lang="en-NL" dirty="0"/>
          </a:p>
        </p:txBody>
      </p:sp>
      <p:sp>
        <p:nvSpPr>
          <p:cNvPr id="5" name="TextBox 4">
            <a:extLst>
              <a:ext uri="{FF2B5EF4-FFF2-40B4-BE49-F238E27FC236}">
                <a16:creationId xmlns:a16="http://schemas.microsoft.com/office/drawing/2014/main" id="{EB444CEA-085F-3F35-EFDC-ECA757318E36}"/>
              </a:ext>
            </a:extLst>
          </p:cNvPr>
          <p:cNvSpPr txBox="1"/>
          <p:nvPr/>
        </p:nvSpPr>
        <p:spPr>
          <a:xfrm>
            <a:off x="838200" y="4549676"/>
            <a:ext cx="6098458" cy="2308324"/>
          </a:xfrm>
          <a:prstGeom prst="rect">
            <a:avLst/>
          </a:prstGeom>
          <a:noFill/>
        </p:spPr>
        <p:txBody>
          <a:bodyPr wrap="square">
            <a:spAutoFit/>
          </a:bodyPr>
          <a:lstStyle/>
          <a:p>
            <a:r>
              <a:rPr lang="en-NL" dirty="0"/>
              <a:t>Worth doing: score the final model in a 20 kHz loop even though training runs at 4 kHz. The metric bias then disappears from the reported number without touching the training path at all. The cost is a validation free run at 5x the steps, 240k per record instead of 48k, so a few minutes. That would let the thesis report closed-loop performance in the machine's actual loop and keep the 4 kHz choice as a training-efficiency decision rather than a reporting one.</a:t>
            </a:r>
          </a:p>
        </p:txBody>
      </p:sp>
    </p:spTree>
    <p:extLst>
      <p:ext uri="{BB962C8B-B14F-4D97-AF65-F5344CB8AC3E}">
        <p14:creationId xmlns:p14="http://schemas.microsoft.com/office/powerpoint/2010/main" val="23067567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8FE3A-2257-7BED-34B0-3ACF3EAFE167}"/>
              </a:ext>
            </a:extLst>
          </p:cNvPr>
          <p:cNvSpPr>
            <a:spLocks noGrp="1"/>
          </p:cNvSpPr>
          <p:nvPr>
            <p:ph type="title"/>
          </p:nvPr>
        </p:nvSpPr>
        <p:spPr/>
        <p:txBody>
          <a:bodyPr/>
          <a:lstStyle/>
          <a:p>
            <a:r>
              <a:rPr lang="en-US" dirty="0"/>
              <a:t>Windowed RMS</a:t>
            </a:r>
            <a:endParaRPr lang="en-NL" dirty="0"/>
          </a:p>
        </p:txBody>
      </p:sp>
      <p:sp>
        <p:nvSpPr>
          <p:cNvPr id="3" name="Content Placeholder 2">
            <a:extLst>
              <a:ext uri="{FF2B5EF4-FFF2-40B4-BE49-F238E27FC236}">
                <a16:creationId xmlns:a16="http://schemas.microsoft.com/office/drawing/2014/main" id="{EC572FC6-A6F2-087A-B02D-F338A125618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D90EE7BF-0634-E87A-DB8A-24E608F4B17E}"/>
              </a:ext>
            </a:extLst>
          </p:cNvPr>
          <p:cNvPicPr>
            <a:picLocks noChangeAspect="1"/>
          </p:cNvPicPr>
          <p:nvPr/>
        </p:nvPicPr>
        <p:blipFill>
          <a:blip r:embed="rId2"/>
          <a:stretch>
            <a:fillRect/>
          </a:stretch>
        </p:blipFill>
        <p:spPr>
          <a:xfrm>
            <a:off x="1266197" y="2684206"/>
            <a:ext cx="7073821" cy="3046978"/>
          </a:xfrm>
          <a:prstGeom prst="rect">
            <a:avLst/>
          </a:prstGeom>
        </p:spPr>
      </p:pic>
    </p:spTree>
    <p:extLst>
      <p:ext uri="{BB962C8B-B14F-4D97-AF65-F5344CB8AC3E}">
        <p14:creationId xmlns:p14="http://schemas.microsoft.com/office/powerpoint/2010/main" val="34569871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07F64-8A0B-9621-D489-EF2DABE212F5}"/>
              </a:ext>
            </a:extLst>
          </p:cNvPr>
          <p:cNvSpPr>
            <a:spLocks noGrp="1"/>
          </p:cNvSpPr>
          <p:nvPr>
            <p:ph type="title"/>
          </p:nvPr>
        </p:nvSpPr>
        <p:spPr/>
        <p:txBody>
          <a:bodyPr/>
          <a:lstStyle/>
          <a:p>
            <a:r>
              <a:rPr lang="en-US" dirty="0"/>
              <a:t>Multiple shooting instead of increasing window length??</a:t>
            </a:r>
            <a:endParaRPr lang="en-NL" dirty="0"/>
          </a:p>
        </p:txBody>
      </p:sp>
      <p:sp>
        <p:nvSpPr>
          <p:cNvPr id="3" name="Content Placeholder 2">
            <a:extLst>
              <a:ext uri="{FF2B5EF4-FFF2-40B4-BE49-F238E27FC236}">
                <a16:creationId xmlns:a16="http://schemas.microsoft.com/office/drawing/2014/main" id="{51519A36-1F7B-1D2D-57D2-E2DDDAD3C700}"/>
              </a:ext>
            </a:extLst>
          </p:cNvPr>
          <p:cNvSpPr>
            <a:spLocks noGrp="1"/>
          </p:cNvSpPr>
          <p:nvPr>
            <p:ph idx="1"/>
          </p:nvPr>
        </p:nvSpPr>
        <p:spPr/>
        <p:txBody>
          <a:bodyPr/>
          <a:lstStyle/>
          <a:p>
            <a:r>
              <a:rPr lang="en-US" dirty="0"/>
              <a:t>▎ At a multiple-shooting segment boundary, does the controller state xc continue from the previous segment, or reset to zero as it does at a window start?</a:t>
            </a:r>
            <a:endParaRPr lang="en-NL" dirty="0"/>
          </a:p>
        </p:txBody>
      </p:sp>
    </p:spTree>
    <p:extLst>
      <p:ext uri="{BB962C8B-B14F-4D97-AF65-F5344CB8AC3E}">
        <p14:creationId xmlns:p14="http://schemas.microsoft.com/office/powerpoint/2010/main" val="1421030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CF7E6-8552-AA92-6B0D-9EA50E98729A}"/>
              </a:ext>
            </a:extLst>
          </p:cNvPr>
          <p:cNvSpPr>
            <a:spLocks noGrp="1"/>
          </p:cNvSpPr>
          <p:nvPr>
            <p:ph type="title"/>
          </p:nvPr>
        </p:nvSpPr>
        <p:spPr/>
        <p:txBody>
          <a:bodyPr/>
          <a:lstStyle/>
          <a:p>
            <a:r>
              <a:rPr lang="en-US" dirty="0"/>
              <a:t>Fixed startup transient?</a:t>
            </a:r>
            <a:endParaRPr lang="en-NL" dirty="0"/>
          </a:p>
        </p:txBody>
      </p:sp>
      <p:sp>
        <p:nvSpPr>
          <p:cNvPr id="3" name="Content Placeholder 2">
            <a:extLst>
              <a:ext uri="{FF2B5EF4-FFF2-40B4-BE49-F238E27FC236}">
                <a16:creationId xmlns:a16="http://schemas.microsoft.com/office/drawing/2014/main" id="{E86A76A7-A0EE-64B7-28DD-6892E4610616}"/>
              </a:ext>
            </a:extLst>
          </p:cNvPr>
          <p:cNvSpPr>
            <a:spLocks noGrp="1"/>
          </p:cNvSpPr>
          <p:nvPr>
            <p:ph idx="1"/>
          </p:nvPr>
        </p:nvSpPr>
        <p:spPr/>
        <p:txBody>
          <a:bodyPr/>
          <a:lstStyle/>
          <a:p>
            <a:r>
              <a:rPr lang="en-US" dirty="0"/>
              <a:t>Which points at a cheaper fix than either route I proposed: burn-in. If the problem is a fixed startup transient, the direct remedy is to stop scoring it rather than to dilute it. Simulate the full 400-sample window as now, but exclude the first K samples from the loss. Same gradient depth, same batch structure, same data, no segment-boundary decision, no rate change. In prediction-error identification this is standard practice, not a trick.</a:t>
            </a:r>
            <a:endParaRPr lang="en-NL" dirty="0"/>
          </a:p>
        </p:txBody>
      </p:sp>
    </p:spTree>
    <p:extLst>
      <p:ext uri="{BB962C8B-B14F-4D97-AF65-F5344CB8AC3E}">
        <p14:creationId xmlns:p14="http://schemas.microsoft.com/office/powerpoint/2010/main" val="366042027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BF428-C421-A6B4-2F95-F062ACCFBC1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3414B50-66AA-DEB7-93CE-0CBE481AF385}"/>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7283905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CC854-85DD-DAE3-D81C-70FD8591E94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2F7D1D2-08DE-7E78-6493-27E66EDD941B}"/>
              </a:ext>
            </a:extLst>
          </p:cNvPr>
          <p:cNvSpPr>
            <a:spLocks noGrp="1"/>
          </p:cNvSpPr>
          <p:nvPr>
            <p:ph idx="1"/>
          </p:nvPr>
        </p:nvSpPr>
        <p:spPr/>
        <p:txBody>
          <a:bodyPr/>
          <a:lstStyle/>
          <a:p>
            <a:r>
              <a:rPr lang="en-US" dirty="0"/>
              <a:t>Need to look into permanent eps fix?</a:t>
            </a:r>
          </a:p>
          <a:p>
            <a:r>
              <a:rPr lang="en-US" dirty="0" err="1"/>
              <a:t>W^a</a:t>
            </a:r>
            <a:r>
              <a:rPr lang="en-US" dirty="0"/>
              <a:t> </a:t>
            </a:r>
            <a:r>
              <a:rPr lang="en-US" dirty="0" err="1"/>
              <a:t>kaiming</a:t>
            </a:r>
            <a:r>
              <a:rPr lang="en-US" dirty="0"/>
              <a:t> </a:t>
            </a:r>
            <a:r>
              <a:rPr lang="en-US" dirty="0" err="1"/>
              <a:t>init</a:t>
            </a:r>
            <a:r>
              <a:rPr lang="en-US" dirty="0"/>
              <a:t>, instead 0 </a:t>
            </a:r>
            <a:r>
              <a:rPr lang="en-US" dirty="0" err="1"/>
              <a:t>init</a:t>
            </a:r>
            <a:r>
              <a:rPr lang="en-US" dirty="0"/>
              <a:t>?</a:t>
            </a:r>
          </a:p>
          <a:p>
            <a:endParaRPr lang="en-US" dirty="0"/>
          </a:p>
          <a:p>
            <a:endParaRPr lang="en-US" dirty="0"/>
          </a:p>
          <a:p>
            <a:r>
              <a:rPr lang="en-US" dirty="0"/>
              <a:t>Look into multiple shooting to increase window length instead of increasing </a:t>
            </a:r>
            <a:r>
              <a:rPr lang="en-US" dirty="0" err="1"/>
              <a:t>nf</a:t>
            </a:r>
            <a:r>
              <a:rPr lang="en-US" dirty="0"/>
              <a:t>??</a:t>
            </a:r>
          </a:p>
        </p:txBody>
      </p:sp>
    </p:spTree>
    <p:extLst>
      <p:ext uri="{BB962C8B-B14F-4D97-AF65-F5344CB8AC3E}">
        <p14:creationId xmlns:p14="http://schemas.microsoft.com/office/powerpoint/2010/main" val="355289916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B55C2-047E-A445-A7A8-9B238CBA41A0}"/>
              </a:ext>
            </a:extLst>
          </p:cNvPr>
          <p:cNvSpPr>
            <a:spLocks noGrp="1"/>
          </p:cNvSpPr>
          <p:nvPr>
            <p:ph type="title"/>
          </p:nvPr>
        </p:nvSpPr>
        <p:spPr/>
        <p:txBody>
          <a:bodyPr/>
          <a:lstStyle/>
          <a:p>
            <a:r>
              <a:rPr lang="en-US" dirty="0"/>
              <a:t>Joint data issue</a:t>
            </a:r>
            <a:br>
              <a:rPr lang="en-US" dirty="0"/>
            </a:br>
            <a:r>
              <a:rPr lang="en-US" dirty="0"/>
              <a:t>Dynamics not excited</a:t>
            </a:r>
            <a:endParaRPr lang="en-NL" dirty="0"/>
          </a:p>
        </p:txBody>
      </p:sp>
      <p:sp>
        <p:nvSpPr>
          <p:cNvPr id="3" name="Content Placeholder 2">
            <a:extLst>
              <a:ext uri="{FF2B5EF4-FFF2-40B4-BE49-F238E27FC236}">
                <a16:creationId xmlns:a16="http://schemas.microsoft.com/office/drawing/2014/main" id="{74849C9E-7E5A-7075-344E-0819DE7614C8}"/>
              </a:ext>
            </a:extLst>
          </p:cNvPr>
          <p:cNvSpPr>
            <a:spLocks noGrp="1"/>
          </p:cNvSpPr>
          <p:nvPr>
            <p:ph idx="1"/>
          </p:nvPr>
        </p:nvSpPr>
        <p:spPr/>
        <p:txBody>
          <a:bodyPr>
            <a:normAutofit fontScale="92500" lnSpcReduction="10000"/>
          </a:bodyPr>
          <a:lstStyle/>
          <a:p>
            <a:r>
              <a:rPr lang="en-US" dirty="0"/>
              <a:t>Yes, in a bounded and fixable way. </a:t>
            </a:r>
            <a:r>
              <a:rPr lang="en-US" dirty="0" err="1"/>
              <a:t>cfg.f_low</a:t>
            </a:r>
            <a:r>
              <a:rPr lang="en-US" dirty="0"/>
              <a:t> = 1 for the joint track, so the </a:t>
            </a:r>
            <a:r>
              <a:rPr lang="en-US" dirty="0" err="1"/>
              <a:t>multisine</a:t>
            </a:r>
            <a:r>
              <a:rPr lang="en-US" dirty="0"/>
              <a:t> never excites below 1 Hz, which is a decade above these poles. Two things would be needed to identify them: excitation down to about 0.1 Hz, and longer records, because a 12 s record has 0.083 Hz resolution, so 0.1 Hz is barely one bin above DC. Realistically 60 to 120 s standstill records with </a:t>
            </a:r>
            <a:r>
              <a:rPr lang="en-US" dirty="0" err="1"/>
              <a:t>f_low</a:t>
            </a:r>
            <a:r>
              <a:rPr lang="en-US" dirty="0"/>
              <a:t> around 0.05 </a:t>
            </a:r>
            <a:r>
              <a:rPr lang="en-US" dirty="0" err="1"/>
              <a:t>Hz.Whether</a:t>
            </a:r>
            <a:r>
              <a:rPr lang="en-US" dirty="0"/>
              <a:t> that is worth regenerating depends on what you want. It is not needed for the absorber, which is the augmentation target. It is relevant to the drift thread: an initialization with pure integrators where the truth has poles at 1.5 s and 1.0 s will not settle on a 12 s free run, whereas the truth decays to 4e-4 of its initial value. That is a real difference in exactly the long-horizon </a:t>
            </a:r>
            <a:r>
              <a:rPr lang="en-US" dirty="0" err="1"/>
              <a:t>behaviour</a:t>
            </a:r>
            <a:r>
              <a:rPr lang="en-US" dirty="0"/>
              <a:t> the project has been fighting.</a:t>
            </a:r>
            <a:endParaRPr lang="en-NL" dirty="0"/>
          </a:p>
        </p:txBody>
      </p:sp>
    </p:spTree>
    <p:extLst>
      <p:ext uri="{BB962C8B-B14F-4D97-AF65-F5344CB8AC3E}">
        <p14:creationId xmlns:p14="http://schemas.microsoft.com/office/powerpoint/2010/main" val="238927706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8F28D-C5C8-B217-EDF6-2DE1264FEAA2}"/>
              </a:ext>
            </a:extLst>
          </p:cNvPr>
          <p:cNvSpPr>
            <a:spLocks noGrp="1"/>
          </p:cNvSpPr>
          <p:nvPr>
            <p:ph type="title"/>
          </p:nvPr>
        </p:nvSpPr>
        <p:spPr/>
        <p:txBody>
          <a:bodyPr/>
          <a:lstStyle/>
          <a:p>
            <a:r>
              <a:rPr lang="en-US" dirty="0"/>
              <a:t>Need to discuss really slow dynamics for when we go into joint estimation.</a:t>
            </a:r>
            <a:endParaRPr lang="en-NL" dirty="0"/>
          </a:p>
        </p:txBody>
      </p:sp>
      <p:sp>
        <p:nvSpPr>
          <p:cNvPr id="3" name="Content Placeholder 2">
            <a:extLst>
              <a:ext uri="{FF2B5EF4-FFF2-40B4-BE49-F238E27FC236}">
                <a16:creationId xmlns:a16="http://schemas.microsoft.com/office/drawing/2014/main" id="{C94870CA-B8D5-1FEA-93C7-4A578B5C7A67}"/>
              </a:ext>
            </a:extLst>
          </p:cNvPr>
          <p:cNvSpPr>
            <a:spLocks noGrp="1"/>
          </p:cNvSpPr>
          <p:nvPr>
            <p:ph idx="1"/>
          </p:nvPr>
        </p:nvSpPr>
        <p:spPr/>
        <p:txBody>
          <a:bodyPr/>
          <a:lstStyle/>
          <a:p>
            <a:r>
              <a:rPr lang="en-US" dirty="0"/>
              <a:t>60 s is the minimum, 120 s is comfortable. That is a 5x to 10x simulation cost per record.</a:t>
            </a:r>
            <a:endParaRPr lang="en-NL" dirty="0"/>
          </a:p>
        </p:txBody>
      </p:sp>
      <p:pic>
        <p:nvPicPr>
          <p:cNvPr id="5" name="Picture 4">
            <a:extLst>
              <a:ext uri="{FF2B5EF4-FFF2-40B4-BE49-F238E27FC236}">
                <a16:creationId xmlns:a16="http://schemas.microsoft.com/office/drawing/2014/main" id="{D07D056F-F317-F300-75B9-7467015D368E}"/>
              </a:ext>
            </a:extLst>
          </p:cNvPr>
          <p:cNvPicPr>
            <a:picLocks noChangeAspect="1"/>
          </p:cNvPicPr>
          <p:nvPr/>
        </p:nvPicPr>
        <p:blipFill>
          <a:blip r:embed="rId2"/>
          <a:stretch>
            <a:fillRect/>
          </a:stretch>
        </p:blipFill>
        <p:spPr>
          <a:xfrm>
            <a:off x="8193325" y="1027906"/>
            <a:ext cx="8931414" cy="5273497"/>
          </a:xfrm>
          <a:prstGeom prst="rect">
            <a:avLst/>
          </a:prstGeom>
        </p:spPr>
      </p:pic>
    </p:spTree>
    <p:extLst>
      <p:ext uri="{BB962C8B-B14F-4D97-AF65-F5344CB8AC3E}">
        <p14:creationId xmlns:p14="http://schemas.microsoft.com/office/powerpoint/2010/main" val="23762855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1B130-ED90-A58C-7F56-33D0F1F1F73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3047DFF-8AD1-5EEE-4923-95EA15BEA159}"/>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916AFBF4-5787-4857-0620-99B2AA090433}"/>
              </a:ext>
            </a:extLst>
          </p:cNvPr>
          <p:cNvPicPr>
            <a:picLocks noChangeAspect="1"/>
          </p:cNvPicPr>
          <p:nvPr/>
        </p:nvPicPr>
        <p:blipFill>
          <a:blip r:embed="rId2"/>
          <a:stretch>
            <a:fillRect/>
          </a:stretch>
        </p:blipFill>
        <p:spPr>
          <a:xfrm>
            <a:off x="3649768" y="2152539"/>
            <a:ext cx="4892464" cy="2552921"/>
          </a:xfrm>
          <a:prstGeom prst="rect">
            <a:avLst/>
          </a:prstGeom>
        </p:spPr>
      </p:pic>
    </p:spTree>
    <p:extLst>
      <p:ext uri="{BB962C8B-B14F-4D97-AF65-F5344CB8AC3E}">
        <p14:creationId xmlns:p14="http://schemas.microsoft.com/office/powerpoint/2010/main" val="88441838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528AF-B696-E378-A17C-4DF16B258DFB}"/>
              </a:ext>
            </a:extLst>
          </p:cNvPr>
          <p:cNvSpPr>
            <a:spLocks noGrp="1"/>
          </p:cNvSpPr>
          <p:nvPr>
            <p:ph type="title"/>
          </p:nvPr>
        </p:nvSpPr>
        <p:spPr/>
        <p:txBody>
          <a:bodyPr>
            <a:normAutofit fontScale="90000"/>
          </a:bodyPr>
          <a:lstStyle/>
          <a:p>
            <a:r>
              <a:rPr lang="en-US" dirty="0"/>
              <a:t>Controller each segment start at 0 justification??</a:t>
            </a:r>
            <a:br>
              <a:rPr lang="en-US" dirty="0"/>
            </a:br>
            <a:r>
              <a:rPr lang="en-US" dirty="0"/>
              <a:t>But how does that work for the actual recorded</a:t>
            </a:r>
            <a:endParaRPr lang="en-NL" dirty="0"/>
          </a:p>
        </p:txBody>
      </p:sp>
      <p:sp>
        <p:nvSpPr>
          <p:cNvPr id="3" name="Content Placeholder 2">
            <a:extLst>
              <a:ext uri="{FF2B5EF4-FFF2-40B4-BE49-F238E27FC236}">
                <a16:creationId xmlns:a16="http://schemas.microsoft.com/office/drawing/2014/main" id="{0C8C1A88-0276-E5B6-E2CA-AA5FAAA0D519}"/>
              </a:ext>
            </a:extLst>
          </p:cNvPr>
          <p:cNvSpPr>
            <a:spLocks noGrp="1"/>
          </p:cNvSpPr>
          <p:nvPr>
            <p:ph idx="1"/>
          </p:nvPr>
        </p:nvSpPr>
        <p:spPr/>
        <p:txBody>
          <a:bodyPr/>
          <a:lstStyle/>
          <a:p>
            <a:r>
              <a:rPr lang="en-US" dirty="0"/>
              <a:t>And the xc-at-segment-boundary question comes back, but for a better reason than horizon: if segments exist to carry a defect term, you still have to say what the controller state does at a boundary. With the segment starting from a re-encoded state, xc = 0 is arguably the consistent choice, since the whole segment is being treated as a fresh short experiment. That is now a question with a leaning rather than a coin flip.</a:t>
            </a:r>
            <a:endParaRPr lang="en-NL" dirty="0"/>
          </a:p>
        </p:txBody>
      </p:sp>
    </p:spTree>
    <p:extLst>
      <p:ext uri="{BB962C8B-B14F-4D97-AF65-F5344CB8AC3E}">
        <p14:creationId xmlns:p14="http://schemas.microsoft.com/office/powerpoint/2010/main" val="250730479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98F73-DA94-58B5-6DA5-BE9F035E3C8D}"/>
              </a:ext>
            </a:extLst>
          </p:cNvPr>
          <p:cNvSpPr>
            <a:spLocks noGrp="1"/>
          </p:cNvSpPr>
          <p:nvPr>
            <p:ph type="title"/>
          </p:nvPr>
        </p:nvSpPr>
        <p:spPr/>
        <p:txBody>
          <a:bodyPr/>
          <a:lstStyle/>
          <a:p>
            <a:r>
              <a:rPr lang="en-US" dirty="0"/>
              <a:t>Separate encoder error from ANN</a:t>
            </a:r>
            <a:endParaRPr lang="en-NL" dirty="0"/>
          </a:p>
        </p:txBody>
      </p:sp>
      <p:sp>
        <p:nvSpPr>
          <p:cNvPr id="3" name="Content Placeholder 2">
            <a:extLst>
              <a:ext uri="{FF2B5EF4-FFF2-40B4-BE49-F238E27FC236}">
                <a16:creationId xmlns:a16="http://schemas.microsoft.com/office/drawing/2014/main" id="{4660EF6A-40DA-1C91-9DCB-1B04EC196F5B}"/>
              </a:ext>
            </a:extLst>
          </p:cNvPr>
          <p:cNvSpPr>
            <a:spLocks noGrp="1"/>
          </p:cNvSpPr>
          <p:nvPr>
            <p:ph idx="1"/>
          </p:nvPr>
        </p:nvSpPr>
        <p:spPr/>
        <p:txBody>
          <a:bodyPr/>
          <a:lstStyle/>
          <a:p>
            <a:r>
              <a:rPr lang="en-US" dirty="0"/>
              <a:t>So the two are complementary, not alternatives, and your instinct was right:</a:t>
            </a:r>
          </a:p>
          <a:p>
            <a:pPr lvl="1"/>
            <a:r>
              <a:rPr lang="en-US" dirty="0"/>
              <a:t>- burn-in fixes the dynamics criterion: stop grading the ANN on an </a:t>
            </a:r>
            <a:r>
              <a:rPr lang="en-US" dirty="0" err="1"/>
              <a:t>initialisation</a:t>
            </a:r>
            <a:r>
              <a:rPr lang="en-US" dirty="0"/>
              <a:t> error it cannot fix.</a:t>
            </a:r>
          </a:p>
          <a:p>
            <a:pPr lvl="1"/>
            <a:r>
              <a:rPr lang="en-US" dirty="0"/>
              <a:t>- the defect term fixes the encoder criterion: grade the encoder on agreeing with the dynamics.</a:t>
            </a:r>
            <a:endParaRPr lang="en-NL" dirty="0"/>
          </a:p>
        </p:txBody>
      </p:sp>
      <p:sp>
        <p:nvSpPr>
          <p:cNvPr id="5" name="TextBox 4">
            <a:extLst>
              <a:ext uri="{FF2B5EF4-FFF2-40B4-BE49-F238E27FC236}">
                <a16:creationId xmlns:a16="http://schemas.microsoft.com/office/drawing/2014/main" id="{B7637B45-B93E-1B66-621A-E35AC77684D2}"/>
              </a:ext>
            </a:extLst>
          </p:cNvPr>
          <p:cNvSpPr txBox="1"/>
          <p:nvPr/>
        </p:nvSpPr>
        <p:spPr>
          <a:xfrm>
            <a:off x="645242" y="4738549"/>
            <a:ext cx="6098458" cy="1754326"/>
          </a:xfrm>
          <a:prstGeom prst="rect">
            <a:avLst/>
          </a:prstGeom>
          <a:noFill/>
        </p:spPr>
        <p:txBody>
          <a:bodyPr wrap="square">
            <a:spAutoFit/>
          </a:bodyPr>
          <a:lstStyle/>
          <a:p>
            <a:r>
              <a:rPr lang="en-NL" dirty="0"/>
              <a:t>Why 100. Two independent routes landed on the same number:- the loop's own settling time, about 20 </a:t>
            </a:r>
            <a:r>
              <a:rPr lang="en-NL" dirty="0" err="1"/>
              <a:t>ms</a:t>
            </a:r>
            <a:r>
              <a:rPr lang="en-NL" dirty="0"/>
              <a:t> from a 100 Hz crossover with 33.8 degrees of phase margin,- the burn-in sweep, where discrimination rises to 3.31x at K = 100 and then flattens: K = 200 gives 3.41x, essentially nothing more.</a:t>
            </a:r>
          </a:p>
        </p:txBody>
      </p:sp>
      <p:sp>
        <p:nvSpPr>
          <p:cNvPr id="7" name="TextBox 6">
            <a:extLst>
              <a:ext uri="{FF2B5EF4-FFF2-40B4-BE49-F238E27FC236}">
                <a16:creationId xmlns:a16="http://schemas.microsoft.com/office/drawing/2014/main" id="{B1799AE1-2726-983A-17D7-1CEFB2F1BC72}"/>
              </a:ext>
            </a:extLst>
          </p:cNvPr>
          <p:cNvSpPr txBox="1"/>
          <p:nvPr/>
        </p:nvSpPr>
        <p:spPr>
          <a:xfrm>
            <a:off x="7812958" y="5154047"/>
            <a:ext cx="6098458" cy="923330"/>
          </a:xfrm>
          <a:prstGeom prst="rect">
            <a:avLst/>
          </a:prstGeom>
          <a:noFill/>
        </p:spPr>
        <p:txBody>
          <a:bodyPr wrap="square">
            <a:spAutoFit/>
          </a:bodyPr>
          <a:lstStyle/>
          <a:p>
            <a:r>
              <a:rPr lang="en-NL" dirty="0"/>
              <a:t>1. Does the encoder matter for the reported metric? Barely. 4.177e-07 from the encoder against 4.122e-07 from the true state, 1.3 %, because the loop suppresses x0 error over 12 s.</a:t>
            </a:r>
          </a:p>
        </p:txBody>
      </p:sp>
    </p:spTree>
    <p:extLst>
      <p:ext uri="{BB962C8B-B14F-4D97-AF65-F5344CB8AC3E}">
        <p14:creationId xmlns:p14="http://schemas.microsoft.com/office/powerpoint/2010/main" val="345465302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ED900-A414-524B-C00B-97A023ADCBC6}"/>
              </a:ext>
            </a:extLst>
          </p:cNvPr>
          <p:cNvSpPr>
            <a:spLocks noGrp="1"/>
          </p:cNvSpPr>
          <p:nvPr>
            <p:ph type="title"/>
          </p:nvPr>
        </p:nvSpPr>
        <p:spPr/>
        <p:txBody>
          <a:bodyPr/>
          <a:lstStyle/>
          <a:p>
            <a:r>
              <a:rPr lang="en-US" dirty="0"/>
              <a:t>Why we still want a good encoder even within closed-loop</a:t>
            </a:r>
            <a:endParaRPr lang="en-NL" dirty="0"/>
          </a:p>
        </p:txBody>
      </p:sp>
      <p:sp>
        <p:nvSpPr>
          <p:cNvPr id="3" name="Content Placeholder 2">
            <a:extLst>
              <a:ext uri="{FF2B5EF4-FFF2-40B4-BE49-F238E27FC236}">
                <a16:creationId xmlns:a16="http://schemas.microsoft.com/office/drawing/2014/main" id="{4760624C-85C0-6B66-F695-AD4DCD833177}"/>
              </a:ext>
            </a:extLst>
          </p:cNvPr>
          <p:cNvSpPr>
            <a:spLocks noGrp="1"/>
          </p:cNvSpPr>
          <p:nvPr>
            <p:ph idx="1"/>
          </p:nvPr>
        </p:nvSpPr>
        <p:spPr/>
        <p:txBody>
          <a:bodyPr/>
          <a:lstStyle/>
          <a:p>
            <a:endParaRPr lang="en-NL" dirty="0"/>
          </a:p>
        </p:txBody>
      </p:sp>
      <p:sp>
        <p:nvSpPr>
          <p:cNvPr id="5" name="TextBox 4">
            <a:extLst>
              <a:ext uri="{FF2B5EF4-FFF2-40B4-BE49-F238E27FC236}">
                <a16:creationId xmlns:a16="http://schemas.microsoft.com/office/drawing/2014/main" id="{B2B17E3A-1711-94DE-0C74-646721B59363}"/>
              </a:ext>
            </a:extLst>
          </p:cNvPr>
          <p:cNvSpPr txBox="1"/>
          <p:nvPr/>
        </p:nvSpPr>
        <p:spPr>
          <a:xfrm>
            <a:off x="3049229" y="2274838"/>
            <a:ext cx="6098458" cy="2308324"/>
          </a:xfrm>
          <a:prstGeom prst="rect">
            <a:avLst/>
          </a:prstGeom>
          <a:noFill/>
        </p:spPr>
        <p:txBody>
          <a:bodyPr wrap="square">
            <a:spAutoFit/>
          </a:bodyPr>
          <a:lstStyle/>
          <a:p>
            <a:r>
              <a:rPr lang="en-NL" dirty="0"/>
              <a:t>Which means the reason to train the encoder is not the score. It is that the deliverable is a state-space augmented model, and such a model needs a state estimator to be usable at all: for one-step prediction, for control design, and on real data where you cannot assume 12 s of loop suppression before the number is taken. An encoder frozen with </a:t>
            </a:r>
            <a:r>
              <a:rPr lang="en-NL" dirty="0" err="1"/>
              <a:t>Wa</a:t>
            </a:r>
            <a:r>
              <a:rPr lang="en-NL" dirty="0"/>
              <a:t> at zero would make the model score well and still be incomplete as an object.</a:t>
            </a:r>
          </a:p>
        </p:txBody>
      </p:sp>
      <p:sp>
        <p:nvSpPr>
          <p:cNvPr id="7" name="TextBox 6">
            <a:extLst>
              <a:ext uri="{FF2B5EF4-FFF2-40B4-BE49-F238E27FC236}">
                <a16:creationId xmlns:a16="http://schemas.microsoft.com/office/drawing/2014/main" id="{D18FB1AD-6E5A-98AA-A83F-C036D9209896}"/>
              </a:ext>
            </a:extLst>
          </p:cNvPr>
          <p:cNvSpPr txBox="1"/>
          <p:nvPr/>
        </p:nvSpPr>
        <p:spPr>
          <a:xfrm>
            <a:off x="7812958" y="5154047"/>
            <a:ext cx="6098458" cy="923330"/>
          </a:xfrm>
          <a:prstGeom prst="rect">
            <a:avLst/>
          </a:prstGeom>
          <a:noFill/>
        </p:spPr>
        <p:txBody>
          <a:bodyPr wrap="square">
            <a:spAutoFit/>
          </a:bodyPr>
          <a:lstStyle/>
          <a:p>
            <a:r>
              <a:rPr lang="en-NL" dirty="0"/>
              <a:t>1. Does the encoder matter for the reported metric? Barely. 4.177e-07 from the encoder against 4.122e-07 from the true state, 1.3 %, because the loop suppresses x0 error over 12 s.</a:t>
            </a:r>
          </a:p>
        </p:txBody>
      </p:sp>
    </p:spTree>
    <p:extLst>
      <p:ext uri="{BB962C8B-B14F-4D97-AF65-F5344CB8AC3E}">
        <p14:creationId xmlns:p14="http://schemas.microsoft.com/office/powerpoint/2010/main" val="162878160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D6CDA-CBA1-B3EC-76CE-60A42E98ED00}"/>
              </a:ext>
            </a:extLst>
          </p:cNvPr>
          <p:cNvSpPr>
            <a:spLocks noGrp="1"/>
          </p:cNvSpPr>
          <p:nvPr>
            <p:ph type="title"/>
          </p:nvPr>
        </p:nvSpPr>
        <p:spPr/>
        <p:txBody>
          <a:bodyPr/>
          <a:lstStyle/>
          <a:p>
            <a:r>
              <a:rPr lang="en-US" dirty="0"/>
              <a:t>Give Encoder it’s own learning rate</a:t>
            </a:r>
            <a:endParaRPr lang="en-NL" dirty="0"/>
          </a:p>
        </p:txBody>
      </p:sp>
      <p:sp>
        <p:nvSpPr>
          <p:cNvPr id="3" name="Content Placeholder 2">
            <a:extLst>
              <a:ext uri="{FF2B5EF4-FFF2-40B4-BE49-F238E27FC236}">
                <a16:creationId xmlns:a16="http://schemas.microsoft.com/office/drawing/2014/main" id="{AAC64684-4FE4-B004-1A2B-72609BD8FBA2}"/>
              </a:ext>
            </a:extLst>
          </p:cNvPr>
          <p:cNvSpPr>
            <a:spLocks noGrp="1"/>
          </p:cNvSpPr>
          <p:nvPr>
            <p:ph idx="1"/>
          </p:nvPr>
        </p:nvSpPr>
        <p:spPr/>
        <p:txBody>
          <a:bodyPr/>
          <a:lstStyle/>
          <a:p>
            <a:r>
              <a:rPr lang="en-US" dirty="0"/>
              <a:t>Separate gradient encoder and ANN??</a:t>
            </a:r>
            <a:endParaRPr lang="en-NL" dirty="0"/>
          </a:p>
        </p:txBody>
      </p:sp>
    </p:spTree>
    <p:extLst>
      <p:ext uri="{BB962C8B-B14F-4D97-AF65-F5344CB8AC3E}">
        <p14:creationId xmlns:p14="http://schemas.microsoft.com/office/powerpoint/2010/main" val="56383038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565AE-24E9-5528-C5B8-91B2CD0023FF}"/>
              </a:ext>
            </a:extLst>
          </p:cNvPr>
          <p:cNvSpPr>
            <a:spLocks noGrp="1"/>
          </p:cNvSpPr>
          <p:nvPr>
            <p:ph type="title"/>
          </p:nvPr>
        </p:nvSpPr>
        <p:spPr/>
        <p:txBody>
          <a:bodyPr/>
          <a:lstStyle/>
          <a:p>
            <a:r>
              <a:rPr lang="en-US" dirty="0"/>
              <a:t>ANN augmented states not learning</a:t>
            </a:r>
            <a:br>
              <a:rPr lang="en-US" dirty="0"/>
            </a:br>
            <a:r>
              <a:rPr lang="en-US" dirty="0"/>
              <a:t>What about encoder?</a:t>
            </a:r>
            <a:endParaRPr lang="en-NL" dirty="0"/>
          </a:p>
        </p:txBody>
      </p:sp>
      <p:sp>
        <p:nvSpPr>
          <p:cNvPr id="3" name="Content Placeholder 2">
            <a:extLst>
              <a:ext uri="{FF2B5EF4-FFF2-40B4-BE49-F238E27FC236}">
                <a16:creationId xmlns:a16="http://schemas.microsoft.com/office/drawing/2014/main" id="{4BBDF3A5-0DA8-3152-9935-900DE7FFFB71}"/>
              </a:ext>
            </a:extLst>
          </p:cNvPr>
          <p:cNvSpPr>
            <a:spLocks noGrp="1"/>
          </p:cNvSpPr>
          <p:nvPr>
            <p:ph idx="1"/>
          </p:nvPr>
        </p:nvSpPr>
        <p:spPr/>
        <p:txBody>
          <a:bodyPr/>
          <a:lstStyle/>
          <a:p>
            <a:r>
              <a:rPr lang="en-US" dirty="0"/>
              <a:t>Measured: rho(</a:t>
            </a:r>
            <a:r>
              <a:rPr lang="en-US" dirty="0" err="1"/>
              <a:t>A_aa</a:t>
            </a:r>
            <a:r>
              <a:rPr lang="en-US" dirty="0"/>
              <a:t>) = 0 at </a:t>
            </a:r>
            <a:r>
              <a:rPr lang="en-US" dirty="0" err="1"/>
              <a:t>init</a:t>
            </a:r>
            <a:r>
              <a:rPr lang="en-US" dirty="0"/>
              <a:t>, 2.9e-10 after training, against 0.976 for the model that works. The augmented states forget everything in 0.05 samples. They are states in name only, and gradient descent cannot build the dynamics because states that never reach the output receive no gradient. That is the 34.83x barrier, the orthogonal gradient, and the dL/</a:t>
            </a:r>
            <a:r>
              <a:rPr lang="en-US" dirty="0" err="1"/>
              <a:t>dW^a</a:t>
            </a:r>
            <a:r>
              <a:rPr lang="en-US" dirty="0"/>
              <a:t> = 0 all at once.</a:t>
            </a:r>
            <a:endParaRPr lang="en-NL" dirty="0"/>
          </a:p>
        </p:txBody>
      </p:sp>
    </p:spTree>
    <p:extLst>
      <p:ext uri="{BB962C8B-B14F-4D97-AF65-F5344CB8AC3E}">
        <p14:creationId xmlns:p14="http://schemas.microsoft.com/office/powerpoint/2010/main" val="245721236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DBC62-DF42-9143-B31E-E2B177732233}"/>
              </a:ext>
            </a:extLst>
          </p:cNvPr>
          <p:cNvSpPr>
            <a:spLocks noGrp="1"/>
          </p:cNvSpPr>
          <p:nvPr>
            <p:ph type="title"/>
          </p:nvPr>
        </p:nvSpPr>
        <p:spPr/>
        <p:txBody>
          <a:bodyPr/>
          <a:lstStyle/>
          <a:p>
            <a:r>
              <a:rPr lang="en-US" dirty="0"/>
              <a:t>Revert interconnect</a:t>
            </a:r>
            <a:endParaRPr lang="en-NL" dirty="0"/>
          </a:p>
        </p:txBody>
      </p:sp>
      <p:sp>
        <p:nvSpPr>
          <p:cNvPr id="3" name="Content Placeholder 2">
            <a:extLst>
              <a:ext uri="{FF2B5EF4-FFF2-40B4-BE49-F238E27FC236}">
                <a16:creationId xmlns:a16="http://schemas.microsoft.com/office/drawing/2014/main" id="{2FBE61E5-F0BB-872E-2CAF-73BCBD7A6008}"/>
              </a:ext>
            </a:extLst>
          </p:cNvPr>
          <p:cNvSpPr>
            <a:spLocks noGrp="1"/>
          </p:cNvSpPr>
          <p:nvPr>
            <p:ph idx="1"/>
          </p:nvPr>
        </p:nvSpPr>
        <p:spPr/>
        <p:txBody>
          <a:bodyPr/>
          <a:lstStyle/>
          <a:p>
            <a:r>
              <a:rPr lang="en-US" dirty="0"/>
              <a:t>The revert is one command and touches nothing else. interconnect.py was clean at session start; today's diff is 70 insertions, 1 deletion, all of it the two </a:t>
            </a:r>
            <a:r>
              <a:rPr lang="en-US" dirty="0" err="1"/>
              <a:t>terms:git</a:t>
            </a:r>
            <a:r>
              <a:rPr lang="en-US" dirty="0"/>
              <a:t> checkout -- model_augmentation/fit_systems/interconnect.py</a:t>
            </a:r>
            <a:endParaRPr lang="en-NL" dirty="0"/>
          </a:p>
        </p:txBody>
      </p:sp>
    </p:spTree>
    <p:extLst>
      <p:ext uri="{BB962C8B-B14F-4D97-AF65-F5344CB8AC3E}">
        <p14:creationId xmlns:p14="http://schemas.microsoft.com/office/powerpoint/2010/main" val="288144348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37F8E-6B8C-E29B-AD2E-2BBCAD873FB4}"/>
              </a:ext>
            </a:extLst>
          </p:cNvPr>
          <p:cNvSpPr>
            <a:spLocks noGrp="1"/>
          </p:cNvSpPr>
          <p:nvPr>
            <p:ph type="title"/>
          </p:nvPr>
        </p:nvSpPr>
        <p:spPr/>
        <p:txBody>
          <a:bodyPr/>
          <a:lstStyle/>
          <a:p>
            <a:r>
              <a:rPr lang="en-US" dirty="0"/>
              <a:t>Controller effort for training</a:t>
            </a:r>
            <a:endParaRPr lang="en-NL" dirty="0"/>
          </a:p>
        </p:txBody>
      </p:sp>
      <p:sp>
        <p:nvSpPr>
          <p:cNvPr id="3" name="Content Placeholder 2">
            <a:extLst>
              <a:ext uri="{FF2B5EF4-FFF2-40B4-BE49-F238E27FC236}">
                <a16:creationId xmlns:a16="http://schemas.microsoft.com/office/drawing/2014/main" id="{CBF726A5-40DB-DB40-1CA4-9BD7D26A3607}"/>
              </a:ext>
            </a:extLst>
          </p:cNvPr>
          <p:cNvSpPr>
            <a:spLocks noGrp="1"/>
          </p:cNvSpPr>
          <p:nvPr>
            <p:ph idx="1"/>
          </p:nvPr>
        </p:nvSpPr>
        <p:spPr/>
        <p:txBody>
          <a:bodyPr/>
          <a:lstStyle/>
          <a:p>
            <a:r>
              <a:rPr lang="en-US" dirty="0"/>
              <a:t>or reading the controller effort </a:t>
            </a:r>
            <a:r>
              <a:rPr lang="en-US" dirty="0" err="1"/>
              <a:t>u_fb</a:t>
            </a:r>
            <a:r>
              <a:rPr lang="en-US" dirty="0"/>
              <a:t>:  which is the loop's own estimate of the model mismatch and is not suppressed the way the error is</a:t>
            </a:r>
          </a:p>
          <a:p>
            <a:pPr lvl="1"/>
            <a:r>
              <a:rPr lang="en-US" dirty="0"/>
              <a:t>that second idea is in the residual-spectrum docstring and has never been used in training).</a:t>
            </a:r>
            <a:endParaRPr lang="en-NL" dirty="0"/>
          </a:p>
        </p:txBody>
      </p:sp>
      <p:sp>
        <p:nvSpPr>
          <p:cNvPr id="5" name="TextBox 4">
            <a:extLst>
              <a:ext uri="{FF2B5EF4-FFF2-40B4-BE49-F238E27FC236}">
                <a16:creationId xmlns:a16="http://schemas.microsoft.com/office/drawing/2014/main" id="{89478064-ACAF-A6BC-A44A-402D0F686C97}"/>
              </a:ext>
            </a:extLst>
          </p:cNvPr>
          <p:cNvSpPr txBox="1"/>
          <p:nvPr/>
        </p:nvSpPr>
        <p:spPr>
          <a:xfrm>
            <a:off x="5742070" y="4001294"/>
            <a:ext cx="6093994" cy="2585323"/>
          </a:xfrm>
          <a:prstGeom prst="rect">
            <a:avLst/>
          </a:prstGeom>
          <a:noFill/>
        </p:spPr>
        <p:txBody>
          <a:bodyPr wrap="square">
            <a:spAutoFit/>
          </a:bodyPr>
          <a:lstStyle/>
          <a:p>
            <a:r>
              <a:rPr lang="en-NL" dirty="0"/>
              <a:t>What it is mathematically. Since </a:t>
            </a:r>
            <a:r>
              <a:rPr lang="en-NL" dirty="0" err="1"/>
              <a:t>u_fb</a:t>
            </a:r>
            <a:r>
              <a:rPr lang="en-NL" dirty="0"/>
              <a:t> = C(z)·e, adding ||</a:t>
            </a:r>
            <a:r>
              <a:rPr lang="en-NL" dirty="0" err="1"/>
              <a:t>u_fb</a:t>
            </a:r>
            <a:r>
              <a:rPr lang="en-NL" dirty="0"/>
              <a:t>||^2 to the loss is exactly adding a frequency-weighted copy of the output error, weight |C(</a:t>
            </a:r>
            <a:r>
              <a:rPr lang="en-NL" dirty="0" err="1"/>
              <a:t>jw</a:t>
            </a:r>
            <a:r>
              <a:rPr lang="en-NL" dirty="0"/>
              <a:t>)|^2. That weighting does one specific thing: it undoes the loop's suppression. Below crossover the tracking error understates the true model error by the sensitivity (e = </a:t>
            </a:r>
            <a:r>
              <a:rPr lang="en-NL" dirty="0" err="1"/>
              <a:t>S·d</a:t>
            </a:r>
            <a:r>
              <a:rPr lang="en-NL" dirty="0"/>
              <a:t>), while the effort restores it (</a:t>
            </a:r>
            <a:r>
              <a:rPr lang="en-NL" dirty="0" err="1"/>
              <a:t>u_fb</a:t>
            </a:r>
            <a:r>
              <a:rPr lang="en-NL" dirty="0"/>
              <a:t> = </a:t>
            </a:r>
            <a:r>
              <a:rPr lang="en-NL" dirty="0" err="1"/>
              <a:t>C·S·d</a:t>
            </a:r>
            <a:r>
              <a:rPr lang="en-NL" dirty="0"/>
              <a:t>, and |CS| ≈ |P^{-1}| at low frequency, which is large). So the effort term makes the loss see low-frequency model error that the tracking error hides.</a:t>
            </a:r>
          </a:p>
        </p:txBody>
      </p:sp>
    </p:spTree>
    <p:extLst>
      <p:ext uri="{BB962C8B-B14F-4D97-AF65-F5344CB8AC3E}">
        <p14:creationId xmlns:p14="http://schemas.microsoft.com/office/powerpoint/2010/main" val="345078615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0AE66-94DB-6023-0889-B1B844A29AB7}"/>
              </a:ext>
            </a:extLst>
          </p:cNvPr>
          <p:cNvSpPr>
            <a:spLocks noGrp="1"/>
          </p:cNvSpPr>
          <p:nvPr>
            <p:ph type="title"/>
          </p:nvPr>
        </p:nvSpPr>
        <p:spPr/>
        <p:txBody>
          <a:bodyPr/>
          <a:lstStyle/>
          <a:p>
            <a:r>
              <a:rPr lang="en-US" dirty="0"/>
              <a:t>Implementation order</a:t>
            </a:r>
            <a:endParaRPr lang="en-NL" dirty="0"/>
          </a:p>
        </p:txBody>
      </p:sp>
      <p:sp>
        <p:nvSpPr>
          <p:cNvPr id="3" name="Content Placeholder 2">
            <a:extLst>
              <a:ext uri="{FF2B5EF4-FFF2-40B4-BE49-F238E27FC236}">
                <a16:creationId xmlns:a16="http://schemas.microsoft.com/office/drawing/2014/main" id="{BDBC4202-8BDA-BE5D-3331-4DCA38D78C0D}"/>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B106DF68-76ED-40E5-2F35-E8580FF6C6C9}"/>
              </a:ext>
            </a:extLst>
          </p:cNvPr>
          <p:cNvPicPr>
            <a:picLocks noChangeAspect="1"/>
          </p:cNvPicPr>
          <p:nvPr/>
        </p:nvPicPr>
        <p:blipFill>
          <a:blip r:embed="rId2"/>
          <a:stretch>
            <a:fillRect/>
          </a:stretch>
        </p:blipFill>
        <p:spPr>
          <a:xfrm>
            <a:off x="3061864" y="1976235"/>
            <a:ext cx="6068272" cy="2905530"/>
          </a:xfrm>
          <a:prstGeom prst="rect">
            <a:avLst/>
          </a:prstGeom>
        </p:spPr>
      </p:pic>
    </p:spTree>
    <p:extLst>
      <p:ext uri="{BB962C8B-B14F-4D97-AF65-F5344CB8AC3E}">
        <p14:creationId xmlns:p14="http://schemas.microsoft.com/office/powerpoint/2010/main" val="417817390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2FEA5-3F3F-EBB9-5ECD-07586E08EE6D}"/>
              </a:ext>
            </a:extLst>
          </p:cNvPr>
          <p:cNvSpPr>
            <a:spLocks noGrp="1"/>
          </p:cNvSpPr>
          <p:nvPr>
            <p:ph type="title"/>
          </p:nvPr>
        </p:nvSpPr>
        <p:spPr/>
        <p:txBody>
          <a:bodyPr>
            <a:normAutofit fontScale="90000"/>
          </a:bodyPr>
          <a:lstStyle/>
          <a:p>
            <a:r>
              <a:rPr lang="en-US" dirty="0"/>
              <a:t>Currently use observability for input output Jan’s method</a:t>
            </a:r>
            <a:br>
              <a:rPr lang="en-US" dirty="0"/>
            </a:br>
            <a:r>
              <a:rPr lang="en-US" dirty="0"/>
              <a:t>Don’t use r for closed-loop now</a:t>
            </a:r>
            <a:endParaRPr lang="en-NL" dirty="0"/>
          </a:p>
        </p:txBody>
      </p:sp>
      <p:sp>
        <p:nvSpPr>
          <p:cNvPr id="3" name="Content Placeholder 2">
            <a:extLst>
              <a:ext uri="{FF2B5EF4-FFF2-40B4-BE49-F238E27FC236}">
                <a16:creationId xmlns:a16="http://schemas.microsoft.com/office/drawing/2014/main" id="{09A6BAFE-3F2E-F2F7-7473-E4890DB07F8B}"/>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40E4ED0D-3376-A2D2-DC8C-123A832CE9AA}"/>
              </a:ext>
            </a:extLst>
          </p:cNvPr>
          <p:cNvSpPr txBox="1"/>
          <p:nvPr/>
        </p:nvSpPr>
        <p:spPr>
          <a:xfrm>
            <a:off x="3046997" y="2349613"/>
            <a:ext cx="6093994" cy="2146742"/>
          </a:xfrm>
          <a:prstGeom prst="rect">
            <a:avLst/>
          </a:prstGeom>
          <a:noFill/>
        </p:spPr>
        <p:txBody>
          <a:bodyPr wrap="square">
            <a:spAutoFit/>
          </a:bodyPr>
          <a:lstStyle/>
          <a:p>
            <a:pPr marL="0" marR="0" indent="0" algn="l">
              <a:buNone/>
            </a:pPr>
            <a:r>
              <a:rPr lang="en-NL" b="0" i="0" dirty="0">
                <a:solidFill>
                  <a:srgbClr val="CCCCCC"/>
                </a:solidFill>
                <a:effectLst/>
                <a:latin typeface="ui-sans-serif"/>
              </a:rPr>
              <a:t>What the theory actually says</a:t>
            </a:r>
          </a:p>
          <a:p>
            <a:pPr marL="0" marR="0" indent="0" algn="l">
              <a:buNone/>
            </a:pPr>
            <a:r>
              <a:rPr lang="en-NL" sz="1050" b="1" i="0" dirty="0">
                <a:solidFill>
                  <a:srgbClr val="CCCCCC"/>
                </a:solidFill>
                <a:effectLst/>
                <a:latin typeface="ui-sans-serif"/>
              </a:rPr>
              <a:t>The SUBNET encoder theory (Beintema, </a:t>
            </a:r>
            <a:r>
              <a:rPr lang="en-NL" sz="1050" b="1" i="0" dirty="0" err="1">
                <a:solidFill>
                  <a:srgbClr val="CCCCCC"/>
                </a:solidFill>
                <a:effectLst/>
                <a:latin typeface="ui-sans-serif"/>
              </a:rPr>
              <a:t>Automatica</a:t>
            </a:r>
            <a:r>
              <a:rPr lang="en-NL" sz="1050" b="1" i="0" dirty="0">
                <a:solidFill>
                  <a:srgbClr val="CCCCCC"/>
                </a:solidFill>
                <a:effectLst/>
                <a:latin typeface="ui-sans-serif"/>
              </a:rPr>
              <a:t> 2023)</a:t>
            </a:r>
            <a:r>
              <a:rPr lang="en-NL" sz="1050" b="0" i="0" dirty="0">
                <a:solidFill>
                  <a:srgbClr val="CCCCCC"/>
                </a:solidFill>
                <a:effectLst/>
                <a:latin typeface="ui-sans-serif"/>
              </a:rPr>
              <a:t>: Assumes open-loop data. The encoder approximates the </a:t>
            </a:r>
            <a:r>
              <a:rPr lang="en-NL" sz="1050" b="0" i="0" dirty="0" err="1">
                <a:solidFill>
                  <a:srgbClr val="CCCCCC"/>
                </a:solidFill>
                <a:effectLst/>
                <a:latin typeface="ui-sans-serif"/>
              </a:rPr>
              <a:t>reconstructability</a:t>
            </a:r>
            <a:r>
              <a:rPr lang="en-NL" sz="1050" b="0" i="0" dirty="0">
                <a:solidFill>
                  <a:srgbClr val="CCCCCC"/>
                </a:solidFill>
                <a:effectLst/>
                <a:latin typeface="ui-sans-serif"/>
              </a:rPr>
              <a:t> map </a:t>
            </a:r>
            <a:r>
              <a:rPr lang="en-NL" sz="1050" b="0" i="0" dirty="0">
                <a:solidFill>
                  <a:srgbClr val="D7BA7D"/>
                </a:solidFill>
                <a:effectLst/>
                <a:latin typeface="ui-monospace"/>
              </a:rPr>
              <a:t>ψ: (</a:t>
            </a:r>
            <a:r>
              <a:rPr lang="en-NL" sz="1050" b="0" i="0" dirty="0" err="1">
                <a:solidFill>
                  <a:srgbClr val="D7BA7D"/>
                </a:solidFill>
                <a:effectLst/>
                <a:latin typeface="ui-monospace"/>
              </a:rPr>
              <a:t>u_past</a:t>
            </a:r>
            <a:r>
              <a:rPr lang="en-NL" sz="1050" b="0" i="0" dirty="0">
                <a:solidFill>
                  <a:srgbClr val="D7BA7D"/>
                </a:solidFill>
                <a:effectLst/>
                <a:latin typeface="ui-monospace"/>
              </a:rPr>
              <a:t>, </a:t>
            </a:r>
            <a:r>
              <a:rPr lang="en-NL" sz="1050" b="0" i="0" dirty="0" err="1">
                <a:solidFill>
                  <a:srgbClr val="D7BA7D"/>
                </a:solidFill>
                <a:effectLst/>
                <a:latin typeface="ui-monospace"/>
              </a:rPr>
              <a:t>y_past</a:t>
            </a:r>
            <a:r>
              <a:rPr lang="en-NL" sz="1050" b="0" i="0" dirty="0">
                <a:solidFill>
                  <a:srgbClr val="D7BA7D"/>
                </a:solidFill>
                <a:effectLst/>
                <a:latin typeface="ui-monospace"/>
              </a:rPr>
              <a:t>) → x</a:t>
            </a:r>
            <a:r>
              <a:rPr lang="en-NL" sz="1050" b="0" i="0" dirty="0">
                <a:solidFill>
                  <a:srgbClr val="CCCCCC"/>
                </a:solidFill>
                <a:effectLst/>
                <a:latin typeface="ui-sans-serif"/>
              </a:rPr>
              <a:t>. Under observability, this map exists and </a:t>
            </a:r>
            <a:r>
              <a:rPr lang="en-NL" sz="1050" b="0" i="0" dirty="0">
                <a:solidFill>
                  <a:srgbClr val="D7BA7D"/>
                </a:solidFill>
                <a:effectLst/>
                <a:latin typeface="ui-monospace"/>
              </a:rPr>
              <a:t>(u, y)</a:t>
            </a:r>
            <a:r>
              <a:rPr lang="en-NL" sz="1050" b="0" i="0" dirty="0">
                <a:solidFill>
                  <a:srgbClr val="CCCCCC"/>
                </a:solidFill>
                <a:effectLst/>
                <a:latin typeface="ui-sans-serif"/>
              </a:rPr>
              <a:t> history uniquely determines the state. </a:t>
            </a:r>
            <a:r>
              <a:rPr lang="en-NL" sz="1050" b="1" i="0" dirty="0">
                <a:solidFill>
                  <a:srgbClr val="CCCCCC"/>
                </a:solidFill>
                <a:effectLst/>
                <a:latin typeface="ui-sans-serif"/>
              </a:rPr>
              <a:t>This holds in closed loop too</a:t>
            </a:r>
            <a:r>
              <a:rPr lang="en-NL" sz="1050" b="0" i="0" dirty="0">
                <a:solidFill>
                  <a:srgbClr val="CCCCCC"/>
                </a:solidFill>
                <a:effectLst/>
                <a:latin typeface="ui-sans-serif"/>
              </a:rPr>
              <a:t> — observability is a system property, not an input property. So theoretically, </a:t>
            </a:r>
            <a:r>
              <a:rPr lang="en-NL" sz="1050" b="0" i="0" dirty="0">
                <a:solidFill>
                  <a:srgbClr val="D7BA7D"/>
                </a:solidFill>
                <a:effectLst/>
                <a:latin typeface="ui-monospace"/>
              </a:rPr>
              <a:t>(u, y)</a:t>
            </a:r>
            <a:r>
              <a:rPr lang="en-NL" sz="1050" b="0" i="0" dirty="0">
                <a:solidFill>
                  <a:srgbClr val="CCCCCC"/>
                </a:solidFill>
                <a:effectLst/>
                <a:latin typeface="ui-sans-serif"/>
              </a:rPr>
              <a:t> alone is sufficient to reconstruct the state even in closed loop. Adding </a:t>
            </a:r>
            <a:r>
              <a:rPr lang="en-NL" sz="1050" b="0" i="0" dirty="0">
                <a:solidFill>
                  <a:srgbClr val="D7BA7D"/>
                </a:solidFill>
                <a:effectLst/>
                <a:latin typeface="ui-monospace"/>
              </a:rPr>
              <a:t>r</a:t>
            </a:r>
            <a:r>
              <a:rPr lang="en-NL" sz="1050" b="0" i="0" dirty="0">
                <a:solidFill>
                  <a:srgbClr val="CCCCCC"/>
                </a:solidFill>
                <a:effectLst/>
                <a:latin typeface="ui-sans-serif"/>
              </a:rPr>
              <a:t> is not required by observability.</a:t>
            </a:r>
          </a:p>
          <a:p>
            <a:pPr marL="0" marR="0" indent="0" algn="l">
              <a:buNone/>
            </a:pPr>
            <a:r>
              <a:rPr lang="en-NL" sz="1050" b="1" i="0" dirty="0">
                <a:solidFill>
                  <a:srgbClr val="CCCCCC"/>
                </a:solidFill>
                <a:effectLst/>
                <a:latin typeface="ui-sans-serif"/>
              </a:rPr>
              <a:t>The informativity theory (Colin 2020, from the sweep)</a:t>
            </a:r>
            <a:r>
              <a:rPr lang="en-NL" sz="1050" b="0" i="0" dirty="0">
                <a:solidFill>
                  <a:srgbClr val="CCCCCC"/>
                </a:solidFill>
                <a:effectLst/>
                <a:latin typeface="ui-sans-serif"/>
              </a:rPr>
              <a:t>: Shows that </a:t>
            </a:r>
            <a:r>
              <a:rPr lang="en-NL" sz="1050" b="0" i="0" dirty="0">
                <a:solidFill>
                  <a:srgbClr val="D7BA7D"/>
                </a:solidFill>
                <a:effectLst/>
                <a:latin typeface="ui-monospace"/>
              </a:rPr>
              <a:t>r</a:t>
            </a:r>
            <a:r>
              <a:rPr lang="en-NL" sz="1050" b="0" i="0" dirty="0">
                <a:solidFill>
                  <a:srgbClr val="CCCCCC"/>
                </a:solidFill>
                <a:effectLst/>
                <a:latin typeface="ui-sans-serif"/>
              </a:rPr>
              <a:t> provides a </a:t>
            </a:r>
            <a:r>
              <a:rPr lang="en-NL" sz="1050" b="1" i="0" dirty="0">
                <a:solidFill>
                  <a:srgbClr val="CCCCCC"/>
                </a:solidFill>
                <a:effectLst/>
                <a:latin typeface="ui-sans-serif"/>
              </a:rPr>
              <a:t>second discrimination channel</a:t>
            </a:r>
            <a:r>
              <a:rPr lang="en-NL" sz="1050" b="0" i="0" dirty="0">
                <a:solidFill>
                  <a:srgbClr val="CCCCCC"/>
                </a:solidFill>
                <a:effectLst/>
                <a:latin typeface="ui-sans-serif"/>
              </a:rPr>
              <a:t> for the </a:t>
            </a:r>
            <a:r>
              <a:rPr lang="en-NL" sz="1050" b="0" i="1" dirty="0">
                <a:solidFill>
                  <a:srgbClr val="CCCCCC"/>
                </a:solidFill>
                <a:effectLst/>
                <a:latin typeface="ui-sans-serif"/>
              </a:rPr>
              <a:t>identification objective</a:t>
            </a:r>
            <a:r>
              <a:rPr lang="en-NL" sz="1050" b="0" i="0" dirty="0">
                <a:solidFill>
                  <a:srgbClr val="CCCCCC"/>
                </a:solidFill>
                <a:effectLst/>
                <a:latin typeface="ui-sans-serif"/>
              </a:rPr>
              <a:t>, not for the encoder. The two channels are: (1) controller-kernel, and (2) reference-excited input. This is about whether the loss can distinguish correct from incorrect </a:t>
            </a:r>
            <a:r>
              <a:rPr lang="en-NL" sz="1050" b="0" i="1" dirty="0">
                <a:solidFill>
                  <a:srgbClr val="CCCCCC"/>
                </a:solidFill>
                <a:effectLst/>
                <a:latin typeface="ui-sans-serif"/>
              </a:rPr>
              <a:t>models</a:t>
            </a:r>
            <a:r>
              <a:rPr lang="en-NL" sz="1050" b="0" i="0" dirty="0">
                <a:solidFill>
                  <a:srgbClr val="CCCCCC"/>
                </a:solidFill>
                <a:effectLst/>
                <a:latin typeface="ui-sans-serif"/>
              </a:rPr>
              <a:t>, not about whether the encoder can reconstruct the state.</a:t>
            </a:r>
          </a:p>
          <a:p>
            <a:pPr marL="0" marR="0" indent="0" algn="l">
              <a:buNone/>
            </a:pPr>
            <a:r>
              <a:rPr lang="en-NL" sz="1050" b="1" i="0" dirty="0" err="1">
                <a:solidFill>
                  <a:srgbClr val="CCCCCC"/>
                </a:solidFill>
                <a:effectLst/>
                <a:latin typeface="ui-sans-serif"/>
              </a:rPr>
              <a:t>Kessels</a:t>
            </a:r>
            <a:r>
              <a:rPr lang="en-NL" sz="1050" b="1" i="0" dirty="0">
                <a:solidFill>
                  <a:srgbClr val="CCCCCC"/>
                </a:solidFill>
                <a:effectLst/>
                <a:latin typeface="ui-sans-serif"/>
              </a:rPr>
              <a:t> (thesis ch. 5)</a:t>
            </a:r>
            <a:r>
              <a:rPr lang="en-NL" sz="1050" b="0" i="0" dirty="0">
                <a:solidFill>
                  <a:srgbClr val="CCCCCC"/>
                </a:solidFill>
                <a:effectLst/>
                <a:latin typeface="ui-sans-serif"/>
              </a:rPr>
              <a:t>: Adds </a:t>
            </a:r>
            <a:r>
              <a:rPr lang="en-NL" sz="1050" b="0" i="0" dirty="0">
                <a:solidFill>
                  <a:srgbClr val="D7BA7D"/>
                </a:solidFill>
                <a:effectLst/>
                <a:latin typeface="ui-monospace"/>
              </a:rPr>
              <a:t>r</a:t>
            </a:r>
            <a:r>
              <a:rPr lang="en-NL" sz="1050" b="0" i="0" dirty="0">
                <a:solidFill>
                  <a:srgbClr val="CCCCCC"/>
                </a:solidFill>
                <a:effectLst/>
                <a:latin typeface="ui-sans-serif"/>
              </a:rPr>
              <a:t> and </a:t>
            </a:r>
            <a:r>
              <a:rPr lang="en-NL" sz="1050" b="0" i="0" dirty="0">
                <a:solidFill>
                  <a:srgbClr val="D7BA7D"/>
                </a:solidFill>
                <a:effectLst/>
                <a:latin typeface="ui-monospace"/>
              </a:rPr>
              <a:t>e</a:t>
            </a:r>
            <a:r>
              <a:rPr lang="en-NL" sz="1050" b="0" i="0" dirty="0">
                <a:solidFill>
                  <a:srgbClr val="CCCCCC"/>
                </a:solidFill>
                <a:effectLst/>
                <a:latin typeface="ui-sans-serif"/>
              </a:rPr>
              <a:t> as encoder inputs as a </a:t>
            </a:r>
            <a:r>
              <a:rPr lang="en-NL" sz="1050" b="1" i="0" dirty="0">
                <a:solidFill>
                  <a:srgbClr val="CCCCCC"/>
                </a:solidFill>
                <a:effectLst/>
                <a:latin typeface="ui-sans-serif"/>
              </a:rPr>
              <a:t>practical design choice</a:t>
            </a:r>
            <a:r>
              <a:rPr lang="en-NL" sz="1050" b="0" i="0" dirty="0">
                <a:solidFill>
                  <a:srgbClr val="CCCCCC"/>
                </a:solidFill>
                <a:effectLst/>
                <a:latin typeface="ui-sans-serif"/>
              </a:rPr>
              <a:t>. He doesn't derive it from encoder theory or prove it's necessary. No theorem, just engineering.</a:t>
            </a:r>
          </a:p>
        </p:txBody>
      </p:sp>
    </p:spTree>
    <p:extLst>
      <p:ext uri="{BB962C8B-B14F-4D97-AF65-F5344CB8AC3E}">
        <p14:creationId xmlns:p14="http://schemas.microsoft.com/office/powerpoint/2010/main" val="181237037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010DF-FFA8-8946-FC67-4DA98F1008FF}"/>
              </a:ext>
            </a:extLst>
          </p:cNvPr>
          <p:cNvSpPr>
            <a:spLocks noGrp="1"/>
          </p:cNvSpPr>
          <p:nvPr>
            <p:ph type="title"/>
          </p:nvPr>
        </p:nvSpPr>
        <p:spPr/>
        <p:txBody>
          <a:bodyPr/>
          <a:lstStyle/>
          <a:p>
            <a:r>
              <a:rPr lang="en-US" dirty="0"/>
              <a:t>Same controller only y reference?</a:t>
            </a:r>
            <a:endParaRPr lang="en-NL" dirty="0"/>
          </a:p>
        </p:txBody>
      </p:sp>
      <p:sp>
        <p:nvSpPr>
          <p:cNvPr id="3" name="Content Placeholder 2">
            <a:extLst>
              <a:ext uri="{FF2B5EF4-FFF2-40B4-BE49-F238E27FC236}">
                <a16:creationId xmlns:a16="http://schemas.microsoft.com/office/drawing/2014/main" id="{D9ACEAC9-7F4F-C9E6-99C2-5FCAA434E04B}"/>
              </a:ext>
            </a:extLst>
          </p:cNvPr>
          <p:cNvSpPr>
            <a:spLocks noGrp="1"/>
          </p:cNvSpPr>
          <p:nvPr>
            <p:ph idx="1"/>
          </p:nvPr>
        </p:nvSpPr>
        <p:spPr/>
        <p:txBody>
          <a:bodyPr/>
          <a:lstStyle/>
          <a:p>
            <a:r>
              <a:rPr lang="en-US" dirty="0" err="1"/>
              <a:t>closed_loop_rollout</a:t>
            </a:r>
            <a:r>
              <a:rPr lang="en-US" dirty="0"/>
              <a:t> computes </a:t>
            </a:r>
            <a:r>
              <a:rPr lang="en-US" dirty="0" err="1"/>
              <a:t>u_plant</a:t>
            </a:r>
            <a:r>
              <a:rPr lang="en-US" dirty="0"/>
              <a:t> = </a:t>
            </a:r>
            <a:r>
              <a:rPr lang="en-US" dirty="0" err="1"/>
              <a:t>u_data</a:t>
            </a:r>
            <a:r>
              <a:rPr lang="en-US" dirty="0"/>
              <a:t> + </a:t>
            </a:r>
            <a:r>
              <a:rPr lang="en-US" dirty="0" err="1"/>
              <a:t>C_fb</a:t>
            </a:r>
            <a:r>
              <a:rPr lang="en-US" dirty="0"/>
              <a:t>(</a:t>
            </a:r>
            <a:r>
              <a:rPr lang="en-US" dirty="0" err="1"/>
              <a:t>y_data</a:t>
            </a:r>
            <a:r>
              <a:rPr lang="en-US" dirty="0"/>
              <a:t> - </a:t>
            </a:r>
            <a:r>
              <a:rPr lang="en-US" dirty="0" err="1"/>
              <a:t>y_model</a:t>
            </a:r>
            <a:r>
              <a:rPr lang="en-US" dirty="0"/>
              <a:t>). </a:t>
            </a:r>
            <a:r>
              <a:rPr lang="en-US" dirty="0" err="1"/>
              <a:t>Sugie</a:t>
            </a:r>
            <a:r>
              <a:rPr lang="en-US" dirty="0"/>
              <a:t> and Maruta's Fig. 6 drives the model with u + K(y - ŷ). Same estimator. Their Section 3 derives it from dual Youla and shows the two are equivalent when K̂ = K, which is why they recommend it: you keep the plant itself, so you keep </a:t>
            </a:r>
            <a:r>
              <a:rPr lang="en-US" dirty="0" err="1"/>
              <a:t>theta_base</a:t>
            </a:r>
            <a:r>
              <a:rPr lang="en-US" dirty="0"/>
              <a:t>, integrator-type prior knowledge, and interpretability, and you never touch a coprime </a:t>
            </a:r>
            <a:r>
              <a:rPr lang="en-US" dirty="0" err="1"/>
              <a:t>factorisation</a:t>
            </a:r>
            <a:r>
              <a:rPr lang="en-US" dirty="0"/>
              <a:t>.</a:t>
            </a:r>
            <a:endParaRPr lang="en-NL" dirty="0"/>
          </a:p>
        </p:txBody>
      </p:sp>
    </p:spTree>
    <p:extLst>
      <p:ext uri="{BB962C8B-B14F-4D97-AF65-F5344CB8AC3E}">
        <p14:creationId xmlns:p14="http://schemas.microsoft.com/office/powerpoint/2010/main" val="18038912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D09A1-F67F-20D8-4699-A7740D52D5E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90E661D-A2FC-D93C-1A98-116D3195515F}"/>
              </a:ext>
            </a:extLst>
          </p:cNvPr>
          <p:cNvSpPr>
            <a:spLocks noGrp="1"/>
          </p:cNvSpPr>
          <p:nvPr>
            <p:ph idx="1"/>
          </p:nvPr>
        </p:nvSpPr>
        <p:spPr/>
        <p:txBody>
          <a:bodyPr/>
          <a:lstStyle/>
          <a:p>
            <a:r>
              <a:rPr lang="en-US" dirty="0"/>
              <a:t>1. Representation. Can the wiring even express a useful augmented mode? </a:t>
            </a:r>
            <a:r>
              <a:rPr lang="en-US" dirty="0" err="1"/>
              <a:t>Cd_norm</a:t>
            </a:r>
            <a:r>
              <a:rPr lang="en-US" dirty="0"/>
              <a:t> has zero columns on the augmented states (model.py:242-244), so </a:t>
            </a:r>
            <a:r>
              <a:rPr lang="en-US" dirty="0" err="1"/>
              <a:t>x_a</a:t>
            </a:r>
            <a:r>
              <a:rPr lang="en-US" dirty="0"/>
              <a:t> reaches y only through the ANN's correction on physical rows 0-5. Every improvement you have measured so far went through that same path as a static function of (x, u). Nobody has shown the dynamic route can carry anything at all.2. Recoverability. Given it is representable, can gradients find it from the residual?3. Estimation. Can the encoder </a:t>
            </a:r>
            <a:r>
              <a:rPr lang="en-US" dirty="0" err="1"/>
              <a:t>initialise</a:t>
            </a:r>
            <a:r>
              <a:rPr lang="en-US" dirty="0"/>
              <a:t> </a:t>
            </a:r>
            <a:r>
              <a:rPr lang="en-US" dirty="0" err="1"/>
              <a:t>x_a</a:t>
            </a:r>
            <a:r>
              <a:rPr lang="en-US" dirty="0"/>
              <a:t> well enough for a 400-step rollout (P4, P5, §4.3)?4. Optimization and objective. Does the loss actually reward keeping the mode (P3)?5. Capacity. Is one resonator too few (P6)?</a:t>
            </a:r>
            <a:endParaRPr lang="en-NL" dirty="0"/>
          </a:p>
        </p:txBody>
      </p:sp>
    </p:spTree>
    <p:extLst>
      <p:ext uri="{BB962C8B-B14F-4D97-AF65-F5344CB8AC3E}">
        <p14:creationId xmlns:p14="http://schemas.microsoft.com/office/powerpoint/2010/main" val="400006966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300AB-AB14-7DB8-0E3E-A3709A429CBE}"/>
              </a:ext>
            </a:extLst>
          </p:cNvPr>
          <p:cNvSpPr>
            <a:spLocks noGrp="1"/>
          </p:cNvSpPr>
          <p:nvPr>
            <p:ph type="title"/>
          </p:nvPr>
        </p:nvSpPr>
        <p:spPr/>
        <p:txBody>
          <a:bodyPr/>
          <a:lstStyle/>
          <a:p>
            <a:r>
              <a:rPr lang="en-US" dirty="0"/>
              <a:t>How does do the augmented states touch the loss and output?</a:t>
            </a:r>
            <a:endParaRPr lang="en-NL" dirty="0"/>
          </a:p>
        </p:txBody>
      </p:sp>
      <p:sp>
        <p:nvSpPr>
          <p:cNvPr id="3" name="Content Placeholder 2">
            <a:extLst>
              <a:ext uri="{FF2B5EF4-FFF2-40B4-BE49-F238E27FC236}">
                <a16:creationId xmlns:a16="http://schemas.microsoft.com/office/drawing/2014/main" id="{CC505265-66FB-5B40-66F8-FD43F7E6B248}"/>
              </a:ext>
            </a:extLst>
          </p:cNvPr>
          <p:cNvSpPr>
            <a:spLocks noGrp="1"/>
          </p:cNvSpPr>
          <p:nvPr>
            <p:ph idx="1"/>
          </p:nvPr>
        </p:nvSpPr>
        <p:spPr/>
        <p:txBody>
          <a:bodyPr/>
          <a:lstStyle/>
          <a:p>
            <a:r>
              <a:rPr lang="pl-PL" dirty="0"/>
              <a:t>x_a,k     = A_aa·x_a,{k-1} + gamma·( w_{k-1}[6:8] + B_a·z_{k-1} )</a:t>
            </a:r>
            <a:endParaRPr lang="en-NL" dirty="0"/>
          </a:p>
        </p:txBody>
      </p:sp>
      <p:pic>
        <p:nvPicPr>
          <p:cNvPr id="5" name="Picture 4">
            <a:extLst>
              <a:ext uri="{FF2B5EF4-FFF2-40B4-BE49-F238E27FC236}">
                <a16:creationId xmlns:a16="http://schemas.microsoft.com/office/drawing/2014/main" id="{4AA3ED38-FC83-7D1C-6E72-B0105B91E124}"/>
              </a:ext>
            </a:extLst>
          </p:cNvPr>
          <p:cNvPicPr>
            <a:picLocks noChangeAspect="1"/>
          </p:cNvPicPr>
          <p:nvPr/>
        </p:nvPicPr>
        <p:blipFill>
          <a:blip r:embed="rId2"/>
          <a:stretch>
            <a:fillRect/>
          </a:stretch>
        </p:blipFill>
        <p:spPr>
          <a:xfrm>
            <a:off x="8605845" y="2609625"/>
            <a:ext cx="9754445" cy="5296359"/>
          </a:xfrm>
          <a:prstGeom prst="rect">
            <a:avLst/>
          </a:prstGeom>
        </p:spPr>
      </p:pic>
      <p:pic>
        <p:nvPicPr>
          <p:cNvPr id="7" name="Picture 6">
            <a:extLst>
              <a:ext uri="{FF2B5EF4-FFF2-40B4-BE49-F238E27FC236}">
                <a16:creationId xmlns:a16="http://schemas.microsoft.com/office/drawing/2014/main" id="{F05FED4A-850E-217C-8910-3AF60560C255}"/>
              </a:ext>
            </a:extLst>
          </p:cNvPr>
          <p:cNvPicPr>
            <a:picLocks noChangeAspect="1"/>
          </p:cNvPicPr>
          <p:nvPr/>
        </p:nvPicPr>
        <p:blipFill>
          <a:blip r:embed="rId3"/>
          <a:stretch>
            <a:fillRect/>
          </a:stretch>
        </p:blipFill>
        <p:spPr>
          <a:xfrm>
            <a:off x="2863233" y="5752903"/>
            <a:ext cx="9701101" cy="4534293"/>
          </a:xfrm>
          <a:prstGeom prst="rect">
            <a:avLst/>
          </a:prstGeom>
        </p:spPr>
      </p:pic>
    </p:spTree>
    <p:extLst>
      <p:ext uri="{BB962C8B-B14F-4D97-AF65-F5344CB8AC3E}">
        <p14:creationId xmlns:p14="http://schemas.microsoft.com/office/powerpoint/2010/main" val="245603225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3D8B7-FA13-1CB3-0A4C-91CAA8ADD1A9}"/>
              </a:ext>
            </a:extLst>
          </p:cNvPr>
          <p:cNvSpPr>
            <a:spLocks noGrp="1"/>
          </p:cNvSpPr>
          <p:nvPr>
            <p:ph type="title"/>
          </p:nvPr>
        </p:nvSpPr>
        <p:spPr/>
        <p:txBody>
          <a:bodyPr>
            <a:normAutofit fontScale="90000"/>
          </a:bodyPr>
          <a:lstStyle/>
          <a:p>
            <a:r>
              <a:rPr lang="en-US" dirty="0"/>
              <a:t>BLA of the residual!!!</a:t>
            </a:r>
            <a:br>
              <a:rPr lang="en-US" dirty="0"/>
            </a:br>
            <a:r>
              <a:rPr lang="en-US" dirty="0"/>
              <a:t>If that works is much more defensible, than the current implementation!!</a:t>
            </a:r>
            <a:endParaRPr lang="en-NL" dirty="0"/>
          </a:p>
        </p:txBody>
      </p:sp>
      <p:sp>
        <p:nvSpPr>
          <p:cNvPr id="3" name="Content Placeholder 2">
            <a:extLst>
              <a:ext uri="{FF2B5EF4-FFF2-40B4-BE49-F238E27FC236}">
                <a16:creationId xmlns:a16="http://schemas.microsoft.com/office/drawing/2014/main" id="{FD1E3AF3-BC83-F1E0-3696-8CFCF3E9A875}"/>
              </a:ext>
            </a:extLst>
          </p:cNvPr>
          <p:cNvSpPr>
            <a:spLocks noGrp="1"/>
          </p:cNvSpPr>
          <p:nvPr>
            <p:ph idx="1"/>
          </p:nvPr>
        </p:nvSpPr>
        <p:spPr/>
        <p:txBody>
          <a:bodyPr/>
          <a:lstStyle/>
          <a:p>
            <a:r>
              <a:rPr lang="en-US" dirty="0"/>
              <a:t>BLA of the residual — estimate a linear model from u to r = y − </a:t>
            </a:r>
            <a:r>
              <a:rPr lang="en-US" dirty="0" err="1"/>
              <a:t>y_baseline</a:t>
            </a:r>
            <a:r>
              <a:rPr lang="en-US" dirty="0"/>
              <a:t>. Its poles are the missing dynamics, directly. This is Ljung's Model Error Model, and it is the same object our band recipe is groping at with a PSD and a peak-</a:t>
            </a:r>
            <a:r>
              <a:rPr lang="en-US" dirty="0" err="1"/>
              <a:t>picker.So</a:t>
            </a:r>
            <a:r>
              <a:rPr lang="en-US" dirty="0"/>
              <a:t>: BLA of the residual.</a:t>
            </a:r>
            <a:endParaRPr lang="en-NL" dirty="0"/>
          </a:p>
        </p:txBody>
      </p:sp>
      <p:sp>
        <p:nvSpPr>
          <p:cNvPr id="5" name="TextBox 4">
            <a:extLst>
              <a:ext uri="{FF2B5EF4-FFF2-40B4-BE49-F238E27FC236}">
                <a16:creationId xmlns:a16="http://schemas.microsoft.com/office/drawing/2014/main" id="{A6EC4DD9-F991-C87C-D7EA-0C9D69E6157A}"/>
              </a:ext>
            </a:extLst>
          </p:cNvPr>
          <p:cNvSpPr txBox="1"/>
          <p:nvPr/>
        </p:nvSpPr>
        <p:spPr>
          <a:xfrm>
            <a:off x="3048000" y="2557698"/>
            <a:ext cx="6096000" cy="1754326"/>
          </a:xfrm>
          <a:prstGeom prst="rect">
            <a:avLst/>
          </a:prstGeom>
          <a:noFill/>
        </p:spPr>
        <p:txBody>
          <a:bodyPr wrap="square">
            <a:spAutoFit/>
          </a:bodyPr>
          <a:lstStyle/>
          <a:p>
            <a:r>
              <a:rPr lang="en-NL" dirty="0"/>
              <a:t>One opportunity: the mode moves with Y (f(Y) = −12.0 Y + 156.4 Hz, R² 0.566 on the four validation records). A BLA per Y operating point is the standard LPV local approach, and it would put the augmented dynamics' Y-dependence on the same footing as the baseline's. That sits directly on the thesis contribution rather than beside it.</a:t>
            </a:r>
          </a:p>
        </p:txBody>
      </p:sp>
    </p:spTree>
    <p:extLst>
      <p:ext uri="{BB962C8B-B14F-4D97-AF65-F5344CB8AC3E}">
        <p14:creationId xmlns:p14="http://schemas.microsoft.com/office/powerpoint/2010/main" val="243307315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8931E-751F-3C05-C33D-74039E3506FA}"/>
              </a:ext>
            </a:extLst>
          </p:cNvPr>
          <p:cNvSpPr>
            <a:spLocks noGrp="1"/>
          </p:cNvSpPr>
          <p:nvPr>
            <p:ph type="title"/>
          </p:nvPr>
        </p:nvSpPr>
        <p:spPr/>
        <p:txBody>
          <a:bodyPr/>
          <a:lstStyle/>
          <a:p>
            <a:r>
              <a:rPr lang="en-US" dirty="0"/>
              <a:t>Random weights or use BLA… for augmented states</a:t>
            </a:r>
            <a:endParaRPr lang="en-NL" dirty="0"/>
          </a:p>
        </p:txBody>
      </p:sp>
      <p:sp>
        <p:nvSpPr>
          <p:cNvPr id="3" name="Content Placeholder 2">
            <a:extLst>
              <a:ext uri="{FF2B5EF4-FFF2-40B4-BE49-F238E27FC236}">
                <a16:creationId xmlns:a16="http://schemas.microsoft.com/office/drawing/2014/main" id="{9A930050-F69C-DE70-377D-BF97416BB7EB}"/>
              </a:ext>
            </a:extLst>
          </p:cNvPr>
          <p:cNvSpPr>
            <a:spLocks noGrp="1"/>
          </p:cNvSpPr>
          <p:nvPr>
            <p:ph idx="1"/>
          </p:nvPr>
        </p:nvSpPr>
        <p:spPr/>
        <p:txBody>
          <a:bodyPr/>
          <a:lstStyle/>
          <a:p>
            <a:r>
              <a:rPr lang="en-US" dirty="0"/>
              <a:t>In schoukens2020lfr and schoukens2021ssnn_init the known part is fitted to the data. Their BLA therefore already contains whatever linear dynamics the system has, including ones the </a:t>
            </a:r>
            <a:r>
              <a:rPr lang="en-US" dirty="0" err="1"/>
              <a:t>modeller</a:t>
            </a:r>
            <a:r>
              <a:rPr lang="en-US" dirty="0"/>
              <a:t> never anticipated. The added block only has to supply nonlinearity, and claim 4 is exactly the argument that random hidden weights suffice for that: they "generate a pool of nonlinearly transformed outputs which the estimator can pick from".</a:t>
            </a:r>
            <a:endParaRPr lang="en-NL" dirty="0"/>
          </a:p>
        </p:txBody>
      </p:sp>
    </p:spTree>
    <p:extLst>
      <p:ext uri="{BB962C8B-B14F-4D97-AF65-F5344CB8AC3E}">
        <p14:creationId xmlns:p14="http://schemas.microsoft.com/office/powerpoint/2010/main" val="82599651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638ED-5959-FC68-BEFA-54B581A54C18}"/>
              </a:ext>
            </a:extLst>
          </p:cNvPr>
          <p:cNvSpPr>
            <a:spLocks noGrp="1"/>
          </p:cNvSpPr>
          <p:nvPr>
            <p:ph type="title"/>
          </p:nvPr>
        </p:nvSpPr>
        <p:spPr/>
        <p:txBody>
          <a:bodyPr/>
          <a:lstStyle/>
          <a:p>
            <a:r>
              <a:rPr lang="en-US" dirty="0"/>
              <a:t>BLA </a:t>
            </a:r>
            <a:r>
              <a:rPr lang="en-US" dirty="0" err="1"/>
              <a:t>init</a:t>
            </a:r>
            <a:r>
              <a:rPr lang="en-US" dirty="0"/>
              <a:t> justification</a:t>
            </a:r>
            <a:endParaRPr lang="en-NL" dirty="0"/>
          </a:p>
        </p:txBody>
      </p:sp>
      <p:graphicFrame>
        <p:nvGraphicFramePr>
          <p:cNvPr id="4" name="Content Placeholder 3">
            <a:extLst>
              <a:ext uri="{FF2B5EF4-FFF2-40B4-BE49-F238E27FC236}">
                <a16:creationId xmlns:a16="http://schemas.microsoft.com/office/drawing/2014/main" id="{C285EE33-613E-D7B0-E77F-819A1EDED801}"/>
              </a:ext>
            </a:extLst>
          </p:cNvPr>
          <p:cNvGraphicFramePr>
            <a:graphicFrameLocks noGrp="1"/>
          </p:cNvGraphicFramePr>
          <p:nvPr>
            <p:ph idx="1"/>
          </p:nvPr>
        </p:nvGraphicFramePr>
        <p:xfrm>
          <a:off x="2416560" y="1268834"/>
          <a:ext cx="7358880" cy="5464920"/>
        </p:xfrm>
        <a:graphic>
          <a:graphicData uri="http://schemas.openxmlformats.org/drawingml/2006/table">
            <a:tbl>
              <a:tblPr/>
              <a:tblGrid>
                <a:gridCol w="2452960">
                  <a:extLst>
                    <a:ext uri="{9D8B030D-6E8A-4147-A177-3AD203B41FA5}">
                      <a16:colId xmlns:a16="http://schemas.microsoft.com/office/drawing/2014/main" val="2707569948"/>
                    </a:ext>
                  </a:extLst>
                </a:gridCol>
                <a:gridCol w="2452960">
                  <a:extLst>
                    <a:ext uri="{9D8B030D-6E8A-4147-A177-3AD203B41FA5}">
                      <a16:colId xmlns:a16="http://schemas.microsoft.com/office/drawing/2014/main" val="1921157008"/>
                    </a:ext>
                  </a:extLst>
                </a:gridCol>
                <a:gridCol w="2452960">
                  <a:extLst>
                    <a:ext uri="{9D8B030D-6E8A-4147-A177-3AD203B41FA5}">
                      <a16:colId xmlns:a16="http://schemas.microsoft.com/office/drawing/2014/main" val="484964050"/>
                    </a:ext>
                  </a:extLst>
                </a:gridCol>
              </a:tblGrid>
              <a:tr h="255961">
                <a:tc>
                  <a:txBody>
                    <a:bodyPr/>
                    <a:lstStyle/>
                    <a:p>
                      <a:pPr>
                        <a:buNone/>
                      </a:pPr>
                      <a:r>
                        <a:rPr lang="en-NL" sz="1300"/>
                        <a:t>Decision</a:t>
                      </a:r>
                    </a:p>
                  </a:txBody>
                  <a:tcPr marL="63990" marR="63990" marT="31995" marB="31995" anchor="ctr">
                    <a:lnL>
                      <a:noFill/>
                    </a:lnL>
                    <a:lnR>
                      <a:noFill/>
                    </a:lnR>
                    <a:lnT>
                      <a:noFill/>
                    </a:lnT>
                    <a:lnB>
                      <a:noFill/>
                    </a:lnB>
                    <a:noFill/>
                  </a:tcPr>
                </a:tc>
                <a:tc>
                  <a:txBody>
                    <a:bodyPr/>
                    <a:lstStyle/>
                    <a:p>
                      <a:pPr>
                        <a:buNone/>
                      </a:pPr>
                      <a:r>
                        <a:rPr lang="en-NL" sz="1300"/>
                        <a:t>Literature support</a:t>
                      </a:r>
                    </a:p>
                  </a:txBody>
                  <a:tcPr marL="63990" marR="63990" marT="31995" marB="31995" anchor="ctr">
                    <a:lnL>
                      <a:noFill/>
                    </a:lnL>
                    <a:lnR>
                      <a:noFill/>
                    </a:lnR>
                    <a:lnT>
                      <a:noFill/>
                    </a:lnT>
                    <a:lnB>
                      <a:noFill/>
                    </a:lnB>
                    <a:noFill/>
                  </a:tcPr>
                </a:tc>
                <a:tc>
                  <a:txBody>
                    <a:bodyPr/>
                    <a:lstStyle/>
                    <a:p>
                      <a:pPr>
                        <a:buNone/>
                      </a:pPr>
                      <a:r>
                        <a:rPr lang="en-NL" sz="1300"/>
                        <a:t>Limitation</a:t>
                      </a:r>
                    </a:p>
                  </a:txBody>
                  <a:tcPr marL="63990" marR="63990" marT="31995" marB="31995" anchor="ctr">
                    <a:lnL>
                      <a:noFill/>
                    </a:lnL>
                    <a:lnR>
                      <a:noFill/>
                    </a:lnR>
                    <a:lnT>
                      <a:noFill/>
                    </a:lnT>
                    <a:lnB>
                      <a:noFill/>
                    </a:lnB>
                    <a:noFill/>
                  </a:tcPr>
                </a:tc>
                <a:extLst>
                  <a:ext uri="{0D108BD9-81ED-4DB2-BD59-A6C34878D82A}">
                    <a16:rowId xmlns:a16="http://schemas.microsoft.com/office/drawing/2014/main" val="855082220"/>
                  </a:ext>
                </a:extLst>
              </a:tr>
              <a:tr h="639903">
                <a:tc>
                  <a:txBody>
                    <a:bodyPr/>
                    <a:lstStyle/>
                    <a:p>
                      <a:pPr>
                        <a:buNone/>
                      </a:pPr>
                      <a:r>
                        <a:rPr lang="en-NL" sz="1300"/>
                        <a:t>Estimate a closed-loop BLA through </a:t>
                      </a:r>
                      <a:r>
                        <a:rPr lang="en-NL" sz="1300">
                          <a:latin typeface="Courier New" panose="02070309020205020404" pitchFamily="49" charset="0"/>
                        </a:rPr>
                        <a:t>G_yr G_ur^-1</a:t>
                      </a:r>
                      <a:endParaRPr lang="en-NL" sz="1300"/>
                    </a:p>
                  </a:txBody>
                  <a:tcPr marL="63990" marR="63990" marT="31995" marB="31995" anchor="ctr">
                    <a:lnL>
                      <a:noFill/>
                    </a:lnL>
                    <a:lnR>
                      <a:noFill/>
                    </a:lnR>
                    <a:lnT>
                      <a:noFill/>
                    </a:lnT>
                    <a:lnB>
                      <a:noFill/>
                    </a:lnB>
                    <a:noFill/>
                  </a:tcPr>
                </a:tc>
                <a:tc>
                  <a:txBody>
                    <a:bodyPr/>
                    <a:lstStyle/>
                    <a:p>
                      <a:pPr>
                        <a:buNone/>
                      </a:pPr>
                      <a:r>
                        <a:rPr lang="en-NL" sz="1300"/>
                        <a:t>Pintelon, M. Schoukens and Lataire (2020), DOI </a:t>
                      </a:r>
                      <a:r>
                        <a:rPr lang="en-NL" sz="1300">
                          <a:latin typeface="Courier New" panose="02070309020205020404" pitchFamily="49" charset="0"/>
                        </a:rPr>
                        <a:t>10.1109/TIM.2020.2987476</a:t>
                      </a:r>
                      <a:endParaRPr lang="en-NL" sz="1300"/>
                    </a:p>
                  </a:txBody>
                  <a:tcPr marL="63990" marR="63990" marT="31995" marB="31995" anchor="ctr">
                    <a:lnL>
                      <a:noFill/>
                    </a:lnL>
                    <a:lnR>
                      <a:noFill/>
                    </a:lnR>
                    <a:lnT>
                      <a:noFill/>
                    </a:lnT>
                    <a:lnB>
                      <a:noFill/>
                    </a:lnB>
                    <a:noFill/>
                  </a:tcPr>
                </a:tc>
                <a:tc>
                  <a:txBody>
                    <a:bodyPr/>
                    <a:lstStyle/>
                    <a:p>
                      <a:pPr>
                        <a:buNone/>
                      </a:pPr>
                      <a:r>
                        <a:rPr lang="en-NL" sz="1300"/>
                        <a:t>Does not justify an incorrect baseline or arbitrary production excitation</a:t>
                      </a:r>
                    </a:p>
                  </a:txBody>
                  <a:tcPr marL="63990" marR="63990" marT="31995" marB="31995" anchor="ctr">
                    <a:lnL>
                      <a:noFill/>
                    </a:lnL>
                    <a:lnR>
                      <a:noFill/>
                    </a:lnR>
                    <a:lnT>
                      <a:noFill/>
                    </a:lnT>
                    <a:lnB>
                      <a:noFill/>
                    </a:lnB>
                    <a:noFill/>
                  </a:tcPr>
                </a:tc>
                <a:extLst>
                  <a:ext uri="{0D108BD9-81ED-4DB2-BD59-A6C34878D82A}">
                    <a16:rowId xmlns:a16="http://schemas.microsoft.com/office/drawing/2014/main" val="2044089871"/>
                  </a:ext>
                </a:extLst>
              </a:tr>
              <a:tr h="639903">
                <a:tc>
                  <a:txBody>
                    <a:bodyPr/>
                    <a:lstStyle/>
                    <a:p>
                      <a:pPr>
                        <a:buNone/>
                      </a:pPr>
                      <a:r>
                        <a:rPr lang="en-NL" sz="1300"/>
                        <a:t>Model finite-record transients during nonparametric BLA estimation</a:t>
                      </a:r>
                    </a:p>
                  </a:txBody>
                  <a:tcPr marL="63990" marR="63990" marT="31995" marB="31995" anchor="ctr">
                    <a:lnL>
                      <a:noFill/>
                    </a:lnL>
                    <a:lnR>
                      <a:noFill/>
                    </a:lnR>
                    <a:lnT>
                      <a:noFill/>
                    </a:lnT>
                    <a:lnB>
                      <a:noFill/>
                    </a:lnB>
                    <a:noFill/>
                  </a:tcPr>
                </a:tc>
                <a:tc>
                  <a:txBody>
                    <a:bodyPr/>
                    <a:lstStyle/>
                    <a:p>
                      <a:pPr>
                        <a:buNone/>
                      </a:pPr>
                      <a:r>
                        <a:rPr lang="en-NL" sz="1300"/>
                        <a:t>Relan et al. (2017), DOI </a:t>
                      </a:r>
                      <a:r>
                        <a:rPr lang="en-NL" sz="1300">
                          <a:latin typeface="Courier New" panose="02070309020205020404" pitchFamily="49" charset="0"/>
                        </a:rPr>
                        <a:t>10.1109/LCSYS.2017.2712364</a:t>
                      </a:r>
                      <a:endParaRPr lang="en-NL" sz="1300"/>
                    </a:p>
                  </a:txBody>
                  <a:tcPr marL="63990" marR="63990" marT="31995" marB="31995" anchor="ctr">
                    <a:lnL>
                      <a:noFill/>
                    </a:lnL>
                    <a:lnR>
                      <a:noFill/>
                    </a:lnR>
                    <a:lnT>
                      <a:noFill/>
                    </a:lnT>
                    <a:lnB>
                      <a:noFill/>
                    </a:lnB>
                    <a:noFill/>
                  </a:tcPr>
                </a:tc>
                <a:tc>
                  <a:txBody>
                    <a:bodyPr/>
                    <a:lstStyle/>
                    <a:p>
                      <a:pPr>
                        <a:buNone/>
                      </a:pPr>
                      <a:r>
                        <a:rPr lang="en-NL" sz="1300"/>
                        <a:t>Requires suitable excitation and frequency-line conditions</a:t>
                      </a:r>
                    </a:p>
                  </a:txBody>
                  <a:tcPr marL="63990" marR="63990" marT="31995" marB="31995" anchor="ctr">
                    <a:lnL>
                      <a:noFill/>
                    </a:lnL>
                    <a:lnR>
                      <a:noFill/>
                    </a:lnR>
                    <a:lnT>
                      <a:noFill/>
                    </a:lnT>
                    <a:lnB>
                      <a:noFill/>
                    </a:lnB>
                    <a:noFill/>
                  </a:tcPr>
                </a:tc>
                <a:extLst>
                  <a:ext uri="{0D108BD9-81ED-4DB2-BD59-A6C34878D82A}">
                    <a16:rowId xmlns:a16="http://schemas.microsoft.com/office/drawing/2014/main" val="2810600023"/>
                  </a:ext>
                </a:extLst>
              </a:tr>
              <a:tr h="639903">
                <a:tc>
                  <a:txBody>
                    <a:bodyPr/>
                    <a:lstStyle/>
                    <a:p>
                      <a:pPr>
                        <a:buNone/>
                      </a:pPr>
                      <a:r>
                        <a:rPr lang="en-NL" sz="1300"/>
                        <a:t>Use a linear approximation to initialize a nonlinear state-space model</a:t>
                      </a:r>
                    </a:p>
                  </a:txBody>
                  <a:tcPr marL="63990" marR="63990" marT="31995" marB="31995" anchor="ctr">
                    <a:lnL>
                      <a:noFill/>
                    </a:lnL>
                    <a:lnR>
                      <a:noFill/>
                    </a:lnR>
                    <a:lnT>
                      <a:noFill/>
                    </a:lnT>
                    <a:lnB>
                      <a:noFill/>
                    </a:lnB>
                    <a:noFill/>
                  </a:tcPr>
                </a:tc>
                <a:tc>
                  <a:txBody>
                    <a:bodyPr/>
                    <a:lstStyle/>
                    <a:p>
                      <a:pPr>
                        <a:buNone/>
                      </a:pPr>
                      <a:r>
                        <a:rPr lang="en-NL" sz="1300"/>
                        <a:t>Schoukens (2021), </a:t>
                      </a:r>
                      <a:r>
                        <a:rPr lang="en-NL" sz="1300" i="1"/>
                        <a:t>Improved Initialization of State-Space Artificial Neural Networks</a:t>
                      </a:r>
                      <a:endParaRPr lang="en-NL" sz="1300"/>
                    </a:p>
                  </a:txBody>
                  <a:tcPr marL="63990" marR="63990" marT="31995" marB="31995" anchor="ctr">
                    <a:lnL>
                      <a:noFill/>
                    </a:lnL>
                    <a:lnR>
                      <a:noFill/>
                    </a:lnR>
                    <a:lnT>
                      <a:noFill/>
                    </a:lnT>
                    <a:lnB>
                      <a:noFill/>
                    </a:lnB>
                    <a:noFill/>
                  </a:tcPr>
                </a:tc>
                <a:tc>
                  <a:txBody>
                    <a:bodyPr/>
                    <a:lstStyle/>
                    <a:p>
                      <a:pPr>
                        <a:buNone/>
                      </a:pPr>
                      <a:r>
                        <a:rPr lang="en-NL" sz="1300" dirty="0"/>
                        <a:t>Does not prescribe this particular added-state architecture or pole-selection procedure</a:t>
                      </a:r>
                    </a:p>
                  </a:txBody>
                  <a:tcPr marL="63990" marR="63990" marT="31995" marB="31995" anchor="ctr">
                    <a:lnL>
                      <a:noFill/>
                    </a:lnL>
                    <a:lnR>
                      <a:noFill/>
                    </a:lnR>
                    <a:lnT>
                      <a:noFill/>
                    </a:lnT>
                    <a:lnB>
                      <a:noFill/>
                    </a:lnB>
                    <a:noFill/>
                  </a:tcPr>
                </a:tc>
                <a:extLst>
                  <a:ext uri="{0D108BD9-81ED-4DB2-BD59-A6C34878D82A}">
                    <a16:rowId xmlns:a16="http://schemas.microsoft.com/office/drawing/2014/main" val="2611042157"/>
                  </a:ext>
                </a:extLst>
              </a:tr>
              <a:tr h="447932">
                <a:tc>
                  <a:txBody>
                    <a:bodyPr/>
                    <a:lstStyle/>
                    <a:p>
                      <a:pPr>
                        <a:buNone/>
                      </a:pPr>
                      <a:r>
                        <a:rPr lang="en-NL" sz="1300"/>
                        <a:t>Use residual learning alongside a physics model</a:t>
                      </a:r>
                    </a:p>
                  </a:txBody>
                  <a:tcPr marL="63990" marR="63990" marT="31995" marB="31995" anchor="ctr">
                    <a:lnL>
                      <a:noFill/>
                    </a:lnL>
                    <a:lnR>
                      <a:noFill/>
                    </a:lnR>
                    <a:lnT>
                      <a:noFill/>
                    </a:lnT>
                    <a:lnB>
                      <a:noFill/>
                    </a:lnB>
                    <a:noFill/>
                  </a:tcPr>
                </a:tc>
                <a:tc>
                  <a:txBody>
                    <a:bodyPr/>
                    <a:lstStyle/>
                    <a:p>
                      <a:pPr>
                        <a:buNone/>
                      </a:pPr>
                      <a:r>
                        <a:rPr lang="en-NL" sz="1300"/>
                        <a:t>Bolderman, Lazar and Butler (2022)</a:t>
                      </a:r>
                    </a:p>
                  </a:txBody>
                  <a:tcPr marL="63990" marR="63990" marT="31995" marB="31995" anchor="ctr">
                    <a:lnL>
                      <a:noFill/>
                    </a:lnL>
                    <a:lnR>
                      <a:noFill/>
                    </a:lnR>
                    <a:lnT>
                      <a:noFill/>
                    </a:lnT>
                    <a:lnB>
                      <a:noFill/>
                    </a:lnB>
                    <a:noFill/>
                  </a:tcPr>
                </a:tc>
                <a:tc>
                  <a:txBody>
                    <a:bodyPr/>
                    <a:lstStyle/>
                    <a:p>
                      <a:pPr>
                        <a:buNone/>
                      </a:pPr>
                      <a:r>
                        <a:rPr lang="en-NL" sz="1300"/>
                        <a:t>Their parallel correction is not this exact dynamic augmentation</a:t>
                      </a:r>
                    </a:p>
                  </a:txBody>
                  <a:tcPr marL="63990" marR="63990" marT="31995" marB="31995" anchor="ctr">
                    <a:lnL>
                      <a:noFill/>
                    </a:lnL>
                    <a:lnR>
                      <a:noFill/>
                    </a:lnR>
                    <a:lnT>
                      <a:noFill/>
                    </a:lnT>
                    <a:lnB>
                      <a:noFill/>
                    </a:lnB>
                    <a:noFill/>
                  </a:tcPr>
                </a:tc>
                <a:extLst>
                  <a:ext uri="{0D108BD9-81ED-4DB2-BD59-A6C34878D82A}">
                    <a16:rowId xmlns:a16="http://schemas.microsoft.com/office/drawing/2014/main" val="66570621"/>
                  </a:ext>
                </a:extLst>
              </a:tr>
              <a:tr h="639903">
                <a:tc>
                  <a:txBody>
                    <a:bodyPr/>
                    <a:lstStyle/>
                    <a:p>
                      <a:pPr>
                        <a:buNone/>
                      </a:pPr>
                      <a:r>
                        <a:rPr lang="en-NL" sz="1300"/>
                        <a:t>Use a state-dynamic parallel LFR augmentation</a:t>
                      </a:r>
                    </a:p>
                  </a:txBody>
                  <a:tcPr marL="63990" marR="63990" marT="31995" marB="31995" anchor="ctr">
                    <a:lnL>
                      <a:noFill/>
                    </a:lnL>
                    <a:lnR>
                      <a:noFill/>
                    </a:lnR>
                    <a:lnT>
                      <a:noFill/>
                    </a:lnT>
                    <a:lnB>
                      <a:noFill/>
                    </a:lnB>
                    <a:noFill/>
                  </a:tcPr>
                </a:tc>
                <a:tc>
                  <a:txBody>
                    <a:bodyPr/>
                    <a:lstStyle/>
                    <a:p>
                      <a:pPr>
                        <a:buNone/>
                      </a:pPr>
                      <a:r>
                        <a:rPr lang="en-NL" sz="1300"/>
                        <a:t>Hoekstra et al. augmentation framework</a:t>
                      </a:r>
                    </a:p>
                  </a:txBody>
                  <a:tcPr marL="63990" marR="63990" marT="31995" marB="31995" anchor="ctr">
                    <a:lnL>
                      <a:noFill/>
                    </a:lnL>
                    <a:lnR>
                      <a:noFill/>
                    </a:lnR>
                    <a:lnT>
                      <a:noFill/>
                    </a:lnT>
                    <a:lnB>
                      <a:noFill/>
                    </a:lnB>
                    <a:noFill/>
                  </a:tcPr>
                </a:tc>
                <a:tc>
                  <a:txBody>
                    <a:bodyPr/>
                    <a:lstStyle/>
                    <a:p>
                      <a:pPr>
                        <a:buNone/>
                      </a:pPr>
                      <a:r>
                        <a:rPr lang="en-NL" sz="1300"/>
                        <a:t>Does not specify BLA-derived poles or prove their physical interpretation</a:t>
                      </a:r>
                    </a:p>
                  </a:txBody>
                  <a:tcPr marL="63990" marR="63990" marT="31995" marB="31995" anchor="ctr">
                    <a:lnL>
                      <a:noFill/>
                    </a:lnL>
                    <a:lnR>
                      <a:noFill/>
                    </a:lnR>
                    <a:lnT>
                      <a:noFill/>
                    </a:lnT>
                    <a:lnB>
                      <a:noFill/>
                    </a:lnB>
                    <a:noFill/>
                  </a:tcPr>
                </a:tc>
                <a:extLst>
                  <a:ext uri="{0D108BD9-81ED-4DB2-BD59-A6C34878D82A}">
                    <a16:rowId xmlns:a16="http://schemas.microsoft.com/office/drawing/2014/main" val="3953676066"/>
                  </a:ext>
                </a:extLst>
              </a:tr>
              <a:tr h="447932">
                <a:tc>
                  <a:txBody>
                    <a:bodyPr/>
                    <a:lstStyle/>
                    <a:p>
                      <a:pPr>
                        <a:buNone/>
                      </a:pPr>
                      <a:r>
                        <a:rPr lang="en-NL" sz="1300"/>
                        <a:t>Refine linear and nonlinear components after initialization</a:t>
                      </a:r>
                    </a:p>
                  </a:txBody>
                  <a:tcPr marL="63990" marR="63990" marT="31995" marB="31995" anchor="ctr">
                    <a:lnL>
                      <a:noFill/>
                    </a:lnL>
                    <a:lnR>
                      <a:noFill/>
                    </a:lnR>
                    <a:lnT>
                      <a:noFill/>
                    </a:lnT>
                    <a:lnB>
                      <a:noFill/>
                    </a:lnB>
                    <a:noFill/>
                  </a:tcPr>
                </a:tc>
                <a:tc>
                  <a:txBody>
                    <a:bodyPr/>
                    <a:lstStyle/>
                    <a:p>
                      <a:pPr>
                        <a:buNone/>
                      </a:pPr>
                      <a:r>
                        <a:rPr lang="en-NL" sz="1300"/>
                        <a:t>Marconato et al. (2014)</a:t>
                      </a:r>
                    </a:p>
                  </a:txBody>
                  <a:tcPr marL="63990" marR="63990" marT="31995" marB="31995" anchor="ctr">
                    <a:lnL>
                      <a:noFill/>
                    </a:lnL>
                    <a:lnR>
                      <a:noFill/>
                    </a:lnR>
                    <a:lnT>
                      <a:noFill/>
                    </a:lnT>
                    <a:lnB>
                      <a:noFill/>
                    </a:lnB>
                    <a:noFill/>
                  </a:tcPr>
                </a:tc>
                <a:tc>
                  <a:txBody>
                    <a:bodyPr/>
                    <a:lstStyle/>
                    <a:p>
                      <a:pPr>
                        <a:buNone/>
                      </a:pPr>
                      <a:r>
                        <a:rPr lang="en-NL" sz="1300"/>
                        <a:t>Joint refinement can destroy physical-parameter identifiability</a:t>
                      </a:r>
                    </a:p>
                  </a:txBody>
                  <a:tcPr marL="63990" marR="63990" marT="31995" marB="31995" anchor="ctr">
                    <a:lnL>
                      <a:noFill/>
                    </a:lnL>
                    <a:lnR>
                      <a:noFill/>
                    </a:lnR>
                    <a:lnT>
                      <a:noFill/>
                    </a:lnT>
                    <a:lnB>
                      <a:noFill/>
                    </a:lnB>
                    <a:noFill/>
                  </a:tcPr>
                </a:tc>
                <a:extLst>
                  <a:ext uri="{0D108BD9-81ED-4DB2-BD59-A6C34878D82A}">
                    <a16:rowId xmlns:a16="http://schemas.microsoft.com/office/drawing/2014/main" val="1302825120"/>
                  </a:ext>
                </a:extLst>
              </a:tr>
              <a:tr h="639903">
                <a:tc>
                  <a:txBody>
                    <a:bodyPr/>
                    <a:lstStyle/>
                    <a:p>
                      <a:pPr>
                        <a:buNone/>
                      </a:pPr>
                      <a:r>
                        <a:rPr lang="en-NL" sz="1300" dirty="0"/>
                        <a:t>Stable eigenvalue parameterization and normalized recurrent input paths</a:t>
                      </a:r>
                    </a:p>
                  </a:txBody>
                  <a:tcPr marL="63990" marR="63990" marT="31995" marB="31995" anchor="ctr">
                    <a:lnL>
                      <a:noFill/>
                    </a:lnL>
                    <a:lnR>
                      <a:noFill/>
                    </a:lnR>
                    <a:lnT>
                      <a:noFill/>
                    </a:lnT>
                    <a:lnB>
                      <a:noFill/>
                    </a:lnB>
                    <a:noFill/>
                  </a:tcPr>
                </a:tc>
                <a:tc>
                  <a:txBody>
                    <a:bodyPr/>
                    <a:lstStyle/>
                    <a:p>
                      <a:pPr>
                        <a:buNone/>
                      </a:pPr>
                      <a:r>
                        <a:rPr lang="en-NL" sz="1300"/>
                        <a:t>Orvieto et al. (2023)</a:t>
                      </a:r>
                    </a:p>
                  </a:txBody>
                  <a:tcPr marL="63990" marR="63990" marT="31995" marB="31995" anchor="ctr">
                    <a:lnL>
                      <a:noFill/>
                    </a:lnL>
                    <a:lnR>
                      <a:noFill/>
                    </a:lnR>
                    <a:lnT>
                      <a:noFill/>
                    </a:lnT>
                    <a:lnB>
                      <a:noFill/>
                    </a:lnB>
                    <a:noFill/>
                  </a:tcPr>
                </a:tc>
                <a:tc>
                  <a:txBody>
                    <a:bodyPr/>
                    <a:lstStyle/>
                    <a:p>
                      <a:pPr>
                        <a:buNone/>
                      </a:pPr>
                      <a:r>
                        <a:rPr lang="en-NL" sz="1300" dirty="0"/>
                        <a:t>LRU initialization theory does not establish BLA pole selection</a:t>
                      </a:r>
                    </a:p>
                  </a:txBody>
                  <a:tcPr marL="63990" marR="63990" marT="31995" marB="31995" anchor="ctr">
                    <a:lnL>
                      <a:noFill/>
                    </a:lnL>
                    <a:lnR>
                      <a:noFill/>
                    </a:lnR>
                    <a:lnT>
                      <a:noFill/>
                    </a:lnT>
                    <a:lnB>
                      <a:noFill/>
                    </a:lnB>
                    <a:noFill/>
                  </a:tcPr>
                </a:tc>
                <a:extLst>
                  <a:ext uri="{0D108BD9-81ED-4DB2-BD59-A6C34878D82A}">
                    <a16:rowId xmlns:a16="http://schemas.microsoft.com/office/drawing/2014/main" val="3970680198"/>
                  </a:ext>
                </a:extLst>
              </a:tr>
            </a:tbl>
          </a:graphicData>
        </a:graphic>
      </p:graphicFrame>
      <p:sp>
        <p:nvSpPr>
          <p:cNvPr id="6" name="TextBox 5">
            <a:extLst>
              <a:ext uri="{FF2B5EF4-FFF2-40B4-BE49-F238E27FC236}">
                <a16:creationId xmlns:a16="http://schemas.microsoft.com/office/drawing/2014/main" id="{CB4EC5E6-80C5-494B-52D8-219B2AE76E6D}"/>
              </a:ext>
            </a:extLst>
          </p:cNvPr>
          <p:cNvSpPr txBox="1"/>
          <p:nvPr/>
        </p:nvSpPr>
        <p:spPr>
          <a:xfrm>
            <a:off x="10231694" y="3262630"/>
            <a:ext cx="6098458" cy="1477328"/>
          </a:xfrm>
          <a:prstGeom prst="rect">
            <a:avLst/>
          </a:prstGeom>
          <a:noFill/>
        </p:spPr>
        <p:txBody>
          <a:bodyPr wrap="square">
            <a:spAutoFit/>
          </a:bodyPr>
          <a:lstStyle/>
          <a:p>
            <a:pPr>
              <a:buNone/>
            </a:pPr>
            <a:r>
              <a:rPr lang="en-NL" dirty="0"/>
              <a:t>The sources justify individual steps. No source establishes the complete pipeline:</a:t>
            </a:r>
          </a:p>
          <a:p>
            <a:pPr>
              <a:buNone/>
            </a:pPr>
            <a:r>
              <a:rPr lang="en-NL" dirty="0"/>
              <a:t>incorrect physical baseline → residual BLA → selected modal pair → ANN augmentation → joint physical-parameter training.</a:t>
            </a:r>
          </a:p>
        </p:txBody>
      </p:sp>
    </p:spTree>
    <p:extLst>
      <p:ext uri="{BB962C8B-B14F-4D97-AF65-F5344CB8AC3E}">
        <p14:creationId xmlns:p14="http://schemas.microsoft.com/office/powerpoint/2010/main" val="10382165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7178B-224A-C60B-54F6-0E6CD3F9B73D}"/>
              </a:ext>
            </a:extLst>
          </p:cNvPr>
          <p:cNvSpPr>
            <a:spLocks noGrp="1"/>
          </p:cNvSpPr>
          <p:nvPr>
            <p:ph type="title"/>
          </p:nvPr>
        </p:nvSpPr>
        <p:spPr/>
        <p:txBody>
          <a:bodyPr/>
          <a:lstStyle/>
          <a:p>
            <a:r>
              <a:rPr lang="en-US" dirty="0" err="1"/>
              <a:t>sunday</a:t>
            </a:r>
            <a:endParaRPr lang="en-NL" dirty="0"/>
          </a:p>
        </p:txBody>
      </p:sp>
      <p:sp>
        <p:nvSpPr>
          <p:cNvPr id="3" name="Content Placeholder 2">
            <a:extLst>
              <a:ext uri="{FF2B5EF4-FFF2-40B4-BE49-F238E27FC236}">
                <a16:creationId xmlns:a16="http://schemas.microsoft.com/office/drawing/2014/main" id="{E89AC0BB-D92E-C5FB-9D12-E9737132AE77}"/>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41156989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FF2D5-3446-5BC9-A06E-B321587FE69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3FDCC78-3024-EBB5-A08F-16C9B4F35D5F}"/>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352820DA-D387-9E90-B895-F800E83D3963}"/>
              </a:ext>
            </a:extLst>
          </p:cNvPr>
          <p:cNvSpPr txBox="1"/>
          <p:nvPr/>
        </p:nvSpPr>
        <p:spPr>
          <a:xfrm>
            <a:off x="3049229" y="612845"/>
            <a:ext cx="6098458" cy="5632311"/>
          </a:xfrm>
          <a:prstGeom prst="rect">
            <a:avLst/>
          </a:prstGeom>
          <a:noFill/>
        </p:spPr>
        <p:txBody>
          <a:bodyPr wrap="square">
            <a:spAutoFit/>
          </a:bodyPr>
          <a:lstStyle/>
          <a:p>
            <a:pPr>
              <a:buNone/>
            </a:pPr>
            <a:r>
              <a:rPr lang="en-NL" dirty="0"/>
              <a:t>Yes, if “no initializer” means no BLA, no data-derived band, and no accurate pole placement. That is plausible but not yet demonstrated.</a:t>
            </a:r>
          </a:p>
          <a:p>
            <a:pPr>
              <a:buNone/>
            </a:pPr>
            <a:r>
              <a:rPr lang="en-NL" dirty="0"/>
              <a:t>The minimal defensible change is Jan’s framework plus:</a:t>
            </a:r>
          </a:p>
          <a:p>
            <a:pPr marL="342900" lvl="0" indent="-342900">
              <a:buFont typeface="Arial" panose="020B0604020202020204" pitchFamily="34" charset="0"/>
              <a:buChar char="•"/>
            </a:pPr>
            <a:r>
              <a:rPr lang="en-NL" dirty="0"/>
              <a:t>a live random input path \(</a:t>
            </a:r>
            <a:r>
              <a:rPr lang="en-NL" dirty="0" err="1"/>
              <a:t>B_u</a:t>
            </a:r>
            <a:r>
              <a:rPr lang="en-NL" dirty="0"/>
              <a:t>\), otherwise the augmented states remain dead;</a:t>
            </a:r>
          </a:p>
          <a:p>
            <a:pPr marL="342900" lvl="0" indent="-342900">
              <a:buFont typeface="Arial" panose="020B0604020202020204" pitchFamily="34" charset="0"/>
              <a:buChar char="•"/>
            </a:pPr>
            <a:r>
              <a:rPr lang="en-NL" dirty="0"/>
              <a:t>four distinct stable pole pairs drawn from Orvieto’s full-disk distribution, providing memory and span.</a:t>
            </a:r>
          </a:p>
          <a:p>
            <a:pPr>
              <a:buNone/>
            </a:pPr>
            <a:r>
              <a:rPr lang="en-NL" dirty="0"/>
              <a:t>Those are generic, published initializations, not data-informed initialization. Plain Jan with neither addition is not expected to reach e-7: its augmented states are identically dead, measured by the 1.0002x ablation.</a:t>
            </a:r>
          </a:p>
          <a:p>
            <a:pPr>
              <a:buNone/>
            </a:pPr>
            <a:r>
              <a:rPr lang="en-NL" dirty="0"/>
              <a:t>So my current verdict is:</a:t>
            </a:r>
          </a:p>
          <a:p>
            <a:pPr marL="342900" lvl="0" indent="-342900">
              <a:buFont typeface="Arial" panose="020B0604020202020204" pitchFamily="34" charset="0"/>
              <a:buChar char="•"/>
            </a:pPr>
            <a:r>
              <a:rPr lang="en-NL" dirty="0"/>
              <a:t>Plain Jan unchanged: no.</a:t>
            </a:r>
          </a:p>
          <a:p>
            <a:pPr marL="342900" lvl="0" indent="-342900">
              <a:buFont typeface="Arial" panose="020B0604020202020204" pitchFamily="34" charset="0"/>
              <a:buChar char="•"/>
            </a:pPr>
            <a:r>
              <a:rPr lang="en-NL" dirty="0"/>
              <a:t>Jan plus a generic citable LRU recurrence and excitation: probably yes.</a:t>
            </a:r>
          </a:p>
          <a:p>
            <a:pPr marL="342900" lvl="0" indent="-342900">
              <a:buFont typeface="Arial" panose="020B0604020202020204" pitchFamily="34" charset="0"/>
              <a:buChar char="•"/>
            </a:pPr>
            <a:r>
              <a:rPr lang="en-NL" dirty="0"/>
              <a:t>Proven already: only with the data-derived band, at \(3.795974\times10^{-7}\) and 5.21x ablation.</a:t>
            </a:r>
          </a:p>
          <a:p>
            <a:pPr marL="342900" lvl="0" indent="-342900">
              <a:buFont typeface="Arial" panose="020B0604020202020204" pitchFamily="34" charset="0"/>
              <a:buChar char="•"/>
            </a:pPr>
            <a:r>
              <a:rPr lang="en-NL" dirty="0"/>
              <a:t>Still requiring the server campaign: whether the generic full-disk draw reproduces that result.</a:t>
            </a:r>
          </a:p>
        </p:txBody>
      </p:sp>
    </p:spTree>
    <p:extLst>
      <p:ext uri="{BB962C8B-B14F-4D97-AF65-F5344CB8AC3E}">
        <p14:creationId xmlns:p14="http://schemas.microsoft.com/office/powerpoint/2010/main" val="63919649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A4C1B-A85B-2609-6E4E-D8168778FC2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5072836-3711-0761-AAB9-465B0DC815AA}"/>
              </a:ext>
            </a:extLst>
          </p:cNvPr>
          <p:cNvSpPr>
            <a:spLocks noGrp="1"/>
          </p:cNvSpPr>
          <p:nvPr>
            <p:ph idx="1"/>
          </p:nvPr>
        </p:nvSpPr>
        <p:spPr/>
        <p:txBody>
          <a:bodyPr>
            <a:normAutofit fontScale="55000" lnSpcReduction="20000"/>
          </a:bodyPr>
          <a:lstStyle/>
          <a:p>
            <a:r>
              <a:rPr lang="en-US" dirty="0"/>
              <a:t>but why in </a:t>
            </a:r>
            <a:r>
              <a:rPr lang="en-US" dirty="0" err="1"/>
              <a:t>jan</a:t>
            </a:r>
            <a:r>
              <a:rPr lang="en-US" dirty="0"/>
              <a:t> his examples in </a:t>
            </a:r>
            <a:r>
              <a:rPr lang="en-US" dirty="0" err="1"/>
              <a:t>msd</a:t>
            </a:r>
            <a:r>
              <a:rPr lang="en-US" dirty="0"/>
              <a:t> </a:t>
            </a:r>
            <a:r>
              <a:rPr lang="en-US" dirty="0" err="1"/>
              <a:t>ecc</a:t>
            </a:r>
            <a:r>
              <a:rPr lang="en-US" dirty="0"/>
              <a:t>, </a:t>
            </a:r>
            <a:r>
              <a:rPr lang="en-US" dirty="0" err="1"/>
              <a:t>bouc</a:t>
            </a:r>
            <a:r>
              <a:rPr lang="en-US" dirty="0"/>
              <a:t> wen, and another one.  Is this not </a:t>
            </a:r>
            <a:r>
              <a:rPr lang="en-US" dirty="0" err="1"/>
              <a:t>needed?Correct</a:t>
            </a:r>
            <a:r>
              <a:rPr lang="en-US" dirty="0"/>
              <a:t>, it isn't needed there, and that's the right thing to press on. Jan's ECC MSD has the same structure we call dead: msd_ndof_interconnect_dynamic.py:86 is </a:t>
            </a:r>
            <a:r>
              <a:rPr lang="en-US" dirty="0" err="1"/>
              <a:t>Static_ANN_Block</a:t>
            </a:r>
            <a:r>
              <a:rPr lang="en-US" dirty="0"/>
              <a:t>(net=</a:t>
            </a:r>
            <a:r>
              <a:rPr lang="en-US" dirty="0" err="1"/>
              <a:t>zero_init_feed_forward_nn</a:t>
            </a:r>
            <a:r>
              <a:rPr lang="en-US" dirty="0"/>
              <a:t>) with </a:t>
            </a:r>
            <a:r>
              <a:rPr lang="en-US" dirty="0" err="1"/>
              <a:t>nw</a:t>
            </a:r>
            <a:r>
              <a:rPr lang="en-US" dirty="0"/>
              <a:t> = </a:t>
            </a:r>
            <a:r>
              <a:rPr lang="en-US" dirty="0" err="1"/>
              <a:t>nxd</a:t>
            </a:r>
            <a:r>
              <a:rPr lang="en-US" dirty="0"/>
              <a:t> writing all rows, augmented states excited only by the encoder's </a:t>
            </a:r>
            <a:r>
              <a:rPr lang="en-US" dirty="0" err="1"/>
              <a:t>W^a</a:t>
            </a:r>
            <a:r>
              <a:rPr lang="en-US" dirty="0"/>
              <a:t> at each window start. No </a:t>
            </a:r>
            <a:r>
              <a:rPr lang="en-US" dirty="0" err="1"/>
              <a:t>B_u</a:t>
            </a:r>
            <a:r>
              <a:rPr lang="en-US" dirty="0"/>
              <a:t>, no pole draw. And it </a:t>
            </a:r>
            <a:r>
              <a:rPr lang="en-US" dirty="0" err="1"/>
              <a:t>works.So</a:t>
            </a:r>
            <a:r>
              <a:rPr lang="en-US" dirty="0"/>
              <a:t> the framework isn't the problem. What differs is the size and shape of what the augmentation has to find.1. Relative magnitude. Untrained pooled error here is 2.19e-06 m against Y motion of order 3e-2 m, so the augmentation is chasing about 7e-5 of the signal. In Bouc-Wen and cascaded tanks the unmodelled part is a percent-level or larger fraction of the output. A zero-</a:t>
            </a:r>
            <a:r>
              <a:rPr lang="en-US" dirty="0" err="1"/>
              <a:t>init</a:t>
            </a:r>
            <a:r>
              <a:rPr lang="en-US" dirty="0"/>
              <a:t> ANN gets a gradient proportional to what is missing, and here that gradient is four decades down.2. There is a large easy residual that soaks it up first. Arm 1 improved 36.89 % with an ablation of 1.02x, i.e. entirely through the static physical rows. Jan's benchmarks have no comparable free lunch, so their augmented states have to earn their keep from step one. Ours can be ignored and the loss still drops.3. Q. The target is a tuned absorber, </a:t>
            </a:r>
            <a:r>
              <a:rPr lang="en-US" dirty="0" err="1"/>
              <a:t>zeta_a</a:t>
            </a:r>
            <a:r>
              <a:rPr lang="en-US" dirty="0"/>
              <a:t> = 0.05 at 157.89 Hz, half-power width 16.7 Hz. Bouc-Wen hysteresis and tank saturation are broadband, low-order nonlinearities: reachable by gradient descent from zero. Building a r = 0.987 pole from zero is not, and C6 measures the objective pushing r the wrong way even when handed the correct pole.4. Horizon. In Jan's examples the encoder re-</a:t>
            </a:r>
            <a:r>
              <a:rPr lang="en-US" dirty="0" err="1"/>
              <a:t>initialises</a:t>
            </a:r>
            <a:r>
              <a:rPr lang="en-US" dirty="0"/>
              <a:t> </a:t>
            </a:r>
            <a:r>
              <a:rPr lang="en-US" dirty="0" err="1"/>
              <a:t>x_a</a:t>
            </a:r>
            <a:r>
              <a:rPr lang="en-US" dirty="0"/>
              <a:t>[0] every window, and </a:t>
            </a:r>
            <a:r>
              <a:rPr lang="en-US" dirty="0" err="1"/>
              <a:t>nf</a:t>
            </a:r>
            <a:r>
              <a:rPr lang="en-US" dirty="0"/>
              <a:t> = 200 is short enough that an initial condition is real excitation. Our acceptance metric is a 48000-sample free run where </a:t>
            </a:r>
            <a:r>
              <a:rPr lang="en-US" dirty="0" err="1"/>
              <a:t>x_a</a:t>
            </a:r>
            <a:r>
              <a:rPr lang="en-US" dirty="0"/>
              <a:t>[0] has long since decayed, so encoder excitation that suffices for his scoring surface does not survive </a:t>
            </a:r>
            <a:r>
              <a:rPr lang="en-US" dirty="0" err="1"/>
              <a:t>ours.Caveat</a:t>
            </a:r>
            <a:r>
              <a:rPr lang="en-US" dirty="0"/>
              <a:t> on what I've actually checked: (1) and (2) are numbers from this repo, (3) is from </a:t>
            </a:r>
            <a:r>
              <a:rPr lang="en-US" dirty="0" err="1"/>
              <a:t>gtd_config.m</a:t>
            </a:r>
            <a:r>
              <a:rPr lang="en-US" dirty="0"/>
              <a:t> plus C6, (4) is structural. I have not read the Bouc-Wen or cascaded-tanks scripts, so their residual fractions are my inference, not a </a:t>
            </a:r>
            <a:r>
              <a:rPr lang="en-US" dirty="0" err="1"/>
              <a:t>measurement.If</a:t>
            </a:r>
            <a:r>
              <a:rPr lang="en-US" dirty="0"/>
              <a:t> you want that inference turned into a fact, the cheap check is the unmodelled-fraction ratio for each benchmark. It's a few minutes and it would tell you whether "our problem is 4 decades harder" is real or an excuse.</a:t>
            </a:r>
            <a:endParaRPr lang="en-NL" dirty="0"/>
          </a:p>
        </p:txBody>
      </p:sp>
    </p:spTree>
    <p:extLst>
      <p:ext uri="{BB962C8B-B14F-4D97-AF65-F5344CB8AC3E}">
        <p14:creationId xmlns:p14="http://schemas.microsoft.com/office/powerpoint/2010/main" val="301200204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EA8A8-1695-9A4B-528A-F6080EBCAAF3}"/>
              </a:ext>
            </a:extLst>
          </p:cNvPr>
          <p:cNvSpPr>
            <a:spLocks noGrp="1"/>
          </p:cNvSpPr>
          <p:nvPr>
            <p:ph type="title"/>
          </p:nvPr>
        </p:nvSpPr>
        <p:spPr/>
        <p:txBody>
          <a:bodyPr/>
          <a:lstStyle/>
          <a:p>
            <a:r>
              <a:rPr lang="en-US" dirty="0"/>
              <a:t>Data order of magnitude</a:t>
            </a:r>
            <a:endParaRPr lang="en-NL" dirty="0"/>
          </a:p>
        </p:txBody>
      </p:sp>
      <p:pic>
        <p:nvPicPr>
          <p:cNvPr id="5" name="Content Placeholder 4">
            <a:extLst>
              <a:ext uri="{FF2B5EF4-FFF2-40B4-BE49-F238E27FC236}">
                <a16:creationId xmlns:a16="http://schemas.microsoft.com/office/drawing/2014/main" id="{ADB3F041-1A28-EB94-BCEA-964B478E298D}"/>
              </a:ext>
            </a:extLst>
          </p:cNvPr>
          <p:cNvPicPr>
            <a:picLocks noGrp="1" noChangeAspect="1"/>
          </p:cNvPicPr>
          <p:nvPr>
            <p:ph idx="1"/>
          </p:nvPr>
        </p:nvPicPr>
        <p:blipFill>
          <a:blip r:embed="rId2"/>
          <a:stretch>
            <a:fillRect/>
          </a:stretch>
        </p:blipFill>
        <p:spPr>
          <a:xfrm>
            <a:off x="3630716" y="2179956"/>
            <a:ext cx="4930567" cy="3642676"/>
          </a:xfrm>
          <a:prstGeom prst="rect">
            <a:avLst/>
          </a:prstGeom>
        </p:spPr>
      </p:pic>
    </p:spTree>
    <p:extLst>
      <p:ext uri="{BB962C8B-B14F-4D97-AF65-F5344CB8AC3E}">
        <p14:creationId xmlns:p14="http://schemas.microsoft.com/office/powerpoint/2010/main" val="191412119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21888-7A2A-306A-B040-E91B2787D1F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0E7A3DB-5819-254C-4CAD-AB0728B4FC28}"/>
              </a:ext>
            </a:extLst>
          </p:cNvPr>
          <p:cNvSpPr>
            <a:spLocks noGrp="1"/>
          </p:cNvSpPr>
          <p:nvPr>
            <p:ph idx="1"/>
          </p:nvPr>
        </p:nvSpPr>
        <p:spPr/>
        <p:txBody>
          <a:bodyPr/>
          <a:lstStyle/>
          <a:p>
            <a:r>
              <a:rPr lang="en-US" dirty="0"/>
              <a:t>Based on </a:t>
            </a:r>
            <a:r>
              <a:rPr lang="en-NL" dirty="0"/>
              <a:t>[tasks/overnight-2026-08-21-verdicts.md](C:/Users/20203253/OneDrive - TU Eindhoven/Graduation Project/Baseline FP model/Baseline-LPV-Augmentation/tasks/overnight-2026-08-21-verdicts.md)</a:t>
            </a:r>
            <a:endParaRPr lang="en-US" dirty="0"/>
          </a:p>
          <a:p>
            <a:r>
              <a:rPr lang="en-US" dirty="0"/>
              <a:t>We know what makes it work right? What the cause of this one training. The failures are also clearly documented.</a:t>
            </a:r>
            <a:br>
              <a:rPr lang="en-US" dirty="0"/>
            </a:br>
            <a:r>
              <a:rPr lang="en-US" dirty="0"/>
              <a:t>Is it due to lack of gradient? Can you explain in short to me what the actual problem is?</a:t>
            </a:r>
            <a:endParaRPr lang="en-NL" dirty="0"/>
          </a:p>
        </p:txBody>
      </p:sp>
    </p:spTree>
    <p:extLst>
      <p:ext uri="{BB962C8B-B14F-4D97-AF65-F5344CB8AC3E}">
        <p14:creationId xmlns:p14="http://schemas.microsoft.com/office/powerpoint/2010/main" val="155922093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F23F6-B91F-EE24-9325-53BD163C148C}"/>
              </a:ext>
            </a:extLst>
          </p:cNvPr>
          <p:cNvSpPr>
            <a:spLocks noGrp="1"/>
          </p:cNvSpPr>
          <p:nvPr>
            <p:ph type="title"/>
          </p:nvPr>
        </p:nvSpPr>
        <p:spPr/>
        <p:txBody>
          <a:bodyPr/>
          <a:lstStyle/>
          <a:p>
            <a:r>
              <a:rPr lang="en-US" dirty="0"/>
              <a:t>problem</a:t>
            </a:r>
            <a:endParaRPr lang="en-NL" dirty="0"/>
          </a:p>
        </p:txBody>
      </p:sp>
      <p:sp>
        <p:nvSpPr>
          <p:cNvPr id="3" name="Content Placeholder 2">
            <a:extLst>
              <a:ext uri="{FF2B5EF4-FFF2-40B4-BE49-F238E27FC236}">
                <a16:creationId xmlns:a16="http://schemas.microsoft.com/office/drawing/2014/main" id="{C9B31EB2-57A9-BEB0-C87E-C0854B9A1873}"/>
              </a:ext>
            </a:extLst>
          </p:cNvPr>
          <p:cNvSpPr>
            <a:spLocks noGrp="1"/>
          </p:cNvSpPr>
          <p:nvPr>
            <p:ph idx="1"/>
          </p:nvPr>
        </p:nvSpPr>
        <p:spPr/>
        <p:txBody>
          <a:bodyPr/>
          <a:lstStyle/>
          <a:p>
            <a:r>
              <a:rPr lang="en-US" dirty="0"/>
              <a:t>- Not representation. C2: planted physics reaches 4.176627e-07 with a 6.010x ablation on this data.- Not the encoder. C8: gap 0.997x against a 2.0x boundary.- Not the data. Arm 2 actually trained to 3.795974e-07 on it.- Not the metric. We just measured |So| = 1.81 at 157.89 Hz; the loop amplifies the band it needs to </a:t>
            </a:r>
            <a:r>
              <a:rPr lang="en-US" dirty="0" err="1"/>
              <a:t>learn.The</a:t>
            </a:r>
            <a:r>
              <a:rPr lang="en-US" dirty="0"/>
              <a:t> actual problem, in one </a:t>
            </a:r>
            <a:r>
              <a:rPr lang="en-US" dirty="0" err="1"/>
              <a:t>sentenceThe</a:t>
            </a:r>
            <a:r>
              <a:rPr lang="en-US" dirty="0"/>
              <a:t> augmented poles are frozen by the objective, so they must be placed rather than learned, and Jan's framework has no mechanism either to place them or to excite the states they live in.</a:t>
            </a:r>
            <a:endParaRPr lang="en-NL" dirty="0"/>
          </a:p>
        </p:txBody>
      </p:sp>
      <p:sp>
        <p:nvSpPr>
          <p:cNvPr id="5" name="TextBox 4">
            <a:extLst>
              <a:ext uri="{FF2B5EF4-FFF2-40B4-BE49-F238E27FC236}">
                <a16:creationId xmlns:a16="http://schemas.microsoft.com/office/drawing/2014/main" id="{E10C021F-BA14-0FAD-245E-6D4A1FB9EF80}"/>
              </a:ext>
            </a:extLst>
          </p:cNvPr>
          <p:cNvSpPr txBox="1"/>
          <p:nvPr/>
        </p:nvSpPr>
        <p:spPr>
          <a:xfrm>
            <a:off x="733732" y="5850235"/>
            <a:ext cx="6098458" cy="923330"/>
          </a:xfrm>
          <a:prstGeom prst="rect">
            <a:avLst/>
          </a:prstGeom>
          <a:noFill/>
        </p:spPr>
        <p:txBody>
          <a:bodyPr wrap="square">
            <a:spAutoFit/>
          </a:bodyPr>
          <a:lstStyle/>
          <a:p>
            <a:r>
              <a:rPr lang="en-NL" dirty="0"/>
              <a:t>- </a:t>
            </a:r>
            <a:r>
              <a:rPr lang="en-NL" dirty="0" err="1"/>
              <a:t>B_u</a:t>
            </a:r>
            <a:r>
              <a:rPr lang="en-NL" dirty="0"/>
              <a:t>: turns a zero-gradient saddle into a trainable path.- </a:t>
            </a:r>
            <a:r>
              <a:rPr lang="en-NL" dirty="0" err="1"/>
              <a:t>A_aa</a:t>
            </a:r>
            <a:r>
              <a:rPr lang="en-NL" dirty="0"/>
              <a:t> near the unit circle: gives </a:t>
            </a:r>
            <a:r>
              <a:rPr lang="en-NL" dirty="0" err="1"/>
              <a:t>x_a</a:t>
            </a:r>
            <a:r>
              <a:rPr lang="en-NL" dirty="0"/>
              <a:t> memory, so it is not a delayed copy of z.</a:t>
            </a:r>
          </a:p>
        </p:txBody>
      </p:sp>
    </p:spTree>
    <p:extLst>
      <p:ext uri="{BB962C8B-B14F-4D97-AF65-F5344CB8AC3E}">
        <p14:creationId xmlns:p14="http://schemas.microsoft.com/office/powerpoint/2010/main" val="427842490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D555E-D143-38F3-1A1F-A27C44BD1E1E}"/>
              </a:ext>
            </a:extLst>
          </p:cNvPr>
          <p:cNvSpPr>
            <a:spLocks noGrp="1"/>
          </p:cNvSpPr>
          <p:nvPr>
            <p:ph type="title"/>
          </p:nvPr>
        </p:nvSpPr>
        <p:spPr/>
        <p:txBody>
          <a:bodyPr/>
          <a:lstStyle/>
          <a:p>
            <a:r>
              <a:rPr lang="en-US" dirty="0"/>
              <a:t>PROBLEM with augmented states training!!!</a:t>
            </a:r>
            <a:endParaRPr lang="en-NL" dirty="0"/>
          </a:p>
        </p:txBody>
      </p:sp>
      <p:sp>
        <p:nvSpPr>
          <p:cNvPr id="3" name="Content Placeholder 2">
            <a:extLst>
              <a:ext uri="{FF2B5EF4-FFF2-40B4-BE49-F238E27FC236}">
                <a16:creationId xmlns:a16="http://schemas.microsoft.com/office/drawing/2014/main" id="{3CEC46B3-2BE9-BD62-CA0A-9863741D3A6B}"/>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4927F4D7-E0B4-DD4F-0940-BDADACC88C7E}"/>
              </a:ext>
            </a:extLst>
          </p:cNvPr>
          <p:cNvSpPr txBox="1"/>
          <p:nvPr/>
        </p:nvSpPr>
        <p:spPr>
          <a:xfrm>
            <a:off x="9730248" y="365125"/>
            <a:ext cx="6098458" cy="6740307"/>
          </a:xfrm>
          <a:prstGeom prst="rect">
            <a:avLst/>
          </a:prstGeom>
          <a:noFill/>
        </p:spPr>
        <p:txBody>
          <a:bodyPr wrap="square">
            <a:spAutoFit/>
          </a:bodyPr>
          <a:lstStyle/>
          <a:p>
            <a:r>
              <a:rPr lang="en-NL" dirty="0"/>
              <a:t>1. </a:t>
            </a:r>
            <a:r>
              <a:rPr lang="en-NL" dirty="0" err="1"/>
              <a:t>B_u</a:t>
            </a:r>
            <a:r>
              <a:rPr lang="en-NL" dirty="0"/>
              <a:t>, a live linear input path at </a:t>
            </a:r>
            <a:r>
              <a:rPr lang="en-NL" dirty="0" err="1"/>
              <a:t>init.Plain</a:t>
            </a:r>
            <a:r>
              <a:rPr lang="en-NL" dirty="0"/>
              <a:t> Jan writes </a:t>
            </a:r>
            <a:r>
              <a:rPr lang="en-NL" dirty="0" err="1"/>
              <a:t>x_a</a:t>
            </a:r>
            <a:r>
              <a:rPr lang="en-NL" dirty="0"/>
              <a:t> only through the ANN, whose output is zero at </a:t>
            </a:r>
            <a:r>
              <a:rPr lang="en-NL" dirty="0" err="1"/>
              <a:t>init</a:t>
            </a:r>
            <a:r>
              <a:rPr lang="en-NL" dirty="0"/>
              <a:t>, so </a:t>
            </a:r>
            <a:r>
              <a:rPr lang="en-NL" dirty="0" err="1"/>
              <a:t>x_a</a:t>
            </a:r>
            <a:r>
              <a:rPr lang="en-NL" dirty="0"/>
              <a:t> = 0 for every k. That is an exact saddle: the </a:t>
            </a:r>
            <a:r>
              <a:rPr lang="en-NL" dirty="0" err="1"/>
              <a:t>ANN's</a:t>
            </a:r>
            <a:r>
              <a:rPr lang="en-NL" dirty="0"/>
              <a:t> read weights on </a:t>
            </a:r>
            <a:r>
              <a:rPr lang="en-NL" dirty="0" err="1"/>
              <a:t>x_a</a:t>
            </a:r>
            <a:r>
              <a:rPr lang="en-NL" dirty="0"/>
              <a:t> see an all-zero input so their gradient is zero, and writing </a:t>
            </a:r>
            <a:r>
              <a:rPr lang="en-NL" dirty="0" err="1"/>
              <a:t>x_a</a:t>
            </a:r>
            <a:r>
              <a:rPr lang="en-NL" dirty="0"/>
              <a:t> changes nothing downstream because nothing reads it. Flat in both directions, so it never starts. Measured: 1.0002x, F = 0.0007.Gives: a nonzero gradient. Without it nothing else matters.2. </a:t>
            </a:r>
            <a:r>
              <a:rPr lang="en-NL" dirty="0" err="1"/>
              <a:t>A_aa</a:t>
            </a:r>
            <a:r>
              <a:rPr lang="en-NL" dirty="0"/>
              <a:t> with |lambda| near 1.With </a:t>
            </a:r>
            <a:r>
              <a:rPr lang="en-NL" dirty="0" err="1"/>
              <a:t>B_u</a:t>
            </a:r>
            <a:r>
              <a:rPr lang="en-NL" dirty="0"/>
              <a:t> but no recurrence, </a:t>
            </a:r>
            <a:r>
              <a:rPr lang="en-NL" dirty="0" err="1"/>
              <a:t>x_a</a:t>
            </a:r>
            <a:r>
              <a:rPr lang="en-NL" dirty="0"/>
              <a:t>[k+1] = </a:t>
            </a:r>
            <a:r>
              <a:rPr lang="en-NL" dirty="0" err="1"/>
              <a:t>B_u</a:t>
            </a:r>
            <a:r>
              <a:rPr lang="en-NL" dirty="0"/>
              <a:t> z[k] is a one-sample delayed combination of z = [x, u], which the ANN already reads at step k. You have duplicated what it has. The target rings for 19 </a:t>
            </a:r>
            <a:r>
              <a:rPr lang="en-NL" dirty="0" err="1"/>
              <a:t>ms</a:t>
            </a:r>
            <a:r>
              <a:rPr lang="en-NL" dirty="0"/>
              <a:t> at 157.9 Hz; only a pole near the unit circle holds </a:t>
            </a:r>
            <a:r>
              <a:rPr lang="en-NL" dirty="0" err="1"/>
              <a:t>that.Gives</a:t>
            </a:r>
            <a:r>
              <a:rPr lang="en-NL" dirty="0"/>
              <a:t>: memory, so </a:t>
            </a:r>
            <a:r>
              <a:rPr lang="en-NL" dirty="0" err="1"/>
              <a:t>x_a</a:t>
            </a:r>
            <a:r>
              <a:rPr lang="en-NL" dirty="0"/>
              <a:t> carries something new.3. Poles placed in the right band, and more than </a:t>
            </a:r>
            <a:r>
              <a:rPr lang="en-NL" dirty="0" err="1"/>
              <a:t>one.The</a:t>
            </a:r>
            <a:r>
              <a:rPr lang="en-NL" dirty="0"/>
              <a:t> objective freezes them: with the true mode planted, dL/d(</a:t>
            </a:r>
            <a:r>
              <a:rPr lang="en-NL" dirty="0" err="1"/>
              <a:t>nu_log</a:t>
            </a:r>
            <a:r>
              <a:rPr lang="en-NL" dirty="0"/>
              <a:t>) &lt; 0 on 7 of 8 batches, T3 proves no reweighting flips that sign, and measured pole motion is under 0.15 Hz over 520 updates. So whatever you install is what you keep, and the block is a fixed basis, not a resonator. One pole 3.35 Hz off the mode gives 1.02x (arm 1); four spanning 151.9-162.9 Hz give 5.21x, F = 0.88 (arm 2). A </a:t>
            </a:r>
            <a:r>
              <a:rPr lang="en-NL" dirty="0" err="1"/>
              <a:t>nx_aug</a:t>
            </a:r>
            <a:r>
              <a:rPr lang="en-NL" dirty="0"/>
              <a:t> = 2 control with more ANN parameters (828 vs 798) lands on arm 1, so this is basis directions, not network </a:t>
            </a:r>
            <a:r>
              <a:rPr lang="en-NL" dirty="0" err="1"/>
              <a:t>size.Gives</a:t>
            </a:r>
            <a:r>
              <a:rPr lang="en-NL" dirty="0"/>
              <a:t>: a basis the frozen block can actually represent the mode with.</a:t>
            </a:r>
          </a:p>
        </p:txBody>
      </p:sp>
      <p:sp>
        <p:nvSpPr>
          <p:cNvPr id="7" name="TextBox 6">
            <a:extLst>
              <a:ext uri="{FF2B5EF4-FFF2-40B4-BE49-F238E27FC236}">
                <a16:creationId xmlns:a16="http://schemas.microsoft.com/office/drawing/2014/main" id="{C5EB96CA-F03A-CB77-1FC8-AB7CE3C47633}"/>
              </a:ext>
            </a:extLst>
          </p:cNvPr>
          <p:cNvSpPr txBox="1"/>
          <p:nvPr/>
        </p:nvSpPr>
        <p:spPr>
          <a:xfrm>
            <a:off x="-5903041" y="2206645"/>
            <a:ext cx="7956754" cy="3970318"/>
          </a:xfrm>
          <a:prstGeom prst="rect">
            <a:avLst/>
          </a:prstGeom>
          <a:noFill/>
        </p:spPr>
        <p:txBody>
          <a:bodyPr wrap="square">
            <a:spAutoFit/>
          </a:bodyPr>
          <a:lstStyle/>
          <a:p>
            <a:r>
              <a:rPr lang="en-NL" dirty="0"/>
              <a:t>Steps 1 and 2 are not heuristic and they do extend. </a:t>
            </a:r>
            <a:r>
              <a:rPr lang="en-NL" dirty="0" err="1"/>
              <a:t>B_u</a:t>
            </a:r>
            <a:r>
              <a:rPr lang="en-NL" dirty="0"/>
              <a:t> live at </a:t>
            </a:r>
            <a:r>
              <a:rPr lang="en-NL" dirty="0" err="1"/>
              <a:t>init</a:t>
            </a:r>
            <a:r>
              <a:rPr lang="en-NL" dirty="0"/>
              <a:t> is Hoekstra p10 (matrices not pinned by baseline equality are U(-1,1)) plus </a:t>
            </a:r>
            <a:r>
              <a:rPr lang="en-NL" dirty="0" err="1"/>
              <a:t>Bachlechner's</a:t>
            </a:r>
            <a:r>
              <a:rPr lang="en-NL" dirty="0"/>
              <a:t> live-branch-behind-a-zero-gate. |lambda| near 1 is Orvieto §3.3 verbatim. Neither uses any knowledge of the plant, and both transfer to Telica unchanged. They are cited and setup-agnostic.  Step 3 is where you are right. Every non-identification option leaks knowledge or fails:  - band recipe: ad-hoc peak-picking on an artefact, unpublished, does not generalise.  - band-spread on [130,180]: we chose that band around fa = 150 Hz. Oracle, and it needs the band known in advance, which on an unknown setup it is not.  - full disk / Ring Init: genuinely literature (Orvieto), not heuristic, but measured to place nothing useful here. Citable and ineffective, which is its own kind of dead end.  So the only step-3 option that is both cited and transferable is identify the residual, place the poles where the identification says. That is the category you are pointing at and it is the right one.</a:t>
            </a:r>
          </a:p>
        </p:txBody>
      </p:sp>
      <p:sp>
        <p:nvSpPr>
          <p:cNvPr id="9" name="TextBox 8">
            <a:extLst>
              <a:ext uri="{FF2B5EF4-FFF2-40B4-BE49-F238E27FC236}">
                <a16:creationId xmlns:a16="http://schemas.microsoft.com/office/drawing/2014/main" id="{63A7E7C8-B572-0AB8-4DA6-0C78B55A0521}"/>
              </a:ext>
            </a:extLst>
          </p:cNvPr>
          <p:cNvSpPr txBox="1"/>
          <p:nvPr/>
        </p:nvSpPr>
        <p:spPr>
          <a:xfrm>
            <a:off x="-2584654" y="6176963"/>
            <a:ext cx="10935928" cy="1477328"/>
          </a:xfrm>
          <a:prstGeom prst="rect">
            <a:avLst/>
          </a:prstGeom>
          <a:noFill/>
        </p:spPr>
        <p:txBody>
          <a:bodyPr wrap="square">
            <a:spAutoFit/>
          </a:bodyPr>
          <a:lstStyle/>
          <a:p>
            <a:r>
              <a:rPr lang="en-NL" dirty="0"/>
              <a:t>schoukens2021_improved-init-state-space-ANN_ECC, Maarten Schoukens, sole author. Abstract, extracted:▎ "This paper introduces an improved initialization approach for nonlinear state-space models represented as a recurrent artificial neural network and emphasizes the importance of including an explicit linear term in the model structure. Some of the neural network weights are initialized starting from a linear approximation of the nonlinear system, while others are initialized using random values or zeros."</a:t>
            </a:r>
          </a:p>
        </p:txBody>
      </p:sp>
    </p:spTree>
    <p:extLst>
      <p:ext uri="{BB962C8B-B14F-4D97-AF65-F5344CB8AC3E}">
        <p14:creationId xmlns:p14="http://schemas.microsoft.com/office/powerpoint/2010/main" val="231825939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5A8AB-0BAC-F606-9737-98573A9AE2C0}"/>
              </a:ext>
            </a:extLst>
          </p:cNvPr>
          <p:cNvSpPr>
            <a:spLocks noGrp="1"/>
          </p:cNvSpPr>
          <p:nvPr>
            <p:ph type="title"/>
          </p:nvPr>
        </p:nvSpPr>
        <p:spPr/>
        <p:txBody>
          <a:bodyPr/>
          <a:lstStyle/>
          <a:p>
            <a:r>
              <a:rPr lang="en-US" dirty="0"/>
              <a:t>Superposition is applied to </a:t>
            </a:r>
            <a:r>
              <a:rPr lang="en-US" dirty="0" err="1"/>
              <a:t>Cfb</a:t>
            </a:r>
            <a:r>
              <a:rPr lang="en-US" dirty="0"/>
              <a:t> alone.</a:t>
            </a:r>
            <a:endParaRPr lang="en-NL" dirty="0"/>
          </a:p>
        </p:txBody>
      </p:sp>
      <p:sp>
        <p:nvSpPr>
          <p:cNvPr id="3" name="Content Placeholder 2">
            <a:extLst>
              <a:ext uri="{FF2B5EF4-FFF2-40B4-BE49-F238E27FC236}">
                <a16:creationId xmlns:a16="http://schemas.microsoft.com/office/drawing/2014/main" id="{AA82AA0B-3F2A-C02E-D54E-9A513F5AE541}"/>
              </a:ext>
            </a:extLst>
          </p:cNvPr>
          <p:cNvSpPr>
            <a:spLocks noGrp="1"/>
          </p:cNvSpPr>
          <p:nvPr>
            <p:ph idx="1"/>
          </p:nvPr>
        </p:nvSpPr>
        <p:spPr/>
        <p:txBody>
          <a:bodyPr/>
          <a:lstStyle/>
          <a:p>
            <a:r>
              <a:rPr lang="en-US" dirty="0"/>
              <a:t>▎ Let F be any causal operator: linear, nonlinear, LPV, a neural network, a lookup table. Let </a:t>
            </a:r>
            <a:r>
              <a:rPr lang="en-US" dirty="0" err="1"/>
              <a:t>Cfb</a:t>
            </a:r>
            <a:r>
              <a:rPr lang="en-US" dirty="0"/>
              <a:t> be linear. Then, for consistent controller states,▎ </a:t>
            </a:r>
            <a:r>
              <a:rPr lang="en-US" dirty="0" err="1"/>
              <a:t>Cfb</a:t>
            </a:r>
            <a:r>
              <a:rPr lang="en-US" dirty="0"/>
              <a:t>(r - </a:t>
            </a:r>
            <a:r>
              <a:rPr lang="en-US" dirty="0" err="1"/>
              <a:t>y_m</a:t>
            </a:r>
            <a:r>
              <a:rPr lang="en-US" dirty="0"/>
              <a:t>) = </a:t>
            </a:r>
            <a:r>
              <a:rPr lang="en-US" dirty="0" err="1"/>
              <a:t>Cfb</a:t>
            </a:r>
            <a:r>
              <a:rPr lang="en-US" dirty="0"/>
              <a:t>(r - </a:t>
            </a:r>
            <a:r>
              <a:rPr lang="en-US" dirty="0" err="1"/>
              <a:t>y_d</a:t>
            </a:r>
            <a:r>
              <a:rPr lang="en-US" dirty="0"/>
              <a:t>) + </a:t>
            </a:r>
            <a:r>
              <a:rPr lang="en-US" dirty="0" err="1"/>
              <a:t>Cfb</a:t>
            </a:r>
            <a:r>
              <a:rPr lang="en-US" dirty="0"/>
              <a:t>(</a:t>
            </a:r>
            <a:r>
              <a:rPr lang="en-US" dirty="0" err="1"/>
              <a:t>y_d</a:t>
            </a:r>
            <a:r>
              <a:rPr lang="en-US" dirty="0"/>
              <a:t> - </a:t>
            </a:r>
            <a:r>
              <a:rPr lang="en-US" dirty="0" err="1"/>
              <a:t>y_m</a:t>
            </a:r>
            <a:r>
              <a:rPr lang="en-US" dirty="0"/>
              <a:t>)▎ and therefore </a:t>
            </a:r>
            <a:r>
              <a:rPr lang="en-US" dirty="0" err="1"/>
              <a:t>u_m</a:t>
            </a:r>
            <a:r>
              <a:rPr lang="en-US" dirty="0"/>
              <a:t> = </a:t>
            </a:r>
            <a:r>
              <a:rPr lang="en-US" dirty="0" err="1"/>
              <a:t>u_d</a:t>
            </a:r>
            <a:r>
              <a:rPr lang="en-US" dirty="0"/>
              <a:t> + </a:t>
            </a:r>
            <a:r>
              <a:rPr lang="en-US" dirty="0" err="1"/>
              <a:t>Cfb</a:t>
            </a:r>
            <a:r>
              <a:rPr lang="en-US" dirty="0"/>
              <a:t>(</a:t>
            </a:r>
            <a:r>
              <a:rPr lang="en-US" dirty="0" err="1"/>
              <a:t>y_d</a:t>
            </a:r>
            <a:r>
              <a:rPr lang="en-US" dirty="0"/>
              <a:t> - </a:t>
            </a:r>
            <a:r>
              <a:rPr lang="en-US" dirty="0" err="1"/>
              <a:t>y_m</a:t>
            </a:r>
            <a:r>
              <a:rPr lang="en-US" dirty="0"/>
              <a:t>).</a:t>
            </a:r>
            <a:endParaRPr lang="en-NL" dirty="0"/>
          </a:p>
        </p:txBody>
      </p:sp>
      <p:sp>
        <p:nvSpPr>
          <p:cNvPr id="5" name="TextBox 4">
            <a:extLst>
              <a:ext uri="{FF2B5EF4-FFF2-40B4-BE49-F238E27FC236}">
                <a16:creationId xmlns:a16="http://schemas.microsoft.com/office/drawing/2014/main" id="{C93EB7E0-378C-637F-E006-D62CC3EE45E8}"/>
              </a:ext>
            </a:extLst>
          </p:cNvPr>
          <p:cNvSpPr txBox="1"/>
          <p:nvPr/>
        </p:nvSpPr>
        <p:spPr>
          <a:xfrm>
            <a:off x="2665771" y="4716630"/>
            <a:ext cx="6098458" cy="1200329"/>
          </a:xfrm>
          <a:prstGeom prst="rect">
            <a:avLst/>
          </a:prstGeom>
          <a:noFill/>
        </p:spPr>
        <p:txBody>
          <a:bodyPr wrap="square">
            <a:spAutoFit/>
          </a:bodyPr>
          <a:lstStyle/>
          <a:p>
            <a:r>
              <a:rPr lang="en-NL" dirty="0"/>
              <a:t>The objection is the conflation of "the loop is nonlinear" with "the operator I applied superposition to is nonlinear." The loop is indeed nonlinear. The controller is not, and the controller is the only thing being manipulated.</a:t>
            </a:r>
          </a:p>
        </p:txBody>
      </p:sp>
    </p:spTree>
    <p:extLst>
      <p:ext uri="{BB962C8B-B14F-4D97-AF65-F5344CB8AC3E}">
        <p14:creationId xmlns:p14="http://schemas.microsoft.com/office/powerpoint/2010/main" val="116069303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4AD84-7F4B-DB93-EE11-328849E4BFB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8A7580A-7458-CC2D-F030-8AC3EA6DD861}"/>
              </a:ext>
            </a:extLst>
          </p:cNvPr>
          <p:cNvSpPr>
            <a:spLocks noGrp="1"/>
          </p:cNvSpPr>
          <p:nvPr>
            <p:ph idx="1"/>
          </p:nvPr>
        </p:nvSpPr>
        <p:spPr/>
        <p:txBody>
          <a:bodyPr/>
          <a:lstStyle/>
          <a:p>
            <a:r>
              <a:rPr lang="en-US" dirty="0"/>
              <a:t>Direct least squares in closed loop is biased only when noise is correlated with the input through the loop. This is a noiseless simulation: r = y - </a:t>
            </a:r>
            <a:r>
              <a:rPr lang="en-US" dirty="0" err="1"/>
              <a:t>y_baseline</a:t>
            </a:r>
            <a:r>
              <a:rPr lang="en-US" dirty="0"/>
              <a:t> is deterministic model mismatch, not a noise </a:t>
            </a:r>
            <a:r>
              <a:rPr lang="en-US" dirty="0" err="1"/>
              <a:t>realisation</a:t>
            </a:r>
            <a:r>
              <a:rPr lang="en-US" dirty="0"/>
              <a:t>, so that mechanism is absent and the direct method is consistent. That is why the logged-u fit lands within 0.014 %, and it is measured rather than argued.</a:t>
            </a:r>
            <a:endParaRPr lang="en-NL" dirty="0"/>
          </a:p>
        </p:txBody>
      </p:sp>
    </p:spTree>
    <p:extLst>
      <p:ext uri="{BB962C8B-B14F-4D97-AF65-F5344CB8AC3E}">
        <p14:creationId xmlns:p14="http://schemas.microsoft.com/office/powerpoint/2010/main" val="75865332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D578E-43C3-88A5-F026-A855FFAB9D1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1992C06-44AC-97C4-7306-4357855A10A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49ABE65-60CA-859C-D40E-F1B25E9DF92B}"/>
              </a:ext>
            </a:extLst>
          </p:cNvPr>
          <p:cNvPicPr>
            <a:picLocks noChangeAspect="1"/>
          </p:cNvPicPr>
          <p:nvPr/>
        </p:nvPicPr>
        <p:blipFill>
          <a:blip r:embed="rId2"/>
          <a:stretch>
            <a:fillRect/>
          </a:stretch>
        </p:blipFill>
        <p:spPr>
          <a:xfrm>
            <a:off x="3840284" y="2202073"/>
            <a:ext cx="4511431" cy="2453853"/>
          </a:xfrm>
          <a:prstGeom prst="rect">
            <a:avLst/>
          </a:prstGeom>
        </p:spPr>
      </p:pic>
    </p:spTree>
    <p:extLst>
      <p:ext uri="{BB962C8B-B14F-4D97-AF65-F5344CB8AC3E}">
        <p14:creationId xmlns:p14="http://schemas.microsoft.com/office/powerpoint/2010/main" val="36966667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6709</TotalTime>
  <Words>7280</Words>
  <Application>Microsoft Office PowerPoint</Application>
  <PresentationFormat>Widescreen</PresentationFormat>
  <Paragraphs>262</Paragraphs>
  <Slides>114</Slides>
  <Notes>11</Notes>
  <HiddenSlides>37</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114</vt:i4>
      </vt:variant>
    </vt:vector>
  </HeadingPairs>
  <TitlesOfParts>
    <vt:vector size="123" baseType="lpstr">
      <vt:lpstr>Aptos</vt:lpstr>
      <vt:lpstr>Aptos Display</vt:lpstr>
      <vt:lpstr>Arial</vt:lpstr>
      <vt:lpstr>Consolas</vt:lpstr>
      <vt:lpstr>Courier New</vt:lpstr>
      <vt:lpstr>ui-monospace</vt:lpstr>
      <vt:lpstr>ui-sans-serif</vt:lpstr>
      <vt:lpstr>Wingdings</vt:lpstr>
      <vt:lpstr>Office Theme</vt:lpstr>
      <vt:lpstr>Meeting Outline</vt:lpstr>
      <vt:lpstr>Baseline model</vt:lpstr>
      <vt:lpstr>PowerPoint Presentation</vt:lpstr>
      <vt:lpstr>Augmentation Overview</vt:lpstr>
      <vt:lpstr>Training Trajectories</vt:lpstr>
      <vt:lpstr>PowerPoint Presentation</vt:lpstr>
      <vt:lpstr>PowerPoint Presentation</vt:lpstr>
      <vt:lpstr>PowerPoint Presentation</vt:lpstr>
      <vt:lpstr>PowerPoint Presentation</vt:lpstr>
      <vt:lpstr>PowerPoint Presentation</vt:lpstr>
      <vt:lpstr>PowerPoint Presentation</vt:lpstr>
      <vt:lpstr>Validation Trajectories</vt:lpstr>
      <vt:lpstr>PowerPoint Presentation</vt:lpstr>
      <vt:lpstr>PowerPoint Presentation</vt:lpstr>
      <vt:lpstr>Replay open-loop System data recorded in open-loop</vt:lpstr>
      <vt:lpstr>PowerPoint Presentation</vt:lpstr>
      <vt:lpstr>PowerPoint Presentation</vt:lpstr>
      <vt:lpstr>PowerPoint Presentation</vt:lpstr>
      <vt:lpstr>Add momentum of absorber</vt:lpstr>
      <vt:lpstr>seeding</vt:lpstr>
      <vt:lpstr>PowerPoint Presentation</vt:lpstr>
      <vt:lpstr>PowerPoint Presentation</vt:lpstr>
      <vt:lpstr>PowerPoint Presentation</vt:lpstr>
      <vt:lpstr>Baseline + ANN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Controller</vt:lpstr>
      <vt:lpstr>PowerPoint Presentation</vt:lpstr>
      <vt:lpstr>PowerPoint Presentation</vt:lpstr>
      <vt:lpstr>PowerPoint Presentation</vt:lpstr>
      <vt:lpstr>Question</vt:lpstr>
      <vt:lpstr>Write out controller</vt:lpstr>
      <vt:lpstr>PowerPoint Presentation</vt:lpstr>
      <vt:lpstr>Controller state init Bas Kessels</vt:lpstr>
      <vt:lpstr>Well posedness closed-loop</vt:lpstr>
      <vt:lpstr>Generated offset Error in</vt:lpstr>
      <vt:lpstr>Open-loop vs Closed-loop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Variant B controller? Kessels recommened variant A??</vt:lpstr>
      <vt:lpstr>PowerPoint Presentation</vt:lpstr>
      <vt:lpstr>Closed-loop controller Implementation</vt:lpstr>
      <vt:lpstr>Closing the loop in training</vt:lpstr>
      <vt:lpstr>Controller function in Matlab</vt:lpstr>
      <vt:lpstr>PowerPoint Presentation</vt:lpstr>
      <vt:lpstr>PowerPoint Presentation</vt:lpstr>
      <vt:lpstr>PowerPoint Presentation</vt:lpstr>
      <vt:lpstr>PowerPoint Presentation</vt:lpstr>
      <vt:lpstr>PowerPoint Presentation</vt:lpstr>
      <vt:lpstr>PowerPoint Presentation</vt:lpstr>
      <vt:lpstr>To do</vt:lpstr>
      <vt:lpstr>Answer to why we can do this substraction</vt:lpstr>
      <vt:lpstr>Windowed training Controller init states zero</vt:lpstr>
      <vt:lpstr>Orthogonality LPV</vt:lpstr>
      <vt:lpstr>PowerPoint Presentation</vt:lpstr>
      <vt:lpstr>PowerPoint Presentation</vt:lpstr>
      <vt:lpstr>PowerPoint Presentation</vt:lpstr>
      <vt:lpstr>Eps issue ANN training??</vt:lpstr>
      <vt:lpstr>PowerPoint Presentation</vt:lpstr>
      <vt:lpstr>Problematic encoder init for augmented states</vt:lpstr>
      <vt:lpstr>Change for random kaimin init to W^a = 0</vt:lpstr>
      <vt:lpstr>PowerPoint Presentation</vt:lpstr>
      <vt:lpstr>Potential fixes for training the ANN</vt:lpstr>
      <vt:lpstr>Orthogonality two/seperate learning rates?</vt:lpstr>
      <vt:lpstr>Encoder touchup??</vt:lpstr>
      <vt:lpstr>How to state numbers in thesis</vt:lpstr>
      <vt:lpstr>Controller limits downsampling to 1khz </vt:lpstr>
      <vt:lpstr>Potential issue on real data</vt:lpstr>
      <vt:lpstr>Windowed RMS</vt:lpstr>
      <vt:lpstr>Multiple shooting instead of increasing window length??</vt:lpstr>
      <vt:lpstr>Fixed startup transient?</vt:lpstr>
      <vt:lpstr>PowerPoint Presentation</vt:lpstr>
      <vt:lpstr>PowerPoint Presentation</vt:lpstr>
      <vt:lpstr>Joint data issue Dynamics not excited</vt:lpstr>
      <vt:lpstr>Need to discuss really slow dynamics for when we go into joint estimation.</vt:lpstr>
      <vt:lpstr>PowerPoint Presentation</vt:lpstr>
      <vt:lpstr>Controller each segment start at 0 justification?? But how does that work for the actual recorded</vt:lpstr>
      <vt:lpstr>Separate encoder error from ANN</vt:lpstr>
      <vt:lpstr>Why we still want a good encoder even within closed-loop</vt:lpstr>
      <vt:lpstr>Give Encoder it’s own learning rate</vt:lpstr>
      <vt:lpstr>ANN augmented states not learning What about encoder?</vt:lpstr>
      <vt:lpstr>Revert interconnect</vt:lpstr>
      <vt:lpstr>Controller effort for training</vt:lpstr>
      <vt:lpstr>Implementation order</vt:lpstr>
      <vt:lpstr>Currently use observability for input output Jan’s method Don’t use r for closed-loop now</vt:lpstr>
      <vt:lpstr>Same controller only y reference?</vt:lpstr>
      <vt:lpstr>PowerPoint Presentation</vt:lpstr>
      <vt:lpstr>How does do the augmented states touch the loss and output?</vt:lpstr>
      <vt:lpstr>BLA of the residual!!! If that works is much more defensible, than the current implementation!!</vt:lpstr>
      <vt:lpstr>Random weights or use BLA… for augmented states</vt:lpstr>
      <vt:lpstr>BLA init justification</vt:lpstr>
      <vt:lpstr>sunday</vt:lpstr>
      <vt:lpstr>PowerPoint Presentation</vt:lpstr>
      <vt:lpstr>PowerPoint Presentation</vt:lpstr>
      <vt:lpstr>Data order of magnitude</vt:lpstr>
      <vt:lpstr>PowerPoint Presentation</vt:lpstr>
      <vt:lpstr>problem</vt:lpstr>
      <vt:lpstr>PROBLEM with augmented states training!!!</vt:lpstr>
      <vt:lpstr>Superposition is applied to Cfb alone.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 Dirk van den</dc:creator>
  <cp:lastModifiedBy>Berg, Dirk van den</cp:lastModifiedBy>
  <cp:revision>1</cp:revision>
  <dcterms:created xsi:type="dcterms:W3CDTF">2026-08-14T08:25:41Z</dcterms:created>
  <dcterms:modified xsi:type="dcterms:W3CDTF">2026-08-23T13:53:50Z</dcterms:modified>
</cp:coreProperties>
</file>