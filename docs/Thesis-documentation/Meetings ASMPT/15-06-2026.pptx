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7" r:id="rId1"/>
  </p:sldMasterIdLst>
  <p:notesMasterIdLst>
    <p:notesMasterId r:id="rId38"/>
  </p:notesMasterIdLst>
  <p:sldIdLst>
    <p:sldId id="257" r:id="rId2"/>
    <p:sldId id="258" r:id="rId3"/>
    <p:sldId id="457" r:id="rId4"/>
    <p:sldId id="468" r:id="rId5"/>
    <p:sldId id="527" r:id="rId6"/>
    <p:sldId id="528" r:id="rId7"/>
    <p:sldId id="529" r:id="rId8"/>
    <p:sldId id="530" r:id="rId9"/>
    <p:sldId id="531" r:id="rId10"/>
    <p:sldId id="532" r:id="rId11"/>
    <p:sldId id="524" r:id="rId12"/>
    <p:sldId id="520" r:id="rId13"/>
    <p:sldId id="523" r:id="rId14"/>
    <p:sldId id="517" r:id="rId15"/>
    <p:sldId id="525" r:id="rId16"/>
    <p:sldId id="526" r:id="rId17"/>
    <p:sldId id="519" r:id="rId18"/>
    <p:sldId id="545" r:id="rId19"/>
    <p:sldId id="543" r:id="rId20"/>
    <p:sldId id="546" r:id="rId21"/>
    <p:sldId id="544" r:id="rId22"/>
    <p:sldId id="533" r:id="rId23"/>
    <p:sldId id="536" r:id="rId24"/>
    <p:sldId id="537" r:id="rId25"/>
    <p:sldId id="538" r:id="rId26"/>
    <p:sldId id="539" r:id="rId27"/>
    <p:sldId id="540" r:id="rId28"/>
    <p:sldId id="541" r:id="rId29"/>
    <p:sldId id="542" r:id="rId30"/>
    <p:sldId id="261" r:id="rId31"/>
    <p:sldId id="547" r:id="rId32"/>
    <p:sldId id="548" r:id="rId33"/>
    <p:sldId id="550" r:id="rId34"/>
    <p:sldId id="551" r:id="rId35"/>
    <p:sldId id="552" r:id="rId36"/>
    <p:sldId id="549" r:id="rId37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FEF642D-8808-47A6-BCD8-3B9D4427CD3A}" v="27" dt="2026-06-15T12:39:54.01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2418" autoAdjust="0"/>
  </p:normalViewPr>
  <p:slideViewPr>
    <p:cSldViewPr snapToGrid="0">
      <p:cViewPr>
        <p:scale>
          <a:sx n="100" d="100"/>
          <a:sy n="100" d="100"/>
        </p:scale>
        <p:origin x="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rg, Dirk van den" userId="035ecb32-01d9-4b47-a105-eacf059a4647" providerId="ADAL" clId="{F7FF961E-CF96-44AC-93C2-93612F62D46D}"/>
    <pc:docChg chg="undo custSel addSld delSld modSld sldOrd">
      <pc:chgData name="Berg, Dirk van den" userId="035ecb32-01d9-4b47-a105-eacf059a4647" providerId="ADAL" clId="{F7FF961E-CF96-44AC-93C2-93612F62D46D}" dt="2026-06-15T12:58:51.704" v="3377" actId="20577"/>
      <pc:docMkLst>
        <pc:docMk/>
      </pc:docMkLst>
      <pc:sldChg chg="modSp mod">
        <pc:chgData name="Berg, Dirk van den" userId="035ecb32-01d9-4b47-a105-eacf059a4647" providerId="ADAL" clId="{F7FF961E-CF96-44AC-93C2-93612F62D46D}" dt="2026-06-15T07:36:29.934" v="2246" actId="20577"/>
        <pc:sldMkLst>
          <pc:docMk/>
          <pc:sldMk cId="2679595137" sldId="257"/>
        </pc:sldMkLst>
        <pc:spChg chg="mod">
          <ac:chgData name="Berg, Dirk van den" userId="035ecb32-01d9-4b47-a105-eacf059a4647" providerId="ADAL" clId="{F7FF961E-CF96-44AC-93C2-93612F62D46D}" dt="2026-06-15T07:03:44.131" v="1631" actId="20577"/>
          <ac:spMkLst>
            <pc:docMk/>
            <pc:sldMk cId="2679595137" sldId="257"/>
            <ac:spMk id="2" creationId="{1CA58346-11EF-AF16-3F7E-D4AE642D6182}"/>
          </ac:spMkLst>
        </pc:spChg>
        <pc:spChg chg="mod">
          <ac:chgData name="Berg, Dirk van den" userId="035ecb32-01d9-4b47-a105-eacf059a4647" providerId="ADAL" clId="{F7FF961E-CF96-44AC-93C2-93612F62D46D}" dt="2026-06-15T07:36:29.934" v="2246" actId="20577"/>
          <ac:spMkLst>
            <pc:docMk/>
            <pc:sldMk cId="2679595137" sldId="257"/>
            <ac:spMk id="3" creationId="{DAAEF679-3C39-E36C-B710-9B50CBAE487E}"/>
          </ac:spMkLst>
        </pc:spChg>
      </pc:sldChg>
      <pc:sldChg chg="modSp mod">
        <pc:chgData name="Berg, Dirk van den" userId="035ecb32-01d9-4b47-a105-eacf059a4647" providerId="ADAL" clId="{F7FF961E-CF96-44AC-93C2-93612F62D46D}" dt="2026-06-15T07:07:36.695" v="1822" actId="20577"/>
        <pc:sldMkLst>
          <pc:docMk/>
          <pc:sldMk cId="1617226886" sldId="258"/>
        </pc:sldMkLst>
        <pc:spChg chg="mod">
          <ac:chgData name="Berg, Dirk van den" userId="035ecb32-01d9-4b47-a105-eacf059a4647" providerId="ADAL" clId="{F7FF961E-CF96-44AC-93C2-93612F62D46D}" dt="2026-06-15T07:07:36.695" v="1822" actId="20577"/>
          <ac:spMkLst>
            <pc:docMk/>
            <pc:sldMk cId="1617226886" sldId="258"/>
            <ac:spMk id="3" creationId="{1B16F991-22E1-98ED-FDA2-6483679AE450}"/>
          </ac:spMkLst>
        </pc:spChg>
      </pc:sldChg>
      <pc:sldChg chg="del">
        <pc:chgData name="Berg, Dirk van den" userId="035ecb32-01d9-4b47-a105-eacf059a4647" providerId="ADAL" clId="{F7FF961E-CF96-44AC-93C2-93612F62D46D}" dt="2026-06-15T07:09:21.902" v="1829" actId="47"/>
        <pc:sldMkLst>
          <pc:docMk/>
          <pc:sldMk cId="2175299465" sldId="260"/>
        </pc:sldMkLst>
      </pc:sldChg>
      <pc:sldChg chg="modSp mod ord">
        <pc:chgData name="Berg, Dirk van den" userId="035ecb32-01d9-4b47-a105-eacf059a4647" providerId="ADAL" clId="{F7FF961E-CF96-44AC-93C2-93612F62D46D}" dt="2026-06-15T07:42:51.350" v="2561" actId="20577"/>
        <pc:sldMkLst>
          <pc:docMk/>
          <pc:sldMk cId="1644103483" sldId="261"/>
        </pc:sldMkLst>
        <pc:spChg chg="mod">
          <ac:chgData name="Berg, Dirk van den" userId="035ecb32-01d9-4b47-a105-eacf059a4647" providerId="ADAL" clId="{F7FF961E-CF96-44AC-93C2-93612F62D46D}" dt="2026-06-15T07:42:51.350" v="2561" actId="20577"/>
          <ac:spMkLst>
            <pc:docMk/>
            <pc:sldMk cId="1644103483" sldId="261"/>
            <ac:spMk id="3" creationId="{E47102AD-2110-0E10-35E2-1C476B0C66B2}"/>
          </ac:spMkLst>
        </pc:spChg>
      </pc:sldChg>
      <pc:sldChg chg="del">
        <pc:chgData name="Berg, Dirk van den" userId="035ecb32-01d9-4b47-a105-eacf059a4647" providerId="ADAL" clId="{F7FF961E-CF96-44AC-93C2-93612F62D46D}" dt="2026-06-15T07:08:40.290" v="1827" actId="47"/>
        <pc:sldMkLst>
          <pc:docMk/>
          <pc:sldMk cId="4192017728" sldId="263"/>
        </pc:sldMkLst>
      </pc:sldChg>
      <pc:sldChg chg="del">
        <pc:chgData name="Berg, Dirk van den" userId="035ecb32-01d9-4b47-a105-eacf059a4647" providerId="ADAL" clId="{F7FF961E-CF96-44AC-93C2-93612F62D46D}" dt="2026-06-15T07:08:31.580" v="1826" actId="47"/>
        <pc:sldMkLst>
          <pc:docMk/>
          <pc:sldMk cId="331885402" sldId="264"/>
        </pc:sldMkLst>
      </pc:sldChg>
      <pc:sldChg chg="del">
        <pc:chgData name="Berg, Dirk van den" userId="035ecb32-01d9-4b47-a105-eacf059a4647" providerId="ADAL" clId="{F7FF961E-CF96-44AC-93C2-93612F62D46D}" dt="2026-06-15T07:09:14.674" v="1828" actId="47"/>
        <pc:sldMkLst>
          <pc:docMk/>
          <pc:sldMk cId="2656203502" sldId="265"/>
        </pc:sldMkLst>
      </pc:sldChg>
      <pc:sldChg chg="del">
        <pc:chgData name="Berg, Dirk van den" userId="035ecb32-01d9-4b47-a105-eacf059a4647" providerId="ADAL" clId="{F7FF961E-CF96-44AC-93C2-93612F62D46D}" dt="2026-06-15T07:09:14.674" v="1828" actId="47"/>
        <pc:sldMkLst>
          <pc:docMk/>
          <pc:sldMk cId="4060884155" sldId="266"/>
        </pc:sldMkLst>
      </pc:sldChg>
      <pc:sldChg chg="del">
        <pc:chgData name="Berg, Dirk van den" userId="035ecb32-01d9-4b47-a105-eacf059a4647" providerId="ADAL" clId="{F7FF961E-CF96-44AC-93C2-93612F62D46D}" dt="2026-06-15T07:09:14.674" v="1828" actId="47"/>
        <pc:sldMkLst>
          <pc:docMk/>
          <pc:sldMk cId="3581918075" sldId="267"/>
        </pc:sldMkLst>
      </pc:sldChg>
      <pc:sldChg chg="del">
        <pc:chgData name="Berg, Dirk van den" userId="035ecb32-01d9-4b47-a105-eacf059a4647" providerId="ADAL" clId="{F7FF961E-CF96-44AC-93C2-93612F62D46D}" dt="2026-06-15T07:09:14.674" v="1828" actId="47"/>
        <pc:sldMkLst>
          <pc:docMk/>
          <pc:sldMk cId="8422073" sldId="268"/>
        </pc:sldMkLst>
      </pc:sldChg>
      <pc:sldChg chg="del">
        <pc:chgData name="Berg, Dirk van den" userId="035ecb32-01d9-4b47-a105-eacf059a4647" providerId="ADAL" clId="{F7FF961E-CF96-44AC-93C2-93612F62D46D}" dt="2026-06-15T07:09:14.674" v="1828" actId="47"/>
        <pc:sldMkLst>
          <pc:docMk/>
          <pc:sldMk cId="2434104245" sldId="269"/>
        </pc:sldMkLst>
      </pc:sldChg>
      <pc:sldChg chg="del">
        <pc:chgData name="Berg, Dirk van den" userId="035ecb32-01d9-4b47-a105-eacf059a4647" providerId="ADAL" clId="{F7FF961E-CF96-44AC-93C2-93612F62D46D}" dt="2026-06-15T07:09:14.674" v="1828" actId="47"/>
        <pc:sldMkLst>
          <pc:docMk/>
          <pc:sldMk cId="4253520138" sldId="270"/>
        </pc:sldMkLst>
      </pc:sldChg>
      <pc:sldChg chg="del">
        <pc:chgData name="Berg, Dirk van den" userId="035ecb32-01d9-4b47-a105-eacf059a4647" providerId="ADAL" clId="{F7FF961E-CF96-44AC-93C2-93612F62D46D}" dt="2026-06-15T07:09:14.674" v="1828" actId="47"/>
        <pc:sldMkLst>
          <pc:docMk/>
          <pc:sldMk cId="2973177290" sldId="271"/>
        </pc:sldMkLst>
      </pc:sldChg>
      <pc:sldChg chg="del">
        <pc:chgData name="Berg, Dirk van den" userId="035ecb32-01d9-4b47-a105-eacf059a4647" providerId="ADAL" clId="{F7FF961E-CF96-44AC-93C2-93612F62D46D}" dt="2026-06-15T07:09:14.674" v="1828" actId="47"/>
        <pc:sldMkLst>
          <pc:docMk/>
          <pc:sldMk cId="536872146" sldId="272"/>
        </pc:sldMkLst>
      </pc:sldChg>
      <pc:sldChg chg="del">
        <pc:chgData name="Berg, Dirk van den" userId="035ecb32-01d9-4b47-a105-eacf059a4647" providerId="ADAL" clId="{F7FF961E-CF96-44AC-93C2-93612F62D46D}" dt="2026-06-15T07:09:14.674" v="1828" actId="47"/>
        <pc:sldMkLst>
          <pc:docMk/>
          <pc:sldMk cId="2391970750" sldId="273"/>
        </pc:sldMkLst>
      </pc:sldChg>
      <pc:sldChg chg="del">
        <pc:chgData name="Berg, Dirk van den" userId="035ecb32-01d9-4b47-a105-eacf059a4647" providerId="ADAL" clId="{F7FF961E-CF96-44AC-93C2-93612F62D46D}" dt="2026-06-15T07:09:14.674" v="1828" actId="47"/>
        <pc:sldMkLst>
          <pc:docMk/>
          <pc:sldMk cId="3859296791" sldId="274"/>
        </pc:sldMkLst>
      </pc:sldChg>
      <pc:sldChg chg="del">
        <pc:chgData name="Berg, Dirk van den" userId="035ecb32-01d9-4b47-a105-eacf059a4647" providerId="ADAL" clId="{F7FF961E-CF96-44AC-93C2-93612F62D46D}" dt="2026-06-15T07:08:40.290" v="1827" actId="47"/>
        <pc:sldMkLst>
          <pc:docMk/>
          <pc:sldMk cId="1760715439" sldId="275"/>
        </pc:sldMkLst>
      </pc:sldChg>
      <pc:sldChg chg="del mod modShow">
        <pc:chgData name="Berg, Dirk van den" userId="035ecb32-01d9-4b47-a105-eacf059a4647" providerId="ADAL" clId="{F7FF961E-CF96-44AC-93C2-93612F62D46D}" dt="2026-06-15T07:08:40.290" v="1827" actId="47"/>
        <pc:sldMkLst>
          <pc:docMk/>
          <pc:sldMk cId="3406214909" sldId="276"/>
        </pc:sldMkLst>
      </pc:sldChg>
      <pc:sldChg chg="del mod modShow">
        <pc:chgData name="Berg, Dirk van den" userId="035ecb32-01d9-4b47-a105-eacf059a4647" providerId="ADAL" clId="{F7FF961E-CF96-44AC-93C2-93612F62D46D}" dt="2026-06-15T07:08:40.290" v="1827" actId="47"/>
        <pc:sldMkLst>
          <pc:docMk/>
          <pc:sldMk cId="2564407024" sldId="277"/>
        </pc:sldMkLst>
      </pc:sldChg>
      <pc:sldChg chg="del">
        <pc:chgData name="Berg, Dirk van den" userId="035ecb32-01d9-4b47-a105-eacf059a4647" providerId="ADAL" clId="{F7FF961E-CF96-44AC-93C2-93612F62D46D}" dt="2026-06-15T07:09:14.674" v="1828" actId="47"/>
        <pc:sldMkLst>
          <pc:docMk/>
          <pc:sldMk cId="3018572619" sldId="278"/>
        </pc:sldMkLst>
      </pc:sldChg>
      <pc:sldChg chg="del">
        <pc:chgData name="Berg, Dirk van den" userId="035ecb32-01d9-4b47-a105-eacf059a4647" providerId="ADAL" clId="{F7FF961E-CF96-44AC-93C2-93612F62D46D}" dt="2026-06-15T07:08:40.290" v="1827" actId="47"/>
        <pc:sldMkLst>
          <pc:docMk/>
          <pc:sldMk cId="3803056381" sldId="279"/>
        </pc:sldMkLst>
      </pc:sldChg>
      <pc:sldChg chg="del">
        <pc:chgData name="Berg, Dirk van den" userId="035ecb32-01d9-4b47-a105-eacf059a4647" providerId="ADAL" clId="{F7FF961E-CF96-44AC-93C2-93612F62D46D}" dt="2026-06-15T07:09:14.674" v="1828" actId="47"/>
        <pc:sldMkLst>
          <pc:docMk/>
          <pc:sldMk cId="3811213491" sldId="280"/>
        </pc:sldMkLst>
      </pc:sldChg>
      <pc:sldChg chg="del">
        <pc:chgData name="Berg, Dirk van den" userId="035ecb32-01d9-4b47-a105-eacf059a4647" providerId="ADAL" clId="{F7FF961E-CF96-44AC-93C2-93612F62D46D}" dt="2026-06-15T07:09:14.674" v="1828" actId="47"/>
        <pc:sldMkLst>
          <pc:docMk/>
          <pc:sldMk cId="233760657" sldId="287"/>
        </pc:sldMkLst>
      </pc:sldChg>
      <pc:sldChg chg="del">
        <pc:chgData name="Berg, Dirk van den" userId="035ecb32-01d9-4b47-a105-eacf059a4647" providerId="ADAL" clId="{F7FF961E-CF96-44AC-93C2-93612F62D46D}" dt="2026-06-15T07:08:07.454" v="1824" actId="47"/>
        <pc:sldMkLst>
          <pc:docMk/>
          <pc:sldMk cId="2112139329" sldId="409"/>
        </pc:sldMkLst>
      </pc:sldChg>
      <pc:sldChg chg="del">
        <pc:chgData name="Berg, Dirk van den" userId="035ecb32-01d9-4b47-a105-eacf059a4647" providerId="ADAL" clId="{F7FF961E-CF96-44AC-93C2-93612F62D46D}" dt="2026-06-15T07:08:07.454" v="1824" actId="47"/>
        <pc:sldMkLst>
          <pc:docMk/>
          <pc:sldMk cId="4127140620" sldId="410"/>
        </pc:sldMkLst>
      </pc:sldChg>
      <pc:sldChg chg="ord">
        <pc:chgData name="Berg, Dirk van den" userId="035ecb32-01d9-4b47-a105-eacf059a4647" providerId="ADAL" clId="{F7FF961E-CF96-44AC-93C2-93612F62D46D}" dt="2026-06-15T07:05:49.066" v="1759"/>
        <pc:sldMkLst>
          <pc:docMk/>
          <pc:sldMk cId="205556035" sldId="457"/>
        </pc:sldMkLst>
      </pc:sldChg>
      <pc:sldChg chg="del">
        <pc:chgData name="Berg, Dirk van den" userId="035ecb32-01d9-4b47-a105-eacf059a4647" providerId="ADAL" clId="{F7FF961E-CF96-44AC-93C2-93612F62D46D}" dt="2026-06-15T07:08:26.495" v="1825" actId="47"/>
        <pc:sldMkLst>
          <pc:docMk/>
          <pc:sldMk cId="3829422185" sldId="466"/>
        </pc:sldMkLst>
      </pc:sldChg>
      <pc:sldChg chg="ord">
        <pc:chgData name="Berg, Dirk van den" userId="035ecb32-01d9-4b47-a105-eacf059a4647" providerId="ADAL" clId="{F7FF961E-CF96-44AC-93C2-93612F62D46D}" dt="2026-06-15T07:05:49.066" v="1759"/>
        <pc:sldMkLst>
          <pc:docMk/>
          <pc:sldMk cId="1330280161" sldId="468"/>
        </pc:sldMkLst>
      </pc:sldChg>
      <pc:sldChg chg="del">
        <pc:chgData name="Berg, Dirk van den" userId="035ecb32-01d9-4b47-a105-eacf059a4647" providerId="ADAL" clId="{F7FF961E-CF96-44AC-93C2-93612F62D46D}" dt="2026-06-15T07:08:07.454" v="1824" actId="47"/>
        <pc:sldMkLst>
          <pc:docMk/>
          <pc:sldMk cId="827937325" sldId="469"/>
        </pc:sldMkLst>
      </pc:sldChg>
      <pc:sldChg chg="del">
        <pc:chgData name="Berg, Dirk van den" userId="035ecb32-01d9-4b47-a105-eacf059a4647" providerId="ADAL" clId="{F7FF961E-CF96-44AC-93C2-93612F62D46D}" dt="2026-06-15T07:09:14.674" v="1828" actId="47"/>
        <pc:sldMkLst>
          <pc:docMk/>
          <pc:sldMk cId="4160908475" sldId="474"/>
        </pc:sldMkLst>
      </pc:sldChg>
      <pc:sldChg chg="del mod ord modShow">
        <pc:chgData name="Berg, Dirk van den" userId="035ecb32-01d9-4b47-a105-eacf059a4647" providerId="ADAL" clId="{F7FF961E-CF96-44AC-93C2-93612F62D46D}" dt="2026-06-15T07:15:18.399" v="1843" actId="47"/>
        <pc:sldMkLst>
          <pc:docMk/>
          <pc:sldMk cId="2463227767" sldId="475"/>
        </pc:sldMkLst>
      </pc:sldChg>
      <pc:sldChg chg="del">
        <pc:chgData name="Berg, Dirk van den" userId="035ecb32-01d9-4b47-a105-eacf059a4647" providerId="ADAL" clId="{F7FF961E-CF96-44AC-93C2-93612F62D46D}" dt="2026-06-15T07:09:14.674" v="1828" actId="47"/>
        <pc:sldMkLst>
          <pc:docMk/>
          <pc:sldMk cId="1236637977" sldId="476"/>
        </pc:sldMkLst>
      </pc:sldChg>
      <pc:sldChg chg="del">
        <pc:chgData name="Berg, Dirk van den" userId="035ecb32-01d9-4b47-a105-eacf059a4647" providerId="ADAL" clId="{F7FF961E-CF96-44AC-93C2-93612F62D46D}" dt="2026-06-15T07:09:14.674" v="1828" actId="47"/>
        <pc:sldMkLst>
          <pc:docMk/>
          <pc:sldMk cId="1798740889" sldId="477"/>
        </pc:sldMkLst>
      </pc:sldChg>
      <pc:sldChg chg="del">
        <pc:chgData name="Berg, Dirk van den" userId="035ecb32-01d9-4b47-a105-eacf059a4647" providerId="ADAL" clId="{F7FF961E-CF96-44AC-93C2-93612F62D46D}" dt="2026-06-15T07:09:21.902" v="1829" actId="47"/>
        <pc:sldMkLst>
          <pc:docMk/>
          <pc:sldMk cId="560933471" sldId="478"/>
        </pc:sldMkLst>
      </pc:sldChg>
      <pc:sldChg chg="del">
        <pc:chgData name="Berg, Dirk van den" userId="035ecb32-01d9-4b47-a105-eacf059a4647" providerId="ADAL" clId="{F7FF961E-CF96-44AC-93C2-93612F62D46D}" dt="2026-06-15T07:09:14.674" v="1828" actId="47"/>
        <pc:sldMkLst>
          <pc:docMk/>
          <pc:sldMk cId="2024068715" sldId="479"/>
        </pc:sldMkLst>
      </pc:sldChg>
      <pc:sldChg chg="del">
        <pc:chgData name="Berg, Dirk van den" userId="035ecb32-01d9-4b47-a105-eacf059a4647" providerId="ADAL" clId="{F7FF961E-CF96-44AC-93C2-93612F62D46D}" dt="2026-06-15T07:09:14.674" v="1828" actId="47"/>
        <pc:sldMkLst>
          <pc:docMk/>
          <pc:sldMk cId="3904044793" sldId="480"/>
        </pc:sldMkLst>
      </pc:sldChg>
      <pc:sldChg chg="del">
        <pc:chgData name="Berg, Dirk van den" userId="035ecb32-01d9-4b47-a105-eacf059a4647" providerId="ADAL" clId="{F7FF961E-CF96-44AC-93C2-93612F62D46D}" dt="2026-06-15T07:09:14.674" v="1828" actId="47"/>
        <pc:sldMkLst>
          <pc:docMk/>
          <pc:sldMk cId="3711454994" sldId="481"/>
        </pc:sldMkLst>
      </pc:sldChg>
      <pc:sldChg chg="del">
        <pc:chgData name="Berg, Dirk van den" userId="035ecb32-01d9-4b47-a105-eacf059a4647" providerId="ADAL" clId="{F7FF961E-CF96-44AC-93C2-93612F62D46D}" dt="2026-06-15T07:09:14.674" v="1828" actId="47"/>
        <pc:sldMkLst>
          <pc:docMk/>
          <pc:sldMk cId="3203770495" sldId="482"/>
        </pc:sldMkLst>
      </pc:sldChg>
      <pc:sldChg chg="del">
        <pc:chgData name="Berg, Dirk van den" userId="035ecb32-01d9-4b47-a105-eacf059a4647" providerId="ADAL" clId="{F7FF961E-CF96-44AC-93C2-93612F62D46D}" dt="2026-06-15T07:09:14.674" v="1828" actId="47"/>
        <pc:sldMkLst>
          <pc:docMk/>
          <pc:sldMk cId="779402017" sldId="483"/>
        </pc:sldMkLst>
      </pc:sldChg>
      <pc:sldChg chg="del mod modShow">
        <pc:chgData name="Berg, Dirk van den" userId="035ecb32-01d9-4b47-a105-eacf059a4647" providerId="ADAL" clId="{F7FF961E-CF96-44AC-93C2-93612F62D46D}" dt="2026-06-15T07:09:14.674" v="1828" actId="47"/>
        <pc:sldMkLst>
          <pc:docMk/>
          <pc:sldMk cId="1703754582" sldId="484"/>
        </pc:sldMkLst>
      </pc:sldChg>
      <pc:sldChg chg="del mod modShow">
        <pc:chgData name="Berg, Dirk van den" userId="035ecb32-01d9-4b47-a105-eacf059a4647" providerId="ADAL" clId="{F7FF961E-CF96-44AC-93C2-93612F62D46D}" dt="2026-06-15T07:09:14.674" v="1828" actId="47"/>
        <pc:sldMkLst>
          <pc:docMk/>
          <pc:sldMk cId="1171621892" sldId="485"/>
        </pc:sldMkLst>
      </pc:sldChg>
      <pc:sldChg chg="del mod modShow">
        <pc:chgData name="Berg, Dirk van den" userId="035ecb32-01d9-4b47-a105-eacf059a4647" providerId="ADAL" clId="{F7FF961E-CF96-44AC-93C2-93612F62D46D}" dt="2026-06-15T07:09:14.674" v="1828" actId="47"/>
        <pc:sldMkLst>
          <pc:docMk/>
          <pc:sldMk cId="2947927568" sldId="486"/>
        </pc:sldMkLst>
      </pc:sldChg>
      <pc:sldChg chg="del">
        <pc:chgData name="Berg, Dirk van den" userId="035ecb32-01d9-4b47-a105-eacf059a4647" providerId="ADAL" clId="{F7FF961E-CF96-44AC-93C2-93612F62D46D}" dt="2026-06-15T07:09:14.674" v="1828" actId="47"/>
        <pc:sldMkLst>
          <pc:docMk/>
          <pc:sldMk cId="2103961161" sldId="487"/>
        </pc:sldMkLst>
      </pc:sldChg>
      <pc:sldChg chg="del">
        <pc:chgData name="Berg, Dirk van den" userId="035ecb32-01d9-4b47-a105-eacf059a4647" providerId="ADAL" clId="{F7FF961E-CF96-44AC-93C2-93612F62D46D}" dt="2026-06-15T07:09:14.674" v="1828" actId="47"/>
        <pc:sldMkLst>
          <pc:docMk/>
          <pc:sldMk cId="3410150892" sldId="488"/>
        </pc:sldMkLst>
      </pc:sldChg>
      <pc:sldChg chg="del">
        <pc:chgData name="Berg, Dirk van den" userId="035ecb32-01d9-4b47-a105-eacf059a4647" providerId="ADAL" clId="{F7FF961E-CF96-44AC-93C2-93612F62D46D}" dt="2026-06-15T07:09:14.674" v="1828" actId="47"/>
        <pc:sldMkLst>
          <pc:docMk/>
          <pc:sldMk cId="1348291740" sldId="490"/>
        </pc:sldMkLst>
      </pc:sldChg>
      <pc:sldChg chg="del">
        <pc:chgData name="Berg, Dirk van den" userId="035ecb32-01d9-4b47-a105-eacf059a4647" providerId="ADAL" clId="{F7FF961E-CF96-44AC-93C2-93612F62D46D}" dt="2026-06-15T07:09:14.674" v="1828" actId="47"/>
        <pc:sldMkLst>
          <pc:docMk/>
          <pc:sldMk cId="2747976521" sldId="491"/>
        </pc:sldMkLst>
      </pc:sldChg>
      <pc:sldChg chg="del">
        <pc:chgData name="Berg, Dirk van den" userId="035ecb32-01d9-4b47-a105-eacf059a4647" providerId="ADAL" clId="{F7FF961E-CF96-44AC-93C2-93612F62D46D}" dt="2026-06-15T07:09:14.674" v="1828" actId="47"/>
        <pc:sldMkLst>
          <pc:docMk/>
          <pc:sldMk cId="1100694694" sldId="492"/>
        </pc:sldMkLst>
      </pc:sldChg>
      <pc:sldChg chg="del">
        <pc:chgData name="Berg, Dirk van den" userId="035ecb32-01d9-4b47-a105-eacf059a4647" providerId="ADAL" clId="{F7FF961E-CF96-44AC-93C2-93612F62D46D}" dt="2026-06-15T07:09:14.674" v="1828" actId="47"/>
        <pc:sldMkLst>
          <pc:docMk/>
          <pc:sldMk cId="2729501659" sldId="493"/>
        </pc:sldMkLst>
      </pc:sldChg>
      <pc:sldChg chg="add del">
        <pc:chgData name="Berg, Dirk van den" userId="035ecb32-01d9-4b47-a105-eacf059a4647" providerId="ADAL" clId="{F7FF961E-CF96-44AC-93C2-93612F62D46D}" dt="2026-06-15T07:11:25.637" v="1832" actId="47"/>
        <pc:sldMkLst>
          <pc:docMk/>
          <pc:sldMk cId="3312419666" sldId="495"/>
        </pc:sldMkLst>
      </pc:sldChg>
      <pc:sldChg chg="add del">
        <pc:chgData name="Berg, Dirk van den" userId="035ecb32-01d9-4b47-a105-eacf059a4647" providerId="ADAL" clId="{F7FF961E-CF96-44AC-93C2-93612F62D46D}" dt="2026-06-15T07:11:25.637" v="1832" actId="47"/>
        <pc:sldMkLst>
          <pc:docMk/>
          <pc:sldMk cId="3266559426" sldId="496"/>
        </pc:sldMkLst>
      </pc:sldChg>
      <pc:sldChg chg="del mod modShow">
        <pc:chgData name="Berg, Dirk van den" userId="035ecb32-01d9-4b47-a105-eacf059a4647" providerId="ADAL" clId="{F7FF961E-CF96-44AC-93C2-93612F62D46D}" dt="2026-06-15T07:09:14.674" v="1828" actId="47"/>
        <pc:sldMkLst>
          <pc:docMk/>
          <pc:sldMk cId="2233121121" sldId="497"/>
        </pc:sldMkLst>
      </pc:sldChg>
      <pc:sldChg chg="del">
        <pc:chgData name="Berg, Dirk van den" userId="035ecb32-01d9-4b47-a105-eacf059a4647" providerId="ADAL" clId="{F7FF961E-CF96-44AC-93C2-93612F62D46D}" dt="2026-06-15T07:08:40.290" v="1827" actId="47"/>
        <pc:sldMkLst>
          <pc:docMk/>
          <pc:sldMk cId="2622288951" sldId="498"/>
        </pc:sldMkLst>
      </pc:sldChg>
      <pc:sldChg chg="del">
        <pc:chgData name="Berg, Dirk van den" userId="035ecb32-01d9-4b47-a105-eacf059a4647" providerId="ADAL" clId="{F7FF961E-CF96-44AC-93C2-93612F62D46D}" dt="2026-06-15T07:08:40.290" v="1827" actId="47"/>
        <pc:sldMkLst>
          <pc:docMk/>
          <pc:sldMk cId="3647996682" sldId="499"/>
        </pc:sldMkLst>
      </pc:sldChg>
      <pc:sldChg chg="del">
        <pc:chgData name="Berg, Dirk van den" userId="035ecb32-01d9-4b47-a105-eacf059a4647" providerId="ADAL" clId="{F7FF961E-CF96-44AC-93C2-93612F62D46D}" dt="2026-06-15T07:08:40.290" v="1827" actId="47"/>
        <pc:sldMkLst>
          <pc:docMk/>
          <pc:sldMk cId="3074867582" sldId="500"/>
        </pc:sldMkLst>
      </pc:sldChg>
      <pc:sldChg chg="del">
        <pc:chgData name="Berg, Dirk van den" userId="035ecb32-01d9-4b47-a105-eacf059a4647" providerId="ADAL" clId="{F7FF961E-CF96-44AC-93C2-93612F62D46D}" dt="2026-06-15T07:09:14.674" v="1828" actId="47"/>
        <pc:sldMkLst>
          <pc:docMk/>
          <pc:sldMk cId="3332730504" sldId="501"/>
        </pc:sldMkLst>
      </pc:sldChg>
      <pc:sldChg chg="del">
        <pc:chgData name="Berg, Dirk van den" userId="035ecb32-01d9-4b47-a105-eacf059a4647" providerId="ADAL" clId="{F7FF961E-CF96-44AC-93C2-93612F62D46D}" dt="2026-06-15T07:09:14.674" v="1828" actId="47"/>
        <pc:sldMkLst>
          <pc:docMk/>
          <pc:sldMk cId="1857632630" sldId="502"/>
        </pc:sldMkLst>
      </pc:sldChg>
      <pc:sldChg chg="del">
        <pc:chgData name="Berg, Dirk van den" userId="035ecb32-01d9-4b47-a105-eacf059a4647" providerId="ADAL" clId="{F7FF961E-CF96-44AC-93C2-93612F62D46D}" dt="2026-06-15T07:09:14.674" v="1828" actId="47"/>
        <pc:sldMkLst>
          <pc:docMk/>
          <pc:sldMk cId="4076395334" sldId="503"/>
        </pc:sldMkLst>
      </pc:sldChg>
      <pc:sldChg chg="del">
        <pc:chgData name="Berg, Dirk van den" userId="035ecb32-01d9-4b47-a105-eacf059a4647" providerId="ADAL" clId="{F7FF961E-CF96-44AC-93C2-93612F62D46D}" dt="2026-06-15T07:09:14.674" v="1828" actId="47"/>
        <pc:sldMkLst>
          <pc:docMk/>
          <pc:sldMk cId="2930184634" sldId="504"/>
        </pc:sldMkLst>
      </pc:sldChg>
      <pc:sldChg chg="del mod modShow">
        <pc:chgData name="Berg, Dirk van den" userId="035ecb32-01d9-4b47-a105-eacf059a4647" providerId="ADAL" clId="{F7FF961E-CF96-44AC-93C2-93612F62D46D}" dt="2026-06-15T07:09:14.674" v="1828" actId="47"/>
        <pc:sldMkLst>
          <pc:docMk/>
          <pc:sldMk cId="2703204818" sldId="505"/>
        </pc:sldMkLst>
      </pc:sldChg>
      <pc:sldChg chg="del mod modShow">
        <pc:chgData name="Berg, Dirk van den" userId="035ecb32-01d9-4b47-a105-eacf059a4647" providerId="ADAL" clId="{F7FF961E-CF96-44AC-93C2-93612F62D46D}" dt="2026-06-15T07:09:14.674" v="1828" actId="47"/>
        <pc:sldMkLst>
          <pc:docMk/>
          <pc:sldMk cId="2330593122" sldId="506"/>
        </pc:sldMkLst>
      </pc:sldChg>
      <pc:sldChg chg="del mod modShow">
        <pc:chgData name="Berg, Dirk van den" userId="035ecb32-01d9-4b47-a105-eacf059a4647" providerId="ADAL" clId="{F7FF961E-CF96-44AC-93C2-93612F62D46D}" dt="2026-06-15T07:09:14.674" v="1828" actId="47"/>
        <pc:sldMkLst>
          <pc:docMk/>
          <pc:sldMk cId="2490628549" sldId="507"/>
        </pc:sldMkLst>
      </pc:sldChg>
      <pc:sldChg chg="del mod modShow">
        <pc:chgData name="Berg, Dirk van den" userId="035ecb32-01d9-4b47-a105-eacf059a4647" providerId="ADAL" clId="{F7FF961E-CF96-44AC-93C2-93612F62D46D}" dt="2026-06-15T07:09:14.674" v="1828" actId="47"/>
        <pc:sldMkLst>
          <pc:docMk/>
          <pc:sldMk cId="1801938431" sldId="508"/>
        </pc:sldMkLst>
      </pc:sldChg>
      <pc:sldChg chg="del mod modShow">
        <pc:chgData name="Berg, Dirk van den" userId="035ecb32-01d9-4b47-a105-eacf059a4647" providerId="ADAL" clId="{F7FF961E-CF96-44AC-93C2-93612F62D46D}" dt="2026-06-15T07:09:14.674" v="1828" actId="47"/>
        <pc:sldMkLst>
          <pc:docMk/>
          <pc:sldMk cId="2826401750" sldId="509"/>
        </pc:sldMkLst>
      </pc:sldChg>
      <pc:sldChg chg="del mod modShow">
        <pc:chgData name="Berg, Dirk van den" userId="035ecb32-01d9-4b47-a105-eacf059a4647" providerId="ADAL" clId="{F7FF961E-CF96-44AC-93C2-93612F62D46D}" dt="2026-06-15T07:09:14.674" v="1828" actId="47"/>
        <pc:sldMkLst>
          <pc:docMk/>
          <pc:sldMk cId="3906342559" sldId="510"/>
        </pc:sldMkLst>
      </pc:sldChg>
      <pc:sldChg chg="del mod modShow">
        <pc:chgData name="Berg, Dirk van den" userId="035ecb32-01d9-4b47-a105-eacf059a4647" providerId="ADAL" clId="{F7FF961E-CF96-44AC-93C2-93612F62D46D}" dt="2026-06-15T07:09:14.674" v="1828" actId="47"/>
        <pc:sldMkLst>
          <pc:docMk/>
          <pc:sldMk cId="137989098" sldId="512"/>
        </pc:sldMkLst>
      </pc:sldChg>
      <pc:sldChg chg="del mod modShow">
        <pc:chgData name="Berg, Dirk van den" userId="035ecb32-01d9-4b47-a105-eacf059a4647" providerId="ADAL" clId="{F7FF961E-CF96-44AC-93C2-93612F62D46D}" dt="2026-06-15T07:09:14.674" v="1828" actId="47"/>
        <pc:sldMkLst>
          <pc:docMk/>
          <pc:sldMk cId="4228032959" sldId="513"/>
        </pc:sldMkLst>
      </pc:sldChg>
      <pc:sldChg chg="modSp del mod modShow">
        <pc:chgData name="Berg, Dirk van den" userId="035ecb32-01d9-4b47-a105-eacf059a4647" providerId="ADAL" clId="{F7FF961E-CF96-44AC-93C2-93612F62D46D}" dt="2026-06-15T07:09:21.902" v="1829" actId="47"/>
        <pc:sldMkLst>
          <pc:docMk/>
          <pc:sldMk cId="1843363437" sldId="515"/>
        </pc:sldMkLst>
      </pc:sldChg>
      <pc:sldChg chg="modSp mod ord">
        <pc:chgData name="Berg, Dirk van den" userId="035ecb32-01d9-4b47-a105-eacf059a4647" providerId="ADAL" clId="{F7FF961E-CF96-44AC-93C2-93612F62D46D}" dt="2026-06-11T10:26:48.456" v="970" actId="27636"/>
        <pc:sldMkLst>
          <pc:docMk/>
          <pc:sldMk cId="1625811901" sldId="517"/>
        </pc:sldMkLst>
        <pc:spChg chg="mod">
          <ac:chgData name="Berg, Dirk van den" userId="035ecb32-01d9-4b47-a105-eacf059a4647" providerId="ADAL" clId="{F7FF961E-CF96-44AC-93C2-93612F62D46D}" dt="2026-06-11T10:23:59.835" v="814" actId="20577"/>
          <ac:spMkLst>
            <pc:docMk/>
            <pc:sldMk cId="1625811901" sldId="517"/>
            <ac:spMk id="2" creationId="{EE51371B-B02A-6E17-5726-B381CB574E80}"/>
          </ac:spMkLst>
        </pc:spChg>
        <pc:spChg chg="mod">
          <ac:chgData name="Berg, Dirk van den" userId="035ecb32-01d9-4b47-a105-eacf059a4647" providerId="ADAL" clId="{F7FF961E-CF96-44AC-93C2-93612F62D46D}" dt="2026-06-11T10:26:48.456" v="970" actId="27636"/>
          <ac:spMkLst>
            <pc:docMk/>
            <pc:sldMk cId="1625811901" sldId="517"/>
            <ac:spMk id="3" creationId="{69DA0004-DAE6-BD80-CCC1-E4F440264748}"/>
          </ac:spMkLst>
        </pc:spChg>
      </pc:sldChg>
      <pc:sldChg chg="addSp delSp modSp new mod">
        <pc:chgData name="Berg, Dirk van den" userId="035ecb32-01d9-4b47-a105-eacf059a4647" providerId="ADAL" clId="{F7FF961E-CF96-44AC-93C2-93612F62D46D}" dt="2026-06-15T07:12:10.013" v="1842" actId="1076"/>
        <pc:sldMkLst>
          <pc:docMk/>
          <pc:sldMk cId="650189645" sldId="519"/>
        </pc:sldMkLst>
        <pc:spChg chg="add del mod">
          <ac:chgData name="Berg, Dirk van den" userId="035ecb32-01d9-4b47-a105-eacf059a4647" providerId="ADAL" clId="{F7FF961E-CF96-44AC-93C2-93612F62D46D}" dt="2026-06-15T07:12:10.013" v="1842" actId="1076"/>
          <ac:spMkLst>
            <pc:docMk/>
            <pc:sldMk cId="650189645" sldId="519"/>
            <ac:spMk id="3" creationId="{9094C8CC-2B20-A313-C373-5B75118CA140}"/>
          </ac:spMkLst>
        </pc:spChg>
        <pc:spChg chg="add mod">
          <ac:chgData name="Berg, Dirk van den" userId="035ecb32-01d9-4b47-a105-eacf059a4647" providerId="ADAL" clId="{F7FF961E-CF96-44AC-93C2-93612F62D46D}" dt="2026-06-11T10:19:49.579" v="786" actId="1076"/>
          <ac:spMkLst>
            <pc:docMk/>
            <pc:sldMk cId="650189645" sldId="519"/>
            <ac:spMk id="7" creationId="{D2ED8309-553D-9BDE-A44E-1E81EAD19BC0}"/>
          </ac:spMkLst>
        </pc:spChg>
        <pc:spChg chg="add mod">
          <ac:chgData name="Berg, Dirk van den" userId="035ecb32-01d9-4b47-a105-eacf059a4647" providerId="ADAL" clId="{F7FF961E-CF96-44AC-93C2-93612F62D46D}" dt="2026-06-11T10:20:17.826" v="794"/>
          <ac:spMkLst>
            <pc:docMk/>
            <pc:sldMk cId="650189645" sldId="519"/>
            <ac:spMk id="9" creationId="{5F1F9380-802A-2120-18F2-FE3440C543C2}"/>
          </ac:spMkLst>
        </pc:spChg>
        <pc:spChg chg="add mod">
          <ac:chgData name="Berg, Dirk van den" userId="035ecb32-01d9-4b47-a105-eacf059a4647" providerId="ADAL" clId="{F7FF961E-CF96-44AC-93C2-93612F62D46D}" dt="2026-06-11T10:20:21.163" v="795"/>
          <ac:spMkLst>
            <pc:docMk/>
            <pc:sldMk cId="650189645" sldId="519"/>
            <ac:spMk id="11" creationId="{C23AD40C-BE2C-C163-8ADB-B09665B6F54E}"/>
          </ac:spMkLst>
        </pc:spChg>
        <pc:spChg chg="add mod">
          <ac:chgData name="Berg, Dirk van den" userId="035ecb32-01d9-4b47-a105-eacf059a4647" providerId="ADAL" clId="{F7FF961E-CF96-44AC-93C2-93612F62D46D}" dt="2026-06-11T10:20:13.660" v="793"/>
          <ac:spMkLst>
            <pc:docMk/>
            <pc:sldMk cId="650189645" sldId="519"/>
            <ac:spMk id="13" creationId="{DF17A2CD-DBF5-BA39-F777-61D5B2581DF2}"/>
          </ac:spMkLst>
        </pc:spChg>
        <pc:picChg chg="add mod">
          <ac:chgData name="Berg, Dirk van den" userId="035ecb32-01d9-4b47-a105-eacf059a4647" providerId="ADAL" clId="{F7FF961E-CF96-44AC-93C2-93612F62D46D}" dt="2026-06-11T08:29:40.437" v="426" actId="1076"/>
          <ac:picMkLst>
            <pc:docMk/>
            <pc:sldMk cId="650189645" sldId="519"/>
            <ac:picMk id="5" creationId="{9D7FE0D4-EA0B-A666-9032-3D476F38A20D}"/>
          </ac:picMkLst>
        </pc:picChg>
      </pc:sldChg>
      <pc:sldChg chg="modSp new mod">
        <pc:chgData name="Berg, Dirk van den" userId="035ecb32-01d9-4b47-a105-eacf059a4647" providerId="ADAL" clId="{F7FF961E-CF96-44AC-93C2-93612F62D46D}" dt="2026-06-11T09:34:31.785" v="695" actId="20577"/>
        <pc:sldMkLst>
          <pc:docMk/>
          <pc:sldMk cId="1666835567" sldId="520"/>
        </pc:sldMkLst>
        <pc:spChg chg="mod">
          <ac:chgData name="Berg, Dirk van den" userId="035ecb32-01d9-4b47-a105-eacf059a4647" providerId="ADAL" clId="{F7FF961E-CF96-44AC-93C2-93612F62D46D}" dt="2026-06-11T09:02:38.017" v="670" actId="20577"/>
          <ac:spMkLst>
            <pc:docMk/>
            <pc:sldMk cId="1666835567" sldId="520"/>
            <ac:spMk id="2" creationId="{60F89EEE-D863-8A54-348F-83BFED3DEC8C}"/>
          </ac:spMkLst>
        </pc:spChg>
        <pc:spChg chg="mod">
          <ac:chgData name="Berg, Dirk van den" userId="035ecb32-01d9-4b47-a105-eacf059a4647" providerId="ADAL" clId="{F7FF961E-CF96-44AC-93C2-93612F62D46D}" dt="2026-06-11T09:34:31.785" v="695" actId="20577"/>
          <ac:spMkLst>
            <pc:docMk/>
            <pc:sldMk cId="1666835567" sldId="520"/>
            <ac:spMk id="3" creationId="{C0DE0E97-2F38-A1AF-6914-7295B783CCA4}"/>
          </ac:spMkLst>
        </pc:spChg>
      </pc:sldChg>
      <pc:sldChg chg="add del">
        <pc:chgData name="Berg, Dirk van den" userId="035ecb32-01d9-4b47-a105-eacf059a4647" providerId="ADAL" clId="{F7FF961E-CF96-44AC-93C2-93612F62D46D}" dt="2026-06-15T07:11:15.241" v="1831" actId="47"/>
        <pc:sldMkLst>
          <pc:docMk/>
          <pc:sldMk cId="2253418742" sldId="521"/>
        </pc:sldMkLst>
      </pc:sldChg>
      <pc:sldChg chg="add del">
        <pc:chgData name="Berg, Dirk van den" userId="035ecb32-01d9-4b47-a105-eacf059a4647" providerId="ADAL" clId="{F7FF961E-CF96-44AC-93C2-93612F62D46D}" dt="2026-06-15T07:11:15.241" v="1831" actId="47"/>
        <pc:sldMkLst>
          <pc:docMk/>
          <pc:sldMk cId="4289038625" sldId="522"/>
        </pc:sldMkLst>
      </pc:sldChg>
      <pc:sldChg chg="addSp modSp add mod">
        <pc:chgData name="Berg, Dirk van den" userId="035ecb32-01d9-4b47-a105-eacf059a4647" providerId="ADAL" clId="{F7FF961E-CF96-44AC-93C2-93612F62D46D}" dt="2026-06-11T09:58:21.358" v="703" actId="1076"/>
        <pc:sldMkLst>
          <pc:docMk/>
          <pc:sldMk cId="3179903391" sldId="523"/>
        </pc:sldMkLst>
        <pc:picChg chg="add mod">
          <ac:chgData name="Berg, Dirk van den" userId="035ecb32-01d9-4b47-a105-eacf059a4647" providerId="ADAL" clId="{F7FF961E-CF96-44AC-93C2-93612F62D46D}" dt="2026-06-11T09:58:21.358" v="703" actId="1076"/>
          <ac:picMkLst>
            <pc:docMk/>
            <pc:sldMk cId="3179903391" sldId="523"/>
            <ac:picMk id="5" creationId="{671472D3-0BA1-E2E6-8C35-FC2ADC6A0C0D}"/>
          </ac:picMkLst>
        </pc:picChg>
      </pc:sldChg>
      <pc:sldChg chg="modSp new mod">
        <pc:chgData name="Berg, Dirk van den" userId="035ecb32-01d9-4b47-a105-eacf059a4647" providerId="ADAL" clId="{F7FF961E-CF96-44AC-93C2-93612F62D46D}" dt="2026-06-11T10:12:15.311" v="746" actId="20577"/>
        <pc:sldMkLst>
          <pc:docMk/>
          <pc:sldMk cId="1250517572" sldId="524"/>
        </pc:sldMkLst>
        <pc:spChg chg="mod">
          <ac:chgData name="Berg, Dirk van den" userId="035ecb32-01d9-4b47-a105-eacf059a4647" providerId="ADAL" clId="{F7FF961E-CF96-44AC-93C2-93612F62D46D}" dt="2026-06-11T10:09:16.848" v="706"/>
          <ac:spMkLst>
            <pc:docMk/>
            <pc:sldMk cId="1250517572" sldId="524"/>
            <ac:spMk id="2" creationId="{3E34CA5E-DE7F-EEE8-2F5F-739610A4F0F4}"/>
          </ac:spMkLst>
        </pc:spChg>
        <pc:spChg chg="mod">
          <ac:chgData name="Berg, Dirk van den" userId="035ecb32-01d9-4b47-a105-eacf059a4647" providerId="ADAL" clId="{F7FF961E-CF96-44AC-93C2-93612F62D46D}" dt="2026-06-11T10:12:15.311" v="746" actId="20577"/>
          <ac:spMkLst>
            <pc:docMk/>
            <pc:sldMk cId="1250517572" sldId="524"/>
            <ac:spMk id="3" creationId="{E292BF38-7FD7-C320-3F1B-D2597FAAC5BD}"/>
          </ac:spMkLst>
        </pc:spChg>
      </pc:sldChg>
      <pc:sldChg chg="modSp add mod">
        <pc:chgData name="Berg, Dirk van den" userId="035ecb32-01d9-4b47-a105-eacf059a4647" providerId="ADAL" clId="{F7FF961E-CF96-44AC-93C2-93612F62D46D}" dt="2026-06-11T10:27:22.468" v="1090" actId="20577"/>
        <pc:sldMkLst>
          <pc:docMk/>
          <pc:sldMk cId="4208264051" sldId="525"/>
        </pc:sldMkLst>
        <pc:spChg chg="mod">
          <ac:chgData name="Berg, Dirk van den" userId="035ecb32-01d9-4b47-a105-eacf059a4647" providerId="ADAL" clId="{F7FF961E-CF96-44AC-93C2-93612F62D46D}" dt="2026-06-11T10:26:56.889" v="989" actId="20577"/>
          <ac:spMkLst>
            <pc:docMk/>
            <pc:sldMk cId="4208264051" sldId="525"/>
            <ac:spMk id="2" creationId="{7B7D5E04-74B5-A837-4A80-8A5430452EB3}"/>
          </ac:spMkLst>
        </pc:spChg>
        <pc:spChg chg="mod">
          <ac:chgData name="Berg, Dirk van den" userId="035ecb32-01d9-4b47-a105-eacf059a4647" providerId="ADAL" clId="{F7FF961E-CF96-44AC-93C2-93612F62D46D}" dt="2026-06-11T10:27:22.468" v="1090" actId="20577"/>
          <ac:spMkLst>
            <pc:docMk/>
            <pc:sldMk cId="4208264051" sldId="525"/>
            <ac:spMk id="3" creationId="{F3D26948-5FFD-5B9D-70A0-B65F000547F4}"/>
          </ac:spMkLst>
        </pc:spChg>
      </pc:sldChg>
      <pc:sldChg chg="addSp delSp modSp new mod">
        <pc:chgData name="Berg, Dirk van den" userId="035ecb32-01d9-4b47-a105-eacf059a4647" providerId="ADAL" clId="{F7FF961E-CF96-44AC-93C2-93612F62D46D}" dt="2026-06-15T07:11:57.277" v="1841" actId="1076"/>
        <pc:sldMkLst>
          <pc:docMk/>
          <pc:sldMk cId="2486601122" sldId="526"/>
        </pc:sldMkLst>
        <pc:picChg chg="add mod modCrop">
          <ac:chgData name="Berg, Dirk van den" userId="035ecb32-01d9-4b47-a105-eacf059a4647" providerId="ADAL" clId="{F7FF961E-CF96-44AC-93C2-93612F62D46D}" dt="2026-06-15T07:11:57.277" v="1841" actId="1076"/>
          <ac:picMkLst>
            <pc:docMk/>
            <pc:sldMk cId="2486601122" sldId="526"/>
            <ac:picMk id="7" creationId="{786DE012-473C-2BC7-F158-0FF76364F8D0}"/>
          </ac:picMkLst>
        </pc:picChg>
      </pc:sldChg>
      <pc:sldChg chg="add">
        <pc:chgData name="Berg, Dirk van den" userId="035ecb32-01d9-4b47-a105-eacf059a4647" providerId="ADAL" clId="{F7FF961E-CF96-44AC-93C2-93612F62D46D}" dt="2026-06-15T07:05:28.170" v="1756"/>
        <pc:sldMkLst>
          <pc:docMk/>
          <pc:sldMk cId="989358158" sldId="527"/>
        </pc:sldMkLst>
      </pc:sldChg>
      <pc:sldChg chg="add">
        <pc:chgData name="Berg, Dirk van den" userId="035ecb32-01d9-4b47-a105-eacf059a4647" providerId="ADAL" clId="{F7FF961E-CF96-44AC-93C2-93612F62D46D}" dt="2026-06-15T07:05:28.170" v="1756"/>
        <pc:sldMkLst>
          <pc:docMk/>
          <pc:sldMk cId="3803936289" sldId="528"/>
        </pc:sldMkLst>
      </pc:sldChg>
      <pc:sldChg chg="add">
        <pc:chgData name="Berg, Dirk van den" userId="035ecb32-01d9-4b47-a105-eacf059a4647" providerId="ADAL" clId="{F7FF961E-CF96-44AC-93C2-93612F62D46D}" dt="2026-06-15T07:05:42.678" v="1757"/>
        <pc:sldMkLst>
          <pc:docMk/>
          <pc:sldMk cId="1442079541" sldId="529"/>
        </pc:sldMkLst>
      </pc:sldChg>
      <pc:sldChg chg="add">
        <pc:chgData name="Berg, Dirk van den" userId="035ecb32-01d9-4b47-a105-eacf059a4647" providerId="ADAL" clId="{F7FF961E-CF96-44AC-93C2-93612F62D46D}" dt="2026-06-15T07:05:42.678" v="1757"/>
        <pc:sldMkLst>
          <pc:docMk/>
          <pc:sldMk cId="3829793679" sldId="530"/>
        </pc:sldMkLst>
      </pc:sldChg>
      <pc:sldChg chg="add">
        <pc:chgData name="Berg, Dirk van den" userId="035ecb32-01d9-4b47-a105-eacf059a4647" providerId="ADAL" clId="{F7FF961E-CF96-44AC-93C2-93612F62D46D}" dt="2026-06-15T07:07:56.341" v="1823"/>
        <pc:sldMkLst>
          <pc:docMk/>
          <pc:sldMk cId="3020532205" sldId="531"/>
        </pc:sldMkLst>
      </pc:sldChg>
      <pc:sldChg chg="add">
        <pc:chgData name="Berg, Dirk van den" userId="035ecb32-01d9-4b47-a105-eacf059a4647" providerId="ADAL" clId="{F7FF961E-CF96-44AC-93C2-93612F62D46D}" dt="2026-06-15T07:07:56.341" v="1823"/>
        <pc:sldMkLst>
          <pc:docMk/>
          <pc:sldMk cId="721880702" sldId="532"/>
        </pc:sldMkLst>
      </pc:sldChg>
      <pc:sldChg chg="modSp new mod ord">
        <pc:chgData name="Berg, Dirk van den" userId="035ecb32-01d9-4b47-a105-eacf059a4647" providerId="ADAL" clId="{F7FF961E-CF96-44AC-93C2-93612F62D46D}" dt="2026-06-15T07:56:13.317" v="2902"/>
        <pc:sldMkLst>
          <pc:docMk/>
          <pc:sldMk cId="1740145444" sldId="533"/>
        </pc:sldMkLst>
        <pc:spChg chg="mod">
          <ac:chgData name="Berg, Dirk van den" userId="035ecb32-01d9-4b47-a105-eacf059a4647" providerId="ADAL" clId="{F7FF961E-CF96-44AC-93C2-93612F62D46D}" dt="2026-06-15T07:16:15.854" v="1910" actId="20577"/>
          <ac:spMkLst>
            <pc:docMk/>
            <pc:sldMk cId="1740145444" sldId="533"/>
            <ac:spMk id="2" creationId="{78F099C2-2F12-A424-91EC-AFECD784F82C}"/>
          </ac:spMkLst>
        </pc:spChg>
        <pc:spChg chg="mod">
          <ac:chgData name="Berg, Dirk van den" userId="035ecb32-01d9-4b47-a105-eacf059a4647" providerId="ADAL" clId="{F7FF961E-CF96-44AC-93C2-93612F62D46D}" dt="2026-06-15T07:30:07.872" v="2142" actId="20577"/>
          <ac:spMkLst>
            <pc:docMk/>
            <pc:sldMk cId="1740145444" sldId="533"/>
            <ac:spMk id="3" creationId="{45EE5B97-D3A2-3682-D645-7819104E0E83}"/>
          </ac:spMkLst>
        </pc:spChg>
      </pc:sldChg>
      <pc:sldChg chg="add del">
        <pc:chgData name="Berg, Dirk van den" userId="035ecb32-01d9-4b47-a105-eacf059a4647" providerId="ADAL" clId="{F7FF961E-CF96-44AC-93C2-93612F62D46D}" dt="2026-06-15T07:10:15.254" v="1830" actId="47"/>
        <pc:sldMkLst>
          <pc:docMk/>
          <pc:sldMk cId="2038966993" sldId="533"/>
        </pc:sldMkLst>
      </pc:sldChg>
      <pc:sldChg chg="addSp new del mod">
        <pc:chgData name="Berg, Dirk van den" userId="035ecb32-01d9-4b47-a105-eacf059a4647" providerId="ADAL" clId="{F7FF961E-CF96-44AC-93C2-93612F62D46D}" dt="2026-06-15T07:30:41.654" v="2147" actId="47"/>
        <pc:sldMkLst>
          <pc:docMk/>
          <pc:sldMk cId="513701187" sldId="534"/>
        </pc:sldMkLst>
        <pc:spChg chg="add">
          <ac:chgData name="Berg, Dirk van den" userId="035ecb32-01d9-4b47-a105-eacf059a4647" providerId="ADAL" clId="{F7FF961E-CF96-44AC-93C2-93612F62D46D}" dt="2026-06-15T07:18:51.222" v="1925" actId="22"/>
          <ac:spMkLst>
            <pc:docMk/>
            <pc:sldMk cId="513701187" sldId="534"/>
            <ac:spMk id="5" creationId="{D9AA5BC1-0751-CAD9-E2B3-CA72E028E46A}"/>
          </ac:spMkLst>
        </pc:spChg>
      </pc:sldChg>
      <pc:sldChg chg="addSp new del mod">
        <pc:chgData name="Berg, Dirk van den" userId="035ecb32-01d9-4b47-a105-eacf059a4647" providerId="ADAL" clId="{F7FF961E-CF96-44AC-93C2-93612F62D46D}" dt="2026-06-15T07:30:42.540" v="2148" actId="47"/>
        <pc:sldMkLst>
          <pc:docMk/>
          <pc:sldMk cId="3673798519" sldId="535"/>
        </pc:sldMkLst>
        <pc:spChg chg="add">
          <ac:chgData name="Berg, Dirk van den" userId="035ecb32-01d9-4b47-a105-eacf059a4647" providerId="ADAL" clId="{F7FF961E-CF96-44AC-93C2-93612F62D46D}" dt="2026-06-15T07:19:27.854" v="1927" actId="22"/>
          <ac:spMkLst>
            <pc:docMk/>
            <pc:sldMk cId="3673798519" sldId="535"/>
            <ac:spMk id="5" creationId="{8564F390-D04C-5D89-21ED-FD971AC42EF1}"/>
          </ac:spMkLst>
        </pc:spChg>
      </pc:sldChg>
      <pc:sldChg chg="addSp modSp new mod">
        <pc:chgData name="Berg, Dirk van den" userId="035ecb32-01d9-4b47-a105-eacf059a4647" providerId="ADAL" clId="{F7FF961E-CF96-44AC-93C2-93612F62D46D}" dt="2026-06-15T07:28:17.620" v="1998" actId="1076"/>
        <pc:sldMkLst>
          <pc:docMk/>
          <pc:sldMk cId="2470557905" sldId="536"/>
        </pc:sldMkLst>
        <pc:spChg chg="add mod">
          <ac:chgData name="Berg, Dirk van den" userId="035ecb32-01d9-4b47-a105-eacf059a4647" providerId="ADAL" clId="{F7FF961E-CF96-44AC-93C2-93612F62D46D}" dt="2026-06-15T07:28:17.620" v="1998" actId="1076"/>
          <ac:spMkLst>
            <pc:docMk/>
            <pc:sldMk cId="2470557905" sldId="536"/>
            <ac:spMk id="5" creationId="{AADB3B10-74C5-E810-D694-4FB5F5164FAC}"/>
          </ac:spMkLst>
        </pc:spChg>
        <pc:spChg chg="add mod">
          <ac:chgData name="Berg, Dirk van den" userId="035ecb32-01d9-4b47-a105-eacf059a4647" providerId="ADAL" clId="{F7FF961E-CF96-44AC-93C2-93612F62D46D}" dt="2026-06-15T07:28:01.095" v="1995" actId="1076"/>
          <ac:spMkLst>
            <pc:docMk/>
            <pc:sldMk cId="2470557905" sldId="536"/>
            <ac:spMk id="7" creationId="{75F29854-13EA-26CA-615D-145CD281DDB6}"/>
          </ac:spMkLst>
        </pc:spChg>
      </pc:sldChg>
      <pc:sldChg chg="addSp modSp new mod">
        <pc:chgData name="Berg, Dirk van den" userId="035ecb32-01d9-4b47-a105-eacf059a4647" providerId="ADAL" clId="{F7FF961E-CF96-44AC-93C2-93612F62D46D}" dt="2026-06-15T07:30:32.215" v="2146" actId="1076"/>
        <pc:sldMkLst>
          <pc:docMk/>
          <pc:sldMk cId="330750968" sldId="537"/>
        </pc:sldMkLst>
        <pc:spChg chg="add mod">
          <ac:chgData name="Berg, Dirk van den" userId="035ecb32-01d9-4b47-a105-eacf059a4647" providerId="ADAL" clId="{F7FF961E-CF96-44AC-93C2-93612F62D46D}" dt="2026-06-15T07:30:23.011" v="2144" actId="1076"/>
          <ac:spMkLst>
            <pc:docMk/>
            <pc:sldMk cId="330750968" sldId="537"/>
            <ac:spMk id="5" creationId="{7C08145B-4962-403E-2A6F-CD49F4FA81A1}"/>
          </ac:spMkLst>
        </pc:spChg>
        <pc:spChg chg="add mod">
          <ac:chgData name="Berg, Dirk van den" userId="035ecb32-01d9-4b47-a105-eacf059a4647" providerId="ADAL" clId="{F7FF961E-CF96-44AC-93C2-93612F62D46D}" dt="2026-06-15T07:30:32.215" v="2146" actId="1076"/>
          <ac:spMkLst>
            <pc:docMk/>
            <pc:sldMk cId="330750968" sldId="537"/>
            <ac:spMk id="7" creationId="{E4E15E31-F71D-3628-7616-FD444B54A82B}"/>
          </ac:spMkLst>
        </pc:spChg>
      </pc:sldChg>
      <pc:sldChg chg="addSp modSp new mod">
        <pc:chgData name="Berg, Dirk van den" userId="035ecb32-01d9-4b47-a105-eacf059a4647" providerId="ADAL" clId="{F7FF961E-CF96-44AC-93C2-93612F62D46D}" dt="2026-06-15T07:32:03.219" v="2164" actId="1076"/>
        <pc:sldMkLst>
          <pc:docMk/>
          <pc:sldMk cId="3061189902" sldId="538"/>
        </pc:sldMkLst>
        <pc:spChg chg="add mod">
          <ac:chgData name="Berg, Dirk van den" userId="035ecb32-01d9-4b47-a105-eacf059a4647" providerId="ADAL" clId="{F7FF961E-CF96-44AC-93C2-93612F62D46D}" dt="2026-06-15T07:31:59.891" v="2163" actId="6549"/>
          <ac:spMkLst>
            <pc:docMk/>
            <pc:sldMk cId="3061189902" sldId="538"/>
            <ac:spMk id="5" creationId="{648E3FDD-1397-B562-ADC7-AD1184410EEB}"/>
          </ac:spMkLst>
        </pc:spChg>
        <pc:spChg chg="add mod">
          <ac:chgData name="Berg, Dirk van den" userId="035ecb32-01d9-4b47-a105-eacf059a4647" providerId="ADAL" clId="{F7FF961E-CF96-44AC-93C2-93612F62D46D}" dt="2026-06-15T07:32:03.219" v="2164" actId="1076"/>
          <ac:spMkLst>
            <pc:docMk/>
            <pc:sldMk cId="3061189902" sldId="538"/>
            <ac:spMk id="7" creationId="{D54DFDCB-4675-53E2-CDF1-F6D112125C4B}"/>
          </ac:spMkLst>
        </pc:spChg>
      </pc:sldChg>
      <pc:sldChg chg="addSp modSp new mod">
        <pc:chgData name="Berg, Dirk van den" userId="035ecb32-01d9-4b47-a105-eacf059a4647" providerId="ADAL" clId="{F7FF961E-CF96-44AC-93C2-93612F62D46D}" dt="2026-06-15T07:33:14.800" v="2170" actId="1076"/>
        <pc:sldMkLst>
          <pc:docMk/>
          <pc:sldMk cId="3739911938" sldId="539"/>
        </pc:sldMkLst>
        <pc:spChg chg="add mod">
          <ac:chgData name="Berg, Dirk van den" userId="035ecb32-01d9-4b47-a105-eacf059a4647" providerId="ADAL" clId="{F7FF961E-CF96-44AC-93C2-93612F62D46D}" dt="2026-06-15T07:33:14.800" v="2170" actId="1076"/>
          <ac:spMkLst>
            <pc:docMk/>
            <pc:sldMk cId="3739911938" sldId="539"/>
            <ac:spMk id="5" creationId="{1150DB79-8924-0ACD-C350-81483BEF2745}"/>
          </ac:spMkLst>
        </pc:spChg>
        <pc:spChg chg="add mod">
          <ac:chgData name="Berg, Dirk van den" userId="035ecb32-01d9-4b47-a105-eacf059a4647" providerId="ADAL" clId="{F7FF961E-CF96-44AC-93C2-93612F62D46D}" dt="2026-06-15T07:33:09.079" v="2169" actId="1076"/>
          <ac:spMkLst>
            <pc:docMk/>
            <pc:sldMk cId="3739911938" sldId="539"/>
            <ac:spMk id="7" creationId="{1F7A0A0C-AE76-FA86-5646-F16E7F103A53}"/>
          </ac:spMkLst>
        </pc:spChg>
      </pc:sldChg>
      <pc:sldChg chg="addSp modSp new mod">
        <pc:chgData name="Berg, Dirk van den" userId="035ecb32-01d9-4b47-a105-eacf059a4647" providerId="ADAL" clId="{F7FF961E-CF96-44AC-93C2-93612F62D46D}" dt="2026-06-15T07:34:50.912" v="2175" actId="1076"/>
        <pc:sldMkLst>
          <pc:docMk/>
          <pc:sldMk cId="4230576912" sldId="540"/>
        </pc:sldMkLst>
        <pc:picChg chg="add mod">
          <ac:chgData name="Berg, Dirk van den" userId="035ecb32-01d9-4b47-a105-eacf059a4647" providerId="ADAL" clId="{F7FF961E-CF96-44AC-93C2-93612F62D46D}" dt="2026-06-15T07:34:50.912" v="2175" actId="1076"/>
          <ac:picMkLst>
            <pc:docMk/>
            <pc:sldMk cId="4230576912" sldId="540"/>
            <ac:picMk id="5" creationId="{7487C2CC-4377-502B-8427-40F66694805B}"/>
          </ac:picMkLst>
        </pc:picChg>
      </pc:sldChg>
      <pc:sldChg chg="addSp modSp add mod">
        <pc:chgData name="Berg, Dirk van den" userId="035ecb32-01d9-4b47-a105-eacf059a4647" providerId="ADAL" clId="{F7FF961E-CF96-44AC-93C2-93612F62D46D}" dt="2026-06-15T07:42:05.505" v="2417" actId="20577"/>
        <pc:sldMkLst>
          <pc:docMk/>
          <pc:sldMk cId="2782236938" sldId="541"/>
        </pc:sldMkLst>
        <pc:spChg chg="mod">
          <ac:chgData name="Berg, Dirk van den" userId="035ecb32-01d9-4b47-a105-eacf059a4647" providerId="ADAL" clId="{F7FF961E-CF96-44AC-93C2-93612F62D46D}" dt="2026-06-15T07:42:05.505" v="2417" actId="20577"/>
          <ac:spMkLst>
            <pc:docMk/>
            <pc:sldMk cId="2782236938" sldId="541"/>
            <ac:spMk id="3" creationId="{5A4CEDD4-99FC-3A05-88F2-898201E898F9}"/>
          </ac:spMkLst>
        </pc:spChg>
        <pc:spChg chg="add mod">
          <ac:chgData name="Berg, Dirk van den" userId="035ecb32-01d9-4b47-a105-eacf059a4647" providerId="ADAL" clId="{F7FF961E-CF96-44AC-93C2-93612F62D46D}" dt="2026-06-15T07:40:22.881" v="2253" actId="14100"/>
          <ac:spMkLst>
            <pc:docMk/>
            <pc:sldMk cId="2782236938" sldId="541"/>
            <ac:spMk id="4" creationId="{31805D8B-808F-56F0-6E72-BA987C9E4B98}"/>
          </ac:spMkLst>
        </pc:spChg>
        <pc:spChg chg="add mod">
          <ac:chgData name="Berg, Dirk van den" userId="035ecb32-01d9-4b47-a105-eacf059a4647" providerId="ADAL" clId="{F7FF961E-CF96-44AC-93C2-93612F62D46D}" dt="2026-06-15T07:40:55.686" v="2260" actId="14100"/>
          <ac:spMkLst>
            <pc:docMk/>
            <pc:sldMk cId="2782236938" sldId="541"/>
            <ac:spMk id="6" creationId="{35A19DA9-BF10-4822-F621-6E976A82805D}"/>
          </ac:spMkLst>
        </pc:spChg>
        <pc:picChg chg="mod">
          <ac:chgData name="Berg, Dirk van den" userId="035ecb32-01d9-4b47-a105-eacf059a4647" providerId="ADAL" clId="{F7FF961E-CF96-44AC-93C2-93612F62D46D}" dt="2026-06-15T07:40:47.124" v="2257" actId="1076"/>
          <ac:picMkLst>
            <pc:docMk/>
            <pc:sldMk cId="2782236938" sldId="541"/>
            <ac:picMk id="5" creationId="{1CDE69AF-69CF-C74F-84CB-0ED2B9AAEDEF}"/>
          </ac:picMkLst>
        </pc:picChg>
      </pc:sldChg>
      <pc:sldChg chg="addSp modSp new mod">
        <pc:chgData name="Berg, Dirk van den" userId="035ecb32-01d9-4b47-a105-eacf059a4647" providerId="ADAL" clId="{F7FF961E-CF96-44AC-93C2-93612F62D46D}" dt="2026-06-15T07:46:25.163" v="2571" actId="1076"/>
        <pc:sldMkLst>
          <pc:docMk/>
          <pc:sldMk cId="937491681" sldId="542"/>
        </pc:sldMkLst>
        <pc:picChg chg="add mod">
          <ac:chgData name="Berg, Dirk van den" userId="035ecb32-01d9-4b47-a105-eacf059a4647" providerId="ADAL" clId="{F7FF961E-CF96-44AC-93C2-93612F62D46D}" dt="2026-06-15T07:46:25.163" v="2571" actId="1076"/>
          <ac:picMkLst>
            <pc:docMk/>
            <pc:sldMk cId="937491681" sldId="542"/>
            <ac:picMk id="5" creationId="{5DB4910A-D790-4E94-2720-D23F39C39F36}"/>
          </ac:picMkLst>
        </pc:picChg>
      </pc:sldChg>
      <pc:sldChg chg="modSp new mod">
        <pc:chgData name="Berg, Dirk van den" userId="035ecb32-01d9-4b47-a105-eacf059a4647" providerId="ADAL" clId="{F7FF961E-CF96-44AC-93C2-93612F62D46D}" dt="2026-06-15T08:00:03.945" v="3042" actId="20577"/>
        <pc:sldMkLst>
          <pc:docMk/>
          <pc:sldMk cId="3149329969" sldId="543"/>
        </pc:sldMkLst>
        <pc:spChg chg="mod">
          <ac:chgData name="Berg, Dirk van den" userId="035ecb32-01d9-4b47-a105-eacf059a4647" providerId="ADAL" clId="{F7FF961E-CF96-44AC-93C2-93612F62D46D}" dt="2026-06-15T07:50:59.166" v="2647" actId="20577"/>
          <ac:spMkLst>
            <pc:docMk/>
            <pc:sldMk cId="3149329969" sldId="543"/>
            <ac:spMk id="2" creationId="{CD925AA5-109B-A47B-64CE-CFFB0DFD1A11}"/>
          </ac:spMkLst>
        </pc:spChg>
        <pc:spChg chg="mod">
          <ac:chgData name="Berg, Dirk van den" userId="035ecb32-01d9-4b47-a105-eacf059a4647" providerId="ADAL" clId="{F7FF961E-CF96-44AC-93C2-93612F62D46D}" dt="2026-06-15T08:00:03.945" v="3042" actId="20577"/>
          <ac:spMkLst>
            <pc:docMk/>
            <pc:sldMk cId="3149329969" sldId="543"/>
            <ac:spMk id="3" creationId="{3D963AFB-1147-6583-011C-EB15E5E215F2}"/>
          </ac:spMkLst>
        </pc:spChg>
      </pc:sldChg>
      <pc:sldChg chg="addSp delSp modSp new mod">
        <pc:chgData name="Berg, Dirk van den" userId="035ecb32-01d9-4b47-a105-eacf059a4647" providerId="ADAL" clId="{F7FF961E-CF96-44AC-93C2-93612F62D46D}" dt="2026-06-15T07:54:58.723" v="2874" actId="20577"/>
        <pc:sldMkLst>
          <pc:docMk/>
          <pc:sldMk cId="3739265353" sldId="544"/>
        </pc:sldMkLst>
        <pc:spChg chg="mod">
          <ac:chgData name="Berg, Dirk van den" userId="035ecb32-01d9-4b47-a105-eacf059a4647" providerId="ADAL" clId="{F7FF961E-CF96-44AC-93C2-93612F62D46D}" dt="2026-06-15T07:54:58.723" v="2874" actId="20577"/>
          <ac:spMkLst>
            <pc:docMk/>
            <pc:sldMk cId="3739265353" sldId="544"/>
            <ac:spMk id="2" creationId="{1569CAB9-D93D-E19A-DEB2-02E2D721BEE9}"/>
          </ac:spMkLst>
        </pc:spChg>
        <pc:spChg chg="mod">
          <ac:chgData name="Berg, Dirk van den" userId="035ecb32-01d9-4b47-a105-eacf059a4647" providerId="ADAL" clId="{F7FF961E-CF96-44AC-93C2-93612F62D46D}" dt="2026-06-15T07:50:08.456" v="2614" actId="6549"/>
          <ac:spMkLst>
            <pc:docMk/>
            <pc:sldMk cId="3739265353" sldId="544"/>
            <ac:spMk id="3" creationId="{683BCC99-D9BD-B04B-D4F3-0C9AE76D985C}"/>
          </ac:spMkLst>
        </pc:spChg>
        <pc:spChg chg="add del mod">
          <ac:chgData name="Berg, Dirk van den" userId="035ecb32-01d9-4b47-a105-eacf059a4647" providerId="ADAL" clId="{F7FF961E-CF96-44AC-93C2-93612F62D46D}" dt="2026-06-15T07:49:46.082" v="2592" actId="478"/>
          <ac:spMkLst>
            <pc:docMk/>
            <pc:sldMk cId="3739265353" sldId="544"/>
            <ac:spMk id="5" creationId="{13FB2D23-202D-3D2C-DF17-3A60DA8EC11F}"/>
          </ac:spMkLst>
        </pc:spChg>
        <pc:spChg chg="add del mod">
          <ac:chgData name="Berg, Dirk van den" userId="035ecb32-01d9-4b47-a105-eacf059a4647" providerId="ADAL" clId="{F7FF961E-CF96-44AC-93C2-93612F62D46D}" dt="2026-06-15T07:49:43.665" v="2591" actId="478"/>
          <ac:spMkLst>
            <pc:docMk/>
            <pc:sldMk cId="3739265353" sldId="544"/>
            <ac:spMk id="7" creationId="{043F2F96-4C4F-6016-B6C2-8B58136C67BD}"/>
          </ac:spMkLst>
        </pc:spChg>
      </pc:sldChg>
      <pc:sldChg chg="modSp new mod modShow">
        <pc:chgData name="Berg, Dirk van den" userId="035ecb32-01d9-4b47-a105-eacf059a4647" providerId="ADAL" clId="{F7FF961E-CF96-44AC-93C2-93612F62D46D}" dt="2026-06-15T07:52:33.255" v="2841" actId="729"/>
        <pc:sldMkLst>
          <pc:docMk/>
          <pc:sldMk cId="762699933" sldId="545"/>
        </pc:sldMkLst>
        <pc:spChg chg="mod">
          <ac:chgData name="Berg, Dirk van den" userId="035ecb32-01d9-4b47-a105-eacf059a4647" providerId="ADAL" clId="{F7FF961E-CF96-44AC-93C2-93612F62D46D}" dt="2026-06-15T07:51:09.769" v="2677" actId="20577"/>
          <ac:spMkLst>
            <pc:docMk/>
            <pc:sldMk cId="762699933" sldId="545"/>
            <ac:spMk id="2" creationId="{62A91C9C-2D90-6AD3-131E-8CBF4AF0CA12}"/>
          </ac:spMkLst>
        </pc:spChg>
        <pc:spChg chg="mod">
          <ac:chgData name="Berg, Dirk van den" userId="035ecb32-01d9-4b47-a105-eacf059a4647" providerId="ADAL" clId="{F7FF961E-CF96-44AC-93C2-93612F62D46D}" dt="2026-06-15T07:52:22.799" v="2840" actId="20577"/>
          <ac:spMkLst>
            <pc:docMk/>
            <pc:sldMk cId="762699933" sldId="545"/>
            <ac:spMk id="3" creationId="{06BF8250-9C82-85DC-484D-355175870A84}"/>
          </ac:spMkLst>
        </pc:spChg>
      </pc:sldChg>
      <pc:sldChg chg="addSp modSp new mod">
        <pc:chgData name="Berg, Dirk van den" userId="035ecb32-01d9-4b47-a105-eacf059a4647" providerId="ADAL" clId="{F7FF961E-CF96-44AC-93C2-93612F62D46D}" dt="2026-06-15T07:55:06.216" v="2895" actId="20577"/>
        <pc:sldMkLst>
          <pc:docMk/>
          <pc:sldMk cId="2935092405" sldId="546"/>
        </pc:sldMkLst>
        <pc:spChg chg="mod">
          <ac:chgData name="Berg, Dirk van den" userId="035ecb32-01d9-4b47-a105-eacf059a4647" providerId="ADAL" clId="{F7FF961E-CF96-44AC-93C2-93612F62D46D}" dt="2026-06-15T07:55:06.216" v="2895" actId="20577"/>
          <ac:spMkLst>
            <pc:docMk/>
            <pc:sldMk cId="2935092405" sldId="546"/>
            <ac:spMk id="2" creationId="{0CF455E1-7CD3-08B9-2AA6-896988DC42F9}"/>
          </ac:spMkLst>
        </pc:spChg>
        <pc:spChg chg="add mod">
          <ac:chgData name="Berg, Dirk van den" userId="035ecb32-01d9-4b47-a105-eacf059a4647" providerId="ADAL" clId="{F7FF961E-CF96-44AC-93C2-93612F62D46D}" dt="2026-06-15T07:54:41.333" v="2850" actId="207"/>
          <ac:spMkLst>
            <pc:docMk/>
            <pc:sldMk cId="2935092405" sldId="546"/>
            <ac:spMk id="5" creationId="{14961716-3CD9-B7CC-09A5-1B6868651E8F}"/>
          </ac:spMkLst>
        </pc:spChg>
        <pc:spChg chg="add mod">
          <ac:chgData name="Berg, Dirk van den" userId="035ecb32-01d9-4b47-a105-eacf059a4647" providerId="ADAL" clId="{F7FF961E-CF96-44AC-93C2-93612F62D46D}" dt="2026-06-15T07:54:43.311" v="2851" actId="207"/>
          <ac:spMkLst>
            <pc:docMk/>
            <pc:sldMk cId="2935092405" sldId="546"/>
            <ac:spMk id="7" creationId="{4998B15E-2F4E-ADEF-F74B-DF9F0B5D826B}"/>
          </ac:spMkLst>
        </pc:spChg>
      </pc:sldChg>
      <pc:sldChg chg="new del">
        <pc:chgData name="Berg, Dirk van den" userId="035ecb32-01d9-4b47-a105-eacf059a4647" providerId="ADAL" clId="{F7FF961E-CF96-44AC-93C2-93612F62D46D}" dt="2026-06-15T07:51:03.826" v="2650" actId="47"/>
        <pc:sldMkLst>
          <pc:docMk/>
          <pc:sldMk cId="3839033441" sldId="546"/>
        </pc:sldMkLst>
      </pc:sldChg>
      <pc:sldChg chg="new">
        <pc:chgData name="Berg, Dirk van den" userId="035ecb32-01d9-4b47-a105-eacf059a4647" providerId="ADAL" clId="{F7FF961E-CF96-44AC-93C2-93612F62D46D}" dt="2026-06-15T11:21:41.258" v="3043" actId="680"/>
        <pc:sldMkLst>
          <pc:docMk/>
          <pc:sldMk cId="878492530" sldId="547"/>
        </pc:sldMkLst>
      </pc:sldChg>
      <pc:sldChg chg="addSp delSp modSp new mod">
        <pc:chgData name="Berg, Dirk van den" userId="035ecb32-01d9-4b47-a105-eacf059a4647" providerId="ADAL" clId="{F7FF961E-CF96-44AC-93C2-93612F62D46D}" dt="2026-06-15T11:26:51.844" v="3076" actId="20577"/>
        <pc:sldMkLst>
          <pc:docMk/>
          <pc:sldMk cId="3692655530" sldId="548"/>
        </pc:sldMkLst>
        <pc:spChg chg="del">
          <ac:chgData name="Berg, Dirk van den" userId="035ecb32-01d9-4b47-a105-eacf059a4647" providerId="ADAL" clId="{F7FF961E-CF96-44AC-93C2-93612F62D46D}" dt="2026-06-15T11:21:46.214" v="3048" actId="478"/>
          <ac:spMkLst>
            <pc:docMk/>
            <pc:sldMk cId="3692655530" sldId="548"/>
            <ac:spMk id="2" creationId="{878CBA4B-4820-F069-1CE5-3F9CC7A40513}"/>
          </ac:spMkLst>
        </pc:spChg>
        <pc:spChg chg="del">
          <ac:chgData name="Berg, Dirk van den" userId="035ecb32-01d9-4b47-a105-eacf059a4647" providerId="ADAL" clId="{F7FF961E-CF96-44AC-93C2-93612F62D46D}" dt="2026-06-15T11:21:45.152" v="3047" actId="478"/>
          <ac:spMkLst>
            <pc:docMk/>
            <pc:sldMk cId="3692655530" sldId="548"/>
            <ac:spMk id="3" creationId="{23FC4BD7-E143-63D9-DADE-701E4FBF8E14}"/>
          </ac:spMkLst>
        </pc:spChg>
        <pc:spChg chg="add mod">
          <ac:chgData name="Berg, Dirk van den" userId="035ecb32-01d9-4b47-a105-eacf059a4647" providerId="ADAL" clId="{F7FF961E-CF96-44AC-93C2-93612F62D46D}" dt="2026-06-15T11:22:33.209" v="3064" actId="14100"/>
          <ac:spMkLst>
            <pc:docMk/>
            <pc:sldMk cId="3692655530" sldId="548"/>
            <ac:spMk id="5" creationId="{EEB73438-2565-BDBB-9D24-74B637640147}"/>
          </ac:spMkLst>
        </pc:spChg>
        <pc:spChg chg="add mod">
          <ac:chgData name="Berg, Dirk van den" userId="035ecb32-01d9-4b47-a105-eacf059a4647" providerId="ADAL" clId="{F7FF961E-CF96-44AC-93C2-93612F62D46D}" dt="2026-06-15T11:26:51.844" v="3076" actId="20577"/>
          <ac:spMkLst>
            <pc:docMk/>
            <pc:sldMk cId="3692655530" sldId="548"/>
            <ac:spMk id="7" creationId="{053CBA55-3B8C-830F-17E0-6DCF3681B5A6}"/>
          </ac:spMkLst>
        </pc:spChg>
        <pc:spChg chg="add mod">
          <ac:chgData name="Berg, Dirk van den" userId="035ecb32-01d9-4b47-a105-eacf059a4647" providerId="ADAL" clId="{F7FF961E-CF96-44AC-93C2-93612F62D46D}" dt="2026-06-15T11:25:59.645" v="3074" actId="14100"/>
          <ac:spMkLst>
            <pc:docMk/>
            <pc:sldMk cId="3692655530" sldId="548"/>
            <ac:spMk id="9" creationId="{28C0B651-94EE-7C91-684F-27D39114E8DE}"/>
          </ac:spMkLst>
        </pc:spChg>
      </pc:sldChg>
      <pc:sldChg chg="addSp modSp new mod">
        <pc:chgData name="Berg, Dirk van den" userId="035ecb32-01d9-4b47-a105-eacf059a4647" providerId="ADAL" clId="{F7FF961E-CF96-44AC-93C2-93612F62D46D}" dt="2026-06-15T11:43:25.887" v="3080" actId="1076"/>
        <pc:sldMkLst>
          <pc:docMk/>
          <pc:sldMk cId="1534055114" sldId="549"/>
        </pc:sldMkLst>
        <pc:picChg chg="add mod">
          <ac:chgData name="Berg, Dirk van den" userId="035ecb32-01d9-4b47-a105-eacf059a4647" providerId="ADAL" clId="{F7FF961E-CF96-44AC-93C2-93612F62D46D}" dt="2026-06-15T11:43:25.887" v="3080" actId="1076"/>
          <ac:picMkLst>
            <pc:docMk/>
            <pc:sldMk cId="1534055114" sldId="549"/>
            <ac:picMk id="5" creationId="{51F1B479-D42A-0152-31E4-478930B0C7A7}"/>
          </ac:picMkLst>
        </pc:picChg>
      </pc:sldChg>
      <pc:sldChg chg="modSp new mod">
        <pc:chgData name="Berg, Dirk van den" userId="035ecb32-01d9-4b47-a105-eacf059a4647" providerId="ADAL" clId="{F7FF961E-CF96-44AC-93C2-93612F62D46D}" dt="2026-06-15T12:17:32.497" v="3227" actId="20577"/>
        <pc:sldMkLst>
          <pc:docMk/>
          <pc:sldMk cId="121936788" sldId="550"/>
        </pc:sldMkLst>
        <pc:spChg chg="mod">
          <ac:chgData name="Berg, Dirk van den" userId="035ecb32-01d9-4b47-a105-eacf059a4647" providerId="ADAL" clId="{F7FF961E-CF96-44AC-93C2-93612F62D46D}" dt="2026-06-15T12:17:32.497" v="3227" actId="20577"/>
          <ac:spMkLst>
            <pc:docMk/>
            <pc:sldMk cId="121936788" sldId="550"/>
            <ac:spMk id="3" creationId="{E536DF86-B27F-328F-4D82-423FCFA92B64}"/>
          </ac:spMkLst>
        </pc:spChg>
      </pc:sldChg>
      <pc:sldChg chg="modSp new mod">
        <pc:chgData name="Berg, Dirk van den" userId="035ecb32-01d9-4b47-a105-eacf059a4647" providerId="ADAL" clId="{F7FF961E-CF96-44AC-93C2-93612F62D46D}" dt="2026-06-15T12:40:04.932" v="3340" actId="5793"/>
        <pc:sldMkLst>
          <pc:docMk/>
          <pc:sldMk cId="1497227004" sldId="551"/>
        </pc:sldMkLst>
        <pc:spChg chg="mod">
          <ac:chgData name="Berg, Dirk van den" userId="035ecb32-01d9-4b47-a105-eacf059a4647" providerId="ADAL" clId="{F7FF961E-CF96-44AC-93C2-93612F62D46D}" dt="2026-06-15T12:39:49.988" v="3261" actId="20577"/>
          <ac:spMkLst>
            <pc:docMk/>
            <pc:sldMk cId="1497227004" sldId="551"/>
            <ac:spMk id="2" creationId="{E1077047-FD87-8AD9-BA7B-76377ECAB3C6}"/>
          </ac:spMkLst>
        </pc:spChg>
        <pc:spChg chg="mod">
          <ac:chgData name="Berg, Dirk van den" userId="035ecb32-01d9-4b47-a105-eacf059a4647" providerId="ADAL" clId="{F7FF961E-CF96-44AC-93C2-93612F62D46D}" dt="2026-06-15T12:40:04.932" v="3340" actId="5793"/>
          <ac:spMkLst>
            <pc:docMk/>
            <pc:sldMk cId="1497227004" sldId="551"/>
            <ac:spMk id="3" creationId="{69A6B27E-364B-8AC1-AF26-FFDCC78B5F7E}"/>
          </ac:spMkLst>
        </pc:spChg>
      </pc:sldChg>
      <pc:sldChg chg="addSp modSp new mod">
        <pc:chgData name="Berg, Dirk van den" userId="035ecb32-01d9-4b47-a105-eacf059a4647" providerId="ADAL" clId="{F7FF961E-CF96-44AC-93C2-93612F62D46D}" dt="2026-06-15T12:58:51.704" v="3377" actId="20577"/>
        <pc:sldMkLst>
          <pc:docMk/>
          <pc:sldMk cId="3217624811" sldId="552"/>
        </pc:sldMkLst>
        <pc:spChg chg="mod">
          <ac:chgData name="Berg, Dirk van den" userId="035ecb32-01d9-4b47-a105-eacf059a4647" providerId="ADAL" clId="{F7FF961E-CF96-44AC-93C2-93612F62D46D}" dt="2026-06-15T12:58:51.704" v="3377" actId="20577"/>
          <ac:spMkLst>
            <pc:docMk/>
            <pc:sldMk cId="3217624811" sldId="552"/>
            <ac:spMk id="2" creationId="{0F9A509A-5867-084C-56A0-7B0A38D6D8FE}"/>
          </ac:spMkLst>
        </pc:spChg>
        <pc:picChg chg="add mod">
          <ac:chgData name="Berg, Dirk van den" userId="035ecb32-01d9-4b47-a105-eacf059a4647" providerId="ADAL" clId="{F7FF961E-CF96-44AC-93C2-93612F62D46D}" dt="2026-06-15T12:58:40.391" v="3343" actId="1076"/>
          <ac:picMkLst>
            <pc:docMk/>
            <pc:sldMk cId="3217624811" sldId="552"/>
            <ac:picMk id="5" creationId="{A7516FFC-50BE-E329-7994-F9683BB09C96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117D4C-1A2B-4990-9B20-741B833DA5B9}" type="datetimeFigureOut">
              <a:rPr lang="en-NL" smtClean="0"/>
              <a:t>15/06/2026</a:t>
            </a:fld>
            <a:endParaRPr lang="en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53E8C8-0C25-4345-BFD3-EAD19DE0CE37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8269695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D7A217-BC89-726B-76DF-585CDAEED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D40155-7E3A-B87B-F56C-1D0F1D7E5F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CA85D9-4E1B-DC51-2F18-D089891E16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C1E455-120B-73CE-D460-715383EB26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8ABE9-835D-41BF-A9B3-EFBAC967A8E2}" type="slidenum">
              <a:rPr lang="en-NL" smtClean="0"/>
              <a:t>3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4444768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932CD2-6902-08E7-94CA-936CAFB07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64DC70-BB1B-8C44-08E9-FB8FD70793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CF582A-D2B6-34BB-FE02-6DE5FDA911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6A60CF-0494-FE42-03A0-669934B141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8ABE9-835D-41BF-A9B3-EFBAC967A8E2}" type="slidenum">
              <a:rPr lang="en-NL" smtClean="0"/>
              <a:t>4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4533107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is not differentiable, so gradients cannot improve x0 during training</a:t>
            </a:r>
          </a:p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53E8C8-0C25-4345-BFD3-EAD19DE0CE37}" type="slidenum">
              <a:rPr lang="en-NL" smtClean="0"/>
              <a:t>10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7575937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53E8C8-0C25-4345-BFD3-EAD19DE0CE37}" type="slidenum">
              <a:rPr lang="en-NL" smtClean="0"/>
              <a:t>16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4582150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53E8C8-0C25-4345-BFD3-EAD19DE0CE37}" type="slidenum">
              <a:rPr lang="en-NL" smtClean="0"/>
              <a:t>19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5307485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A9B0A-21A9-11D8-6AC0-0853C7FE8D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E18FFD-A4E2-0D4E-7BCD-58E1748D8E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CB645C-4A53-6DC7-25C3-9688B7178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B314D-8566-407C-8138-35BC3B95AB82}" type="datetimeFigureOut">
              <a:rPr lang="en-NL" smtClean="0"/>
              <a:t>15/06/2026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582621-D3E9-86E1-A821-537728272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11C98C-0F73-A8F2-02F4-2AB4973CD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8187164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50BA0-583D-0185-EE69-28099DAEC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D8891D-C30A-9834-578C-76F335D9CF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86B7C-AB90-7DAA-F0EA-C7122F775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15/06/2026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6BD878-B8D5-9BF6-B119-CB8E2FBA6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1A9D23-71DC-CC7B-17C0-5E08C967D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5838012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55E79-0500-A1A2-6D30-0F0DFDD60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B6914D-49A9-E97D-2C4E-18FAAF7260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FDA4EA-60CD-56E7-0DAD-21A6159BC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15/06/2026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7721A8-BB79-306A-08AB-EFFF7B85E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A46C38-EEEE-5592-0604-AA374F8CC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4592305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65D4E-F716-266C-EB44-F320FF044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FA0776-C324-EFAB-A946-10C85364B9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F9D3D4-7D3D-D1F4-CD2A-A518E54694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693131-FB94-2B88-8093-B6F21E860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15/06/2026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D21B79-6DB2-349F-C356-71774F673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5CBD36-D0DC-8F43-ACFD-1E9E357E7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2678301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3BC18-D101-9213-B897-8851FE7C3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5E5057-8AB1-D931-F79F-0D54E845ED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C2EF1A-2434-D230-33B4-D17316B77A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0C9925-AAE9-B6AC-9461-0917219EAC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4E5211-4325-D275-EE19-9984E66A82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7FEE0D-2772-4FE7-99AD-4C1D3AC62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15/06/2026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3169B9-CD5B-369C-DBC2-925297EB2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0BA7D5-A78A-09BB-A363-994BD9A02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8698023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9777B-F5E7-C08C-590D-ACFBE4C45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0CC399-4A6B-4593-9E74-B6F8CA3DC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15/06/2026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EE88BE-564F-9BC9-D256-883FCC299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97D54D-0C50-C773-E94C-9E2D30D93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7452653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994506-3D43-84EA-E881-39D633077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15/06/2026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1C55CA-8DBE-9019-86DA-AEBED897E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59772A-9555-52DB-D4E9-75AF3C15D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874220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D3A6E-DBBE-812E-85F2-A38B5249B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FB2DEC-7E11-7FE1-3C8F-AB40257CCC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67515C-82D6-C8CD-79FD-0E6A1C9B19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08F352-32B7-00FA-4DA5-12E23612C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15/06/2026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D78EF5-AAF6-9556-0DA1-762E1477F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3A06DC-6CC1-26FA-41F2-FA573F7A3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587678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5C77B-CBEF-A395-D0FA-1C65A9CE2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E17272-008C-028F-3164-75FD0D3FA4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CEFC27-BE0A-B312-4CAE-0D22A173EF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841F1B-BF0C-E7EE-C200-6ACDD52E8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15/06/2026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3DBEA7-5C08-D5DF-326D-402497EEC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8AB07C-EC9D-1E6E-88BF-08CF4DC29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313419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C2113-B4D5-3AA6-7F42-D0DF7E554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7AC1B1-B636-EC3C-8268-7CF0D78B63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308ECA-F03E-2322-8AB9-FF1B3570A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15/06/2026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560E39-73E9-DBC5-E7A0-57B509463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BBA569-67AF-6D26-BB44-6C9DA6C33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9157859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80FA20-7E26-5811-0F8E-E937CD7F6C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C0AB59-9859-7F7C-9F9C-9BFEA1EF0F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583E10-4C21-18B0-80CE-477CC9350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07CE9-C8DF-41DF-BDBB-830B84D62F5B}" type="datetimeFigureOut">
              <a:rPr lang="en-NL" smtClean="0"/>
              <a:t>15/06/2026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CB85F3-CF9A-29D5-DEA3-31B619337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122B00-4173-AFD9-EDBF-57D15872F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318455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4814AA-CC4F-26EF-0940-42AD31BA4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8EE76C-C9DD-829C-0E04-FD727D9368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A92AA8-31FA-1538-0020-A6770000A6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B07CE9-C8DF-41DF-BDBB-830B84D62F5B}" type="datetimeFigureOut">
              <a:rPr lang="en-NL" smtClean="0"/>
              <a:t>15/06/2026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2936D0-EF18-388D-6CDB-4886CBEB09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00218A-4CD5-B355-2F90-F63E2428D7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9C285A-41FD-47C8-9B13-D40BAB452FE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8084270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58346-11EF-AF16-3F7E-D4AE642D6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Meeting Week 20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EF679-3C39-E36C-B710-9B50CBAE48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Last week summary</a:t>
            </a:r>
          </a:p>
          <a:p>
            <a:r>
              <a:rPr lang="en-US" dirty="0"/>
              <a:t>Augmentation</a:t>
            </a:r>
          </a:p>
          <a:p>
            <a:pPr lvl="1"/>
            <a:r>
              <a:rPr lang="en-US" dirty="0"/>
              <a:t>Encoder</a:t>
            </a:r>
          </a:p>
          <a:p>
            <a:r>
              <a:rPr lang="en-US" dirty="0"/>
              <a:t>Parameter recovery smaller max angle difference X1 and X2 (Theta)</a:t>
            </a:r>
          </a:p>
          <a:p>
            <a:r>
              <a:rPr lang="en-US" dirty="0"/>
              <a:t>Outline </a:t>
            </a:r>
            <a:r>
              <a:rPr lang="en-US" dirty="0" err="1"/>
              <a:t>ToDo</a:t>
            </a:r>
            <a:r>
              <a:rPr lang="en-US" dirty="0"/>
              <a:t> next week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6795951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9700D-FF42-415C-9519-CE16CBBB5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Last week summary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16F991-22E1-98ED-FDA2-6483679AE4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Added MSD resonance at 150hz</a:t>
            </a:r>
          </a:p>
          <a:p>
            <a:pPr lvl="1"/>
            <a:r>
              <a:rPr lang="en-US" dirty="0"/>
              <a:t>Visible in FRF</a:t>
            </a:r>
          </a:p>
          <a:p>
            <a:pPr lvl="1"/>
            <a:r>
              <a:rPr lang="en-US" dirty="0"/>
              <a:t>Given same input</a:t>
            </a:r>
          </a:p>
          <a:p>
            <a:r>
              <a:rPr lang="en-US" dirty="0"/>
              <a:t>Working on Encoder (input-output mapping)</a:t>
            </a:r>
          </a:p>
          <a:p>
            <a:endParaRPr lang="en-US" dirty="0"/>
          </a:p>
          <a:p>
            <a:pPr marL="0" indent="0">
              <a:buNone/>
            </a:pP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6172268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D7EA98-8D1B-6CE2-E115-DA1A87D3A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20950-7F8C-D5A6-B65B-87476C877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5C759E-3ACF-EF89-6CE3-7927E207EA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63C349-FF01-6CFE-81A2-DDA64151B9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749" y="365125"/>
            <a:ext cx="9751828" cy="6148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560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EE3484-94F2-14D6-31CA-9FAE07C6B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ACE78-B9D1-45C7-4074-CA9FD738A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D74970-240D-E8B5-D9FB-7F973C49B2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9F7AEE-FE93-C857-4A68-4D907138D6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749" y="365125"/>
            <a:ext cx="9751828" cy="6148937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5C86B106-CFF8-302B-FE52-85E0AD584BA7}"/>
              </a:ext>
            </a:extLst>
          </p:cNvPr>
          <p:cNvGrpSpPr/>
          <p:nvPr/>
        </p:nvGrpSpPr>
        <p:grpSpPr>
          <a:xfrm rot="21112073">
            <a:off x="2534792" y="1771677"/>
            <a:ext cx="2059703" cy="1991011"/>
            <a:chOff x="7399251" y="4167670"/>
            <a:chExt cx="2059703" cy="1991011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C55DC95B-5EFB-972A-3B1B-33CE8266125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73509" t="15263" r="6139" b="34017"/>
            <a:stretch>
              <a:fillRect/>
            </a:stretch>
          </p:blipFill>
          <p:spPr>
            <a:xfrm>
              <a:off x="7399251" y="4170244"/>
              <a:ext cx="1645516" cy="1988437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FB0D30DC-25C2-1DFF-F1F4-D297D6260F4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65482" t="15263" r="26057" b="42014"/>
            <a:stretch>
              <a:fillRect/>
            </a:stretch>
          </p:blipFill>
          <p:spPr>
            <a:xfrm>
              <a:off x="8774874" y="4167670"/>
              <a:ext cx="684080" cy="167491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302801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BACC1-C5F1-879D-D74A-8E122C1BB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196CE2-C3F9-C2B6-945F-6E29FEFE4B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426214-2957-FB01-58DF-64100061E7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61442"/>
            <a:ext cx="12192000" cy="5735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3581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F5FB59-B0F2-7BDE-CDBE-8DEA04E88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AF20D9-2280-5CE3-35E5-5A1BE6AE5C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F81B67-111B-49AD-F2CF-8B6C4956F7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29246"/>
            <a:ext cx="12192000" cy="5799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39362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574AC-1470-F4C9-A60A-EC48EAB00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Error between baseline and augmented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3AEF3B-506F-48B0-393D-D83E414BDA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Given the same input from closed-loop augmented system to the baseline system.</a:t>
            </a:r>
          </a:p>
          <a:p>
            <a:pPr lvl="1"/>
            <a:r>
              <a:rPr lang="en-US" dirty="0"/>
              <a:t>What is the difference</a:t>
            </a:r>
          </a:p>
          <a:p>
            <a:r>
              <a:rPr lang="en-US" dirty="0"/>
              <a:t>Why:</a:t>
            </a:r>
          </a:p>
          <a:p>
            <a:pPr lvl="1"/>
            <a:r>
              <a:rPr lang="en-US" dirty="0"/>
              <a:t>Want to know whether the baseline model given the input from the augmented system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4420795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62213-3457-C3EB-CB1E-F862656E2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53F736-7404-A0CE-DF24-36E55D470E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455" y="4317206"/>
            <a:ext cx="10515600" cy="4351338"/>
          </a:xfrm>
        </p:spPr>
        <p:txBody>
          <a:bodyPr/>
          <a:lstStyle/>
          <a:p>
            <a:r>
              <a:rPr lang="en-US" dirty="0"/>
              <a:t>System with added MSD vs system without MSD</a:t>
            </a:r>
          </a:p>
          <a:p>
            <a:pPr lvl="1"/>
            <a:r>
              <a:rPr lang="en-US" dirty="0"/>
              <a:t>Used the same input, compared the difference</a:t>
            </a:r>
          </a:p>
          <a:p>
            <a:r>
              <a:rPr lang="en-US" dirty="0"/>
              <a:t>Parameter recovery was able to get in the range e^-7</a:t>
            </a:r>
          </a:p>
          <a:p>
            <a:pPr lvl="1"/>
            <a:r>
              <a:rPr lang="en-US" dirty="0"/>
              <a:t>With perfect parameters / perfect model is able to get in that range</a:t>
            </a:r>
          </a:p>
          <a:p>
            <a:pPr lvl="1"/>
            <a:r>
              <a:rPr lang="en-US" dirty="0"/>
              <a:t>We have no noise currently</a:t>
            </a:r>
          </a:p>
          <a:p>
            <a:pPr marL="0" indent="0">
              <a:buNone/>
            </a:pPr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83CC4F-4C9A-2253-05B8-ACC0AE897F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3408"/>
            <a:ext cx="12192000" cy="2633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97936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A8B2F-D438-20FA-82BD-CC784961D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the encoder?                                           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384A6-4578-0B30-A7C3-C24BB3E728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neural network that maps past I/O history (</a:t>
            </a:r>
            <a:r>
              <a:rPr lang="en-US" dirty="0" err="1"/>
              <a:t>u_past</a:t>
            </a:r>
            <a:r>
              <a:rPr lang="en-US" dirty="0"/>
              <a:t>, </a:t>
            </a:r>
            <a:r>
              <a:rPr lang="en-US" dirty="0" err="1"/>
              <a:t>y_past</a:t>
            </a:r>
            <a:r>
              <a:rPr lang="en-US" dirty="0"/>
              <a:t>) to an initial state x0                                         </a:t>
            </a:r>
          </a:p>
          <a:p>
            <a:r>
              <a:rPr lang="en-US" dirty="0"/>
              <a:t>x0 contains both physical states (positions, velocities) and</a:t>
            </a:r>
          </a:p>
          <a:p>
            <a:pPr marL="0" indent="0">
              <a:buNone/>
            </a:pPr>
            <a:r>
              <a:rPr lang="en-US" dirty="0"/>
              <a:t>  ANN augmentation states 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0205322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8D979-B7A7-2D1A-461E-5760034DE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 we need it?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02C362-C878-ADF8-565F-803ECB886F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BPTT training rolls out the model for </a:t>
            </a:r>
            <a:r>
              <a:rPr lang="en-US" dirty="0" err="1"/>
              <a:t>i</a:t>
            </a:r>
            <a:r>
              <a:rPr lang="en-US" dirty="0"/>
              <a:t>-amount of steps from an initial state x0, but we only measure outputs (positions), not the full state</a:t>
            </a:r>
          </a:p>
          <a:p>
            <a:r>
              <a:rPr lang="en-US" dirty="0"/>
              <a:t>Analytical alternative positions from measurements, velocities from finite differences, ANN states = 0</a:t>
            </a:r>
          </a:p>
          <a:p>
            <a:r>
              <a:rPr lang="en-US" dirty="0"/>
              <a:t>ANN augmentation states have no physical meaning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7218807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4CA5E-DE7F-EEE8-2F5F-739610A4F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Augmentation structure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92BF38-7FD7-C320-3F1B-D2597FAAC5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x(k+1) = </a:t>
            </a:r>
            <a:r>
              <a:rPr lang="en-US" dirty="0" err="1"/>
              <a:t>f_phys</a:t>
            </a:r>
            <a:r>
              <a:rPr lang="en-US" dirty="0"/>
              <a:t>(</a:t>
            </a:r>
            <a:r>
              <a:rPr lang="en-US" dirty="0" err="1"/>
              <a:t>x_phys</a:t>
            </a:r>
            <a:r>
              <a:rPr lang="en-US" dirty="0"/>
              <a:t>, u) + </a:t>
            </a:r>
            <a:r>
              <a:rPr lang="en-US" dirty="0" err="1"/>
              <a:t>f_NN</a:t>
            </a:r>
            <a:r>
              <a:rPr lang="en-US" dirty="0"/>
              <a:t>(x, u)</a:t>
            </a:r>
          </a:p>
          <a:p>
            <a:pPr lvl="1"/>
            <a:r>
              <a:rPr lang="en-US" dirty="0"/>
              <a:t> x is the full 8-dimensional state vector (6 physical + 2 augmented)                                                                       </a:t>
            </a:r>
          </a:p>
          <a:p>
            <a:pPr lvl="1"/>
            <a:r>
              <a:rPr lang="en-US" dirty="0"/>
              <a:t> </a:t>
            </a:r>
            <a:r>
              <a:rPr lang="en-US" dirty="0" err="1"/>
              <a:t>x_phys</a:t>
            </a:r>
            <a:r>
              <a:rPr lang="en-US" dirty="0"/>
              <a:t> is the first 6 entries of x (just the physical states, selected via S) </a:t>
            </a:r>
          </a:p>
          <a:p>
            <a:r>
              <a:rPr lang="en-US" dirty="0"/>
              <a:t>Physics block: known LPV gantry model (fixed, not trained)</a:t>
            </a:r>
          </a:p>
          <a:p>
            <a:r>
              <a:rPr lang="en-US" dirty="0"/>
              <a:t>NN correction: feedforward network, zero-</a:t>
            </a:r>
            <a:r>
              <a:rPr lang="en-US" dirty="0" err="1"/>
              <a:t>initialised</a:t>
            </a:r>
            <a:r>
              <a:rPr lang="en-US" dirty="0"/>
              <a:t> (starts as pure physics)</a:t>
            </a:r>
          </a:p>
          <a:p>
            <a:r>
              <a:rPr lang="en-US" dirty="0"/>
              <a:t> State = 6 physical + 2 augmented </a:t>
            </a:r>
          </a:p>
          <a:p>
            <a:r>
              <a:rPr lang="en-US" dirty="0"/>
              <a:t>Output: y = C </a:t>
            </a:r>
            <a:r>
              <a:rPr lang="en-US" dirty="0" err="1"/>
              <a:t>x_phys</a:t>
            </a:r>
            <a:r>
              <a:rPr lang="en-US" dirty="0"/>
              <a:t> + D u (known, not trained)</a:t>
            </a:r>
          </a:p>
        </p:txBody>
      </p:sp>
    </p:spTree>
    <p:extLst>
      <p:ext uri="{BB962C8B-B14F-4D97-AF65-F5344CB8AC3E}">
        <p14:creationId xmlns:p14="http://schemas.microsoft.com/office/powerpoint/2010/main" val="12505175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F89EEE-D863-8A54-348F-83BFED3DE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Parameter justification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DE0E97-2F38-A1AF-6914-7295B783CC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FRF</a:t>
            </a:r>
          </a:p>
          <a:p>
            <a:r>
              <a:rPr lang="en-US" dirty="0"/>
              <a:t>Chosen parameters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6668355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CFCE61-A088-03F6-98F6-9E941A713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F9A80-AB36-EA02-9CA8-21D46E243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Parameter justification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AD774A-D802-3B4B-60C9-F9051001F4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1472D3-0BA1-E2E6-8C35-FC2ADC6A0C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7379" y="1310640"/>
            <a:ext cx="8955170" cy="5182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99033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1371B-B02A-6E17-5726-B381CB574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Hybrid encoder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DA0004-DAE6-BD80-CCC1-E4F4402647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Baseline encoder couldn’t outperform analytical baseline for data with MSD</a:t>
            </a:r>
          </a:p>
          <a:p>
            <a:pPr lvl="1"/>
            <a:r>
              <a:rPr lang="en-US" dirty="0"/>
              <a:t>Analytical baseline compute positions and velocities directly from output data</a:t>
            </a:r>
          </a:p>
          <a:p>
            <a:r>
              <a:rPr lang="en-US" dirty="0"/>
              <a:t>What the hybrid encoder does:</a:t>
            </a:r>
          </a:p>
          <a:p>
            <a:pPr lvl="1"/>
            <a:r>
              <a:rPr lang="en-US" dirty="0"/>
              <a:t>Splits the job in two:</a:t>
            </a:r>
          </a:p>
          <a:p>
            <a:pPr lvl="2"/>
            <a:r>
              <a:rPr lang="en-US" dirty="0"/>
              <a:t> Physical states (x_{1:6}): computed analytically. Detached from the computation graph so no gradients flow through them</a:t>
            </a:r>
          </a:p>
          <a:p>
            <a:pPr lvl="2"/>
            <a:r>
              <a:rPr lang="en-US" dirty="0"/>
              <a:t> Augmented states (x_{7:8}): a small zero-</a:t>
            </a:r>
            <a:r>
              <a:rPr lang="en-US" dirty="0" err="1"/>
              <a:t>init</a:t>
            </a:r>
            <a:r>
              <a:rPr lang="en-US" dirty="0"/>
              <a:t> ANN learns these from the same past window</a:t>
            </a:r>
          </a:p>
          <a:p>
            <a:r>
              <a:rPr lang="en-US" dirty="0"/>
              <a:t>Trajectories not informative enough? </a:t>
            </a:r>
            <a:r>
              <a:rPr lang="en-US" dirty="0">
                <a:sym typeface="Wingdings" panose="05000000000000000000" pitchFamily="2" charset="2"/>
              </a:rPr>
              <a:t> added </a:t>
            </a:r>
            <a:r>
              <a:rPr lang="en-US" dirty="0" err="1">
                <a:sym typeface="Wingdings" panose="05000000000000000000" pitchFamily="2" charset="2"/>
              </a:rPr>
              <a:t>multisine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6258119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3B99C3-6B73-8762-15C1-C366A5D1A9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7D5E04-74B5-A837-4A80-8A5430452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Hybrid encoder + </a:t>
            </a:r>
            <a:r>
              <a:rPr lang="en-US" dirty="0" err="1"/>
              <a:t>Multisine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D26948-5FFD-5B9D-70A0-B65F000547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Baseline encoder couldn’t outperform analytical baseline for data with MSD</a:t>
            </a:r>
          </a:p>
          <a:p>
            <a:pPr lvl="1"/>
            <a:r>
              <a:rPr lang="en-US" dirty="0"/>
              <a:t>Analytical baseline compute positions and velocities directly from output data</a:t>
            </a:r>
          </a:p>
          <a:p>
            <a:r>
              <a:rPr lang="en-US" dirty="0"/>
              <a:t>What the hybrid encoder does:</a:t>
            </a:r>
          </a:p>
          <a:p>
            <a:pPr lvl="1"/>
            <a:r>
              <a:rPr lang="en-US" dirty="0"/>
              <a:t>Splits the job in two:</a:t>
            </a:r>
          </a:p>
          <a:p>
            <a:pPr lvl="2"/>
            <a:r>
              <a:rPr lang="en-US" dirty="0"/>
              <a:t> Physical states (x_{1:6}): computed analytically. Detached from the computation graph so no gradients flow through them</a:t>
            </a:r>
          </a:p>
          <a:p>
            <a:pPr lvl="2"/>
            <a:r>
              <a:rPr lang="en-US" dirty="0"/>
              <a:t> Augmented states (x_{7:8}): a small zero-</a:t>
            </a:r>
            <a:r>
              <a:rPr lang="en-US" dirty="0" err="1"/>
              <a:t>init</a:t>
            </a:r>
            <a:r>
              <a:rPr lang="en-US" dirty="0"/>
              <a:t> ANN learns these from the same past window</a:t>
            </a:r>
          </a:p>
          <a:p>
            <a:r>
              <a:rPr lang="en-US" dirty="0"/>
              <a:t>Even with hybrid encoder good initialization but did not learn </a:t>
            </a:r>
            <a:r>
              <a:rPr lang="en-US" dirty="0">
                <a:sym typeface="Wingdings" panose="05000000000000000000" pitchFamily="2" charset="2"/>
              </a:rPr>
              <a:t> data</a:t>
            </a:r>
            <a:r>
              <a:rPr lang="en-US" dirty="0"/>
              <a:t> not informative enough? </a:t>
            </a:r>
            <a:r>
              <a:rPr lang="en-US" dirty="0">
                <a:sym typeface="Wingdings" panose="05000000000000000000" pitchFamily="2" charset="2"/>
              </a:rPr>
              <a:t> added </a:t>
            </a:r>
            <a:r>
              <a:rPr lang="en-US" dirty="0" err="1">
                <a:sym typeface="Wingdings" panose="05000000000000000000" pitchFamily="2" charset="2"/>
              </a:rPr>
              <a:t>multisine</a:t>
            </a:r>
            <a:r>
              <a:rPr lang="en-US" dirty="0">
                <a:sym typeface="Wingdings" panose="05000000000000000000" pitchFamily="2" charset="2"/>
              </a:rPr>
              <a:t> to trajectories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42082640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701F5-D007-5EB1-A2CA-CBF95CD486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BDE7C7-3D47-78EF-A343-5A341127E9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86DE012-473C-2BC7-F158-0FF76364F8D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1987"/>
          <a:stretch>
            <a:fillRect/>
          </a:stretch>
        </p:blipFill>
        <p:spPr>
          <a:xfrm>
            <a:off x="0" y="1113150"/>
            <a:ext cx="12192000" cy="4458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6011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0B622-91F5-FC4E-071D-86024B940F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94C8CC-2B20-A313-C373-5B75118CA1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72932" y="1780682"/>
            <a:ext cx="3216797" cy="4351338"/>
          </a:xfrm>
        </p:spPr>
        <p:txBody>
          <a:bodyPr/>
          <a:lstStyle/>
          <a:p>
            <a:r>
              <a:rPr lang="en-US" dirty="0"/>
              <a:t>Analytical baseline order of magnitude e^-5 RMS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D7FE0D4-EA0B-A666-9032-3D476F38A2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65125"/>
            <a:ext cx="9363919" cy="624261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2ED8309-553D-9BDE-A44E-1E81EAD19BC0}"/>
              </a:ext>
            </a:extLst>
          </p:cNvPr>
          <p:cNvSpPr txBox="1"/>
          <p:nvPr/>
        </p:nvSpPr>
        <p:spPr>
          <a:xfrm>
            <a:off x="5303520" y="2939534"/>
            <a:ext cx="6360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0.003563 RMS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1F9380-802A-2120-18F2-FE3440C543C2}"/>
              </a:ext>
            </a:extLst>
          </p:cNvPr>
          <p:cNvSpPr txBox="1"/>
          <p:nvPr/>
        </p:nvSpPr>
        <p:spPr>
          <a:xfrm>
            <a:off x="528320" y="2970791"/>
            <a:ext cx="6400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0.123539 RMS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23AD40C-BE2C-C163-8ADB-B09665B6F54E}"/>
              </a:ext>
            </a:extLst>
          </p:cNvPr>
          <p:cNvSpPr txBox="1"/>
          <p:nvPr/>
        </p:nvSpPr>
        <p:spPr>
          <a:xfrm>
            <a:off x="629920" y="5729866"/>
            <a:ext cx="6400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0.045276 RMS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F17A2CD-DBF5-BA39-F777-61D5B2581DF2}"/>
              </a:ext>
            </a:extLst>
          </p:cNvPr>
          <p:cNvSpPr txBox="1"/>
          <p:nvPr/>
        </p:nvSpPr>
        <p:spPr>
          <a:xfrm>
            <a:off x="5303520" y="5762688"/>
            <a:ext cx="6400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0.000068 RMS</a:t>
            </a:r>
          </a:p>
        </p:txBody>
      </p:sp>
    </p:spTree>
    <p:extLst>
      <p:ext uri="{BB962C8B-B14F-4D97-AF65-F5344CB8AC3E}">
        <p14:creationId xmlns:p14="http://schemas.microsoft.com/office/powerpoint/2010/main" val="6501896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91C9C-2D90-6AD3-131E-8CBF4AF0C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with hybrid encoder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BF8250-9C82-85DC-484D-355175870A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 gradients update through position and velocity states</a:t>
            </a:r>
          </a:p>
          <a:p>
            <a:r>
              <a:rPr lang="en-US" dirty="0"/>
              <a:t>The encoder needs to learn a mapping for I/O</a:t>
            </a:r>
          </a:p>
        </p:txBody>
      </p:sp>
    </p:spTree>
    <p:extLst>
      <p:ext uri="{BB962C8B-B14F-4D97-AF65-F5344CB8AC3E}">
        <p14:creationId xmlns:p14="http://schemas.microsoft.com/office/powerpoint/2010/main" val="7626999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25AA5-109B-A47B-64CE-CFFB0DFD1A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encoder initialization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963AFB-1147-6583-011C-EB15E5E215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Encoder weights initialized from the known baseline model</a:t>
            </a:r>
          </a:p>
          <a:p>
            <a:pPr lvl="1"/>
            <a:r>
              <a:rPr lang="en-US" dirty="0"/>
              <a:t>ANN states are set to 0</a:t>
            </a:r>
          </a:p>
          <a:p>
            <a:pPr lvl="1"/>
            <a:r>
              <a:rPr lang="en-US" dirty="0"/>
              <a:t>Method is for LTI so needed to choose an operating point for Y (Y=0)</a:t>
            </a:r>
          </a:p>
        </p:txBody>
      </p:sp>
    </p:spTree>
    <p:extLst>
      <p:ext uri="{BB962C8B-B14F-4D97-AF65-F5344CB8AC3E}">
        <p14:creationId xmlns:p14="http://schemas.microsoft.com/office/powerpoint/2010/main" val="31493299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455E1-7CD3-08B9-2AA6-896988DC4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without MSD (Baseline)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8D630B-7047-0297-DD07-6D8093C10A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961716-3CD9-B7CC-09A5-1B6868651E8F}"/>
              </a:ext>
            </a:extLst>
          </p:cNvPr>
          <p:cNvSpPr txBox="1"/>
          <p:nvPr/>
        </p:nvSpPr>
        <p:spPr>
          <a:xfrm>
            <a:off x="-127000" y="1613909"/>
            <a:ext cx="6096000" cy="2799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NL" b="0" dirty="0">
                <a:effectLst/>
                <a:latin typeface="Consolas" panose="020B0609020204030204" pitchFamily="49" charset="0"/>
              </a:rPr>
              <a:t>--- BEFORE training: 20-step output prediction ---</a:t>
            </a:r>
          </a:p>
          <a:p>
            <a:pPr>
              <a:lnSpc>
                <a:spcPts val="1425"/>
              </a:lnSpc>
              <a:buNone/>
            </a:pPr>
            <a:r>
              <a:rPr lang="en-NL" b="0" dirty="0">
                <a:effectLst/>
                <a:latin typeface="Consolas" panose="020B0609020204030204" pitchFamily="49" charset="0"/>
              </a:rPr>
              <a:t>  Output     1-step NRMS    20-step NRMS</a:t>
            </a:r>
          </a:p>
          <a:p>
            <a:pPr>
              <a:lnSpc>
                <a:spcPts val="1425"/>
              </a:lnSpc>
              <a:buNone/>
            </a:pPr>
            <a:r>
              <a:rPr lang="en-NL" b="0" dirty="0">
                <a:effectLst/>
                <a:latin typeface="Consolas" panose="020B0609020204030204" pitchFamily="49" charset="0"/>
              </a:rPr>
              <a:t>  ------  --------------  --------------</a:t>
            </a:r>
          </a:p>
          <a:p>
            <a:pPr>
              <a:lnSpc>
                <a:spcPts val="1425"/>
              </a:lnSpc>
              <a:buNone/>
            </a:pPr>
            <a:r>
              <a:rPr lang="en-NL" b="0" dirty="0">
                <a:effectLst/>
                <a:latin typeface="Consolas" panose="020B0609020204030204" pitchFamily="49" charset="0"/>
              </a:rPr>
              <a:t>  x1          6.4809e-05      2.6333e-04</a:t>
            </a:r>
          </a:p>
          <a:p>
            <a:pPr>
              <a:lnSpc>
                <a:spcPts val="1425"/>
              </a:lnSpc>
              <a:buNone/>
            </a:pPr>
            <a:r>
              <a:rPr lang="en-NL" b="0" dirty="0">
                <a:effectLst/>
                <a:latin typeface="Consolas" panose="020B0609020204030204" pitchFamily="49" charset="0"/>
              </a:rPr>
              <a:t>  x2          7.5406e-05      3.4315e-04</a:t>
            </a:r>
          </a:p>
          <a:p>
            <a:pPr>
              <a:lnSpc>
                <a:spcPts val="1425"/>
              </a:lnSpc>
              <a:buNone/>
            </a:pPr>
            <a:r>
              <a:rPr lang="en-NL" b="0" dirty="0">
                <a:effectLst/>
                <a:latin typeface="Consolas" panose="020B0609020204030204" pitchFamily="49" charset="0"/>
              </a:rPr>
              <a:t>  Y           2.7618e-05      8.5782e-05</a:t>
            </a:r>
          </a:p>
          <a:p>
            <a:pPr>
              <a:lnSpc>
                <a:spcPts val="1425"/>
              </a:lnSpc>
              <a:buNone/>
            </a:pPr>
            <a:br>
              <a:rPr lang="en-NL" b="0" dirty="0">
                <a:effectLst/>
                <a:latin typeface="Consolas" panose="020B0609020204030204" pitchFamily="49" charset="0"/>
              </a:rPr>
            </a:br>
            <a:endParaRPr lang="en-NL" b="0" dirty="0"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NL" b="0" dirty="0">
                <a:effectLst/>
                <a:latin typeface="Consolas" panose="020B0609020204030204" pitchFamily="49" charset="0"/>
              </a:rPr>
              <a:t>  Analytical 20-step output prediction:</a:t>
            </a:r>
          </a:p>
          <a:p>
            <a:pPr>
              <a:lnSpc>
                <a:spcPts val="1425"/>
              </a:lnSpc>
              <a:buNone/>
            </a:pPr>
            <a:r>
              <a:rPr lang="en-NL" b="0" dirty="0">
                <a:effectLst/>
                <a:latin typeface="Consolas" panose="020B0609020204030204" pitchFamily="49" charset="0"/>
              </a:rPr>
              <a:t>  Output     1-step NRMS    20-step NRMS</a:t>
            </a:r>
          </a:p>
          <a:p>
            <a:pPr>
              <a:lnSpc>
                <a:spcPts val="1425"/>
              </a:lnSpc>
              <a:buNone/>
            </a:pPr>
            <a:r>
              <a:rPr lang="en-NL" b="0" dirty="0">
                <a:effectLst/>
                <a:latin typeface="Consolas" panose="020B0609020204030204" pitchFamily="49" charset="0"/>
              </a:rPr>
              <a:t>  ------  --------------  --------------</a:t>
            </a:r>
          </a:p>
          <a:p>
            <a:pPr>
              <a:lnSpc>
                <a:spcPts val="1425"/>
              </a:lnSpc>
              <a:buNone/>
            </a:pPr>
            <a:r>
              <a:rPr lang="en-NL" b="0" dirty="0">
                <a:effectLst/>
                <a:latin typeface="Consolas" panose="020B0609020204030204" pitchFamily="49" charset="0"/>
              </a:rPr>
              <a:t>  x1          7.5820e-06      6.3784e-05</a:t>
            </a:r>
          </a:p>
          <a:p>
            <a:pPr>
              <a:lnSpc>
                <a:spcPts val="1425"/>
              </a:lnSpc>
              <a:buNone/>
            </a:pPr>
            <a:r>
              <a:rPr lang="en-NL" b="0" dirty="0">
                <a:effectLst/>
                <a:latin typeface="Consolas" panose="020B0609020204030204" pitchFamily="49" charset="0"/>
              </a:rPr>
              <a:t>  x2          6.9332e-06      5.1355e-05</a:t>
            </a:r>
          </a:p>
          <a:p>
            <a:pPr>
              <a:lnSpc>
                <a:spcPts val="1425"/>
              </a:lnSpc>
              <a:buNone/>
            </a:pPr>
            <a:r>
              <a:rPr lang="en-NL" b="0" dirty="0">
                <a:effectLst/>
                <a:latin typeface="Consolas" panose="020B0609020204030204" pitchFamily="49" charset="0"/>
              </a:rPr>
              <a:t>  Y           5.5282e-06      4.5105e-05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98B15E-2F4E-ADEF-F74B-DF9F0B5D826B}"/>
              </a:ext>
            </a:extLst>
          </p:cNvPr>
          <p:cNvSpPr txBox="1"/>
          <p:nvPr/>
        </p:nvSpPr>
        <p:spPr>
          <a:xfrm>
            <a:off x="5661025" y="1613909"/>
            <a:ext cx="6191250" cy="4774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NL" b="0" dirty="0">
                <a:effectLst/>
                <a:latin typeface="Consolas" panose="020B0609020204030204" pitchFamily="49" charset="0"/>
              </a:rPr>
              <a:t>--- AFTER training: 20-step output prediction ---</a:t>
            </a:r>
          </a:p>
          <a:p>
            <a:pPr>
              <a:lnSpc>
                <a:spcPts val="1425"/>
              </a:lnSpc>
              <a:buNone/>
            </a:pPr>
            <a:r>
              <a:rPr lang="en-NL" b="0" dirty="0">
                <a:effectLst/>
                <a:latin typeface="Consolas" panose="020B0609020204030204" pitchFamily="49" charset="0"/>
              </a:rPr>
              <a:t>  Output     Init 1-step  Trained 1-step   Analytical 1-step</a:t>
            </a:r>
          </a:p>
          <a:p>
            <a:pPr>
              <a:lnSpc>
                <a:spcPts val="1425"/>
              </a:lnSpc>
              <a:buNone/>
            </a:pPr>
            <a:r>
              <a:rPr lang="en-NL" b="0" dirty="0">
                <a:effectLst/>
                <a:latin typeface="Consolas" panose="020B0609020204030204" pitchFamily="49" charset="0"/>
              </a:rPr>
              <a:t>  ------  --------------  --------------  ------------------</a:t>
            </a:r>
          </a:p>
          <a:p>
            <a:pPr>
              <a:lnSpc>
                <a:spcPts val="1425"/>
              </a:lnSpc>
              <a:buNone/>
            </a:pPr>
            <a:r>
              <a:rPr lang="en-NL" b="0" dirty="0">
                <a:effectLst/>
                <a:latin typeface="Consolas" panose="020B0609020204030204" pitchFamily="49" charset="0"/>
              </a:rPr>
              <a:t>  x1          6.4809e-05      9.1409e-05          7.5820e-06</a:t>
            </a:r>
          </a:p>
          <a:p>
            <a:pPr>
              <a:lnSpc>
                <a:spcPts val="1425"/>
              </a:lnSpc>
              <a:buNone/>
            </a:pPr>
            <a:r>
              <a:rPr lang="en-NL" b="0" dirty="0">
                <a:effectLst/>
                <a:latin typeface="Consolas" panose="020B0609020204030204" pitchFamily="49" charset="0"/>
              </a:rPr>
              <a:t>  x2          7.5406e-05      1.0084e-04          6.9332e-06</a:t>
            </a:r>
          </a:p>
          <a:p>
            <a:pPr>
              <a:lnSpc>
                <a:spcPts val="1425"/>
              </a:lnSpc>
              <a:buNone/>
            </a:pPr>
            <a:r>
              <a:rPr lang="en-NL" b="0" dirty="0">
                <a:effectLst/>
                <a:latin typeface="Consolas" panose="020B0609020204030204" pitchFamily="49" charset="0"/>
              </a:rPr>
              <a:t>  Y           2.7618e-05      2.0631e-05          5.5282e-06</a:t>
            </a:r>
          </a:p>
          <a:p>
            <a:pPr>
              <a:lnSpc>
                <a:spcPts val="1425"/>
              </a:lnSpc>
              <a:buNone/>
            </a:pPr>
            <a:br>
              <a:rPr lang="en-NL" b="0" dirty="0">
                <a:effectLst/>
                <a:latin typeface="Consolas" panose="020B0609020204030204" pitchFamily="49" charset="0"/>
              </a:rPr>
            </a:br>
            <a:endParaRPr lang="en-NL" b="0" dirty="0"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NL" b="0" dirty="0">
                <a:effectLst/>
                <a:latin typeface="Consolas" panose="020B0609020204030204" pitchFamily="49" charset="0"/>
              </a:rPr>
              <a:t>  Output    Init 20-step  Trained 20-step  Analytical 20-step</a:t>
            </a:r>
          </a:p>
          <a:p>
            <a:pPr>
              <a:lnSpc>
                <a:spcPts val="1425"/>
              </a:lnSpc>
              <a:buNone/>
            </a:pPr>
            <a:r>
              <a:rPr lang="en-NL" b="0" dirty="0">
                <a:effectLst/>
                <a:latin typeface="Consolas" panose="020B0609020204030204" pitchFamily="49" charset="0"/>
              </a:rPr>
              <a:t>  ------  --------------  --------------  ------------------</a:t>
            </a:r>
          </a:p>
          <a:p>
            <a:pPr>
              <a:lnSpc>
                <a:spcPts val="1425"/>
              </a:lnSpc>
              <a:buNone/>
            </a:pPr>
            <a:r>
              <a:rPr lang="en-NL" b="0" dirty="0">
                <a:effectLst/>
                <a:latin typeface="Consolas" panose="020B0609020204030204" pitchFamily="49" charset="0"/>
              </a:rPr>
              <a:t>  x1          2.6333e-04      8.7203e-05      6.3784e-05</a:t>
            </a:r>
          </a:p>
          <a:p>
            <a:pPr>
              <a:lnSpc>
                <a:spcPts val="1425"/>
              </a:lnSpc>
              <a:buNone/>
            </a:pPr>
            <a:r>
              <a:rPr lang="en-NL" b="0" dirty="0">
                <a:effectLst/>
                <a:latin typeface="Consolas" panose="020B0609020204030204" pitchFamily="49" charset="0"/>
              </a:rPr>
              <a:t>  x2          3.4315e-04      9.5679e-05      5.1355e-05</a:t>
            </a:r>
          </a:p>
          <a:p>
            <a:pPr>
              <a:lnSpc>
                <a:spcPts val="1425"/>
              </a:lnSpc>
              <a:buNone/>
            </a:pPr>
            <a:r>
              <a:rPr lang="en-NL" b="0" dirty="0">
                <a:effectLst/>
                <a:latin typeface="Consolas" panose="020B0609020204030204" pitchFamily="49" charset="0"/>
              </a:rPr>
              <a:t>  Y           8.5782e-05      3.1232e-05      4.5105e-05</a:t>
            </a:r>
          </a:p>
          <a:p>
            <a:pPr>
              <a:lnSpc>
                <a:spcPts val="1425"/>
              </a:lnSpc>
              <a:buNone/>
            </a:pPr>
            <a:br>
              <a:rPr lang="en-NL" b="0" dirty="0">
                <a:effectLst/>
                <a:latin typeface="Consolas" panose="020B0609020204030204" pitchFamily="49" charset="0"/>
              </a:rPr>
            </a:br>
            <a:endParaRPr lang="en-NL" b="0" dirty="0"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50924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9CAB9-D93D-E19A-DEB2-02E2D721B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with MSD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3BCC99-D9BD-B04B-D4F3-0C9AE76D98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======================================================================</a:t>
            </a:r>
          </a:p>
          <a:p>
            <a:pPr marL="0" indent="0">
              <a:buNone/>
            </a:pPr>
            <a:r>
              <a:rPr lang="en-US" dirty="0"/>
              <a:t>COMPARISON: Physical state NRMS</a:t>
            </a:r>
          </a:p>
          <a:p>
            <a:pPr marL="0" indent="0">
              <a:buNone/>
            </a:pPr>
            <a:r>
              <a:rPr lang="en-US" dirty="0"/>
              <a:t>======================================================================</a:t>
            </a:r>
          </a:p>
          <a:p>
            <a:pPr marL="0" indent="0">
              <a:buNone/>
            </a:pPr>
            <a:r>
              <a:rPr lang="en-US" dirty="0"/>
              <a:t>  State           NX_ANN=0        NX_ANN=2      Analytical</a:t>
            </a:r>
          </a:p>
          <a:p>
            <a:pPr marL="0" indent="0">
              <a:buNone/>
            </a:pPr>
            <a:r>
              <a:rPr lang="en-US" dirty="0"/>
              <a:t>  --------  --------------  --------------  --------------  ----------</a:t>
            </a:r>
          </a:p>
          <a:p>
            <a:pPr marL="0" indent="0">
              <a:buNone/>
            </a:pPr>
            <a:r>
              <a:rPr lang="en-US" dirty="0"/>
              <a:t>  X             2.9443e-04      2.8072e-04      0.0000e+00</a:t>
            </a:r>
          </a:p>
          <a:p>
            <a:pPr marL="0" indent="0">
              <a:buNone/>
            </a:pPr>
            <a:r>
              <a:rPr lang="en-US" dirty="0"/>
              <a:t>  theta         7.9312e-04      6.9085e-04      0.0000e+00</a:t>
            </a:r>
          </a:p>
          <a:p>
            <a:pPr marL="0" indent="0">
              <a:buNone/>
            </a:pPr>
            <a:r>
              <a:rPr lang="en-US" dirty="0"/>
              <a:t>  Y             2.2891e-04      1.0591e-04      0.0000e+00  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err="1"/>
              <a:t>dX</a:t>
            </a:r>
            <a:r>
              <a:rPr lang="en-US" dirty="0"/>
              <a:t>            5.2102e-02      9.3972e-03      6.6885e-03  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err="1"/>
              <a:t>dtheta</a:t>
            </a:r>
            <a:r>
              <a:rPr lang="en-US" dirty="0"/>
              <a:t>        1.4753e-01      3.2553e-01      9.5385e-02  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err="1"/>
              <a:t>dY</a:t>
            </a:r>
            <a:r>
              <a:rPr lang="en-US" dirty="0"/>
              <a:t>            3.7484e-02      4.1815e-02      1.0123e-02  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7392653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099C2-2F12-A424-91EC-AFECD784F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Parameter recovery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EE5B97-D3A2-3682-D645-7819104E0E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Max angle </a:t>
            </a:r>
            <a:r>
              <a:rPr lang="en-NL" dirty="0"/>
              <a:t>0.006 meters</a:t>
            </a:r>
            <a:r>
              <a:rPr lang="en-US" dirty="0"/>
              <a:t> previously </a:t>
            </a:r>
            <a:r>
              <a:rPr lang="en-NL" dirty="0"/>
              <a:t>0.072 meters</a:t>
            </a:r>
            <a:endParaRPr lang="en-US" dirty="0"/>
          </a:p>
          <a:p>
            <a:r>
              <a:rPr lang="en-US" dirty="0"/>
              <a:t>Motion profiles no </a:t>
            </a:r>
            <a:r>
              <a:rPr lang="en-US" dirty="0" err="1"/>
              <a:t>multisine</a:t>
            </a:r>
            <a:endParaRPr lang="en-US" dirty="0"/>
          </a:p>
          <a:p>
            <a:r>
              <a:rPr lang="en-US" dirty="0"/>
              <a:t>Slides compare results</a:t>
            </a:r>
          </a:p>
          <a:p>
            <a:pPr lvl="1"/>
            <a:r>
              <a:rPr lang="en-US" dirty="0"/>
              <a:t>Left “original” </a:t>
            </a:r>
            <a:r>
              <a:rPr lang="en-NL" dirty="0"/>
              <a:t>0.072 meters</a:t>
            </a:r>
            <a:r>
              <a:rPr lang="en-US" dirty="0"/>
              <a:t> (best epoch 660)</a:t>
            </a:r>
          </a:p>
          <a:p>
            <a:pPr lvl="1"/>
            <a:r>
              <a:rPr lang="en-US" dirty="0"/>
              <a:t>Right </a:t>
            </a:r>
            <a:r>
              <a:rPr lang="en-NL" dirty="0"/>
              <a:t>0.006 meters</a:t>
            </a:r>
            <a:r>
              <a:rPr lang="en-US" dirty="0"/>
              <a:t> (best epoch 660)</a:t>
            </a:r>
          </a:p>
          <a:p>
            <a:pPr marL="0" indent="0">
              <a:buNone/>
            </a:pP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7401454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B4AA4B-8FE9-C854-B467-D719AB9FD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4B1782-24C4-791C-D672-52E300559F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DB3B10-74C5-E810-D694-4FB5F5164FAC}"/>
              </a:ext>
            </a:extLst>
          </p:cNvPr>
          <p:cNvSpPr txBox="1"/>
          <p:nvPr/>
        </p:nvSpPr>
        <p:spPr>
          <a:xfrm>
            <a:off x="0" y="1825625"/>
            <a:ext cx="60960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 dirty="0"/>
              <a:t> [Training]</a:t>
            </a:r>
          </a:p>
          <a:p>
            <a:r>
              <a:rPr lang="en-NL" dirty="0"/>
              <a:t>  </a:t>
            </a:r>
            <a:r>
              <a:rPr lang="en-NL" dirty="0" err="1"/>
              <a:t>Traj</a:t>
            </a:r>
            <a:r>
              <a:rPr lang="en-NL" dirty="0"/>
              <a:t>        RMSE [m]      X1 [m]      X2 [m]       Y [m]</a:t>
            </a:r>
          </a:p>
          <a:p>
            <a:r>
              <a:rPr lang="en-NL" dirty="0"/>
              <a:t>  ------  ------------  ----------  ----------  ----------</a:t>
            </a:r>
          </a:p>
          <a:p>
            <a:r>
              <a:rPr lang="en-NL" dirty="0"/>
              <a:t>  T1        2.3363e-07  4.7875e-10  4.4967e-10  4.0467e-07</a:t>
            </a:r>
          </a:p>
          <a:p>
            <a:r>
              <a:rPr lang="en-NL" dirty="0"/>
              <a:t>  T2        1.8340e-07  2.2466e-07  2.2457e-07  4.8999e-10</a:t>
            </a:r>
          </a:p>
          <a:p>
            <a:r>
              <a:rPr lang="en-NL" dirty="0"/>
              <a:t>  T3        1.8342e-07  2.2476e-07  2.2451e-07  1.1326e-09</a:t>
            </a:r>
          </a:p>
          <a:p>
            <a:r>
              <a:rPr lang="en-NL" dirty="0"/>
              <a:t>  T4        1.0077e-08  1.0706e-08  1.3624e-08  2.0930e-09</a:t>
            </a:r>
          </a:p>
          <a:p>
            <a:r>
              <a:rPr lang="en-NL" dirty="0"/>
              <a:t>  T5        2.1265e-07  1.5083e-07  1.5055e-07  3.0041e-07</a:t>
            </a:r>
          </a:p>
          <a:p>
            <a:r>
              <a:rPr lang="en-NL" dirty="0"/>
              <a:t>  T6        2.6837e-07  1.4659e-09  1.5980e-09  4.6482e-07</a:t>
            </a:r>
          </a:p>
          <a:p>
            <a:r>
              <a:rPr lang="en-NL" dirty="0"/>
              <a:t>  T7        2.5686e-07  1.0754e-08  1.3987e-08  4.4454e-07</a:t>
            </a:r>
          </a:p>
          <a:p>
            <a:r>
              <a:rPr lang="en-NL" dirty="0"/>
              <a:t>  T8        2.0804e-07  1.4032e-07  1.3801e-07  3.0184e-07</a:t>
            </a:r>
          </a:p>
          <a:p>
            <a:endParaRPr lang="en-NL" dirty="0"/>
          </a:p>
          <a:p>
            <a:r>
              <a:rPr lang="en-NL" dirty="0"/>
              <a:t>  Train RMSE: 2.087048e-07 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F29854-13EA-26CA-615D-145CD281DDB6}"/>
              </a:ext>
            </a:extLst>
          </p:cNvPr>
          <p:cNvSpPr txBox="1"/>
          <p:nvPr/>
        </p:nvSpPr>
        <p:spPr>
          <a:xfrm>
            <a:off x="6321425" y="1855807"/>
            <a:ext cx="610235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 dirty="0"/>
              <a:t> [Training]</a:t>
            </a:r>
          </a:p>
          <a:p>
            <a:r>
              <a:rPr lang="en-NL" dirty="0"/>
              <a:t>  </a:t>
            </a:r>
            <a:r>
              <a:rPr lang="en-NL" dirty="0" err="1"/>
              <a:t>Traj</a:t>
            </a:r>
            <a:r>
              <a:rPr lang="en-NL" dirty="0"/>
              <a:t>        RMSE [m]      X1 [m]      X2 [m]       Y [m]</a:t>
            </a:r>
          </a:p>
          <a:p>
            <a:r>
              <a:rPr lang="en-NL" dirty="0"/>
              <a:t>  ------  ------------  ----------  ----------  ----------</a:t>
            </a:r>
          </a:p>
          <a:p>
            <a:r>
              <a:rPr lang="en-NL" dirty="0"/>
              <a:t>  T1        9.8580e-08  4.9997e-08  4.8472e-08  1.5590e-07</a:t>
            </a:r>
          </a:p>
          <a:p>
            <a:r>
              <a:rPr lang="en-NL" dirty="0"/>
              <a:t>  T2        7.7395e-07  9.4786e-07  9.4792e-07  2.6151e-09</a:t>
            </a:r>
          </a:p>
          <a:p>
            <a:r>
              <a:rPr lang="en-NL" dirty="0"/>
              <a:t>  T3        7.7403e-07  9.4815e-07  9.4783e-07  3.9236e-09</a:t>
            </a:r>
          </a:p>
          <a:p>
            <a:r>
              <a:rPr lang="en-NL" dirty="0"/>
              <a:t>  T4        3.4861e-07  4.6253e-07  3.6898e-07  1.2043e-07</a:t>
            </a:r>
          </a:p>
          <a:p>
            <a:r>
              <a:rPr lang="en-NL" dirty="0"/>
              <a:t>  T5        5.0220e-07  6.0797e-07  6.1185e-07  1.1240e-07</a:t>
            </a:r>
          </a:p>
          <a:p>
            <a:r>
              <a:rPr lang="en-NL" dirty="0"/>
              <a:t>  T6        1.6992e-07  1.5966e-07  1.7504e-07  1.7462e-07</a:t>
            </a:r>
          </a:p>
          <a:p>
            <a:r>
              <a:rPr lang="en-NL" dirty="0"/>
              <a:t>  T7        3.1902e-07  3.6804e-07  3.5306e-07  2.1266e-07</a:t>
            </a:r>
          </a:p>
          <a:p>
            <a:r>
              <a:rPr lang="en-NL" dirty="0"/>
              <a:t>  T8        6.5265e-07  7.8215e-07  8.0278e-07  1.4712e-07</a:t>
            </a:r>
          </a:p>
          <a:p>
            <a:endParaRPr lang="en-NL" dirty="0"/>
          </a:p>
          <a:p>
            <a:r>
              <a:rPr lang="en-NL" dirty="0"/>
              <a:t>  Train RMSE: 5.169837e-07 m</a:t>
            </a:r>
          </a:p>
        </p:txBody>
      </p:sp>
    </p:spTree>
    <p:extLst>
      <p:ext uri="{BB962C8B-B14F-4D97-AF65-F5344CB8AC3E}">
        <p14:creationId xmlns:p14="http://schemas.microsoft.com/office/powerpoint/2010/main" val="24705579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DEBF3-A36B-F59F-A40C-F5D558642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22CB36-42ED-4198-041C-3C5AC3D813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08145B-4962-403E-2A6F-CD49F4FA81A1}"/>
              </a:ext>
            </a:extLst>
          </p:cNvPr>
          <p:cNvSpPr txBox="1"/>
          <p:nvPr/>
        </p:nvSpPr>
        <p:spPr>
          <a:xfrm>
            <a:off x="177800" y="1825625"/>
            <a:ext cx="60960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 dirty="0"/>
              <a:t> [Validation]</a:t>
            </a:r>
          </a:p>
          <a:p>
            <a:r>
              <a:rPr lang="en-NL" dirty="0"/>
              <a:t>  </a:t>
            </a:r>
            <a:r>
              <a:rPr lang="en-NL" dirty="0" err="1"/>
              <a:t>Traj</a:t>
            </a:r>
            <a:r>
              <a:rPr lang="en-NL" dirty="0"/>
              <a:t>        RMSE [m]      X1 [m]      X2 [m]       Y [m]</a:t>
            </a:r>
          </a:p>
          <a:p>
            <a:r>
              <a:rPr lang="en-NL" dirty="0"/>
              <a:t>  ------  ------------  ----------  ----------  ----------</a:t>
            </a:r>
          </a:p>
          <a:p>
            <a:r>
              <a:rPr lang="en-NL" dirty="0"/>
              <a:t>  V1        1.6160e-07  1.1340e-07  1.1322e-07  2.2948e-07</a:t>
            </a:r>
          </a:p>
          <a:p>
            <a:endParaRPr lang="en-NL" dirty="0"/>
          </a:p>
          <a:p>
            <a:r>
              <a:rPr lang="en-NL" dirty="0"/>
              <a:t>  Val RMSE:   1.615967e-07 m</a:t>
            </a:r>
          </a:p>
          <a:p>
            <a:endParaRPr lang="en-NL" dirty="0"/>
          </a:p>
          <a:p>
            <a:r>
              <a:rPr lang="en-NL" dirty="0"/>
              <a:t>  [Test]</a:t>
            </a:r>
          </a:p>
          <a:p>
            <a:r>
              <a:rPr lang="en-NL" dirty="0"/>
              <a:t>  </a:t>
            </a:r>
            <a:r>
              <a:rPr lang="en-NL" dirty="0" err="1"/>
              <a:t>Traj</a:t>
            </a:r>
            <a:r>
              <a:rPr lang="en-NL" dirty="0"/>
              <a:t>        RMSE [m]      X1 [m]      X2 [m]       Y [m]</a:t>
            </a:r>
          </a:p>
          <a:p>
            <a:r>
              <a:rPr lang="en-NL" dirty="0"/>
              <a:t>  ------  ------------  ----------  ----------  ----------</a:t>
            </a:r>
          </a:p>
          <a:p>
            <a:r>
              <a:rPr lang="en-NL" dirty="0"/>
              <a:t>  E1        1.2995e-07  8.5397e-08  8.3640e-08  1.9072e-07</a:t>
            </a:r>
          </a:p>
          <a:p>
            <a:endParaRPr lang="en-NL" dirty="0"/>
          </a:p>
          <a:p>
            <a:r>
              <a:rPr lang="en-NL" dirty="0"/>
              <a:t>  Test RMSE:  1.299505e-07 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E15E31-F71D-3628-7616-FD444B54A82B}"/>
              </a:ext>
            </a:extLst>
          </p:cNvPr>
          <p:cNvSpPr txBox="1"/>
          <p:nvPr/>
        </p:nvSpPr>
        <p:spPr>
          <a:xfrm>
            <a:off x="5918200" y="1825624"/>
            <a:ext cx="60960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 dirty="0"/>
              <a:t> [Validation]</a:t>
            </a:r>
          </a:p>
          <a:p>
            <a:r>
              <a:rPr lang="en-NL" dirty="0"/>
              <a:t>  </a:t>
            </a:r>
            <a:r>
              <a:rPr lang="en-NL" dirty="0" err="1"/>
              <a:t>Traj</a:t>
            </a:r>
            <a:r>
              <a:rPr lang="en-NL" dirty="0"/>
              <a:t>        RMSE [m]      X1 [m]      X2 [m]       Y [m]</a:t>
            </a:r>
          </a:p>
          <a:p>
            <a:r>
              <a:rPr lang="en-NL" dirty="0"/>
              <a:t>  ------  ------------  ----------  ----------  ----------</a:t>
            </a:r>
          </a:p>
          <a:p>
            <a:r>
              <a:rPr lang="en-NL" dirty="0"/>
              <a:t>  V1        3.6852e-07  4.4564e-07  4.4871e-07  8.6497e-08</a:t>
            </a:r>
          </a:p>
          <a:p>
            <a:endParaRPr lang="en-NL" dirty="0"/>
          </a:p>
          <a:p>
            <a:r>
              <a:rPr lang="en-NL" dirty="0"/>
              <a:t>  Val RMSE:   3.685197e-07 m</a:t>
            </a:r>
          </a:p>
          <a:p>
            <a:endParaRPr lang="en-NL" dirty="0"/>
          </a:p>
          <a:p>
            <a:r>
              <a:rPr lang="en-NL" dirty="0"/>
              <a:t>  [Test]</a:t>
            </a:r>
          </a:p>
          <a:p>
            <a:r>
              <a:rPr lang="en-NL" dirty="0"/>
              <a:t>  </a:t>
            </a:r>
            <a:r>
              <a:rPr lang="en-NL" dirty="0" err="1"/>
              <a:t>Traj</a:t>
            </a:r>
            <a:r>
              <a:rPr lang="en-NL" dirty="0"/>
              <a:t>        RMSE [m]      X1 [m]      X2 [m]       Y [m]</a:t>
            </a:r>
          </a:p>
          <a:p>
            <a:r>
              <a:rPr lang="en-NL" dirty="0"/>
              <a:t>  ------  ------------  ----------  ----------  ----------</a:t>
            </a:r>
          </a:p>
          <a:p>
            <a:r>
              <a:rPr lang="en-NL" dirty="0"/>
              <a:t>  E1        3.7594e-07  4.4753e-07  4.6311e-07  9.6125e-08</a:t>
            </a:r>
          </a:p>
          <a:p>
            <a:endParaRPr lang="en-NL" dirty="0"/>
          </a:p>
          <a:p>
            <a:r>
              <a:rPr lang="en-NL" dirty="0"/>
              <a:t>  Test RMSE:  3.759383e-07 m</a:t>
            </a:r>
          </a:p>
        </p:txBody>
      </p:sp>
    </p:spTree>
    <p:extLst>
      <p:ext uri="{BB962C8B-B14F-4D97-AF65-F5344CB8AC3E}">
        <p14:creationId xmlns:p14="http://schemas.microsoft.com/office/powerpoint/2010/main" val="3307509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61D89-BC62-BF1B-DA54-F93C211C20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8B604-3058-512F-6B7E-FAC1EA884D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8E3FDD-1397-B562-ADC7-AD1184410EEB}"/>
              </a:ext>
            </a:extLst>
          </p:cNvPr>
          <p:cNvSpPr txBox="1"/>
          <p:nvPr/>
        </p:nvSpPr>
        <p:spPr>
          <a:xfrm>
            <a:off x="114300" y="681037"/>
            <a:ext cx="609600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 dirty="0"/>
              <a:t>================================================</a:t>
            </a:r>
          </a:p>
          <a:p>
            <a:r>
              <a:rPr lang="en-NL" dirty="0"/>
              <a:t>Step 5: Parameter recovery</a:t>
            </a:r>
          </a:p>
          <a:p>
            <a:r>
              <a:rPr lang="en-NL" dirty="0"/>
              <a:t>============================================================</a:t>
            </a:r>
          </a:p>
          <a:p>
            <a:r>
              <a:rPr lang="en-NL" dirty="0"/>
              <a:t>  Table 1 — identifiable quantities</a:t>
            </a:r>
          </a:p>
          <a:p>
            <a:r>
              <a:rPr lang="en-NL" dirty="0"/>
              <a:t>Parameter        True    Detuned    Learned      delta</a:t>
            </a:r>
          </a:p>
          <a:p>
            <a:r>
              <a:rPr lang="en-NL" dirty="0"/>
              <a:t>-------------------------------------------------------</a:t>
            </a:r>
          </a:p>
          <a:p>
            <a:r>
              <a:rPr lang="en-NL" dirty="0" err="1"/>
              <a:t>kb_sum</a:t>
            </a:r>
            <a:r>
              <a:rPr lang="en-NL" dirty="0"/>
              <a:t>      3975.0000  4372.5000  3974.9998     -0.00%</a:t>
            </a:r>
          </a:p>
          <a:p>
            <a:r>
              <a:rPr lang="en-NL" dirty="0"/>
              <a:t>cg1           14.5000    15.9500    14.5000     -0.00%</a:t>
            </a:r>
          </a:p>
          <a:p>
            <a:r>
              <a:rPr lang="en-NL" dirty="0"/>
              <a:t>cg2           20.3000    18.2700    20.2999     -0.00%</a:t>
            </a:r>
          </a:p>
          <a:p>
            <a:r>
              <a:rPr lang="en-NL" dirty="0"/>
              <a:t>cy            10.0000    11.0000    10.0000     -0.00%</a:t>
            </a:r>
          </a:p>
          <a:p>
            <a:r>
              <a:rPr lang="en-NL" dirty="0" err="1"/>
              <a:t>cb_sum</a:t>
            </a:r>
            <a:r>
              <a:rPr lang="en-NL" dirty="0"/>
              <a:t>        18.0000    16.2000    17.9999     -0.00%</a:t>
            </a:r>
          </a:p>
          <a:p>
            <a:r>
              <a:rPr lang="en-NL" dirty="0" err="1"/>
              <a:t>mh</a:t>
            </a:r>
            <a:r>
              <a:rPr lang="en-NL" dirty="0"/>
              <a:t>            10.1000     9.0900    10.1000     -0.00%</a:t>
            </a:r>
          </a:p>
          <a:p>
            <a:r>
              <a:rPr lang="en-NL" dirty="0" err="1"/>
              <a:t>m_total</a:t>
            </a:r>
            <a:r>
              <a:rPr lang="en-NL" dirty="0"/>
              <a:t>       43.7000    45.9300    43.6999     -0.00%</a:t>
            </a:r>
          </a:p>
          <a:p>
            <a:r>
              <a:rPr lang="en-NL" dirty="0" err="1"/>
              <a:t>m_diff</a:t>
            </a:r>
            <a:r>
              <a:rPr lang="en-NL" dirty="0"/>
              <a:t>        -0.5000     1.5900    -0.5000     -0.00%</a:t>
            </a:r>
          </a:p>
          <a:p>
            <a:r>
              <a:rPr lang="en-NL" dirty="0" err="1"/>
              <a:t>J_eff</a:t>
            </a:r>
            <a:r>
              <a:rPr lang="en-NL" dirty="0"/>
              <a:t>          3.7964     3.6848     3.7964     -0.00%</a:t>
            </a:r>
          </a:p>
          <a:p>
            <a:r>
              <a:rPr lang="en-NL" dirty="0"/>
              <a:t>d              0.1000     0.1100     0.1000     +0.00%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4DFDCB-4675-53E2-CDF1-F6D112125C4B}"/>
              </a:ext>
            </a:extLst>
          </p:cNvPr>
          <p:cNvSpPr txBox="1"/>
          <p:nvPr/>
        </p:nvSpPr>
        <p:spPr>
          <a:xfrm>
            <a:off x="6210300" y="663574"/>
            <a:ext cx="609600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================================================Step 5: Parameter recovery</a:t>
            </a:r>
          </a:p>
          <a:p>
            <a:r>
              <a:rPr lang="en-US" dirty="0"/>
              <a:t>============================================================</a:t>
            </a:r>
          </a:p>
          <a:p>
            <a:r>
              <a:rPr lang="en-US" dirty="0"/>
              <a:t>  Table 1 — identifiable quantities</a:t>
            </a:r>
          </a:p>
          <a:p>
            <a:r>
              <a:rPr lang="en-US" dirty="0"/>
              <a:t>Parameter        True    Detuned    Learned      delta</a:t>
            </a:r>
          </a:p>
          <a:p>
            <a:r>
              <a:rPr lang="en-US" dirty="0"/>
              <a:t>-------------------------------------------------------</a:t>
            </a:r>
          </a:p>
          <a:p>
            <a:r>
              <a:rPr lang="en-US" dirty="0" err="1"/>
              <a:t>kb_sum</a:t>
            </a:r>
            <a:r>
              <a:rPr lang="en-US" dirty="0"/>
              <a:t>      3975.0000  4372.5000  3975.0388     +0.00%</a:t>
            </a:r>
          </a:p>
          <a:p>
            <a:r>
              <a:rPr lang="en-US" dirty="0"/>
              <a:t>cg1           14.5000    15.9500    14.4996     -0.00%</a:t>
            </a:r>
          </a:p>
          <a:p>
            <a:r>
              <a:rPr lang="en-US" dirty="0"/>
              <a:t>cg2           20.3000    18.2700    20.2997     -0.00%</a:t>
            </a:r>
          </a:p>
          <a:p>
            <a:r>
              <a:rPr lang="en-US" dirty="0"/>
              <a:t>cy            10.0000    11.0000    10.0000     -0.00%</a:t>
            </a:r>
          </a:p>
          <a:p>
            <a:r>
              <a:rPr lang="en-US" dirty="0" err="1"/>
              <a:t>cb_sum</a:t>
            </a:r>
            <a:r>
              <a:rPr lang="en-US" dirty="0"/>
              <a:t>        18.0000    16.2000    18.0769     +0.43%</a:t>
            </a:r>
          </a:p>
          <a:p>
            <a:r>
              <a:rPr lang="en-US" dirty="0" err="1"/>
              <a:t>mh</a:t>
            </a:r>
            <a:r>
              <a:rPr lang="en-US" dirty="0"/>
              <a:t>            10.1000     9.0900    10.1000     -0.00%</a:t>
            </a:r>
          </a:p>
          <a:p>
            <a:r>
              <a:rPr lang="en-US" dirty="0" err="1"/>
              <a:t>m_total</a:t>
            </a:r>
            <a:r>
              <a:rPr lang="en-US" dirty="0"/>
              <a:t>       43.7000    45.9300    43.7001     +0.00%</a:t>
            </a:r>
          </a:p>
          <a:p>
            <a:r>
              <a:rPr lang="en-US" dirty="0" err="1"/>
              <a:t>m_diff</a:t>
            </a:r>
            <a:r>
              <a:rPr lang="en-US" dirty="0"/>
              <a:t>        -0.5000     1.5900    -0.5000     +0.01%</a:t>
            </a:r>
          </a:p>
          <a:p>
            <a:r>
              <a:rPr lang="en-US" dirty="0" err="1"/>
              <a:t>J_eff</a:t>
            </a:r>
            <a:r>
              <a:rPr lang="en-US" dirty="0"/>
              <a:t>          3.7964     3.6848     3.7939     -0.07%</a:t>
            </a:r>
          </a:p>
          <a:p>
            <a:r>
              <a:rPr lang="en-US" dirty="0"/>
              <a:t>d              0.1000     0.1100     0.1000     -0.01%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0611899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DFEA6-88A4-C526-9274-7AE9BA735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03820-13C8-409B-D83E-9B090F2F59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50DB79-8924-0ACD-C350-81483BEF2745}"/>
              </a:ext>
            </a:extLst>
          </p:cNvPr>
          <p:cNvSpPr txBox="1"/>
          <p:nvPr/>
        </p:nvSpPr>
        <p:spPr>
          <a:xfrm>
            <a:off x="368300" y="1925240"/>
            <a:ext cx="60960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 dirty="0"/>
              <a:t> Table 2 — split diagnostics (not data-identifiable)</a:t>
            </a:r>
          </a:p>
          <a:p>
            <a:r>
              <a:rPr lang="en-NL" dirty="0"/>
              <a:t>Parameter        True    Detuned    Learned      delta</a:t>
            </a:r>
          </a:p>
          <a:p>
            <a:r>
              <a:rPr lang="en-NL" dirty="0"/>
              <a:t>-------------------------------------------------------</a:t>
            </a:r>
          </a:p>
          <a:p>
            <a:r>
              <a:rPr lang="en-NL" dirty="0"/>
              <a:t>kb1         1987.5000  2186.2500  1987.4999     -0.00%</a:t>
            </a:r>
          </a:p>
          <a:p>
            <a:r>
              <a:rPr lang="en-NL" dirty="0"/>
              <a:t>kb2         1987.5000  2186.2500  1987.4999     -0.00%</a:t>
            </a:r>
          </a:p>
          <a:p>
            <a:r>
              <a:rPr lang="en-NL" dirty="0"/>
              <a:t>cb1            9.0000     8.1000     9.0000     -0.00%</a:t>
            </a:r>
          </a:p>
          <a:p>
            <a:r>
              <a:rPr lang="en-NL" dirty="0"/>
              <a:t>cb2            9.0000     8.1000     9.0000     -0.00%</a:t>
            </a:r>
          </a:p>
          <a:p>
            <a:r>
              <a:rPr lang="en-NL" dirty="0" err="1"/>
              <a:t>Jb</a:t>
            </a:r>
            <a:r>
              <a:rPr lang="en-NL" dirty="0"/>
              <a:t>             1.0000     0.9000     0.9369     -6.31%</a:t>
            </a:r>
          </a:p>
          <a:p>
            <a:r>
              <a:rPr lang="en-NL" dirty="0" err="1"/>
              <a:t>Jh</a:t>
            </a:r>
            <a:r>
              <a:rPr lang="en-NL" dirty="0"/>
              <a:t>             0.0500     0.0450     0.0468     -6.31%</a:t>
            </a:r>
          </a:p>
          <a:p>
            <a:r>
              <a:rPr lang="en-NL" dirty="0"/>
              <a:t>m1            10.2000    11.2200    10.4520     +2.47%</a:t>
            </a:r>
          </a:p>
          <a:p>
            <a:r>
              <a:rPr lang="en-NL" dirty="0"/>
              <a:t>m2            10.7000     9.6300    10.9520     +2.36%</a:t>
            </a:r>
          </a:p>
          <a:p>
            <a:r>
              <a:rPr lang="en-NL" dirty="0"/>
              <a:t>mb            22.8000    25.0800    22.2959     -2.21%</a:t>
            </a:r>
          </a:p>
          <a:p>
            <a:r>
              <a:rPr lang="en-NL" dirty="0" err="1"/>
              <a:t>J_sum</a:t>
            </a:r>
            <a:r>
              <a:rPr lang="en-NL" dirty="0"/>
              <a:t>          1.0500     0.9450     0.9838     -6.31%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7A0A0C-AE76-FA86-5646-F16E7F103A53}"/>
              </a:ext>
            </a:extLst>
          </p:cNvPr>
          <p:cNvSpPr txBox="1"/>
          <p:nvPr/>
        </p:nvSpPr>
        <p:spPr>
          <a:xfrm>
            <a:off x="6375400" y="1925240"/>
            <a:ext cx="61214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 dirty="0"/>
              <a:t> Table 2 — split diagnostics (not data-identifiable)</a:t>
            </a:r>
          </a:p>
          <a:p>
            <a:r>
              <a:rPr lang="en-NL" dirty="0"/>
              <a:t>Parameter        True    Detuned    Learned      delta</a:t>
            </a:r>
          </a:p>
          <a:p>
            <a:r>
              <a:rPr lang="en-NL" dirty="0"/>
              <a:t>-------------------------------------------------------</a:t>
            </a:r>
          </a:p>
          <a:p>
            <a:r>
              <a:rPr lang="en-NL" dirty="0"/>
              <a:t>kb1         1987.5000  2186.2500  1987.5194     +0.00%</a:t>
            </a:r>
          </a:p>
          <a:p>
            <a:r>
              <a:rPr lang="en-NL" dirty="0"/>
              <a:t>kb2         1987.5000  2186.2500  1987.5194     +0.00%</a:t>
            </a:r>
          </a:p>
          <a:p>
            <a:r>
              <a:rPr lang="en-NL" dirty="0"/>
              <a:t>cb1            9.0000     8.1000     9.0385     +0.43%</a:t>
            </a:r>
          </a:p>
          <a:p>
            <a:r>
              <a:rPr lang="en-NL" dirty="0"/>
              <a:t>cb2            9.0000     8.1000     9.0385     +0.43%</a:t>
            </a:r>
          </a:p>
          <a:p>
            <a:r>
              <a:rPr lang="en-NL" dirty="0" err="1"/>
              <a:t>Jb</a:t>
            </a:r>
            <a:r>
              <a:rPr lang="en-NL" dirty="0"/>
              <a:t>             1.0000     0.9000     0.9312     -6.88%</a:t>
            </a:r>
          </a:p>
          <a:p>
            <a:r>
              <a:rPr lang="en-NL" dirty="0" err="1"/>
              <a:t>Jh</a:t>
            </a:r>
            <a:r>
              <a:rPr lang="en-NL" dirty="0"/>
              <a:t>             0.0500     0.0450     0.0466     -6.88%</a:t>
            </a:r>
          </a:p>
          <a:p>
            <a:r>
              <a:rPr lang="en-NL" dirty="0"/>
              <a:t>m1            10.2000    11.2200    10.4651     +2.60%</a:t>
            </a:r>
          </a:p>
          <a:p>
            <a:r>
              <a:rPr lang="en-NL" dirty="0"/>
              <a:t>m2            10.7000     9.6300    10.9651     +2.48%</a:t>
            </a:r>
          </a:p>
          <a:p>
            <a:r>
              <a:rPr lang="en-NL" dirty="0"/>
              <a:t>mb            22.8000    25.0800    22.2698     -2.33%</a:t>
            </a:r>
          </a:p>
          <a:p>
            <a:r>
              <a:rPr lang="en-NL" dirty="0" err="1"/>
              <a:t>J_sum</a:t>
            </a:r>
            <a:r>
              <a:rPr lang="en-NL" dirty="0"/>
              <a:t>          1.0500     0.9450     0.9778     -6.88%</a:t>
            </a:r>
          </a:p>
        </p:txBody>
      </p:sp>
    </p:spTree>
    <p:extLst>
      <p:ext uri="{BB962C8B-B14F-4D97-AF65-F5344CB8AC3E}">
        <p14:creationId xmlns:p14="http://schemas.microsoft.com/office/powerpoint/2010/main" val="37399119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ED721-5761-4D93-2BDF-0CE9310B9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CDF613-AF5F-C305-CAE9-D840100241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87C2CC-4377-502B-8427-40F6669480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123" y="998536"/>
            <a:ext cx="10755668" cy="3789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057691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D768FF-4B74-7652-F29E-259A747AB8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4309B-D781-8C02-5850-161453DA4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4CEDD4-99FC-3A05-88F2-898201E898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7900" y="5016499"/>
            <a:ext cx="10375900" cy="1160463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X, Theta, Y</a:t>
            </a:r>
          </a:p>
          <a:p>
            <a:r>
              <a:rPr lang="en-US" dirty="0"/>
              <a:t>Most affected </a:t>
            </a:r>
            <a:r>
              <a:rPr lang="en-US" dirty="0" err="1"/>
              <a:t>cb_sum</a:t>
            </a:r>
            <a:r>
              <a:rPr lang="en-US" dirty="0"/>
              <a:t> and </a:t>
            </a:r>
            <a:r>
              <a:rPr lang="en-US" dirty="0" err="1"/>
              <a:t>J_eff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 makes sense that these are the most affected in the theta row</a:t>
            </a:r>
            <a:endParaRPr lang="en-US" dirty="0"/>
          </a:p>
          <a:p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DE69AF-69CF-C74F-84CB-0ED2B9AAED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123" y="998536"/>
            <a:ext cx="10755668" cy="378936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1805D8B-808F-56F0-6E72-BA987C9E4B98}"/>
              </a:ext>
            </a:extLst>
          </p:cNvPr>
          <p:cNvSpPr/>
          <p:nvPr/>
        </p:nvSpPr>
        <p:spPr>
          <a:xfrm>
            <a:off x="3467100" y="2893217"/>
            <a:ext cx="1244600" cy="357983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5A19DA9-BF10-4822-F621-6E976A82805D}"/>
              </a:ext>
            </a:extLst>
          </p:cNvPr>
          <p:cNvSpPr/>
          <p:nvPr/>
        </p:nvSpPr>
        <p:spPr>
          <a:xfrm>
            <a:off x="4191000" y="1646633"/>
            <a:ext cx="5803900" cy="357983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78223693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C2E05-972E-DAB2-0196-11273E39E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5AFEFE-83CE-8811-D27E-10239D59C2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B4910A-D790-4E94-2720-D23F39C39F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73226"/>
            <a:ext cx="12039600" cy="4111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49168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E04281-3DA0-E1DA-DF88-9293C5F572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C94E6-242A-445E-B4DA-8A28CC004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 next week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7102AD-2110-0E10-35E2-1C476B0C66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Wednesday joint meeting ASMPT-TU/e</a:t>
            </a:r>
          </a:p>
          <a:p>
            <a:pPr lvl="1"/>
            <a:r>
              <a:rPr lang="en-US" dirty="0"/>
              <a:t>Overview of where we are now in the overall process</a:t>
            </a:r>
          </a:p>
          <a:p>
            <a:r>
              <a:rPr lang="en-US" dirty="0"/>
              <a:t>Further work on encoder and augmentation</a:t>
            </a:r>
          </a:p>
        </p:txBody>
      </p:sp>
    </p:spTree>
    <p:extLst>
      <p:ext uri="{BB962C8B-B14F-4D97-AF65-F5344CB8AC3E}">
        <p14:creationId xmlns:p14="http://schemas.microsoft.com/office/powerpoint/2010/main" val="164410348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22757-D34C-DE75-6063-7528705C1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FBB277-FCEA-E2F5-3E36-2F27C7438D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87849253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EB73438-2565-BDBB-9D24-74B637640147}"/>
              </a:ext>
            </a:extLst>
          </p:cNvPr>
          <p:cNvSpPr txBox="1"/>
          <p:nvPr/>
        </p:nvSpPr>
        <p:spPr>
          <a:xfrm>
            <a:off x="85724" y="1516427"/>
            <a:ext cx="7229475" cy="11840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NL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--- BEFORE training: </a:t>
            </a:r>
            <a:r>
              <a:rPr lang="en-NL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NL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-step output prediction ---</a:t>
            </a:r>
          </a:p>
          <a:p>
            <a:pPr>
              <a:lnSpc>
                <a:spcPts val="1425"/>
              </a:lnSpc>
              <a:buNone/>
            </a:pPr>
            <a:r>
              <a:rPr lang="en-NL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Output     </a:t>
            </a:r>
            <a:r>
              <a:rPr lang="en-NL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NL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-step NRMS    </a:t>
            </a:r>
            <a:r>
              <a:rPr lang="en-NL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NL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-step NRMS</a:t>
            </a:r>
          </a:p>
          <a:p>
            <a:pPr>
              <a:lnSpc>
                <a:spcPts val="1425"/>
              </a:lnSpc>
              <a:buNone/>
            </a:pPr>
            <a:r>
              <a:rPr lang="en-NL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------  --------------  --------------</a:t>
            </a:r>
          </a:p>
          <a:p>
            <a:pPr>
              <a:lnSpc>
                <a:spcPts val="1425"/>
              </a:lnSpc>
              <a:buNone/>
            </a:pPr>
            <a:r>
              <a:rPr lang="en-NL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x1          </a:t>
            </a:r>
            <a:r>
              <a:rPr lang="en-NL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NL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NL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4809e-05</a:t>
            </a:r>
            <a:r>
              <a:rPr lang="en-NL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     </a:t>
            </a:r>
            <a:r>
              <a:rPr lang="en-NL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NL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NL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6333e-04</a:t>
            </a:r>
            <a:endParaRPr lang="en-NL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NL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x2          </a:t>
            </a:r>
            <a:r>
              <a:rPr lang="en-NL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NL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NL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5406e-05</a:t>
            </a:r>
            <a:r>
              <a:rPr lang="en-NL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     </a:t>
            </a:r>
            <a:r>
              <a:rPr lang="en-NL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NL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NL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4315e-04</a:t>
            </a:r>
            <a:endParaRPr lang="en-NL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NL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Y           </a:t>
            </a:r>
            <a:r>
              <a:rPr lang="en-NL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NL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NL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7618e-05</a:t>
            </a:r>
            <a:r>
              <a:rPr lang="en-NL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     </a:t>
            </a:r>
            <a:r>
              <a:rPr lang="en-NL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NL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NL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5782e-05</a:t>
            </a:r>
            <a:endParaRPr lang="en-NL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3CBA55-3B8C-830F-17E0-6DCF3681B5A6}"/>
              </a:ext>
            </a:extLst>
          </p:cNvPr>
          <p:cNvSpPr txBox="1"/>
          <p:nvPr/>
        </p:nvSpPr>
        <p:spPr>
          <a:xfrm>
            <a:off x="0" y="3564302"/>
            <a:ext cx="7724775" cy="11840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NL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--- AFTER training: </a:t>
            </a:r>
            <a:r>
              <a:rPr lang="en-NL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NL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-step output prediction ---</a:t>
            </a:r>
          </a:p>
          <a:p>
            <a:pPr>
              <a:lnSpc>
                <a:spcPts val="1425"/>
              </a:lnSpc>
              <a:buNone/>
            </a:pPr>
            <a:r>
              <a:rPr lang="en-NL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Output     Init </a:t>
            </a:r>
            <a:r>
              <a:rPr lang="en-NL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NL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-step  Trained </a:t>
            </a:r>
            <a:r>
              <a:rPr lang="en-NL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NL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-step   Analytical </a:t>
            </a:r>
            <a:r>
              <a:rPr lang="en-NL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NL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-step</a:t>
            </a:r>
          </a:p>
          <a:p>
            <a:pPr>
              <a:lnSpc>
                <a:spcPts val="1425"/>
              </a:lnSpc>
              <a:buNone/>
            </a:pPr>
            <a:r>
              <a:rPr lang="en-NL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------  --------------  --------------  ------------------</a:t>
            </a:r>
          </a:p>
          <a:p>
            <a:pPr>
              <a:lnSpc>
                <a:spcPts val="1425"/>
              </a:lnSpc>
              <a:buNone/>
            </a:pPr>
            <a:r>
              <a:rPr lang="en-NL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x1          </a:t>
            </a:r>
            <a:r>
              <a:rPr lang="en-NL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NL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NL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4809e-05</a:t>
            </a:r>
            <a:r>
              <a:rPr lang="en-NL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     </a:t>
            </a:r>
            <a:r>
              <a:rPr lang="en-NL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9</a:t>
            </a:r>
            <a:r>
              <a:rPr lang="en-NL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NL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1409e</a:t>
            </a:r>
            <a:r>
              <a:rPr lang="en-US" dirty="0">
                <a:solidFill>
                  <a:srgbClr val="569CD6"/>
                </a:solidFill>
                <a:latin typeface="Consolas" panose="020B0609020204030204" pitchFamily="49" charset="0"/>
              </a:rPr>
              <a:t>-</a:t>
            </a:r>
            <a:r>
              <a:rPr lang="en-NL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05</a:t>
            </a:r>
            <a:r>
              <a:rPr lang="en-NL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         </a:t>
            </a:r>
            <a:r>
              <a:rPr lang="en-NL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NL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NL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5820e-06</a:t>
            </a:r>
            <a:endParaRPr lang="en-NL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NL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x2          </a:t>
            </a:r>
            <a:r>
              <a:rPr lang="en-NL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n-NL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NL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5406e-05</a:t>
            </a:r>
            <a:r>
              <a:rPr lang="en-NL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     </a:t>
            </a:r>
            <a:r>
              <a:rPr lang="en-NL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NL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NL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0084e-04</a:t>
            </a:r>
            <a:r>
              <a:rPr lang="en-NL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         </a:t>
            </a:r>
            <a:r>
              <a:rPr lang="en-NL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NL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NL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9332e-06</a:t>
            </a:r>
            <a:endParaRPr lang="en-NL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NL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Y           </a:t>
            </a:r>
            <a:r>
              <a:rPr lang="en-NL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NL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NL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7618e-05</a:t>
            </a:r>
            <a:r>
              <a:rPr lang="en-NL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     </a:t>
            </a:r>
            <a:r>
              <a:rPr lang="en-NL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NL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NL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0631e-05</a:t>
            </a:r>
            <a:r>
              <a:rPr lang="en-NL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         </a:t>
            </a:r>
            <a:r>
              <a:rPr lang="en-NL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NL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NL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5282e-06</a:t>
            </a:r>
            <a:endParaRPr lang="en-NL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8C0B651-94EE-7C91-684F-27D39114E8DE}"/>
              </a:ext>
            </a:extLst>
          </p:cNvPr>
          <p:cNvSpPr txBox="1"/>
          <p:nvPr/>
        </p:nvSpPr>
        <p:spPr>
          <a:xfrm>
            <a:off x="-23812" y="5068707"/>
            <a:ext cx="8501062" cy="1004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NL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Output    Init </a:t>
            </a:r>
            <a:r>
              <a:rPr lang="en-NL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NL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-step  Trained </a:t>
            </a:r>
            <a:r>
              <a:rPr lang="en-NL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NL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-step  Analytical </a:t>
            </a:r>
            <a:r>
              <a:rPr lang="en-NL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NL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-step</a:t>
            </a:r>
          </a:p>
          <a:p>
            <a:pPr>
              <a:lnSpc>
                <a:spcPts val="1425"/>
              </a:lnSpc>
              <a:buNone/>
            </a:pPr>
            <a:r>
              <a:rPr lang="en-NL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------  --------------  --------------  ------------------</a:t>
            </a:r>
          </a:p>
          <a:p>
            <a:pPr>
              <a:lnSpc>
                <a:spcPts val="1425"/>
              </a:lnSpc>
              <a:buNone/>
            </a:pPr>
            <a:r>
              <a:rPr lang="en-NL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x1          </a:t>
            </a:r>
            <a:r>
              <a:rPr lang="en-NL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NL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NL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6333e-04</a:t>
            </a:r>
            <a:r>
              <a:rPr lang="en-NL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     </a:t>
            </a:r>
            <a:r>
              <a:rPr lang="en-NL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NL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NL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7203e-05</a:t>
            </a:r>
            <a:r>
              <a:rPr lang="en-NL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     </a:t>
            </a:r>
            <a:r>
              <a:rPr lang="en-NL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NL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NL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3784e-05</a:t>
            </a:r>
            <a:endParaRPr lang="en-NL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NL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x2          </a:t>
            </a:r>
            <a:r>
              <a:rPr lang="en-NL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NL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NL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4315e-04</a:t>
            </a:r>
            <a:r>
              <a:rPr lang="en-NL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     </a:t>
            </a:r>
            <a:r>
              <a:rPr lang="en-NL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9</a:t>
            </a:r>
            <a:r>
              <a:rPr lang="en-NL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NL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5679e-05</a:t>
            </a:r>
            <a:r>
              <a:rPr lang="en-NL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     </a:t>
            </a:r>
            <a:r>
              <a:rPr lang="en-NL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NL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NL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1355e-05</a:t>
            </a:r>
            <a:endParaRPr lang="en-NL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NL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Y           </a:t>
            </a:r>
            <a:r>
              <a:rPr lang="en-NL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NL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NL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5782e-05</a:t>
            </a:r>
            <a:r>
              <a:rPr lang="en-NL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     </a:t>
            </a:r>
            <a:r>
              <a:rPr lang="en-NL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NL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NL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1232e-05</a:t>
            </a:r>
            <a:r>
              <a:rPr lang="en-NL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     </a:t>
            </a:r>
            <a:r>
              <a:rPr lang="en-NL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NL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NL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5105e-05</a:t>
            </a:r>
            <a:endParaRPr lang="en-NL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265553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B0CBA-0B19-E597-CC5A-427A599F7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36DF86-B27F-328F-4D82-423FCFA92B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Velocity error dominates in the current position loss, because..</a:t>
            </a:r>
          </a:p>
          <a:p>
            <a:r>
              <a:rPr lang="en-US" dirty="0"/>
              <a:t>Because of that try state loss instead of only position based loss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2193678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77047-FD87-8AD9-BA7B-76377ECAB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Determine slowest dynamics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A6B27E-364B-8AC1-AF26-FFDCC78B5F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python: gantry_linearization.py </a:t>
            </a:r>
            <a:br>
              <a:rPr lang="en-US" dirty="0"/>
            </a:br>
            <a:r>
              <a:rPr lang="en-US" dirty="0"/>
              <a:t>probably better off doing this in </a:t>
            </a:r>
            <a:r>
              <a:rPr lang="en-US" dirty="0" err="1"/>
              <a:t>matlab</a:t>
            </a:r>
            <a:r>
              <a:rPr lang="en-US" dirty="0"/>
              <a:t>…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49722700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A509A-5867-084C-56A0-7B0A38D6D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lengths </a:t>
            </a:r>
            <a:r>
              <a:rPr lang="en-US" dirty="0" err="1"/>
              <a:t>n_steps</a:t>
            </a:r>
            <a:r>
              <a:rPr lang="en-US" dirty="0"/>
              <a:t> / </a:t>
            </a:r>
            <a:r>
              <a:rPr lang="en-US" dirty="0" err="1"/>
              <a:t>nf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DD09C-789A-4F8B-8801-DE2E3434C3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516FFC-50BE-E329-7994-F9683BB09C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8252" y="1825625"/>
            <a:ext cx="5715495" cy="4092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762481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95170-1096-125A-773E-181BEFA15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022F70-F4CB-F1ED-D6BB-BB5F4E34BA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F1B479-D42A-0152-31E4-478930B0C7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5658" y="316654"/>
            <a:ext cx="8485117" cy="6224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40551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10703</TotalTime>
  <Words>1753</Words>
  <Application>Microsoft Office PowerPoint</Application>
  <PresentationFormat>Widescreen</PresentationFormat>
  <Paragraphs>257</Paragraphs>
  <Slides>36</Slides>
  <Notes>5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2" baseType="lpstr">
      <vt:lpstr>Aptos</vt:lpstr>
      <vt:lpstr>Aptos Display</vt:lpstr>
      <vt:lpstr>Arial</vt:lpstr>
      <vt:lpstr>Consolas</vt:lpstr>
      <vt:lpstr>Wingdings</vt:lpstr>
      <vt:lpstr>Office Theme</vt:lpstr>
      <vt:lpstr>Meeting Week 20</vt:lpstr>
      <vt:lpstr>Last week summary</vt:lpstr>
      <vt:lpstr>PowerPoint Presentation</vt:lpstr>
      <vt:lpstr>PowerPoint Presentation</vt:lpstr>
      <vt:lpstr>PowerPoint Presentation</vt:lpstr>
      <vt:lpstr>PowerPoint Presentation</vt:lpstr>
      <vt:lpstr>Error between baseline and augmented</vt:lpstr>
      <vt:lpstr>PowerPoint Presentation</vt:lpstr>
      <vt:lpstr>What is the encoder?                                           </vt:lpstr>
      <vt:lpstr>Why do we need it?</vt:lpstr>
      <vt:lpstr>Augmentation structure</vt:lpstr>
      <vt:lpstr>Parameter justification</vt:lpstr>
      <vt:lpstr>Parameter justification</vt:lpstr>
      <vt:lpstr>Hybrid encoder</vt:lpstr>
      <vt:lpstr>Hybrid encoder + Multisine</vt:lpstr>
      <vt:lpstr>PowerPoint Presentation</vt:lpstr>
      <vt:lpstr>PowerPoint Presentation</vt:lpstr>
      <vt:lpstr>Problem with hybrid encoder</vt:lpstr>
      <vt:lpstr>Linear encoder initialization</vt:lpstr>
      <vt:lpstr>System without MSD (Baseline)</vt:lpstr>
      <vt:lpstr>System with MSD</vt:lpstr>
      <vt:lpstr>Parameter recovery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Outline next week</vt:lpstr>
      <vt:lpstr>PowerPoint Presentation</vt:lpstr>
      <vt:lpstr>PowerPoint Presentation</vt:lpstr>
      <vt:lpstr>PowerPoint Presentation</vt:lpstr>
      <vt:lpstr>Determine slowest dynamics</vt:lpstr>
      <vt:lpstr>Sample lengths n_steps / nf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Hoekstra, Jan</dc:creator>
  <cp:lastModifiedBy>Berg, Dirk van den</cp:lastModifiedBy>
  <cp:revision>2</cp:revision>
  <dcterms:created xsi:type="dcterms:W3CDTF">2026-02-02T15:14:22Z</dcterms:created>
  <dcterms:modified xsi:type="dcterms:W3CDTF">2026-06-15T19:27:17Z</dcterms:modified>
</cp:coreProperties>
</file>