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86" r:id="rId2"/>
    <p:sldId id="548" r:id="rId3"/>
    <p:sldId id="549" r:id="rId4"/>
    <p:sldId id="569" r:id="rId5"/>
    <p:sldId id="638" r:id="rId6"/>
    <p:sldId id="640" r:id="rId7"/>
    <p:sldId id="636" r:id="rId8"/>
    <p:sldId id="593" r:id="rId9"/>
    <p:sldId id="602" r:id="rId10"/>
    <p:sldId id="604" r:id="rId11"/>
    <p:sldId id="605" r:id="rId12"/>
    <p:sldId id="603" r:id="rId13"/>
    <p:sldId id="606" r:id="rId14"/>
    <p:sldId id="647" r:id="rId15"/>
    <p:sldId id="613" r:id="rId16"/>
    <p:sldId id="614" r:id="rId17"/>
    <p:sldId id="615" r:id="rId18"/>
    <p:sldId id="616" r:id="rId19"/>
    <p:sldId id="619" r:id="rId20"/>
    <p:sldId id="651" r:id="rId21"/>
    <p:sldId id="641" r:id="rId22"/>
    <p:sldId id="639" r:id="rId23"/>
    <p:sldId id="650" r:id="rId24"/>
    <p:sldId id="618" r:id="rId25"/>
    <p:sldId id="644" r:id="rId26"/>
    <p:sldId id="656" r:id="rId27"/>
    <p:sldId id="654" r:id="rId28"/>
    <p:sldId id="259" r:id="rId29"/>
    <p:sldId id="645" r:id="rId30"/>
    <p:sldId id="646" r:id="rId31"/>
    <p:sldId id="648" r:id="rId32"/>
    <p:sldId id="649" r:id="rId33"/>
    <p:sldId id="652" r:id="rId34"/>
    <p:sldId id="653" r:id="rId35"/>
    <p:sldId id="655" r:id="rId36"/>
    <p:sldId id="621" r:id="rId37"/>
    <p:sldId id="634" r:id="rId38"/>
    <p:sldId id="260" r:id="rId39"/>
    <p:sldId id="261" r:id="rId40"/>
    <p:sldId id="262" r:id="rId41"/>
    <p:sldId id="263" r:id="rId42"/>
    <p:sldId id="264" r:id="rId43"/>
    <p:sldId id="265" r:id="rId44"/>
    <p:sldId id="612" r:id="rId45"/>
    <p:sldId id="635" r:id="rId46"/>
    <p:sldId id="632" r:id="rId47"/>
    <p:sldId id="623" r:id="rId48"/>
    <p:sldId id="617" r:id="rId49"/>
    <p:sldId id="620" r:id="rId50"/>
    <p:sldId id="622" r:id="rId51"/>
    <p:sldId id="624" r:id="rId52"/>
    <p:sldId id="625" r:id="rId53"/>
    <p:sldId id="626" r:id="rId54"/>
    <p:sldId id="627" r:id="rId55"/>
    <p:sldId id="628" r:id="rId56"/>
    <p:sldId id="630" r:id="rId57"/>
    <p:sldId id="629" r:id="rId58"/>
    <p:sldId id="631" r:id="rId59"/>
    <p:sldId id="633" r:id="rId6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0664C-0D2A-4850-85E1-00D696691BC1}" v="59" dt="2026-08-26T13:54:44.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77167" autoAdjust="0"/>
  </p:normalViewPr>
  <p:slideViewPr>
    <p:cSldViewPr snapToGrid="0">
      <p:cViewPr>
        <p:scale>
          <a:sx n="75" d="100"/>
          <a:sy n="75" d="100"/>
        </p:scale>
        <p:origin x="2112" y="5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8-26T13:54:43.464" v="5003" actId="20577"/>
      <pc:docMkLst>
        <pc:docMk/>
      </pc:docMkLst>
      <pc:sldChg chg="modSp del mod">
        <pc:chgData name="Berg, Dirk van den" userId="035ecb32-01d9-4b47-a105-eacf059a4647" providerId="ADAL" clId="{F7FF961E-CF96-44AC-93C2-93612F62D46D}" dt="2026-08-26T11:42:54.886" v="3377" actId="47"/>
        <pc:sldMkLst>
          <pc:docMk/>
          <pc:sldMk cId="2815696678" sldId="257"/>
        </pc:sldMkLst>
      </pc:sldChg>
      <pc:sldChg chg="del">
        <pc:chgData name="Berg, Dirk van den" userId="035ecb32-01d9-4b47-a105-eacf059a4647" providerId="ADAL" clId="{F7FF961E-CF96-44AC-93C2-93612F62D46D}" dt="2026-08-26T11:42:59.175" v="3379" actId="47"/>
        <pc:sldMkLst>
          <pc:docMk/>
          <pc:sldMk cId="2124505866" sldId="258"/>
        </pc:sldMkLst>
      </pc:sldChg>
      <pc:sldChg chg="mod modShow">
        <pc:chgData name="Berg, Dirk van den" userId="035ecb32-01d9-4b47-a105-eacf059a4647" providerId="ADAL" clId="{F7FF961E-CF96-44AC-93C2-93612F62D46D}" dt="2026-08-26T13:05:53.655" v="4618" actId="729"/>
        <pc:sldMkLst>
          <pc:docMk/>
          <pc:sldMk cId="4243829521" sldId="259"/>
        </pc:sldMkLst>
      </pc:sldChg>
      <pc:sldChg chg="new">
        <pc:chgData name="Berg, Dirk van den" userId="035ecb32-01d9-4b47-a105-eacf059a4647" providerId="ADAL" clId="{F7FF961E-CF96-44AC-93C2-93612F62D46D}" dt="2026-08-23T16:31:31.541" v="0" actId="680"/>
        <pc:sldMkLst>
          <pc:docMk/>
          <pc:sldMk cId="594775342" sldId="261"/>
        </pc:sldMkLst>
      </pc:sldChg>
      <pc:sldChg chg="modSp new">
        <pc:chgData name="Berg, Dirk van den" userId="035ecb32-01d9-4b47-a105-eacf059a4647" providerId="ADAL" clId="{F7FF961E-CF96-44AC-93C2-93612F62D46D}" dt="2026-08-23T16:31:40.833" v="2"/>
        <pc:sldMkLst>
          <pc:docMk/>
          <pc:sldMk cId="1517827500" sldId="262"/>
        </pc:sldMkLst>
        <pc:spChg chg="mod">
          <ac:chgData name="Berg, Dirk van den" userId="035ecb32-01d9-4b47-a105-eacf059a4647" providerId="ADAL" clId="{F7FF961E-CF96-44AC-93C2-93612F62D46D}" dt="2026-08-23T16:31:40.833" v="2"/>
          <ac:spMkLst>
            <pc:docMk/>
            <pc:sldMk cId="1517827500" sldId="262"/>
            <ac:spMk id="3" creationId="{0587E943-84C1-B544-EC15-F461C5BF3A68}"/>
          </ac:spMkLst>
        </pc:spChg>
      </pc:sldChg>
      <pc:sldChg chg="modSp new">
        <pc:chgData name="Berg, Dirk van den" userId="035ecb32-01d9-4b47-a105-eacf059a4647" providerId="ADAL" clId="{F7FF961E-CF96-44AC-93C2-93612F62D46D}" dt="2026-08-23T16:32:10.718" v="4"/>
        <pc:sldMkLst>
          <pc:docMk/>
          <pc:sldMk cId="4023979871" sldId="263"/>
        </pc:sldMkLst>
        <pc:spChg chg="mod">
          <ac:chgData name="Berg, Dirk van den" userId="035ecb32-01d9-4b47-a105-eacf059a4647" providerId="ADAL" clId="{F7FF961E-CF96-44AC-93C2-93612F62D46D}" dt="2026-08-23T16:32:10.718" v="4"/>
          <ac:spMkLst>
            <pc:docMk/>
            <pc:sldMk cId="4023979871" sldId="263"/>
            <ac:spMk id="3" creationId="{63511E38-EB5F-A9C6-5512-FDBFD7EA4330}"/>
          </ac:spMkLst>
        </pc:spChg>
      </pc:sldChg>
      <pc:sldChg chg="addSp new mod">
        <pc:chgData name="Berg, Dirk van den" userId="035ecb32-01d9-4b47-a105-eacf059a4647" providerId="ADAL" clId="{F7FF961E-CF96-44AC-93C2-93612F62D46D}" dt="2026-08-23T20:14:18.994" v="6" actId="22"/>
        <pc:sldMkLst>
          <pc:docMk/>
          <pc:sldMk cId="3980237161" sldId="264"/>
        </pc:sldMkLst>
        <pc:picChg chg="add">
          <ac:chgData name="Berg, Dirk van den" userId="035ecb32-01d9-4b47-a105-eacf059a4647" providerId="ADAL" clId="{F7FF961E-CF96-44AC-93C2-93612F62D46D}" dt="2026-08-23T20:14:18.994" v="6" actId="22"/>
          <ac:picMkLst>
            <pc:docMk/>
            <pc:sldMk cId="3980237161" sldId="264"/>
            <ac:picMk id="5" creationId="{B62147B0-2D3E-DEB3-11BA-375783875247}"/>
          </ac:picMkLst>
        </pc:picChg>
      </pc:sldChg>
      <pc:sldChg chg="addSp new mod">
        <pc:chgData name="Berg, Dirk van den" userId="035ecb32-01d9-4b47-a105-eacf059a4647" providerId="ADAL" clId="{F7FF961E-CF96-44AC-93C2-93612F62D46D}" dt="2026-08-23T20:15:13.969" v="8" actId="22"/>
        <pc:sldMkLst>
          <pc:docMk/>
          <pc:sldMk cId="330835750" sldId="265"/>
        </pc:sldMkLst>
        <pc:picChg chg="add">
          <ac:chgData name="Berg, Dirk van den" userId="035ecb32-01d9-4b47-a105-eacf059a4647" providerId="ADAL" clId="{F7FF961E-CF96-44AC-93C2-93612F62D46D}" dt="2026-08-23T20:15:13.969" v="8" actId="22"/>
          <ac:picMkLst>
            <pc:docMk/>
            <pc:sldMk cId="330835750" sldId="265"/>
            <ac:picMk id="5" creationId="{D757FEEB-2A93-763C-3B83-B9EA5AE3DE94}"/>
          </ac:picMkLst>
        </pc:picChg>
      </pc:sldChg>
      <pc:sldChg chg="modSp new del mod ord">
        <pc:chgData name="Berg, Dirk van den" userId="035ecb32-01d9-4b47-a105-eacf059a4647" providerId="ADAL" clId="{F7FF961E-CF96-44AC-93C2-93612F62D46D}" dt="2026-08-26T11:42:56.716" v="3378" actId="47"/>
        <pc:sldMkLst>
          <pc:docMk/>
          <pc:sldMk cId="3564794562" sldId="266"/>
        </pc:sldMkLst>
      </pc:sldChg>
      <pc:sldChg chg="modSp add mod">
        <pc:chgData name="Berg, Dirk van den" userId="035ecb32-01d9-4b47-a105-eacf059a4647" providerId="ADAL" clId="{F7FF961E-CF96-44AC-93C2-93612F62D46D}" dt="2026-08-26T13:17:57.670" v="4795" actId="20577"/>
        <pc:sldMkLst>
          <pc:docMk/>
          <pc:sldMk cId="1102904052" sldId="286"/>
        </pc:sldMkLst>
        <pc:spChg chg="mod">
          <ac:chgData name="Berg, Dirk van den" userId="035ecb32-01d9-4b47-a105-eacf059a4647" providerId="ADAL" clId="{F7FF961E-CF96-44AC-93C2-93612F62D46D}" dt="2026-08-26T13:17:57.670" v="4795" actId="20577"/>
          <ac:spMkLst>
            <pc:docMk/>
            <pc:sldMk cId="1102904052" sldId="286"/>
            <ac:spMk id="3" creationId="{A397E29C-EA55-3CD2-9E0C-4507D5578F3D}"/>
          </ac:spMkLst>
        </pc:spChg>
      </pc:sldChg>
      <pc:sldChg chg="add del">
        <pc:chgData name="Berg, Dirk van den" userId="035ecb32-01d9-4b47-a105-eacf059a4647" providerId="ADAL" clId="{F7FF961E-CF96-44AC-93C2-93612F62D46D}" dt="2026-08-26T11:33:56.815" v="2893" actId="47"/>
        <pc:sldMkLst>
          <pc:docMk/>
          <pc:sldMk cId="69537409" sldId="287"/>
        </pc:sldMkLst>
      </pc:sldChg>
      <pc:sldChg chg="add del">
        <pc:chgData name="Berg, Dirk van den" userId="035ecb32-01d9-4b47-a105-eacf059a4647" providerId="ADAL" clId="{F7FF961E-CF96-44AC-93C2-93612F62D46D}" dt="2026-08-26T11:33:56.815" v="2893" actId="47"/>
        <pc:sldMkLst>
          <pc:docMk/>
          <pc:sldMk cId="1712353094" sldId="288"/>
        </pc:sldMkLst>
      </pc:sldChg>
      <pc:sldChg chg="add">
        <pc:chgData name="Berg, Dirk van den" userId="035ecb32-01d9-4b47-a105-eacf059a4647" providerId="ADAL" clId="{F7FF961E-CF96-44AC-93C2-93612F62D46D}" dt="2026-08-24T06:45:59.072" v="89"/>
        <pc:sldMkLst>
          <pc:docMk/>
          <pc:sldMk cId="2295758840" sldId="548"/>
        </pc:sldMkLst>
      </pc:sldChg>
      <pc:sldChg chg="add">
        <pc:chgData name="Berg, Dirk van den" userId="035ecb32-01d9-4b47-a105-eacf059a4647" providerId="ADAL" clId="{F7FF961E-CF96-44AC-93C2-93612F62D46D}" dt="2026-08-24T06:45:59.072" v="89"/>
        <pc:sldMkLst>
          <pc:docMk/>
          <pc:sldMk cId="3709291635" sldId="549"/>
        </pc:sldMkLst>
      </pc:sldChg>
      <pc:sldChg chg="add">
        <pc:chgData name="Berg, Dirk van den" userId="035ecb32-01d9-4b47-a105-eacf059a4647" providerId="ADAL" clId="{F7FF961E-CF96-44AC-93C2-93612F62D46D}" dt="2026-08-24T06:45:59.072" v="89"/>
        <pc:sldMkLst>
          <pc:docMk/>
          <pc:sldMk cId="2660318520" sldId="569"/>
        </pc:sldMkLst>
      </pc:sldChg>
      <pc:sldChg chg="add del">
        <pc:chgData name="Berg, Dirk van den" userId="035ecb32-01d9-4b47-a105-eacf059a4647" providerId="ADAL" clId="{F7FF961E-CF96-44AC-93C2-93612F62D46D}" dt="2026-08-26T11:33:56.815" v="2893" actId="47"/>
        <pc:sldMkLst>
          <pc:docMk/>
          <pc:sldMk cId="1992546548" sldId="570"/>
        </pc:sldMkLst>
      </pc:sldChg>
      <pc:sldChg chg="add del">
        <pc:chgData name="Berg, Dirk van den" userId="035ecb32-01d9-4b47-a105-eacf059a4647" providerId="ADAL" clId="{F7FF961E-CF96-44AC-93C2-93612F62D46D}" dt="2026-08-26T11:33:56.815" v="2893" actId="47"/>
        <pc:sldMkLst>
          <pc:docMk/>
          <pc:sldMk cId="1330594710" sldId="571"/>
        </pc:sldMkLst>
      </pc:sldChg>
      <pc:sldChg chg="add del">
        <pc:chgData name="Berg, Dirk van den" userId="035ecb32-01d9-4b47-a105-eacf059a4647" providerId="ADAL" clId="{F7FF961E-CF96-44AC-93C2-93612F62D46D}" dt="2026-08-26T11:33:56.815" v="2893" actId="47"/>
        <pc:sldMkLst>
          <pc:docMk/>
          <pc:sldMk cId="87448433" sldId="572"/>
        </pc:sldMkLst>
      </pc:sldChg>
      <pc:sldChg chg="add del">
        <pc:chgData name="Berg, Dirk van den" userId="035ecb32-01d9-4b47-a105-eacf059a4647" providerId="ADAL" clId="{F7FF961E-CF96-44AC-93C2-93612F62D46D}" dt="2026-08-26T11:33:56.815" v="2893" actId="47"/>
        <pc:sldMkLst>
          <pc:docMk/>
          <pc:sldMk cId="2741265728" sldId="573"/>
        </pc:sldMkLst>
      </pc:sldChg>
      <pc:sldChg chg="add mod ord modShow">
        <pc:chgData name="Berg, Dirk van den" userId="035ecb32-01d9-4b47-a105-eacf059a4647" providerId="ADAL" clId="{F7FF961E-CF96-44AC-93C2-93612F62D46D}" dt="2026-08-26T11:33:51.463" v="2892"/>
        <pc:sldMkLst>
          <pc:docMk/>
          <pc:sldMk cId="1427669264" sldId="593"/>
        </pc:sldMkLst>
      </pc:sldChg>
      <pc:sldChg chg="add">
        <pc:chgData name="Berg, Dirk van den" userId="035ecb32-01d9-4b47-a105-eacf059a4647" providerId="ADAL" clId="{F7FF961E-CF96-44AC-93C2-93612F62D46D}" dt="2026-08-24T06:47:11.309" v="91"/>
        <pc:sldMkLst>
          <pc:docMk/>
          <pc:sldMk cId="3317426183" sldId="602"/>
        </pc:sldMkLst>
      </pc:sldChg>
      <pc:sldChg chg="add">
        <pc:chgData name="Berg, Dirk van den" userId="035ecb32-01d9-4b47-a105-eacf059a4647" providerId="ADAL" clId="{F7FF961E-CF96-44AC-93C2-93612F62D46D}" dt="2026-08-24T06:47:11.309" v="91"/>
        <pc:sldMkLst>
          <pc:docMk/>
          <pc:sldMk cId="3511392750" sldId="603"/>
        </pc:sldMkLst>
      </pc:sldChg>
      <pc:sldChg chg="add">
        <pc:chgData name="Berg, Dirk van den" userId="035ecb32-01d9-4b47-a105-eacf059a4647" providerId="ADAL" clId="{F7FF961E-CF96-44AC-93C2-93612F62D46D}" dt="2026-08-24T06:47:11.309" v="91"/>
        <pc:sldMkLst>
          <pc:docMk/>
          <pc:sldMk cId="4019506257" sldId="604"/>
        </pc:sldMkLst>
      </pc:sldChg>
      <pc:sldChg chg="add">
        <pc:chgData name="Berg, Dirk van den" userId="035ecb32-01d9-4b47-a105-eacf059a4647" providerId="ADAL" clId="{F7FF961E-CF96-44AC-93C2-93612F62D46D}" dt="2026-08-24T06:47:11.309" v="91"/>
        <pc:sldMkLst>
          <pc:docMk/>
          <pc:sldMk cId="1068213278" sldId="605"/>
        </pc:sldMkLst>
      </pc:sldChg>
      <pc:sldChg chg="addSp modSp add mod ord">
        <pc:chgData name="Berg, Dirk van den" userId="035ecb32-01d9-4b47-a105-eacf059a4647" providerId="ADAL" clId="{F7FF961E-CF96-44AC-93C2-93612F62D46D}" dt="2026-08-26T11:52:29.333" v="3770" actId="1036"/>
        <pc:sldMkLst>
          <pc:docMk/>
          <pc:sldMk cId="1292336844" sldId="606"/>
        </pc:sldMkLst>
        <pc:spChg chg="mod">
          <ac:chgData name="Berg, Dirk van den" userId="035ecb32-01d9-4b47-a105-eacf059a4647" providerId="ADAL" clId="{F7FF961E-CF96-44AC-93C2-93612F62D46D}" dt="2026-08-26T11:41:18.891" v="3261" actId="1076"/>
          <ac:spMkLst>
            <pc:docMk/>
            <pc:sldMk cId="1292336844" sldId="606"/>
            <ac:spMk id="3" creationId="{976680DF-20AE-E6D2-E1A4-C7135627A9DC}"/>
          </ac:spMkLst>
        </pc:spChg>
        <pc:spChg chg="add mod">
          <ac:chgData name="Berg, Dirk van den" userId="035ecb32-01d9-4b47-a105-eacf059a4647" providerId="ADAL" clId="{F7FF961E-CF96-44AC-93C2-93612F62D46D}" dt="2026-08-26T11:52:29.333" v="3770" actId="1036"/>
          <ac:spMkLst>
            <pc:docMk/>
            <pc:sldMk cId="1292336844" sldId="606"/>
            <ac:spMk id="4" creationId="{3C7288B5-1024-0E73-3A05-D47920E71FD1}"/>
          </ac:spMkLst>
        </pc:spChg>
      </pc:sldChg>
      <pc:sldChg chg="add del">
        <pc:chgData name="Berg, Dirk van den" userId="035ecb32-01d9-4b47-a105-eacf059a4647" providerId="ADAL" clId="{F7FF961E-CF96-44AC-93C2-93612F62D46D}" dt="2026-08-26T11:47:02.869" v="3506" actId="47"/>
        <pc:sldMkLst>
          <pc:docMk/>
          <pc:sldMk cId="1287377757" sldId="610"/>
        </pc:sldMkLst>
      </pc:sldChg>
      <pc:sldChg chg="add del ord">
        <pc:chgData name="Berg, Dirk van den" userId="035ecb32-01d9-4b47-a105-eacf059a4647" providerId="ADAL" clId="{F7FF961E-CF96-44AC-93C2-93612F62D46D}" dt="2026-08-26T07:21:00.072" v="2664" actId="2696"/>
        <pc:sldMkLst>
          <pc:docMk/>
          <pc:sldMk cId="1314288180" sldId="610"/>
        </pc:sldMkLst>
      </pc:sldChg>
      <pc:sldChg chg="addSp delSp modSp new del mod ord">
        <pc:chgData name="Berg, Dirk van den" userId="035ecb32-01d9-4b47-a105-eacf059a4647" providerId="ADAL" clId="{F7FF961E-CF96-44AC-93C2-93612F62D46D}" dt="2026-08-26T12:39:20.979" v="3958" actId="47"/>
        <pc:sldMkLst>
          <pc:docMk/>
          <pc:sldMk cId="523704399" sldId="611"/>
        </pc:sldMkLst>
        <pc:picChg chg="add del">
          <ac:chgData name="Berg, Dirk van den" userId="035ecb32-01d9-4b47-a105-eacf059a4647" providerId="ADAL" clId="{F7FF961E-CF96-44AC-93C2-93612F62D46D}" dt="2026-08-26T11:16:50.246" v="2826" actId="478"/>
          <ac:picMkLst>
            <pc:docMk/>
            <pc:sldMk cId="523704399" sldId="611"/>
            <ac:picMk id="5" creationId="{D6B4AE57-AED6-CC55-CAC1-115F90FAD4DD}"/>
          </ac:picMkLst>
        </pc:picChg>
      </pc:sldChg>
      <pc:sldChg chg="addSp modSp new mod">
        <pc:chgData name="Berg, Dirk van den" userId="035ecb32-01d9-4b47-a105-eacf059a4647" providerId="ADAL" clId="{F7FF961E-CF96-44AC-93C2-93612F62D46D}" dt="2026-08-24T06:57:35.712" v="149" actId="15"/>
        <pc:sldMkLst>
          <pc:docMk/>
          <pc:sldMk cId="483555777" sldId="612"/>
        </pc:sldMkLst>
        <pc:spChg chg="mod">
          <ac:chgData name="Berg, Dirk van den" userId="035ecb32-01d9-4b47-a105-eacf059a4647" providerId="ADAL" clId="{F7FF961E-CF96-44AC-93C2-93612F62D46D}" dt="2026-08-24T06:57:03.681" v="133" actId="20577"/>
          <ac:spMkLst>
            <pc:docMk/>
            <pc:sldMk cId="483555777" sldId="612"/>
            <ac:spMk id="2" creationId="{68585866-817D-FDDE-6A02-669A8A757E26}"/>
          </ac:spMkLst>
        </pc:spChg>
        <pc:spChg chg="mod">
          <ac:chgData name="Berg, Dirk van den" userId="035ecb32-01d9-4b47-a105-eacf059a4647" providerId="ADAL" clId="{F7FF961E-CF96-44AC-93C2-93612F62D46D}" dt="2026-08-24T06:57:35.712" v="149" actId="15"/>
          <ac:spMkLst>
            <pc:docMk/>
            <pc:sldMk cId="483555777" sldId="612"/>
            <ac:spMk id="3" creationId="{1168561E-AA6D-A8B0-11FD-BC68C0B12CBA}"/>
          </ac:spMkLst>
        </pc:spChg>
        <pc:spChg chg="add mod">
          <ac:chgData name="Berg, Dirk van den" userId="035ecb32-01d9-4b47-a105-eacf059a4647" providerId="ADAL" clId="{F7FF961E-CF96-44AC-93C2-93612F62D46D}" dt="2026-08-24T06:57:29.665" v="135" actId="1076"/>
          <ac:spMkLst>
            <pc:docMk/>
            <pc:sldMk cId="483555777" sldId="612"/>
            <ac:spMk id="5" creationId="{9A1339A2-D052-5EFC-4334-BAD163E579AB}"/>
          </ac:spMkLst>
        </pc:spChg>
      </pc:sldChg>
      <pc:sldChg chg="modSp new mod modShow">
        <pc:chgData name="Berg, Dirk van den" userId="035ecb32-01d9-4b47-a105-eacf059a4647" providerId="ADAL" clId="{F7FF961E-CF96-44AC-93C2-93612F62D46D}" dt="2026-08-26T12:18:18.412" v="3815" actId="729"/>
        <pc:sldMkLst>
          <pc:docMk/>
          <pc:sldMk cId="3883486621" sldId="613"/>
        </pc:sldMkLst>
        <pc:spChg chg="mod">
          <ac:chgData name="Berg, Dirk van den" userId="035ecb32-01d9-4b47-a105-eacf059a4647" providerId="ADAL" clId="{F7FF961E-CF96-44AC-93C2-93612F62D46D}" dt="2026-08-24T07:07:35.482" v="198" actId="20577"/>
          <ac:spMkLst>
            <pc:docMk/>
            <pc:sldMk cId="3883486621" sldId="613"/>
            <ac:spMk id="2" creationId="{60AE28A0-93F3-14ED-278F-D6F684B273AB}"/>
          </ac:spMkLst>
        </pc:spChg>
      </pc:sldChg>
      <pc:sldChg chg="addSp delSp modSp new mod modShow">
        <pc:chgData name="Berg, Dirk van den" userId="035ecb32-01d9-4b47-a105-eacf059a4647" providerId="ADAL" clId="{F7FF961E-CF96-44AC-93C2-93612F62D46D}" dt="2026-08-26T13:24:29.718" v="4818" actId="20577"/>
        <pc:sldMkLst>
          <pc:docMk/>
          <pc:sldMk cId="286817625" sldId="614"/>
        </pc:sldMkLst>
        <pc:spChg chg="mod">
          <ac:chgData name="Berg, Dirk van den" userId="035ecb32-01d9-4b47-a105-eacf059a4647" providerId="ADAL" clId="{F7FF961E-CF96-44AC-93C2-93612F62D46D}" dt="2026-08-24T07:12:50.448" v="236" actId="20577"/>
          <ac:spMkLst>
            <pc:docMk/>
            <pc:sldMk cId="286817625" sldId="614"/>
            <ac:spMk id="2" creationId="{46B23F55-FABA-22A2-F457-0FBAFECADCB1}"/>
          </ac:spMkLst>
        </pc:spChg>
        <pc:spChg chg="mod">
          <ac:chgData name="Berg, Dirk van den" userId="035ecb32-01d9-4b47-a105-eacf059a4647" providerId="ADAL" clId="{F7FF961E-CF96-44AC-93C2-93612F62D46D}" dt="2026-08-26T13:24:29.718" v="4818" actId="20577"/>
          <ac:spMkLst>
            <pc:docMk/>
            <pc:sldMk cId="286817625" sldId="614"/>
            <ac:spMk id="3" creationId="{87153271-27CC-1D3A-FA17-E375B614C5E1}"/>
          </ac:spMkLst>
        </pc:spChg>
      </pc:sldChg>
      <pc:sldChg chg="addSp delSp new mod">
        <pc:chgData name="Berg, Dirk van den" userId="035ecb32-01d9-4b47-a105-eacf059a4647" providerId="ADAL" clId="{F7FF961E-CF96-44AC-93C2-93612F62D46D}" dt="2026-08-24T07:20:55.864" v="549" actId="22"/>
        <pc:sldMkLst>
          <pc:docMk/>
          <pc:sldMk cId="3246616676" sldId="615"/>
        </pc:sldMkLst>
        <pc:picChg chg="add">
          <ac:chgData name="Berg, Dirk van den" userId="035ecb32-01d9-4b47-a105-eacf059a4647" providerId="ADAL" clId="{F7FF961E-CF96-44AC-93C2-93612F62D46D}" dt="2026-08-24T07:20:55.864" v="549" actId="22"/>
          <ac:picMkLst>
            <pc:docMk/>
            <pc:sldMk cId="3246616676" sldId="615"/>
            <ac:picMk id="7" creationId="{42227803-A101-6DBC-FB3D-7D9DC29485F5}"/>
          </ac:picMkLst>
        </pc:picChg>
      </pc:sldChg>
      <pc:sldChg chg="addSp new mod">
        <pc:chgData name="Berg, Dirk van den" userId="035ecb32-01d9-4b47-a105-eacf059a4647" providerId="ADAL" clId="{F7FF961E-CF96-44AC-93C2-93612F62D46D}" dt="2026-08-24T07:09:21.201" v="233" actId="22"/>
        <pc:sldMkLst>
          <pc:docMk/>
          <pc:sldMk cId="2251935469" sldId="616"/>
        </pc:sldMkLst>
        <pc:picChg chg="add">
          <ac:chgData name="Berg, Dirk van den" userId="035ecb32-01d9-4b47-a105-eacf059a4647" providerId="ADAL" clId="{F7FF961E-CF96-44AC-93C2-93612F62D46D}" dt="2026-08-24T07:09:21.201" v="233" actId="22"/>
          <ac:picMkLst>
            <pc:docMk/>
            <pc:sldMk cId="2251935469" sldId="616"/>
            <ac:picMk id="5" creationId="{10D0DF93-CA93-5AF1-2B6B-2DAD5BB2C01D}"/>
          </ac:picMkLst>
        </pc:picChg>
      </pc:sldChg>
      <pc:sldChg chg="modSp new mod">
        <pc:chgData name="Berg, Dirk van den" userId="035ecb32-01d9-4b47-a105-eacf059a4647" providerId="ADAL" clId="{F7FF961E-CF96-44AC-93C2-93612F62D46D}" dt="2026-08-24T07:15:17.827" v="503" actId="27636"/>
        <pc:sldMkLst>
          <pc:docMk/>
          <pc:sldMk cId="1062493728" sldId="617"/>
        </pc:sldMkLst>
        <pc:spChg chg="mod">
          <ac:chgData name="Berg, Dirk van den" userId="035ecb32-01d9-4b47-a105-eacf059a4647" providerId="ADAL" clId="{F7FF961E-CF96-44AC-93C2-93612F62D46D}" dt="2026-08-24T07:15:15.931" v="501" actId="20577"/>
          <ac:spMkLst>
            <pc:docMk/>
            <pc:sldMk cId="1062493728" sldId="617"/>
            <ac:spMk id="2" creationId="{AA62F4DA-5AED-9934-1D08-B2831B9C6F05}"/>
          </ac:spMkLst>
        </pc:spChg>
        <pc:spChg chg="mod">
          <ac:chgData name="Berg, Dirk van den" userId="035ecb32-01d9-4b47-a105-eacf059a4647" providerId="ADAL" clId="{F7FF961E-CF96-44AC-93C2-93612F62D46D}" dt="2026-08-24T07:15:17.827" v="503" actId="27636"/>
          <ac:spMkLst>
            <pc:docMk/>
            <pc:sldMk cId="1062493728" sldId="617"/>
            <ac:spMk id="3" creationId="{3BE5967F-F3DF-FE11-2D50-DD1E5A73EB77}"/>
          </ac:spMkLst>
        </pc:spChg>
      </pc:sldChg>
      <pc:sldChg chg="add">
        <pc:chgData name="Berg, Dirk van den" userId="035ecb32-01d9-4b47-a105-eacf059a4647" providerId="ADAL" clId="{F7FF961E-CF96-44AC-93C2-93612F62D46D}" dt="2026-08-24T07:17:04.321" v="504"/>
        <pc:sldMkLst>
          <pc:docMk/>
          <pc:sldMk cId="924506200" sldId="618"/>
        </pc:sldMkLst>
      </pc:sldChg>
      <pc:sldChg chg="modSp new mod modShow">
        <pc:chgData name="Berg, Dirk van den" userId="035ecb32-01d9-4b47-a105-eacf059a4647" providerId="ADAL" clId="{F7FF961E-CF96-44AC-93C2-93612F62D46D}" dt="2026-08-26T12:49:32.034" v="3962" actId="729"/>
        <pc:sldMkLst>
          <pc:docMk/>
          <pc:sldMk cId="609266417" sldId="619"/>
        </pc:sldMkLst>
        <pc:spChg chg="mod">
          <ac:chgData name="Berg, Dirk van den" userId="035ecb32-01d9-4b47-a105-eacf059a4647" providerId="ADAL" clId="{F7FF961E-CF96-44AC-93C2-93612F62D46D}" dt="2026-08-24T07:17:27.637" v="544" actId="20577"/>
          <ac:spMkLst>
            <pc:docMk/>
            <pc:sldMk cId="609266417" sldId="619"/>
            <ac:spMk id="2" creationId="{1FABBF22-7693-FADB-87D8-A5B1B118A912}"/>
          </ac:spMkLst>
        </pc:spChg>
        <pc:spChg chg="mod">
          <ac:chgData name="Berg, Dirk van den" userId="035ecb32-01d9-4b47-a105-eacf059a4647" providerId="ADAL" clId="{F7FF961E-CF96-44AC-93C2-93612F62D46D}" dt="2026-08-26T07:05:28.100" v="2563" actId="20577"/>
          <ac:spMkLst>
            <pc:docMk/>
            <pc:sldMk cId="609266417" sldId="619"/>
            <ac:spMk id="3" creationId="{B81C7781-BF21-A78D-D817-F5FAEE258072}"/>
          </ac:spMkLst>
        </pc:spChg>
      </pc:sldChg>
      <pc:sldChg chg="addSp modSp new mod">
        <pc:chgData name="Berg, Dirk van den" userId="035ecb32-01d9-4b47-a105-eacf059a4647" providerId="ADAL" clId="{F7FF961E-CF96-44AC-93C2-93612F62D46D}" dt="2026-08-24T07:46:40.300" v="597" actId="1076"/>
        <pc:sldMkLst>
          <pc:docMk/>
          <pc:sldMk cId="3682282960" sldId="620"/>
        </pc:sldMkLst>
        <pc:spChg chg="mod">
          <ac:chgData name="Berg, Dirk van den" userId="035ecb32-01d9-4b47-a105-eacf059a4647" providerId="ADAL" clId="{F7FF961E-CF96-44AC-93C2-93612F62D46D}" dt="2026-08-24T07:37:17.982" v="584" actId="20577"/>
          <ac:spMkLst>
            <pc:docMk/>
            <pc:sldMk cId="3682282960" sldId="620"/>
            <ac:spMk id="2" creationId="{BD3351F5-A44F-123E-1822-C7DFFAE78EDB}"/>
          </ac:spMkLst>
        </pc:spChg>
        <pc:spChg chg="mod">
          <ac:chgData name="Berg, Dirk van den" userId="035ecb32-01d9-4b47-a105-eacf059a4647" providerId="ADAL" clId="{F7FF961E-CF96-44AC-93C2-93612F62D46D}" dt="2026-08-24T07:45:56.361" v="595"/>
          <ac:spMkLst>
            <pc:docMk/>
            <pc:sldMk cId="3682282960" sldId="620"/>
            <ac:spMk id="3" creationId="{D84DE7FF-56C6-D639-1CFF-CE46F079ADEF}"/>
          </ac:spMkLst>
        </pc:spChg>
        <pc:spChg chg="add mod">
          <ac:chgData name="Berg, Dirk van den" userId="035ecb32-01d9-4b47-a105-eacf059a4647" providerId="ADAL" clId="{F7FF961E-CF96-44AC-93C2-93612F62D46D}" dt="2026-08-24T07:46:40.300" v="597" actId="1076"/>
          <ac:spMkLst>
            <pc:docMk/>
            <pc:sldMk cId="3682282960" sldId="620"/>
            <ac:spMk id="7" creationId="{1C4CD8D1-B3B6-2707-CFFC-44209D3B1332}"/>
          </ac:spMkLst>
        </pc:spChg>
        <pc:picChg chg="add mod">
          <ac:chgData name="Berg, Dirk van den" userId="035ecb32-01d9-4b47-a105-eacf059a4647" providerId="ADAL" clId="{F7FF961E-CF96-44AC-93C2-93612F62D46D}" dt="2026-08-24T07:44:17.655" v="592" actId="1076"/>
          <ac:picMkLst>
            <pc:docMk/>
            <pc:sldMk cId="3682282960" sldId="620"/>
            <ac:picMk id="5" creationId="{0B05C99D-626D-F100-AD89-5E866385E4F5}"/>
          </ac:picMkLst>
        </pc:picChg>
      </pc:sldChg>
      <pc:sldChg chg="modSp add mod">
        <pc:chgData name="Berg, Dirk van den" userId="035ecb32-01d9-4b47-a105-eacf059a4647" providerId="ADAL" clId="{F7FF961E-CF96-44AC-93C2-93612F62D46D}" dt="2026-08-26T08:26:51.561" v="2822" actId="20577"/>
        <pc:sldMkLst>
          <pc:docMk/>
          <pc:sldMk cId="906361975" sldId="621"/>
        </pc:sldMkLst>
        <pc:spChg chg="mod">
          <ac:chgData name="Berg, Dirk van den" userId="035ecb32-01d9-4b47-a105-eacf059a4647" providerId="ADAL" clId="{F7FF961E-CF96-44AC-93C2-93612F62D46D}" dt="2026-08-26T08:26:51.561" v="2822" actId="20577"/>
          <ac:spMkLst>
            <pc:docMk/>
            <pc:sldMk cId="906361975" sldId="621"/>
            <ac:spMk id="3" creationId="{F7C204F7-1177-265C-C327-1F8A270D6E94}"/>
          </ac:spMkLst>
        </pc:spChg>
      </pc:sldChg>
      <pc:sldChg chg="addSp modSp new del mod">
        <pc:chgData name="Berg, Dirk van den" userId="035ecb32-01d9-4b47-a105-eacf059a4647" providerId="ADAL" clId="{F7FF961E-CF96-44AC-93C2-93612F62D46D}" dt="2026-08-26T07:21:00.072" v="2664" actId="2696"/>
        <pc:sldMkLst>
          <pc:docMk/>
          <pc:sldMk cId="4122238016" sldId="621"/>
        </pc:sldMkLst>
        <pc:spChg chg="mod">
          <ac:chgData name="Berg, Dirk van den" userId="035ecb32-01d9-4b47-a105-eacf059a4647" providerId="ADAL" clId="{F7FF961E-CF96-44AC-93C2-93612F62D46D}" dt="2026-08-26T07:15:08.798" v="2659" actId="20577"/>
          <ac:spMkLst>
            <pc:docMk/>
            <pc:sldMk cId="4122238016" sldId="621"/>
            <ac:spMk id="3" creationId="{F7C204F7-1177-265C-C327-1F8A270D6E94}"/>
          </ac:spMkLst>
        </pc:spChg>
        <pc:spChg chg="add mod">
          <ac:chgData name="Berg, Dirk van den" userId="035ecb32-01d9-4b47-a105-eacf059a4647" providerId="ADAL" clId="{F7FF961E-CF96-44AC-93C2-93612F62D46D}" dt="2026-08-25T16:09:02.651" v="1928" actId="1076"/>
          <ac:spMkLst>
            <pc:docMk/>
            <pc:sldMk cId="4122238016" sldId="621"/>
            <ac:spMk id="8" creationId="{070DEE81-2083-0B07-3F15-B03964E29D96}"/>
          </ac:spMkLst>
        </pc:spChg>
        <pc:picChg chg="add mod">
          <ac:chgData name="Berg, Dirk van den" userId="035ecb32-01d9-4b47-a105-eacf059a4647" providerId="ADAL" clId="{F7FF961E-CF96-44AC-93C2-93612F62D46D}" dt="2026-08-25T16:07:09.753" v="1777" actId="1076"/>
          <ac:picMkLst>
            <pc:docMk/>
            <pc:sldMk cId="4122238016" sldId="621"/>
            <ac:picMk id="6" creationId="{0C5FDCFD-A1E2-7441-5DED-15FED213205C}"/>
          </ac:picMkLst>
        </pc:picChg>
      </pc:sldChg>
      <pc:sldChg chg="addSp new mod">
        <pc:chgData name="Berg, Dirk van den" userId="035ecb32-01d9-4b47-a105-eacf059a4647" providerId="ADAL" clId="{F7FF961E-CF96-44AC-93C2-93612F62D46D}" dt="2026-08-24T09:07:42.661" v="941" actId="22"/>
        <pc:sldMkLst>
          <pc:docMk/>
          <pc:sldMk cId="2835926299" sldId="622"/>
        </pc:sldMkLst>
        <pc:spChg chg="add">
          <ac:chgData name="Berg, Dirk van den" userId="035ecb32-01d9-4b47-a105-eacf059a4647" providerId="ADAL" clId="{F7FF961E-CF96-44AC-93C2-93612F62D46D}" dt="2026-08-24T09:07:42.661" v="941" actId="22"/>
          <ac:spMkLst>
            <pc:docMk/>
            <pc:sldMk cId="2835926299" sldId="622"/>
            <ac:spMk id="5" creationId="{328F2DFF-9E43-9784-869E-70C2279D3218}"/>
          </ac:spMkLst>
        </pc:spChg>
      </pc:sldChg>
      <pc:sldChg chg="modSp new">
        <pc:chgData name="Berg, Dirk van den" userId="035ecb32-01d9-4b47-a105-eacf059a4647" providerId="ADAL" clId="{F7FF961E-CF96-44AC-93C2-93612F62D46D}" dt="2026-08-24T09:01:43.079" v="940"/>
        <pc:sldMkLst>
          <pc:docMk/>
          <pc:sldMk cId="644617599" sldId="623"/>
        </pc:sldMkLst>
        <pc:spChg chg="mod">
          <ac:chgData name="Berg, Dirk van den" userId="035ecb32-01d9-4b47-a105-eacf059a4647" providerId="ADAL" clId="{F7FF961E-CF96-44AC-93C2-93612F62D46D}" dt="2026-08-24T09:01:43.079" v="940"/>
          <ac:spMkLst>
            <pc:docMk/>
            <pc:sldMk cId="644617599" sldId="623"/>
            <ac:spMk id="3" creationId="{67CDEA91-5D37-C1CE-2491-19C29CC29B48}"/>
          </ac:spMkLst>
        </pc:spChg>
      </pc:sldChg>
      <pc:sldChg chg="addSp delSp modSp new mod">
        <pc:chgData name="Berg, Dirk van den" userId="035ecb32-01d9-4b47-a105-eacf059a4647" providerId="ADAL" clId="{F7FF961E-CF96-44AC-93C2-93612F62D46D}" dt="2026-08-24T09:48:56.918" v="975" actId="1076"/>
        <pc:sldMkLst>
          <pc:docMk/>
          <pc:sldMk cId="288396497" sldId="624"/>
        </pc:sldMkLst>
        <pc:spChg chg="mod">
          <ac:chgData name="Berg, Dirk van den" userId="035ecb32-01d9-4b47-a105-eacf059a4647" providerId="ADAL" clId="{F7FF961E-CF96-44AC-93C2-93612F62D46D}" dt="2026-08-24T09:45:09.556" v="968" actId="20577"/>
          <ac:spMkLst>
            <pc:docMk/>
            <pc:sldMk cId="288396497" sldId="624"/>
            <ac:spMk id="2" creationId="{DA381BEF-71AD-EC90-7F1C-08F2836CB528}"/>
          </ac:spMkLst>
        </pc:spChg>
        <pc:spChg chg="add mod">
          <ac:chgData name="Berg, Dirk van den" userId="035ecb32-01d9-4b47-a105-eacf059a4647" providerId="ADAL" clId="{F7FF961E-CF96-44AC-93C2-93612F62D46D}" dt="2026-08-24T09:48:56.918" v="975" actId="1076"/>
          <ac:spMkLst>
            <pc:docMk/>
            <pc:sldMk cId="288396497" sldId="624"/>
            <ac:spMk id="6" creationId="{0C1E9F05-1E2D-FEB6-65CF-F5DF1DBB7132}"/>
          </ac:spMkLst>
        </pc:spChg>
        <pc:graphicFrameChg chg="add mod">
          <ac:chgData name="Berg, Dirk van den" userId="035ecb32-01d9-4b47-a105-eacf059a4647" providerId="ADAL" clId="{F7FF961E-CF96-44AC-93C2-93612F62D46D}" dt="2026-08-24T09:48:54.578" v="974" actId="1076"/>
          <ac:graphicFrameMkLst>
            <pc:docMk/>
            <pc:sldMk cId="288396497" sldId="624"/>
            <ac:graphicFrameMk id="4" creationId="{E2E9577E-61A0-1D17-1868-47530FA83D25}"/>
          </ac:graphicFrameMkLst>
        </pc:graphicFrameChg>
      </pc:sldChg>
      <pc:sldChg chg="addSp delSp modSp new mod">
        <pc:chgData name="Berg, Dirk van den" userId="035ecb32-01d9-4b47-a105-eacf059a4647" providerId="ADAL" clId="{F7FF961E-CF96-44AC-93C2-93612F62D46D}" dt="2026-08-24T12:36:41.544" v="1225" actId="1076"/>
        <pc:sldMkLst>
          <pc:docMk/>
          <pc:sldMk cId="2102791065" sldId="625"/>
        </pc:sldMkLst>
        <pc:spChg chg="add del mod">
          <ac:chgData name="Berg, Dirk van den" userId="035ecb32-01d9-4b47-a105-eacf059a4647" providerId="ADAL" clId="{F7FF961E-CF96-44AC-93C2-93612F62D46D}" dt="2026-08-24T12:35:24.495" v="1219"/>
          <ac:spMkLst>
            <pc:docMk/>
            <pc:sldMk cId="2102791065" sldId="625"/>
            <ac:spMk id="3" creationId="{A6B0BFD2-C8F8-1570-B04A-BC02CFB9DAFF}"/>
          </ac:spMkLst>
        </pc:spChg>
        <pc:spChg chg="add mod">
          <ac:chgData name="Berg, Dirk van den" userId="035ecb32-01d9-4b47-a105-eacf059a4647" providerId="ADAL" clId="{F7FF961E-CF96-44AC-93C2-93612F62D46D}" dt="2026-08-24T12:36:41.544" v="1225" actId="1076"/>
          <ac:spMkLst>
            <pc:docMk/>
            <pc:sldMk cId="2102791065" sldId="625"/>
            <ac:spMk id="8" creationId="{7564F323-3485-D307-C5AB-A6F720371002}"/>
          </ac:spMkLst>
        </pc:spChg>
        <pc:picChg chg="add mod">
          <ac:chgData name="Berg, Dirk van den" userId="035ecb32-01d9-4b47-a105-eacf059a4647" providerId="ADAL" clId="{F7FF961E-CF96-44AC-93C2-93612F62D46D}" dt="2026-08-24T12:35:38.305" v="1223" actId="1076"/>
          <ac:picMkLst>
            <pc:docMk/>
            <pc:sldMk cId="2102791065" sldId="625"/>
            <ac:picMk id="6" creationId="{8CF66BD2-52A0-889C-7D8F-2D4207396306}"/>
          </ac:picMkLst>
        </pc:picChg>
      </pc:sldChg>
      <pc:sldChg chg="addSp modSp new mod">
        <pc:chgData name="Berg, Dirk van den" userId="035ecb32-01d9-4b47-a105-eacf059a4647" providerId="ADAL" clId="{F7FF961E-CF96-44AC-93C2-93612F62D46D}" dt="2026-08-24T12:52:03.188" v="1247" actId="20577"/>
        <pc:sldMkLst>
          <pc:docMk/>
          <pc:sldMk cId="3624450091" sldId="626"/>
        </pc:sldMkLst>
        <pc:spChg chg="mod">
          <ac:chgData name="Berg, Dirk van den" userId="035ecb32-01d9-4b47-a105-eacf059a4647" providerId="ADAL" clId="{F7FF961E-CF96-44AC-93C2-93612F62D46D}" dt="2026-08-24T12:52:03.188" v="1247" actId="20577"/>
          <ac:spMkLst>
            <pc:docMk/>
            <pc:sldMk cId="3624450091" sldId="626"/>
            <ac:spMk id="2" creationId="{7AAF215A-ABAE-B52C-273D-0EAED3C52957}"/>
          </ac:spMkLst>
        </pc:spChg>
        <pc:spChg chg="mod">
          <ac:chgData name="Berg, Dirk van den" userId="035ecb32-01d9-4b47-a105-eacf059a4647" providerId="ADAL" clId="{F7FF961E-CF96-44AC-93C2-93612F62D46D}" dt="2026-08-24T12:48:31.710" v="1230" actId="27636"/>
          <ac:spMkLst>
            <pc:docMk/>
            <pc:sldMk cId="3624450091" sldId="626"/>
            <ac:spMk id="3" creationId="{2FCBA760-368B-FD9F-BE01-350412330EBE}"/>
          </ac:spMkLst>
        </pc:spChg>
        <pc:picChg chg="add mod">
          <ac:chgData name="Berg, Dirk van den" userId="035ecb32-01d9-4b47-a105-eacf059a4647" providerId="ADAL" clId="{F7FF961E-CF96-44AC-93C2-93612F62D46D}" dt="2026-08-24T12:48:24.853" v="1228" actId="1076"/>
          <ac:picMkLst>
            <pc:docMk/>
            <pc:sldMk cId="3624450091" sldId="626"/>
            <ac:picMk id="5" creationId="{948846A8-7E5B-6F2A-81A7-0269AD0CA00B}"/>
          </ac:picMkLst>
        </pc:picChg>
      </pc:sldChg>
      <pc:sldChg chg="modSp new">
        <pc:chgData name="Berg, Dirk van den" userId="035ecb32-01d9-4b47-a105-eacf059a4647" providerId="ADAL" clId="{F7FF961E-CF96-44AC-93C2-93612F62D46D}" dt="2026-08-24T13:15:27.682" v="1249"/>
        <pc:sldMkLst>
          <pc:docMk/>
          <pc:sldMk cId="4267434883" sldId="627"/>
        </pc:sldMkLst>
        <pc:spChg chg="mod">
          <ac:chgData name="Berg, Dirk van den" userId="035ecb32-01d9-4b47-a105-eacf059a4647" providerId="ADAL" clId="{F7FF961E-CF96-44AC-93C2-93612F62D46D}" dt="2026-08-24T13:15:27.682" v="1249"/>
          <ac:spMkLst>
            <pc:docMk/>
            <pc:sldMk cId="4267434883" sldId="627"/>
            <ac:spMk id="3" creationId="{C0651326-1E99-13DB-FD7F-655B317703E3}"/>
          </ac:spMkLst>
        </pc:spChg>
      </pc:sldChg>
      <pc:sldChg chg="addSp modSp new mod">
        <pc:chgData name="Berg, Dirk van den" userId="035ecb32-01d9-4b47-a105-eacf059a4647" providerId="ADAL" clId="{F7FF961E-CF96-44AC-93C2-93612F62D46D}" dt="2026-08-24T13:35:31.088" v="1259" actId="1076"/>
        <pc:sldMkLst>
          <pc:docMk/>
          <pc:sldMk cId="2183272679" sldId="628"/>
        </pc:sldMkLst>
        <pc:spChg chg="mod">
          <ac:chgData name="Berg, Dirk van den" userId="035ecb32-01d9-4b47-a105-eacf059a4647" providerId="ADAL" clId="{F7FF961E-CF96-44AC-93C2-93612F62D46D}" dt="2026-08-24T13:34:31.402" v="1254" actId="27636"/>
          <ac:spMkLst>
            <pc:docMk/>
            <pc:sldMk cId="2183272679" sldId="628"/>
            <ac:spMk id="2" creationId="{A7D5F87F-B053-1505-D556-043F3258658F}"/>
          </ac:spMkLst>
        </pc:spChg>
        <pc:spChg chg="mod">
          <ac:chgData name="Berg, Dirk van den" userId="035ecb32-01d9-4b47-a105-eacf059a4647" providerId="ADAL" clId="{F7FF961E-CF96-44AC-93C2-93612F62D46D}" dt="2026-08-24T13:33:49.835" v="1251"/>
          <ac:spMkLst>
            <pc:docMk/>
            <pc:sldMk cId="2183272679" sldId="628"/>
            <ac:spMk id="3" creationId="{2193FACA-A192-74E0-5A10-CADFAD2E858C}"/>
          </ac:spMkLst>
        </pc:spChg>
        <pc:spChg chg="add mod">
          <ac:chgData name="Berg, Dirk van den" userId="035ecb32-01d9-4b47-a105-eacf059a4647" providerId="ADAL" clId="{F7FF961E-CF96-44AC-93C2-93612F62D46D}" dt="2026-08-24T13:35:28.364" v="1257"/>
          <ac:spMkLst>
            <pc:docMk/>
            <pc:sldMk cId="2183272679" sldId="628"/>
            <ac:spMk id="5" creationId="{909E98A7-BD59-F4C1-C0D8-A54C92B8EB8B}"/>
          </ac:spMkLst>
        </pc:spChg>
        <pc:spChg chg="add mod">
          <ac:chgData name="Berg, Dirk van den" userId="035ecb32-01d9-4b47-a105-eacf059a4647" providerId="ADAL" clId="{F7FF961E-CF96-44AC-93C2-93612F62D46D}" dt="2026-08-24T13:35:31.088" v="1259" actId="1076"/>
          <ac:spMkLst>
            <pc:docMk/>
            <pc:sldMk cId="2183272679" sldId="628"/>
            <ac:spMk id="7" creationId="{2F8C171B-0AA3-C432-DD2C-9C2C379B9857}"/>
          </ac:spMkLst>
        </pc:spChg>
      </pc:sldChg>
      <pc:sldChg chg="addSp modSp new mod">
        <pc:chgData name="Berg, Dirk van den" userId="035ecb32-01d9-4b47-a105-eacf059a4647" providerId="ADAL" clId="{F7FF961E-CF96-44AC-93C2-93612F62D46D}" dt="2026-08-24T13:35:57.206" v="1264" actId="1076"/>
        <pc:sldMkLst>
          <pc:docMk/>
          <pc:sldMk cId="2021608767" sldId="629"/>
        </pc:sldMkLst>
        <pc:spChg chg="mod">
          <ac:chgData name="Berg, Dirk van den" userId="035ecb32-01d9-4b47-a105-eacf059a4647" providerId="ADAL" clId="{F7FF961E-CF96-44AC-93C2-93612F62D46D}" dt="2026-08-24T13:35:52.302" v="1262"/>
          <ac:spMkLst>
            <pc:docMk/>
            <pc:sldMk cId="2021608767" sldId="629"/>
            <ac:spMk id="3" creationId="{8E30D36D-ACB2-2E49-A6ED-44114B4F7069}"/>
          </ac:spMkLst>
        </pc:spChg>
        <pc:spChg chg="add mod">
          <ac:chgData name="Berg, Dirk van den" userId="035ecb32-01d9-4b47-a105-eacf059a4647" providerId="ADAL" clId="{F7FF961E-CF96-44AC-93C2-93612F62D46D}" dt="2026-08-24T13:35:57.206" v="1264" actId="1076"/>
          <ac:spMkLst>
            <pc:docMk/>
            <pc:sldMk cId="2021608767" sldId="629"/>
            <ac:spMk id="5" creationId="{DF576AD3-53E8-E1C3-AB32-989CB46854BF}"/>
          </ac:spMkLst>
        </pc:spChg>
      </pc:sldChg>
      <pc:sldChg chg="addSp modSp new mod ord">
        <pc:chgData name="Berg, Dirk van den" userId="035ecb32-01d9-4b47-a105-eacf059a4647" providerId="ADAL" clId="{F7FF961E-CF96-44AC-93C2-93612F62D46D}" dt="2026-08-24T13:38:07.219" v="1272" actId="27636"/>
        <pc:sldMkLst>
          <pc:docMk/>
          <pc:sldMk cId="3530910767" sldId="630"/>
        </pc:sldMkLst>
        <pc:spChg chg="mod">
          <ac:chgData name="Berg, Dirk van den" userId="035ecb32-01d9-4b47-a105-eacf059a4647" providerId="ADAL" clId="{F7FF961E-CF96-44AC-93C2-93612F62D46D}" dt="2026-08-24T13:38:07.219" v="1272" actId="27636"/>
          <ac:spMkLst>
            <pc:docMk/>
            <pc:sldMk cId="3530910767" sldId="630"/>
            <ac:spMk id="2" creationId="{CFC7C17C-F950-B8BB-FE5E-FCA061508582}"/>
          </ac:spMkLst>
        </pc:spChg>
        <pc:spChg chg="add mod">
          <ac:chgData name="Berg, Dirk van den" userId="035ecb32-01d9-4b47-a105-eacf059a4647" providerId="ADAL" clId="{F7FF961E-CF96-44AC-93C2-93612F62D46D}" dt="2026-08-24T13:38:03.314" v="1270" actId="1076"/>
          <ac:spMkLst>
            <pc:docMk/>
            <pc:sldMk cId="3530910767" sldId="630"/>
            <ac:spMk id="5" creationId="{57BD0099-E38A-3420-AEB3-22B8B4420C77}"/>
          </ac:spMkLst>
        </pc:spChg>
      </pc:sldChg>
      <pc:sldChg chg="modSp new mod">
        <pc:chgData name="Berg, Dirk van den" userId="035ecb32-01d9-4b47-a105-eacf059a4647" providerId="ADAL" clId="{F7FF961E-CF96-44AC-93C2-93612F62D46D}" dt="2026-08-24T13:56:21.067" v="1326" actId="20577"/>
        <pc:sldMkLst>
          <pc:docMk/>
          <pc:sldMk cId="4154323959" sldId="631"/>
        </pc:sldMkLst>
        <pc:spChg chg="mod">
          <ac:chgData name="Berg, Dirk van den" userId="035ecb32-01d9-4b47-a105-eacf059a4647" providerId="ADAL" clId="{F7FF961E-CF96-44AC-93C2-93612F62D46D}" dt="2026-08-24T13:56:21.067" v="1326" actId="20577"/>
          <ac:spMkLst>
            <pc:docMk/>
            <pc:sldMk cId="4154323959" sldId="631"/>
            <ac:spMk id="2" creationId="{6B8AACC0-58F8-463F-23E1-B7CD36BFCD50}"/>
          </ac:spMkLst>
        </pc:spChg>
      </pc:sldChg>
      <pc:sldChg chg="modSp new mod">
        <pc:chgData name="Berg, Dirk van den" userId="035ecb32-01d9-4b47-a105-eacf059a4647" providerId="ADAL" clId="{F7FF961E-CF96-44AC-93C2-93612F62D46D}" dt="2026-08-24T21:04:32.554" v="1528" actId="20577"/>
        <pc:sldMkLst>
          <pc:docMk/>
          <pc:sldMk cId="2280769535" sldId="632"/>
        </pc:sldMkLst>
        <pc:spChg chg="mod">
          <ac:chgData name="Berg, Dirk van den" userId="035ecb32-01d9-4b47-a105-eacf059a4647" providerId="ADAL" clId="{F7FF961E-CF96-44AC-93C2-93612F62D46D}" dt="2026-08-24T21:04:32.554" v="1528" actId="20577"/>
          <ac:spMkLst>
            <pc:docMk/>
            <pc:sldMk cId="2280769535" sldId="632"/>
            <ac:spMk id="2" creationId="{53D53EB7-12F4-01DB-2A21-D1CFD2199715}"/>
          </ac:spMkLst>
        </pc:spChg>
        <pc:spChg chg="mod">
          <ac:chgData name="Berg, Dirk van den" userId="035ecb32-01d9-4b47-a105-eacf059a4647" providerId="ADAL" clId="{F7FF961E-CF96-44AC-93C2-93612F62D46D}" dt="2026-08-24T21:04:26.904" v="1494" actId="27636"/>
          <ac:spMkLst>
            <pc:docMk/>
            <pc:sldMk cId="2280769535" sldId="632"/>
            <ac:spMk id="3" creationId="{380FED7E-C574-E908-C137-9EB1E10C173F}"/>
          </ac:spMkLst>
        </pc:spChg>
      </pc:sldChg>
      <pc:sldChg chg="addSp new mod">
        <pc:chgData name="Berg, Dirk van den" userId="035ecb32-01d9-4b47-a105-eacf059a4647" providerId="ADAL" clId="{F7FF961E-CF96-44AC-93C2-93612F62D46D}" dt="2026-08-25T08:54:03.125" v="1530" actId="22"/>
        <pc:sldMkLst>
          <pc:docMk/>
          <pc:sldMk cId="479118975" sldId="633"/>
        </pc:sldMkLst>
        <pc:spChg chg="add">
          <ac:chgData name="Berg, Dirk van den" userId="035ecb32-01d9-4b47-a105-eacf059a4647" providerId="ADAL" clId="{F7FF961E-CF96-44AC-93C2-93612F62D46D}" dt="2026-08-25T08:54:03.125" v="1530" actId="22"/>
          <ac:spMkLst>
            <pc:docMk/>
            <pc:sldMk cId="479118975" sldId="633"/>
            <ac:spMk id="5" creationId="{BB35BB17-83CD-ABC2-C120-E1AA1480ABAF}"/>
          </ac:spMkLst>
        </pc:spChg>
      </pc:sldChg>
      <pc:sldChg chg="addSp modSp add">
        <pc:chgData name="Berg, Dirk van den" userId="035ecb32-01d9-4b47-a105-eacf059a4647" providerId="ADAL" clId="{F7FF961E-CF96-44AC-93C2-93612F62D46D}" dt="2026-08-26T11:24:00.670" v="2856"/>
        <pc:sldMkLst>
          <pc:docMk/>
          <pc:sldMk cId="2875172198" sldId="634"/>
        </pc:sldMkLst>
        <pc:graphicFrameChg chg="add mod">
          <ac:chgData name="Berg, Dirk van den" userId="035ecb32-01d9-4b47-a105-eacf059a4647" providerId="ADAL" clId="{F7FF961E-CF96-44AC-93C2-93612F62D46D}" dt="2026-08-26T11:24:00.670" v="2856"/>
          <ac:graphicFrameMkLst>
            <pc:docMk/>
            <pc:sldMk cId="2875172198" sldId="634"/>
            <ac:graphicFrameMk id="3" creationId="{07BDCD5C-44B2-0956-4798-19252198C141}"/>
          </ac:graphicFrameMkLst>
        </pc:graphicFrameChg>
      </pc:sldChg>
      <pc:sldChg chg="addSp delSp modSp new del mod ord">
        <pc:chgData name="Berg, Dirk van den" userId="035ecb32-01d9-4b47-a105-eacf059a4647" providerId="ADAL" clId="{F7FF961E-CF96-44AC-93C2-93612F62D46D}" dt="2026-08-26T07:21:00.072" v="2664" actId="2696"/>
        <pc:sldMkLst>
          <pc:docMk/>
          <pc:sldMk cId="4109810360" sldId="634"/>
        </pc:sldMkLst>
        <pc:spChg chg="mod">
          <ac:chgData name="Berg, Dirk van den" userId="035ecb32-01d9-4b47-a105-eacf059a4647" providerId="ADAL" clId="{F7FF961E-CF96-44AC-93C2-93612F62D46D}" dt="2026-08-25T09:01:29.184" v="1580" actId="20577"/>
          <ac:spMkLst>
            <pc:docMk/>
            <pc:sldMk cId="4109810360" sldId="634"/>
            <ac:spMk id="2" creationId="{4B06837C-FE24-472C-AF04-84E5348589B4}"/>
          </ac:spMkLst>
        </pc:spChg>
        <pc:spChg chg="del">
          <ac:chgData name="Berg, Dirk van den" userId="035ecb32-01d9-4b47-a105-eacf059a4647" providerId="ADAL" clId="{F7FF961E-CF96-44AC-93C2-93612F62D46D}" dt="2026-08-25T09:00:42.729" v="1532"/>
          <ac:spMkLst>
            <pc:docMk/>
            <pc:sldMk cId="4109810360" sldId="634"/>
            <ac:spMk id="3" creationId="{1E76D975-032E-8AFC-C310-AC728D87030D}"/>
          </ac:spMkLst>
        </pc:spChg>
        <pc:graphicFrameChg chg="add mod">
          <ac:chgData name="Berg, Dirk van den" userId="035ecb32-01d9-4b47-a105-eacf059a4647" providerId="ADAL" clId="{F7FF961E-CF96-44AC-93C2-93612F62D46D}" dt="2026-08-25T09:00:42.729" v="1532"/>
          <ac:graphicFrameMkLst>
            <pc:docMk/>
            <pc:sldMk cId="4109810360" sldId="634"/>
            <ac:graphicFrameMk id="4" creationId="{305C5351-F282-72B9-AD75-058B6E4B3F21}"/>
          </ac:graphicFrameMkLst>
        </pc:graphicFrameChg>
      </pc:sldChg>
      <pc:sldChg chg="addSp modSp new mod">
        <pc:chgData name="Berg, Dirk van den" userId="035ecb32-01d9-4b47-a105-eacf059a4647" providerId="ADAL" clId="{F7FF961E-CF96-44AC-93C2-93612F62D46D}" dt="2026-08-25T11:07:55.754" v="1624" actId="1076"/>
        <pc:sldMkLst>
          <pc:docMk/>
          <pc:sldMk cId="2905754688" sldId="635"/>
        </pc:sldMkLst>
        <pc:picChg chg="add mod">
          <ac:chgData name="Berg, Dirk van den" userId="035ecb32-01d9-4b47-a105-eacf059a4647" providerId="ADAL" clId="{F7FF961E-CF96-44AC-93C2-93612F62D46D}" dt="2026-08-25T11:07:55.754" v="1624" actId="1076"/>
          <ac:picMkLst>
            <pc:docMk/>
            <pc:sldMk cId="2905754688" sldId="635"/>
            <ac:picMk id="5" creationId="{2783F0D6-C1DE-D069-CB69-AD65105FC2E1}"/>
          </ac:picMkLst>
        </pc:picChg>
        <pc:picChg chg="add mod">
          <ac:chgData name="Berg, Dirk van den" userId="035ecb32-01d9-4b47-a105-eacf059a4647" providerId="ADAL" clId="{F7FF961E-CF96-44AC-93C2-93612F62D46D}" dt="2026-08-25T11:07:55.108" v="1623" actId="1076"/>
          <ac:picMkLst>
            <pc:docMk/>
            <pc:sldMk cId="2905754688" sldId="635"/>
            <ac:picMk id="7" creationId="{CAC765B7-6E2E-C409-D50A-83FFDDE9B9FB}"/>
          </ac:picMkLst>
        </pc:picChg>
      </pc:sldChg>
      <pc:sldChg chg="new del">
        <pc:chgData name="Berg, Dirk van den" userId="035ecb32-01d9-4b47-a105-eacf059a4647" providerId="ADAL" clId="{F7FF961E-CF96-44AC-93C2-93612F62D46D}" dt="2026-08-26T07:05:19.984" v="2539" actId="47"/>
        <pc:sldMkLst>
          <pc:docMk/>
          <pc:sldMk cId="2355441981" sldId="636"/>
        </pc:sldMkLst>
      </pc:sldChg>
      <pc:sldChg chg="addSp delSp modSp new mod modNotesTx">
        <pc:chgData name="Berg, Dirk van den" userId="035ecb32-01d9-4b47-a105-eacf059a4647" providerId="ADAL" clId="{F7FF961E-CF96-44AC-93C2-93612F62D46D}" dt="2026-08-26T11:32:18.699" v="2884" actId="20577"/>
        <pc:sldMkLst>
          <pc:docMk/>
          <pc:sldMk cId="4205898224" sldId="636"/>
        </pc:sldMkLst>
        <pc:picChg chg="add del mod">
          <ac:chgData name="Berg, Dirk van den" userId="035ecb32-01d9-4b47-a105-eacf059a4647" providerId="ADAL" clId="{F7FF961E-CF96-44AC-93C2-93612F62D46D}" dt="2026-08-26T11:27:26.868" v="2870" actId="478"/>
          <ac:picMkLst>
            <pc:docMk/>
            <pc:sldMk cId="4205898224" sldId="636"/>
            <ac:picMk id="5" creationId="{19DE3C76-E4AD-F310-1D2C-B5976BEAC3B7}"/>
          </ac:picMkLst>
        </pc:picChg>
        <pc:picChg chg="add mod">
          <ac:chgData name="Berg, Dirk van den" userId="035ecb32-01d9-4b47-a105-eacf059a4647" providerId="ADAL" clId="{F7FF961E-CF96-44AC-93C2-93612F62D46D}" dt="2026-08-26T11:27:35.452" v="2874" actId="14100"/>
          <ac:picMkLst>
            <pc:docMk/>
            <pc:sldMk cId="4205898224" sldId="636"/>
            <ac:picMk id="7" creationId="{5041F554-167B-FA38-B79E-9089C20B30CB}"/>
          </ac:picMkLst>
        </pc:picChg>
      </pc:sldChg>
      <pc:sldChg chg="new del">
        <pc:chgData name="Berg, Dirk van den" userId="035ecb32-01d9-4b47-a105-eacf059a4647" providerId="ADAL" clId="{F7FF961E-CF96-44AC-93C2-93612F62D46D}" dt="2026-08-26T11:17:42.279" v="2829" actId="47"/>
        <pc:sldMkLst>
          <pc:docMk/>
          <pc:sldMk cId="2254331601" sldId="637"/>
        </pc:sldMkLst>
      </pc:sldChg>
      <pc:sldChg chg="delSp modSp add mod">
        <pc:chgData name="Berg, Dirk van den" userId="035ecb32-01d9-4b47-a105-eacf059a4647" providerId="ADAL" clId="{F7FF961E-CF96-44AC-93C2-93612F62D46D}" dt="2026-08-26T11:19:34.276" v="2837" actId="14100"/>
        <pc:sldMkLst>
          <pc:docMk/>
          <pc:sldMk cId="1314288180" sldId="638"/>
        </pc:sldMkLst>
        <pc:spChg chg="del mod">
          <ac:chgData name="Berg, Dirk van den" userId="035ecb32-01d9-4b47-a105-eacf059a4647" providerId="ADAL" clId="{F7FF961E-CF96-44AC-93C2-93612F62D46D}" dt="2026-08-26T11:19:29.060" v="2835" actId="478"/>
          <ac:spMkLst>
            <pc:docMk/>
            <pc:sldMk cId="1314288180" sldId="638"/>
            <ac:spMk id="3" creationId="{386656C8-2A5D-3079-25D8-7BA48274DCE4}"/>
          </ac:spMkLst>
        </pc:spChg>
        <pc:picChg chg="mod">
          <ac:chgData name="Berg, Dirk van den" userId="035ecb32-01d9-4b47-a105-eacf059a4647" providerId="ADAL" clId="{F7FF961E-CF96-44AC-93C2-93612F62D46D}" dt="2026-08-26T11:19:34.276" v="2837" actId="14100"/>
          <ac:picMkLst>
            <pc:docMk/>
            <pc:sldMk cId="1314288180" sldId="638"/>
            <ac:picMk id="5" creationId="{7D60863D-0F23-C5D1-EDDB-712E775920B2}"/>
          </ac:picMkLst>
        </pc:picChg>
      </pc:sldChg>
      <pc:sldChg chg="addSp delSp modSp new mod ord">
        <pc:chgData name="Berg, Dirk van den" userId="035ecb32-01d9-4b47-a105-eacf059a4647" providerId="ADAL" clId="{F7FF961E-CF96-44AC-93C2-93612F62D46D}" dt="2026-08-26T12:56:06.877" v="4616" actId="1076"/>
        <pc:sldMkLst>
          <pc:docMk/>
          <pc:sldMk cId="1257126585" sldId="639"/>
        </pc:sldMkLst>
        <pc:spChg chg="mod">
          <ac:chgData name="Berg, Dirk van den" userId="035ecb32-01d9-4b47-a105-eacf059a4647" providerId="ADAL" clId="{F7FF961E-CF96-44AC-93C2-93612F62D46D}" dt="2026-08-26T12:56:01.269" v="4615"/>
          <ac:spMkLst>
            <pc:docMk/>
            <pc:sldMk cId="1257126585" sldId="639"/>
            <ac:spMk id="2" creationId="{1437A177-D656-311E-804D-EEEFF6F8CD63}"/>
          </ac:spMkLst>
        </pc:spChg>
        <pc:spChg chg="add del">
          <ac:chgData name="Berg, Dirk van den" userId="035ecb32-01d9-4b47-a105-eacf059a4647" providerId="ADAL" clId="{F7FF961E-CF96-44AC-93C2-93612F62D46D}" dt="2026-08-26T11:32:43.805" v="2885"/>
          <ac:spMkLst>
            <pc:docMk/>
            <pc:sldMk cId="1257126585" sldId="639"/>
            <ac:spMk id="3" creationId="{04E33BE5-8DFB-4592-26F5-256843D66D6F}"/>
          </ac:spMkLst>
        </pc:spChg>
        <pc:spChg chg="add del mod">
          <ac:chgData name="Berg, Dirk van den" userId="035ecb32-01d9-4b47-a105-eacf059a4647" providerId="ADAL" clId="{F7FF961E-CF96-44AC-93C2-93612F62D46D}" dt="2026-08-26T11:33:02.644" v="2890" actId="478"/>
          <ac:spMkLst>
            <pc:docMk/>
            <pc:sldMk cId="1257126585" sldId="639"/>
            <ac:spMk id="5" creationId="{D9DFDDB9-3096-BC4C-CE95-03294C75CC09}"/>
          </ac:spMkLst>
        </pc:spChg>
        <pc:graphicFrameChg chg="add mod">
          <ac:chgData name="Berg, Dirk van den" userId="035ecb32-01d9-4b47-a105-eacf059a4647" providerId="ADAL" clId="{F7FF961E-CF96-44AC-93C2-93612F62D46D}" dt="2026-08-26T11:23:43.812" v="2850"/>
          <ac:graphicFrameMkLst>
            <pc:docMk/>
            <pc:sldMk cId="1257126585" sldId="639"/>
            <ac:graphicFrameMk id="6" creationId="{D1DD2512-BB1A-A751-2404-0122B1B1D5A3}"/>
          </ac:graphicFrameMkLst>
        </pc:graphicFrameChg>
        <pc:graphicFrameChg chg="add mod">
          <ac:chgData name="Berg, Dirk van den" userId="035ecb32-01d9-4b47-a105-eacf059a4647" providerId="ADAL" clId="{F7FF961E-CF96-44AC-93C2-93612F62D46D}" dt="2026-08-26T11:23:46.354" v="2852"/>
          <ac:graphicFrameMkLst>
            <pc:docMk/>
            <pc:sldMk cId="1257126585" sldId="639"/>
            <ac:graphicFrameMk id="7" creationId="{45B5037B-BF49-6D5A-3376-3083EAD3D5D3}"/>
          </ac:graphicFrameMkLst>
        </pc:graphicFrameChg>
        <pc:graphicFrameChg chg="add mod">
          <ac:chgData name="Berg, Dirk van den" userId="035ecb32-01d9-4b47-a105-eacf059a4647" providerId="ADAL" clId="{F7FF961E-CF96-44AC-93C2-93612F62D46D}" dt="2026-08-26T11:24:13.647" v="2859"/>
          <ac:graphicFrameMkLst>
            <pc:docMk/>
            <pc:sldMk cId="1257126585" sldId="639"/>
            <ac:graphicFrameMk id="8" creationId="{7679C9FD-312B-C8CA-27E5-003AD39EF766}"/>
          </ac:graphicFrameMkLst>
        </pc:graphicFrameChg>
        <pc:graphicFrameChg chg="add mod">
          <ac:chgData name="Berg, Dirk van den" userId="035ecb32-01d9-4b47-a105-eacf059a4647" providerId="ADAL" clId="{F7FF961E-CF96-44AC-93C2-93612F62D46D}" dt="2026-08-26T11:30:36.596" v="2878"/>
          <ac:graphicFrameMkLst>
            <pc:docMk/>
            <pc:sldMk cId="1257126585" sldId="639"/>
            <ac:graphicFrameMk id="9" creationId="{EE708494-FE27-20B0-4069-4DF12927AE8C}"/>
          </ac:graphicFrameMkLst>
        </pc:graphicFrameChg>
        <pc:graphicFrameChg chg="add mod">
          <ac:chgData name="Berg, Dirk van den" userId="035ecb32-01d9-4b47-a105-eacf059a4647" providerId="ADAL" clId="{F7FF961E-CF96-44AC-93C2-93612F62D46D}" dt="2026-08-26T12:56:06.877" v="4616" actId="1076"/>
          <ac:graphicFrameMkLst>
            <pc:docMk/>
            <pc:sldMk cId="1257126585" sldId="639"/>
            <ac:graphicFrameMk id="10" creationId="{A9903CBD-6C3E-0938-F07A-D64B8BAA002B}"/>
          </ac:graphicFrameMkLst>
        </pc:graphicFrameChg>
      </pc:sldChg>
      <pc:sldChg chg="addSp modSp new mod">
        <pc:chgData name="Berg, Dirk van den" userId="035ecb32-01d9-4b47-a105-eacf059a4647" providerId="ADAL" clId="{F7FF961E-CF96-44AC-93C2-93612F62D46D}" dt="2026-08-26T11:27:42.275" v="2876" actId="14100"/>
        <pc:sldMkLst>
          <pc:docMk/>
          <pc:sldMk cId="3525368266" sldId="640"/>
        </pc:sldMkLst>
        <pc:picChg chg="add mod">
          <ac:chgData name="Berg, Dirk van den" userId="035ecb32-01d9-4b47-a105-eacf059a4647" providerId="ADAL" clId="{F7FF961E-CF96-44AC-93C2-93612F62D46D}" dt="2026-08-26T11:27:42.275" v="2876" actId="14100"/>
          <ac:picMkLst>
            <pc:docMk/>
            <pc:sldMk cId="3525368266" sldId="640"/>
            <ac:picMk id="5" creationId="{8B704B1B-B5A7-8E22-3A4C-258EA4BBC10D}"/>
          </ac:picMkLst>
        </pc:picChg>
      </pc:sldChg>
      <pc:sldChg chg="addSp modSp new mod">
        <pc:chgData name="Berg, Dirk van den" userId="035ecb32-01d9-4b47-a105-eacf059a4647" providerId="ADAL" clId="{F7FF961E-CF96-44AC-93C2-93612F62D46D}" dt="2026-08-26T12:55:44.697" v="4614" actId="1076"/>
        <pc:sldMkLst>
          <pc:docMk/>
          <pc:sldMk cId="1647486881" sldId="641"/>
        </pc:sldMkLst>
        <pc:spChg chg="mod">
          <ac:chgData name="Berg, Dirk van den" userId="035ecb32-01d9-4b47-a105-eacf059a4647" providerId="ADAL" clId="{F7FF961E-CF96-44AC-93C2-93612F62D46D}" dt="2026-08-26T12:55:38.076" v="4613" actId="20577"/>
          <ac:spMkLst>
            <pc:docMk/>
            <pc:sldMk cId="1647486881" sldId="641"/>
            <ac:spMk id="2" creationId="{74423EBC-0DB5-87AA-7BAE-0A4A202E7E77}"/>
          </ac:spMkLst>
        </pc:spChg>
        <pc:spChg chg="add mod">
          <ac:chgData name="Berg, Dirk van den" userId="035ecb32-01d9-4b47-a105-eacf059a4647" providerId="ADAL" clId="{F7FF961E-CF96-44AC-93C2-93612F62D46D}" dt="2026-08-26T12:55:44.697" v="4614" actId="1076"/>
          <ac:spMkLst>
            <pc:docMk/>
            <pc:sldMk cId="1647486881" sldId="641"/>
            <ac:spMk id="5" creationId="{352342EE-0C76-49A7-720C-6D2C90596C8F}"/>
          </ac:spMkLst>
        </pc:spChg>
      </pc:sldChg>
      <pc:sldChg chg="modSp new del mod">
        <pc:chgData name="Berg, Dirk van den" userId="035ecb32-01d9-4b47-a105-eacf059a4647" providerId="ADAL" clId="{F7FF961E-CF96-44AC-93C2-93612F62D46D}" dt="2026-08-26T12:39:16.904" v="3957" actId="47"/>
        <pc:sldMkLst>
          <pc:docMk/>
          <pc:sldMk cId="576009478" sldId="642"/>
        </pc:sldMkLst>
        <pc:spChg chg="mod">
          <ac:chgData name="Berg, Dirk van den" userId="035ecb32-01d9-4b47-a105-eacf059a4647" providerId="ADAL" clId="{F7FF961E-CF96-44AC-93C2-93612F62D46D}" dt="2026-08-26T11:39:39.241" v="3024" actId="20577"/>
          <ac:spMkLst>
            <pc:docMk/>
            <pc:sldMk cId="576009478" sldId="642"/>
            <ac:spMk id="2" creationId="{4D458E49-FDAE-4A7B-36BD-356C217D2407}"/>
          </ac:spMkLst>
        </pc:spChg>
        <pc:spChg chg="mod">
          <ac:chgData name="Berg, Dirk van den" userId="035ecb32-01d9-4b47-a105-eacf059a4647" providerId="ADAL" clId="{F7FF961E-CF96-44AC-93C2-93612F62D46D}" dt="2026-08-26T11:39:43.355" v="3045" actId="20577"/>
          <ac:spMkLst>
            <pc:docMk/>
            <pc:sldMk cId="576009478" sldId="642"/>
            <ac:spMk id="3" creationId="{005A01E9-F7F4-A896-61D7-9633710BD3A8}"/>
          </ac:spMkLst>
        </pc:spChg>
      </pc:sldChg>
      <pc:sldChg chg="modSp add del mod">
        <pc:chgData name="Berg, Dirk van den" userId="035ecb32-01d9-4b47-a105-eacf059a4647" providerId="ADAL" clId="{F7FF961E-CF96-44AC-93C2-93612F62D46D}" dt="2026-08-26T11:52:59.118" v="3773" actId="47"/>
        <pc:sldMkLst>
          <pc:docMk/>
          <pc:sldMk cId="4163561410" sldId="643"/>
        </pc:sldMkLst>
        <pc:spChg chg="mod ord">
          <ac:chgData name="Berg, Dirk van den" userId="035ecb32-01d9-4b47-a105-eacf059a4647" providerId="ADAL" clId="{F7FF961E-CF96-44AC-93C2-93612F62D46D}" dt="2026-08-26T11:44:22.843" v="3501" actId="1076"/>
          <ac:spMkLst>
            <pc:docMk/>
            <pc:sldMk cId="4163561410" sldId="643"/>
            <ac:spMk id="3" creationId="{BD6635E1-BF53-670A-48C9-25FE17F6F1BD}"/>
          </ac:spMkLst>
        </pc:spChg>
        <pc:picChg chg="mod">
          <ac:chgData name="Berg, Dirk van den" userId="035ecb32-01d9-4b47-a105-eacf059a4647" providerId="ADAL" clId="{F7FF961E-CF96-44AC-93C2-93612F62D46D}" dt="2026-08-26T11:42:20.385" v="3375" actId="1076"/>
          <ac:picMkLst>
            <pc:docMk/>
            <pc:sldMk cId="4163561410" sldId="643"/>
            <ac:picMk id="5" creationId="{DA65E435-A1A3-B524-5439-20E81C52AA59}"/>
          </ac:picMkLst>
        </pc:picChg>
      </pc:sldChg>
      <pc:sldChg chg="addSp modSp new mod">
        <pc:chgData name="Berg, Dirk van den" userId="035ecb32-01d9-4b47-a105-eacf059a4647" providerId="ADAL" clId="{F7FF961E-CF96-44AC-93C2-93612F62D46D}" dt="2026-08-26T11:46:25.619" v="3505" actId="732"/>
        <pc:sldMkLst>
          <pc:docMk/>
          <pc:sldMk cId="1310708566" sldId="644"/>
        </pc:sldMkLst>
        <pc:picChg chg="add mod modCrop">
          <ac:chgData name="Berg, Dirk van den" userId="035ecb32-01d9-4b47-a105-eacf059a4647" providerId="ADAL" clId="{F7FF961E-CF96-44AC-93C2-93612F62D46D}" dt="2026-08-26T11:46:25.619" v="3505" actId="732"/>
          <ac:picMkLst>
            <pc:docMk/>
            <pc:sldMk cId="1310708566" sldId="644"/>
            <ac:picMk id="5" creationId="{092D90CC-97F5-787E-051E-904F3868A28F}"/>
          </ac:picMkLst>
        </pc:picChg>
      </pc:sldChg>
      <pc:sldChg chg="modSp new mod">
        <pc:chgData name="Berg, Dirk van den" userId="035ecb32-01d9-4b47-a105-eacf059a4647" providerId="ADAL" clId="{F7FF961E-CF96-44AC-93C2-93612F62D46D}" dt="2026-08-26T13:30:57.395" v="4939" actId="20577"/>
        <pc:sldMkLst>
          <pc:docMk/>
          <pc:sldMk cId="1951651112" sldId="645"/>
        </pc:sldMkLst>
        <pc:spChg chg="mod">
          <ac:chgData name="Berg, Dirk van den" userId="035ecb32-01d9-4b47-a105-eacf059a4647" providerId="ADAL" clId="{F7FF961E-CF96-44AC-93C2-93612F62D46D}" dt="2026-08-26T11:47:08.122" v="3519" actId="20577"/>
          <ac:spMkLst>
            <pc:docMk/>
            <pc:sldMk cId="1951651112" sldId="645"/>
            <ac:spMk id="2" creationId="{93C95CD9-49F2-1D41-D538-39B6BBF96184}"/>
          </ac:spMkLst>
        </pc:spChg>
        <pc:spChg chg="mod">
          <ac:chgData name="Berg, Dirk van den" userId="035ecb32-01d9-4b47-a105-eacf059a4647" providerId="ADAL" clId="{F7FF961E-CF96-44AC-93C2-93612F62D46D}" dt="2026-08-26T13:30:57.395" v="4939" actId="20577"/>
          <ac:spMkLst>
            <pc:docMk/>
            <pc:sldMk cId="1951651112" sldId="645"/>
            <ac:spMk id="3" creationId="{26EB6EA0-E038-1C26-7DDD-4FCE51616937}"/>
          </ac:spMkLst>
        </pc:spChg>
      </pc:sldChg>
      <pc:sldChg chg="modSp new mod">
        <pc:chgData name="Berg, Dirk van den" userId="035ecb32-01d9-4b47-a105-eacf059a4647" providerId="ADAL" clId="{F7FF961E-CF96-44AC-93C2-93612F62D46D}" dt="2026-08-26T11:48:20.334" v="3729" actId="20577"/>
        <pc:sldMkLst>
          <pc:docMk/>
          <pc:sldMk cId="2823781949" sldId="646"/>
        </pc:sldMkLst>
        <pc:spChg chg="mod">
          <ac:chgData name="Berg, Dirk van den" userId="035ecb32-01d9-4b47-a105-eacf059a4647" providerId="ADAL" clId="{F7FF961E-CF96-44AC-93C2-93612F62D46D}" dt="2026-08-26T11:47:23.443" v="3553" actId="20577"/>
          <ac:spMkLst>
            <pc:docMk/>
            <pc:sldMk cId="2823781949" sldId="646"/>
            <ac:spMk id="2" creationId="{01EECB0A-1D7E-737D-A648-AD469D82372A}"/>
          </ac:spMkLst>
        </pc:spChg>
        <pc:spChg chg="mod">
          <ac:chgData name="Berg, Dirk van den" userId="035ecb32-01d9-4b47-a105-eacf059a4647" providerId="ADAL" clId="{F7FF961E-CF96-44AC-93C2-93612F62D46D}" dt="2026-08-26T11:48:20.334" v="3729" actId="20577"/>
          <ac:spMkLst>
            <pc:docMk/>
            <pc:sldMk cId="2823781949" sldId="646"/>
            <ac:spMk id="3" creationId="{27073498-4824-CB9F-F2B3-0F0E3A0114DA}"/>
          </ac:spMkLst>
        </pc:spChg>
      </pc:sldChg>
      <pc:sldChg chg="addSp modSp add mod">
        <pc:chgData name="Berg, Dirk van den" userId="035ecb32-01d9-4b47-a105-eacf059a4647" providerId="ADAL" clId="{F7FF961E-CF96-44AC-93C2-93612F62D46D}" dt="2026-08-26T13:40:09.291" v="4983" actId="1076"/>
        <pc:sldMkLst>
          <pc:docMk/>
          <pc:sldMk cId="2500691313" sldId="647"/>
        </pc:sldMkLst>
        <pc:spChg chg="add mod">
          <ac:chgData name="Berg, Dirk van den" userId="035ecb32-01d9-4b47-a105-eacf059a4647" providerId="ADAL" clId="{F7FF961E-CF96-44AC-93C2-93612F62D46D}" dt="2026-08-26T13:40:09.291" v="4983" actId="1076"/>
          <ac:spMkLst>
            <pc:docMk/>
            <pc:sldMk cId="2500691313" sldId="647"/>
            <ac:spMk id="6" creationId="{6ED3E7E9-EA47-53EB-7282-CCAD461391E8}"/>
          </ac:spMkLst>
        </pc:spChg>
      </pc:sldChg>
      <pc:sldChg chg="modSp new mod modShow">
        <pc:chgData name="Berg, Dirk van den" userId="035ecb32-01d9-4b47-a105-eacf059a4647" providerId="ADAL" clId="{F7FF961E-CF96-44AC-93C2-93612F62D46D}" dt="2026-08-26T13:43:11.181" v="4989" actId="729"/>
        <pc:sldMkLst>
          <pc:docMk/>
          <pc:sldMk cId="451834929" sldId="648"/>
        </pc:sldMkLst>
        <pc:spChg chg="mod">
          <ac:chgData name="Berg, Dirk van den" userId="035ecb32-01d9-4b47-a105-eacf059a4647" providerId="ADAL" clId="{F7FF961E-CF96-44AC-93C2-93612F62D46D}" dt="2026-08-26T12:19:30.050" v="3824" actId="20577"/>
          <ac:spMkLst>
            <pc:docMk/>
            <pc:sldMk cId="451834929" sldId="648"/>
            <ac:spMk id="2" creationId="{206005C0-EADC-256E-2B54-5B600825F9E8}"/>
          </ac:spMkLst>
        </pc:spChg>
        <pc:spChg chg="mod">
          <ac:chgData name="Berg, Dirk van den" userId="035ecb32-01d9-4b47-a105-eacf059a4647" providerId="ADAL" clId="{F7FF961E-CF96-44AC-93C2-93612F62D46D}" dt="2026-08-26T12:19:57.088" v="3925" actId="5793"/>
          <ac:spMkLst>
            <pc:docMk/>
            <pc:sldMk cId="451834929" sldId="648"/>
            <ac:spMk id="3" creationId="{84EE8835-F0A9-542A-48F4-28C9DE01C114}"/>
          </ac:spMkLst>
        </pc:spChg>
      </pc:sldChg>
      <pc:sldChg chg="modSp new mod modShow">
        <pc:chgData name="Berg, Dirk van den" userId="035ecb32-01d9-4b47-a105-eacf059a4647" providerId="ADAL" clId="{F7FF961E-CF96-44AC-93C2-93612F62D46D}" dt="2026-08-26T13:43:11.181" v="4989" actId="729"/>
        <pc:sldMkLst>
          <pc:docMk/>
          <pc:sldMk cId="385222567" sldId="649"/>
        </pc:sldMkLst>
        <pc:spChg chg="mod">
          <ac:chgData name="Berg, Dirk van den" userId="035ecb32-01d9-4b47-a105-eacf059a4647" providerId="ADAL" clId="{F7FF961E-CF96-44AC-93C2-93612F62D46D}" dt="2026-08-26T12:20:08.415" v="3934" actId="20577"/>
          <ac:spMkLst>
            <pc:docMk/>
            <pc:sldMk cId="385222567" sldId="649"/>
            <ac:spMk id="2" creationId="{E9DBE7D6-758F-0BE8-8B74-CF7536706453}"/>
          </ac:spMkLst>
        </pc:spChg>
        <pc:spChg chg="mod">
          <ac:chgData name="Berg, Dirk van den" userId="035ecb32-01d9-4b47-a105-eacf059a4647" providerId="ADAL" clId="{F7FF961E-CF96-44AC-93C2-93612F62D46D}" dt="2026-08-26T12:20:12.712" v="3956" actId="20577"/>
          <ac:spMkLst>
            <pc:docMk/>
            <pc:sldMk cId="385222567" sldId="649"/>
            <ac:spMk id="3" creationId="{04400E70-7A88-92CE-A096-23E00F975F0A}"/>
          </ac:spMkLst>
        </pc:spChg>
      </pc:sldChg>
      <pc:sldChg chg="addSp new mod modNotesTx">
        <pc:chgData name="Berg, Dirk van den" userId="035ecb32-01d9-4b47-a105-eacf059a4647" providerId="ADAL" clId="{F7FF961E-CF96-44AC-93C2-93612F62D46D}" dt="2026-08-26T13:54:43.464" v="5003" actId="20577"/>
        <pc:sldMkLst>
          <pc:docMk/>
          <pc:sldMk cId="1273600437" sldId="650"/>
        </pc:sldMkLst>
        <pc:picChg chg="add">
          <ac:chgData name="Berg, Dirk van den" userId="035ecb32-01d9-4b47-a105-eacf059a4647" providerId="ADAL" clId="{F7FF961E-CF96-44AC-93C2-93612F62D46D}" dt="2026-08-26T13:02:36.481" v="4617" actId="22"/>
          <ac:picMkLst>
            <pc:docMk/>
            <pc:sldMk cId="1273600437" sldId="650"/>
            <ac:picMk id="5" creationId="{648D8055-6AD0-A9FA-82E3-B2E2625731D1}"/>
          </ac:picMkLst>
        </pc:picChg>
      </pc:sldChg>
      <pc:sldChg chg="modSp new mod">
        <pc:chgData name="Berg, Dirk van den" userId="035ecb32-01d9-4b47-a105-eacf059a4647" providerId="ADAL" clId="{F7FF961E-CF96-44AC-93C2-93612F62D46D}" dt="2026-08-26T12:54:49.438" v="4508" actId="20577"/>
        <pc:sldMkLst>
          <pc:docMk/>
          <pc:sldMk cId="2054492270" sldId="651"/>
        </pc:sldMkLst>
        <pc:spChg chg="mod">
          <ac:chgData name="Berg, Dirk van den" userId="035ecb32-01d9-4b47-a105-eacf059a4647" providerId="ADAL" clId="{F7FF961E-CF96-44AC-93C2-93612F62D46D}" dt="2026-08-26T12:52:42.782" v="4183"/>
          <ac:spMkLst>
            <pc:docMk/>
            <pc:sldMk cId="2054492270" sldId="651"/>
            <ac:spMk id="2" creationId="{D280790B-0365-042A-3BEC-AC6F8AB6D61F}"/>
          </ac:spMkLst>
        </pc:spChg>
        <pc:spChg chg="mod">
          <ac:chgData name="Berg, Dirk van den" userId="035ecb32-01d9-4b47-a105-eacf059a4647" providerId="ADAL" clId="{F7FF961E-CF96-44AC-93C2-93612F62D46D}" dt="2026-08-26T12:54:49.438" v="4508" actId="20577"/>
          <ac:spMkLst>
            <pc:docMk/>
            <pc:sldMk cId="2054492270" sldId="651"/>
            <ac:spMk id="3" creationId="{6E560A19-90FE-5207-2D0E-DE0ACCD354E0}"/>
          </ac:spMkLst>
        </pc:spChg>
      </pc:sldChg>
      <pc:sldChg chg="addSp delSp modSp new mod">
        <pc:chgData name="Berg, Dirk van den" userId="035ecb32-01d9-4b47-a105-eacf059a4647" providerId="ADAL" clId="{F7FF961E-CF96-44AC-93C2-93612F62D46D}" dt="2026-08-26T13:16:40.229" v="4778" actId="22"/>
        <pc:sldMkLst>
          <pc:docMk/>
          <pc:sldMk cId="4169304877" sldId="652"/>
        </pc:sldMkLst>
        <pc:spChg chg="mod">
          <ac:chgData name="Berg, Dirk van den" userId="035ecb32-01d9-4b47-a105-eacf059a4647" providerId="ADAL" clId="{F7FF961E-CF96-44AC-93C2-93612F62D46D}" dt="2026-08-26T13:06:02.051" v="4625" actId="20577"/>
          <ac:spMkLst>
            <pc:docMk/>
            <pc:sldMk cId="4169304877" sldId="652"/>
            <ac:spMk id="2" creationId="{9D328C42-D549-9B1C-4C0C-3BABFF539C23}"/>
          </ac:spMkLst>
        </pc:spChg>
        <pc:spChg chg="mod">
          <ac:chgData name="Berg, Dirk van den" userId="035ecb32-01d9-4b47-a105-eacf059a4647" providerId="ADAL" clId="{F7FF961E-CF96-44AC-93C2-93612F62D46D}" dt="2026-08-26T13:06:42.364" v="4776" actId="20577"/>
          <ac:spMkLst>
            <pc:docMk/>
            <pc:sldMk cId="4169304877" sldId="652"/>
            <ac:spMk id="3" creationId="{6091D91C-04E2-6CAD-7652-D618676D3057}"/>
          </ac:spMkLst>
        </pc:spChg>
        <pc:picChg chg="add del">
          <ac:chgData name="Berg, Dirk van den" userId="035ecb32-01d9-4b47-a105-eacf059a4647" providerId="ADAL" clId="{F7FF961E-CF96-44AC-93C2-93612F62D46D}" dt="2026-08-26T13:16:40.229" v="4778" actId="22"/>
          <ac:picMkLst>
            <pc:docMk/>
            <pc:sldMk cId="4169304877" sldId="652"/>
            <ac:picMk id="5" creationId="{97BFD6C7-6146-3F5D-40C7-99A9FD1B521B}"/>
          </ac:picMkLst>
        </pc:picChg>
      </pc:sldChg>
      <pc:sldChg chg="addSp modSp new mod">
        <pc:chgData name="Berg, Dirk van den" userId="035ecb32-01d9-4b47-a105-eacf059a4647" providerId="ADAL" clId="{F7FF961E-CF96-44AC-93C2-93612F62D46D}" dt="2026-08-26T13:16:51.561" v="4783" actId="14100"/>
        <pc:sldMkLst>
          <pc:docMk/>
          <pc:sldMk cId="2666102808" sldId="653"/>
        </pc:sldMkLst>
        <pc:picChg chg="add mod">
          <ac:chgData name="Berg, Dirk van den" userId="035ecb32-01d9-4b47-a105-eacf059a4647" providerId="ADAL" clId="{F7FF961E-CF96-44AC-93C2-93612F62D46D}" dt="2026-08-26T13:16:51.561" v="4783" actId="14100"/>
          <ac:picMkLst>
            <pc:docMk/>
            <pc:sldMk cId="2666102808" sldId="653"/>
            <ac:picMk id="5" creationId="{B5D36062-F797-466F-AA81-27736C83CFCF}"/>
          </ac:picMkLst>
        </pc:picChg>
      </pc:sldChg>
      <pc:sldChg chg="addSp modSp new mod ord">
        <pc:chgData name="Berg, Dirk van den" userId="035ecb32-01d9-4b47-a105-eacf059a4647" providerId="ADAL" clId="{F7FF961E-CF96-44AC-93C2-93612F62D46D}" dt="2026-08-26T13:43:05.428" v="4988"/>
        <pc:sldMkLst>
          <pc:docMk/>
          <pc:sldMk cId="849155423" sldId="654"/>
        </pc:sldMkLst>
        <pc:picChg chg="add mod">
          <ac:chgData name="Berg, Dirk van den" userId="035ecb32-01d9-4b47-a105-eacf059a4647" providerId="ADAL" clId="{F7FF961E-CF96-44AC-93C2-93612F62D46D}" dt="2026-08-26T13:42:54.998" v="4986" actId="14100"/>
          <ac:picMkLst>
            <pc:docMk/>
            <pc:sldMk cId="849155423" sldId="654"/>
            <ac:picMk id="5" creationId="{B850D763-4FD3-2E0C-7A48-7176452920F0}"/>
          </ac:picMkLst>
        </pc:picChg>
      </pc:sldChg>
      <pc:sldChg chg="new">
        <pc:chgData name="Berg, Dirk van den" userId="035ecb32-01d9-4b47-a105-eacf059a4647" providerId="ADAL" clId="{F7FF961E-CF96-44AC-93C2-93612F62D46D}" dt="2026-08-26T13:16:45.712" v="4781" actId="680"/>
        <pc:sldMkLst>
          <pc:docMk/>
          <pc:sldMk cId="4239892581" sldId="655"/>
        </pc:sldMkLst>
      </pc:sldChg>
      <pc:sldChg chg="addSp modSp new mod">
        <pc:chgData name="Berg, Dirk van den" userId="035ecb32-01d9-4b47-a105-eacf059a4647" providerId="ADAL" clId="{F7FF961E-CF96-44AC-93C2-93612F62D46D}" dt="2026-08-26T13:32:48.690" v="4943" actId="14100"/>
        <pc:sldMkLst>
          <pc:docMk/>
          <pc:sldMk cId="231497265" sldId="656"/>
        </pc:sldMkLst>
        <pc:picChg chg="add mod">
          <ac:chgData name="Berg, Dirk van den" userId="035ecb32-01d9-4b47-a105-eacf059a4647" providerId="ADAL" clId="{F7FF961E-CF96-44AC-93C2-93612F62D46D}" dt="2026-08-26T13:32:48.690" v="4943" actId="14100"/>
          <ac:picMkLst>
            <pc:docMk/>
            <pc:sldMk cId="231497265" sldId="656"/>
            <ac:picMk id="5" creationId="{9FC8CF5F-17B5-A9CB-110A-1F60961C0BA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81039-772D-4DA0-9F51-E748ACE58A9D}" type="datetimeFigureOut">
              <a:rPr lang="en-NL" smtClean="0"/>
              <a:t>25/08/2026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E55C74-6043-42BA-AD50-52AE106FD173}" type="slidenum">
              <a:rPr lang="en-NL" smtClean="0"/>
              <a:t>‹#›</a:t>
            </a:fld>
            <a:endParaRPr lang="en-NL"/>
          </a:p>
        </p:txBody>
      </p:sp>
    </p:spTree>
    <p:extLst>
      <p:ext uri="{BB962C8B-B14F-4D97-AF65-F5344CB8AC3E}">
        <p14:creationId xmlns:p14="http://schemas.microsoft.com/office/powerpoint/2010/main" val="3243695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42798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4038624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4</a:t>
            </a:fld>
            <a:endParaRPr lang="en-NL"/>
          </a:p>
        </p:txBody>
      </p:sp>
    </p:spTree>
    <p:extLst>
      <p:ext uri="{BB962C8B-B14F-4D97-AF65-F5344CB8AC3E}">
        <p14:creationId xmlns:p14="http://schemas.microsoft.com/office/powerpoint/2010/main" val="394155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the discrete controller $\</a:t>
            </a:r>
            <a:r>
              <a:rPr lang="en-US" dirty="0" err="1"/>
              <a:t>Cfb</a:t>
            </a:r>
            <a:r>
              <a:rPr lang="en-US" dirty="0"/>
              <a:t>(z)$ written as a recursion instead of a transfer function.$$x_{c,k+1} = </a:t>
            </a:r>
            <a:r>
              <a:rPr lang="en-US" dirty="0" err="1"/>
              <a:t>A_c</a:t>
            </a:r>
            <a:r>
              <a:rPr lang="en-US" dirty="0"/>
              <a:t> x_{</a:t>
            </a:r>
            <a:r>
              <a:rPr lang="en-US" dirty="0" err="1"/>
              <a:t>c,k</a:t>
            </a:r>
            <a:r>
              <a:rPr lang="en-US" dirty="0"/>
              <a:t>} + </a:t>
            </a:r>
            <a:r>
              <a:rPr lang="en-US" dirty="0" err="1"/>
              <a:t>B_c</a:t>
            </a:r>
            <a:r>
              <a:rPr lang="en-US" dirty="0"/>
              <a:t> e_{</a:t>
            </a:r>
            <a:r>
              <a:rPr lang="en-US" dirty="0" err="1"/>
              <a:t>c,k</a:t>
            </a:r>
            <a:r>
              <a:rPr lang="en-US" dirty="0"/>
              <a:t>}, \</a:t>
            </a:r>
            <a:r>
              <a:rPr lang="en-US" dirty="0" err="1"/>
              <a:t>qquad</a:t>
            </a:r>
            <a:r>
              <a:rPr lang="en-US" dirty="0"/>
              <a:t> \</a:t>
            </a:r>
            <a:r>
              <a:rPr lang="en-US" dirty="0" err="1"/>
              <a:t>ufb</a:t>
            </a:r>
            <a:r>
              <a:rPr lang="en-US" dirty="0"/>
              <a:t>{}{,k} = </a:t>
            </a:r>
            <a:r>
              <a:rPr lang="en-US" dirty="0" err="1"/>
              <a:t>C_c</a:t>
            </a:r>
            <a:r>
              <a:rPr lang="en-US" dirty="0"/>
              <a:t> x{</a:t>
            </a:r>
            <a:r>
              <a:rPr lang="en-US" dirty="0" err="1"/>
              <a:t>c,k</a:t>
            </a:r>
            <a:r>
              <a:rPr lang="en-US" dirty="0"/>
              <a:t>} + </a:t>
            </a:r>
            <a:r>
              <a:rPr lang="en-US" dirty="0" err="1"/>
              <a:t>D_c</a:t>
            </a:r>
            <a:r>
              <a:rPr lang="en-US" dirty="0"/>
              <a:t> e_{</a:t>
            </a:r>
            <a:r>
              <a:rPr lang="en-US" dirty="0" err="1"/>
              <a:t>c,k</a:t>
            </a:r>
            <a:r>
              <a:rPr lang="en-US" dirty="0"/>
              <a:t>}$$</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5</a:t>
            </a:fld>
            <a:endParaRPr lang="en-NL"/>
          </a:p>
        </p:txBody>
      </p:sp>
    </p:spTree>
    <p:extLst>
      <p:ext uri="{BB962C8B-B14F-4D97-AF65-F5344CB8AC3E}">
        <p14:creationId xmlns:p14="http://schemas.microsoft.com/office/powerpoint/2010/main" val="331366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signal, three uses:</a:t>
            </a:r>
          </a:p>
          <a:p>
            <a:r>
              <a:rPr lang="en-US" dirty="0"/>
              <a:t>e[k] = </a:t>
            </a:r>
            <a:r>
              <a:rPr lang="en-US" dirty="0" err="1"/>
              <a:t>y_data</a:t>
            </a:r>
            <a:r>
              <a:rPr lang="en-US" dirty="0"/>
              <a:t>[k] − </a:t>
            </a:r>
            <a:r>
              <a:rPr lang="en-US" dirty="0" err="1"/>
              <a:t>y_model</a:t>
            </a:r>
            <a:r>
              <a:rPr lang="en-US" dirty="0"/>
              <a:t>[k] </a:t>
            </a:r>
          </a:p>
          <a:p>
            <a:r>
              <a:rPr lang="en-US" dirty="0"/>
              <a:t>   │</a:t>
            </a:r>
          </a:p>
          <a:p>
            <a:r>
              <a:rPr lang="en-US" dirty="0"/>
              <a:t>   ├─ fed to </a:t>
            </a:r>
            <a:r>
              <a:rPr lang="en-US" dirty="0" err="1"/>
              <a:t>Cfb</a:t>
            </a:r>
            <a:r>
              <a:rPr lang="en-US" dirty="0"/>
              <a:t> inside the rollout  →  correction  </a:t>
            </a:r>
            <a:r>
              <a:rPr lang="en-US" dirty="0" err="1"/>
              <a:t>Cfb</a:t>
            </a:r>
            <a:r>
              <a:rPr lang="en-US" dirty="0"/>
              <a:t>(e)  added to the plant input</a:t>
            </a:r>
          </a:p>
          <a:p>
            <a:r>
              <a:rPr lang="en-US" dirty="0"/>
              <a:t>   ├─ squared and averaged over the window   →  training loss (MSE, </a:t>
            </a:r>
            <a:r>
              <a:rPr lang="en-US" dirty="0" err="1"/>
              <a:t>normalised</a:t>
            </a:r>
            <a:r>
              <a:rPr lang="en-US" dirty="0"/>
              <a:t>)</a:t>
            </a:r>
          </a:p>
          <a:p>
            <a:r>
              <a:rPr lang="en-US" dirty="0"/>
              <a:t>   └─ squared and averaged over a whole record, in </a:t>
            </a:r>
            <a:r>
              <a:rPr lang="en-US" dirty="0" err="1"/>
              <a:t>metres</a:t>
            </a:r>
            <a:r>
              <a:rPr lang="en-US" dirty="0"/>
              <a:t>  →  validation score (RMS)</a:t>
            </a:r>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7</a:t>
            </a:fld>
            <a:endParaRPr lang="en-NL"/>
          </a:p>
        </p:txBody>
      </p:sp>
    </p:spTree>
    <p:extLst>
      <p:ext uri="{BB962C8B-B14F-4D97-AF65-F5344CB8AC3E}">
        <p14:creationId xmlns:p14="http://schemas.microsoft.com/office/powerpoint/2010/main" val="2831235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13</a:t>
            </a:fld>
            <a:endParaRPr lang="en-NL"/>
          </a:p>
        </p:txBody>
      </p:sp>
    </p:spTree>
    <p:extLst>
      <p:ext uri="{BB962C8B-B14F-4D97-AF65-F5344CB8AC3E}">
        <p14:creationId xmlns:p14="http://schemas.microsoft.com/office/powerpoint/2010/main" val="3177128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5E07-64AB-0C0F-83B6-AFD32A779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8944A-2DF2-105D-13C3-351629CA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1E5D1-BAA4-876E-7B96-3316A1C11DD3}"/>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61430DE-55AB-7975-143B-69594ADD5768}"/>
              </a:ext>
            </a:extLst>
          </p:cNvPr>
          <p:cNvSpPr>
            <a:spLocks noGrp="1"/>
          </p:cNvSpPr>
          <p:nvPr>
            <p:ph type="sldNum" sz="quarter" idx="5"/>
          </p:nvPr>
        </p:nvSpPr>
        <p:spPr/>
        <p:txBody>
          <a:bodyPr/>
          <a:lstStyle/>
          <a:p>
            <a:fld id="{E3E55C74-6043-42BA-AD50-52AE106FD173}" type="slidenum">
              <a:rPr lang="en-NL" smtClean="0"/>
              <a:t>14</a:t>
            </a:fld>
            <a:endParaRPr lang="en-NL"/>
          </a:p>
        </p:txBody>
      </p:sp>
    </p:spTree>
    <p:extLst>
      <p:ext uri="{BB962C8B-B14F-4D97-AF65-F5344CB8AC3E}">
        <p14:creationId xmlns:p14="http://schemas.microsoft.com/office/powerpoint/2010/main" val="3600697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Shared-denominator multivariable ARX model from \(u(k)\) to \(r(k)\).</a:t>
            </a:r>
          </a:p>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21</a:t>
            </a:fld>
            <a:endParaRPr lang="en-NL"/>
          </a:p>
        </p:txBody>
      </p:sp>
    </p:spTree>
    <p:extLst>
      <p:ext uri="{BB962C8B-B14F-4D97-AF65-F5344CB8AC3E}">
        <p14:creationId xmlns:p14="http://schemas.microsoft.com/office/powerpoint/2010/main" val="1489812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Shared-denominator multivariable ARX model from \(u(k)\) to \(r(k)\).</a:t>
            </a:r>
          </a:p>
        </p:txBody>
      </p:sp>
      <p:sp>
        <p:nvSpPr>
          <p:cNvPr id="4" name="Slide Number Placeholder 3"/>
          <p:cNvSpPr>
            <a:spLocks noGrp="1"/>
          </p:cNvSpPr>
          <p:nvPr>
            <p:ph type="sldNum" sz="quarter" idx="5"/>
          </p:nvPr>
        </p:nvSpPr>
        <p:spPr/>
        <p:txBody>
          <a:bodyPr/>
          <a:lstStyle/>
          <a:p>
            <a:fld id="{E3E55C74-6043-42BA-AD50-52AE106FD173}" type="slidenum">
              <a:rPr lang="en-NL" smtClean="0"/>
              <a:t>22</a:t>
            </a:fld>
            <a:endParaRPr lang="en-NL"/>
          </a:p>
        </p:txBody>
      </p:sp>
    </p:spTree>
    <p:extLst>
      <p:ext uri="{BB962C8B-B14F-4D97-AF65-F5344CB8AC3E}">
        <p14:creationId xmlns:p14="http://schemas.microsoft.com/office/powerpoint/2010/main" val="4113943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a:t>
            </a:r>
            <a:r>
              <a:rPr lang="en-US" dirty="0" err="1"/>
              <a:t>draw_input_map</a:t>
            </a:r>
            <a:r>
              <a:rPr lang="en-US" dirty="0"/>
              <a:t>, line 349): entries drawn </a:t>
            </a:r>
            <a:r>
              <a:rPr lang="en-US" dirty="0" err="1"/>
              <a:t>i.i.d.</a:t>
            </a:r>
            <a:r>
              <a:rPr lang="en-US" dirty="0"/>
              <a:t> U(-1, 1) from a dedicated </a:t>
            </a:r>
            <a:r>
              <a:rPr lang="en-US" dirty="0" err="1"/>
              <a:t>torch.Generator</a:t>
            </a:r>
            <a:r>
              <a:rPr lang="en-US" dirty="0"/>
              <a:t> seed (so the draw is reproducible and does not disturb the global RNG stream / batch order). The </a:t>
            </a:r>
            <a:r>
              <a:rPr lang="en-US" dirty="0" err="1"/>
              <a:t>x_a</a:t>
            </a:r>
            <a:r>
              <a:rPr lang="en-US" dirty="0"/>
              <a:t> columns are then hard-zeroed as a structural invariant, so </a:t>
            </a:r>
            <a:r>
              <a:rPr lang="en-US" dirty="0" err="1"/>
              <a:t>A_aa</a:t>
            </a:r>
            <a:r>
              <a:rPr lang="en-US" dirty="0"/>
              <a:t> stays the only explicit linear recurrence.</a:t>
            </a:r>
          </a:p>
          <a:p>
            <a:endParaRPr lang="en-US" dirty="0"/>
          </a:p>
          <a:p>
            <a:endParaRPr lang="en-US" dirty="0"/>
          </a:p>
          <a:p>
            <a:r>
              <a:rPr lang="en-US" dirty="0"/>
              <a:t>$</a:t>
            </a:r>
            <a:r>
              <a:rPr lang="en-US" dirty="0" err="1"/>
              <a:t>B_z</a:t>
            </a:r>
            <a:r>
              <a:rPr lang="en-US" dirty="0"/>
              <a:t>$ is an $</a:t>
            </a:r>
            <a:r>
              <a:rPr lang="en-US" dirty="0" err="1"/>
              <a:t>n_a</a:t>
            </a:r>
            <a:r>
              <a:rPr lang="en-US" dirty="0"/>
              <a:t> \times </a:t>
            </a:r>
            <a:r>
              <a:rPr lang="en-US" dirty="0" err="1"/>
              <a:t>n_z</a:t>
            </a:r>
            <a:r>
              <a:rPr lang="en-US" dirty="0"/>
              <a:t>$ matrix that maps $</a:t>
            </a:r>
            <a:r>
              <a:rPr lang="en-US" dirty="0" err="1"/>
              <a:t>z_k</a:t>
            </a:r>
            <a:r>
              <a:rPr lang="en-US" dirty="0"/>
              <a:t> = [x_{</a:t>
            </a:r>
            <a:r>
              <a:rPr lang="en-US" dirty="0" err="1"/>
              <a:t>b,k</a:t>
            </a:r>
            <a:r>
              <a:rPr lang="en-US" dirty="0"/>
              <a:t>};,x_{</a:t>
            </a:r>
            <a:r>
              <a:rPr lang="en-US" dirty="0" err="1"/>
              <a:t>a,k</a:t>
            </a:r>
            <a:r>
              <a:rPr lang="en-US" dirty="0"/>
              <a:t>};,</a:t>
            </a:r>
            <a:r>
              <a:rPr lang="en-US" dirty="0" err="1"/>
              <a:t>u_k</a:t>
            </a:r>
            <a:r>
              <a:rPr lang="en-US" dirty="0"/>
              <a:t>]$ into one scalar drive per augmented state, $</a:t>
            </a:r>
            <a:r>
              <a:rPr lang="en-US" dirty="0" err="1"/>
              <a:t>d_k</a:t>
            </a:r>
            <a:r>
              <a:rPr lang="en-US" dirty="0"/>
              <a:t> = </a:t>
            </a:r>
            <a:r>
              <a:rPr lang="en-US" dirty="0" err="1"/>
              <a:t>B_z</a:t>
            </a:r>
            <a:r>
              <a:rPr lang="en-US" dirty="0"/>
              <a:t> </a:t>
            </a:r>
            <a:r>
              <a:rPr lang="en-US" dirty="0" err="1"/>
              <a:t>z_k</a:t>
            </a:r>
            <a:r>
              <a:rPr lang="en-US" dirty="0"/>
              <a:t>$, with the $</a:t>
            </a:r>
            <a:r>
              <a:rPr lang="en-US" dirty="0" err="1"/>
              <a:t>x_a</a:t>
            </a:r>
            <a:r>
              <a:rPr lang="en-US" dirty="0"/>
              <a:t>$ columns held at zero so it only mixes physical states and input. That drive enters the update $x_{a,k+1} = A_{aa}x_{</a:t>
            </a:r>
            <a:r>
              <a:rPr lang="en-US" dirty="0" err="1"/>
              <a:t>a,k</a:t>
            </a:r>
            <a:r>
              <a:rPr lang="en-US" dirty="0"/>
              <a:t>} + </a:t>
            </a:r>
            <a:r>
              <a:rPr lang="en-US" dirty="0" err="1"/>
              <a:t>d_k</a:t>
            </a:r>
            <a:r>
              <a:rPr lang="en-US" dirty="0"/>
              <a:t> + g_{\</a:t>
            </a:r>
            <a:r>
              <a:rPr lang="en-US" dirty="0" err="1"/>
              <a:t>mathrm</a:t>
            </a:r>
            <a:r>
              <a:rPr lang="en-US" dirty="0"/>
              <a:t>{</a:t>
            </a:r>
            <a:r>
              <a:rPr lang="en-US" dirty="0" err="1"/>
              <a:t>aug</a:t>
            </a:r>
            <a:r>
              <a:rPr lang="en-US" dirty="0"/>
              <a:t>}}(</a:t>
            </a:r>
            <a:r>
              <a:rPr lang="en-US" dirty="0" err="1"/>
              <a:t>z_k</a:t>
            </a:r>
            <a:r>
              <a:rPr lang="en-US" dirty="0"/>
              <a:t>)$, so $</a:t>
            </a:r>
            <a:r>
              <a:rPr lang="en-US" dirty="0" err="1"/>
              <a:t>B_z</a:t>
            </a:r>
            <a:r>
              <a:rPr lang="en-US"/>
              <a:t>$ sets which combination of measured signals excites each oscillator and $A_{aa}$ sets the frequency and damping with which that excitation is retained.</a:t>
            </a:r>
            <a:endParaRPr lang="en-US" dirty="0"/>
          </a:p>
          <a:p>
            <a:endParaRPr lang="en-US" dirty="0"/>
          </a:p>
          <a:p>
            <a:endParaRPr lang="en-US" dirty="0"/>
          </a:p>
          <a:p>
            <a:r>
              <a:rPr lang="en-US" dirty="0"/>
              <a:t>$</a:t>
            </a:r>
            <a:r>
              <a:rPr lang="en-US" dirty="0" err="1"/>
              <a:t>B_z</a:t>
            </a:r>
            <a:r>
              <a:rPr lang="en-US" dirty="0"/>
              <a:t>$ is a mixing matrix: each of its rows takes a weighted combination of the physical states and the input, producing one drive signal per augmented state. At every sample that drive strikes the oscillators defined by $A_{aa}$, so $</a:t>
            </a:r>
            <a:r>
              <a:rPr lang="en-US" dirty="0" err="1"/>
              <a:t>B_z</a:t>
            </a:r>
            <a:r>
              <a:rPr lang="en-US" dirty="0"/>
              <a:t>$ decides what the augmented states listen to while $A_{aa}$ decides what they remember.</a:t>
            </a:r>
          </a:p>
          <a:p>
            <a:endParaRPr lang="en-US" dirty="0"/>
          </a:p>
          <a:p>
            <a:r>
              <a:rPr lang="en-US" dirty="0"/>
              <a:t>You have a vector $</a:t>
            </a:r>
            <a:r>
              <a:rPr lang="en-US" dirty="0" err="1"/>
              <a:t>z_k</a:t>
            </a:r>
            <a:r>
              <a:rPr lang="en-US" dirty="0"/>
              <a:t>$ that stacks everything the block can see at time $k$: the physical baseline states, the current augmented states, and the input.</a:t>
            </a:r>
          </a:p>
          <a:p>
            <a:endParaRPr lang="en-US" dirty="0"/>
          </a:p>
          <a:p>
            <a:endParaRPr lang="en-US" dirty="0"/>
          </a:p>
          <a:p>
            <a:r>
              <a:rPr lang="en-US" dirty="0"/>
              <a:t>That single scalar is what gets pushed into state 3 at that time step. $</a:t>
            </a:r>
            <a:r>
              <a:rPr lang="en-US" dirty="0" err="1"/>
              <a:t>B_z</a:t>
            </a:r>
            <a:r>
              <a:rPr lang="en-US" dirty="0"/>
              <a:t>$ answers one question, and only one: which weighted combination of the physical states and input does each augmented state listen to?</a:t>
            </a:r>
          </a:p>
          <a:p>
            <a:endParaRPr lang="en-US" dirty="0"/>
          </a:p>
          <a:p>
            <a:endParaRPr lang="en-US" dirty="0"/>
          </a:p>
          <a:p>
            <a:r>
              <a:rPr lang="en-US" dirty="0"/>
              <a:t>The one-line version: $A_{aa}$ decides what the extra states remember; $</a:t>
            </a:r>
            <a:r>
              <a:rPr lang="en-US" dirty="0" err="1"/>
              <a:t>B_z</a:t>
            </a:r>
            <a:r>
              <a:rPr lang="en-US" dirty="0"/>
              <a:t>$ decides what they are listening to; the ANN decides what to do with the result. Only the first is identified from data. The second is a generic random guess that training refines.</a:t>
            </a:r>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23</a:t>
            </a:fld>
            <a:endParaRPr lang="en-NL"/>
          </a:p>
        </p:txBody>
      </p:sp>
    </p:spTree>
    <p:extLst>
      <p:ext uri="{BB962C8B-B14F-4D97-AF65-F5344CB8AC3E}">
        <p14:creationId xmlns:p14="http://schemas.microsoft.com/office/powerpoint/2010/main" val="2578126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3461-5911-320C-47E6-0C94E95EF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4617-1A3F-3DAE-FA53-D73355BAD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4D2E3-351E-8174-2CE3-21479FFF8CE3}"/>
              </a:ext>
            </a:extLst>
          </p:cNvPr>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a:extLst>
              <a:ext uri="{FF2B5EF4-FFF2-40B4-BE49-F238E27FC236}">
                <a16:creationId xmlns:a16="http://schemas.microsoft.com/office/drawing/2014/main" id="{35125B0E-C58E-2899-0745-E3547F9556F4}"/>
              </a:ext>
            </a:extLst>
          </p:cNvPr>
          <p:cNvSpPr>
            <a:spLocks noGrp="1"/>
          </p:cNvSpPr>
          <p:nvPr>
            <p:ph type="sldNum" sz="quarter" idx="5"/>
          </p:nvPr>
        </p:nvSpPr>
        <p:spPr/>
        <p:txBody>
          <a:bodyPr/>
          <a:lstStyle/>
          <a:p>
            <a:fld id="{CAC5582B-9ED5-4B7F-BF1D-5EAA82C0EBB2}" type="slidenum">
              <a:rPr lang="en-NL" smtClean="0"/>
              <a:t>24</a:t>
            </a:fld>
            <a:endParaRPr lang="en-NL"/>
          </a:p>
        </p:txBody>
      </p:sp>
    </p:spTree>
    <p:extLst>
      <p:ext uri="{BB962C8B-B14F-4D97-AF65-F5344CB8AC3E}">
        <p14:creationId xmlns:p14="http://schemas.microsoft.com/office/powerpoint/2010/main" val="2606953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25</a:t>
            </a:fld>
            <a:endParaRPr lang="en-NL"/>
          </a:p>
        </p:txBody>
      </p:sp>
    </p:spTree>
    <p:extLst>
      <p:ext uri="{BB962C8B-B14F-4D97-AF65-F5344CB8AC3E}">
        <p14:creationId xmlns:p14="http://schemas.microsoft.com/office/powerpoint/2010/main" val="598152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Shared-denominator multivariable ARX model from \(u(k)\) to \(r(k)\).</a:t>
            </a:r>
          </a:p>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29</a:t>
            </a:fld>
            <a:endParaRPr lang="en-NL"/>
          </a:p>
        </p:txBody>
      </p:sp>
    </p:spTree>
    <p:extLst>
      <p:ext uri="{BB962C8B-B14F-4D97-AF65-F5344CB8AC3E}">
        <p14:creationId xmlns:p14="http://schemas.microsoft.com/office/powerpoint/2010/main" val="4038273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36</a:t>
            </a:fld>
            <a:endParaRPr lang="en-NL"/>
          </a:p>
        </p:txBody>
      </p:sp>
    </p:spTree>
    <p:extLst>
      <p:ext uri="{BB962C8B-B14F-4D97-AF65-F5344CB8AC3E}">
        <p14:creationId xmlns:p14="http://schemas.microsoft.com/office/powerpoint/2010/main" val="366969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9F84-F730-8CD0-BB6C-5390D55DE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3829A2F6-D075-658F-C646-30B5CD5926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C8B1B00D-3F15-9478-F102-ED3DC16F7E8F}"/>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C091F710-2319-89E5-776A-1FA8BC856AD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80ADB70-03B1-A153-F3C8-8A3E515D6C48}"/>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787298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B7EA8-2A9D-309B-6317-D0927DBE9B6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31AC88F3-6BD8-7514-612E-BFEB81D0E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244326F-F058-DF0E-20E7-39BD57285A42}"/>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8CE1A2B0-65B8-161A-6E4F-78CB879DB1B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62B9B4E-23F3-3671-41DF-374896D4887B}"/>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60773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3C376-C7D8-E744-007D-E6B6B519D9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C765716-0BDF-8D8A-AE11-FBB832A0E3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F8DB65-5569-1C8E-BBAA-D7668A3E6A8E}"/>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D79E574A-A03B-9C23-1436-5D6CAAE8591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9820163-F3A1-30AD-78AF-111D5F10D203}"/>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4097821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CF80-C39B-7E39-E119-2A2D972B6B46}"/>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7A1C0EEE-4341-9954-52D6-E005E33997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0564A400-5718-CA24-D2E7-F7434D5DEC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3402849-5D7C-E85E-F546-30E42835D8DE}"/>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6" name="Footer Placeholder 5">
            <a:extLst>
              <a:ext uri="{FF2B5EF4-FFF2-40B4-BE49-F238E27FC236}">
                <a16:creationId xmlns:a16="http://schemas.microsoft.com/office/drawing/2014/main" id="{B4B364B3-1A4F-5BC6-7F54-A1A324031980}"/>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331D7AD-E8B7-3E98-A811-7D52B0AE4A2E}"/>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2591144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466EF-D9A4-93DC-D1F1-96DB0EA65B5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BF18A70-04A7-78D5-1E7C-0B5150CEEA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10F44C-D974-0849-6D35-6C3D7C06F0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3BE962C-68CB-E683-F81C-3D7647D1DA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6234EE-BE9A-D64E-2287-1D21460240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63D638F7-80D2-8EFC-2C2F-FD75BBC3B4A5}"/>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8" name="Footer Placeholder 7">
            <a:extLst>
              <a:ext uri="{FF2B5EF4-FFF2-40B4-BE49-F238E27FC236}">
                <a16:creationId xmlns:a16="http://schemas.microsoft.com/office/drawing/2014/main" id="{F4D6B84A-0FC2-6FC1-D9C9-A8FD9FA84E05}"/>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F61C644E-CFA9-BD48-6B0C-23F5D2EBC8DC}"/>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238733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77434-B363-82FB-469D-C94003204A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19AF6B35-75FE-FE04-8616-4E4A76D7A7EA}"/>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4" name="Footer Placeholder 3">
            <a:extLst>
              <a:ext uri="{FF2B5EF4-FFF2-40B4-BE49-F238E27FC236}">
                <a16:creationId xmlns:a16="http://schemas.microsoft.com/office/drawing/2014/main" id="{8367A480-E3E4-E8D2-B3BB-B6DED9F9BB7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1A04857D-0A4C-E189-CFB4-4BF5FFA127BE}"/>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137827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9C268-4C4C-A057-2ED6-65EEDE3482FB}"/>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3" name="Footer Placeholder 2">
            <a:extLst>
              <a:ext uri="{FF2B5EF4-FFF2-40B4-BE49-F238E27FC236}">
                <a16:creationId xmlns:a16="http://schemas.microsoft.com/office/drawing/2014/main" id="{CCC4DEF5-AC55-3019-5AE9-2D3581884D7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EFA403DA-456B-3D48-F0AC-410A2BCBBBB7}"/>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854684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BD4E0-2458-FB74-C2B7-0FD84A8B5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F45F1FAD-56E7-1B71-6940-515DBE6543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6827A49-9E06-23E1-69BC-C60AA83008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A1DAAC-275D-489A-26F8-5FAF242B5BD2}"/>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6" name="Footer Placeholder 5">
            <a:extLst>
              <a:ext uri="{FF2B5EF4-FFF2-40B4-BE49-F238E27FC236}">
                <a16:creationId xmlns:a16="http://schemas.microsoft.com/office/drawing/2014/main" id="{FDE0A465-FC96-80AB-C0FD-FA0B499D92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7E82D778-416F-E6D4-8265-87DF8B90D9D0}"/>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116130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817E-1B0B-EE87-F0D7-1279BA6F3B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568947DD-2228-C577-8285-8A315B9FE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3D874760-5907-46F9-107C-61636F765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3F463C-479F-AAB0-44F6-5A08C69BD5F5}"/>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6" name="Footer Placeholder 5">
            <a:extLst>
              <a:ext uri="{FF2B5EF4-FFF2-40B4-BE49-F238E27FC236}">
                <a16:creationId xmlns:a16="http://schemas.microsoft.com/office/drawing/2014/main" id="{3413CAF4-B228-AEA3-25E0-3A0691DB9C1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3E8497F-1230-F1A0-AB90-047B1D8CD435}"/>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1637620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2355-4CF0-AE23-87F1-ECDBFA47A8FA}"/>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4D285512-87C8-1AB3-8C7E-AB27E0850A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67D8EF1-AB8C-065E-22DE-22C7F0045AB7}"/>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039E9559-3FBD-FDAE-522C-C2ABDF3E993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95F8DEE-9F15-A160-6ED8-DAD4A1C4B4ED}"/>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2152392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6F6B7B-3E6D-10EC-0EA0-DD2DA3FA83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0262971-7499-541C-119B-484CB6AAEC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95E9A4D-F6CC-D4B0-A90B-72FC37B43DCE}"/>
              </a:ext>
            </a:extLst>
          </p:cNvPr>
          <p:cNvSpPr>
            <a:spLocks noGrp="1"/>
          </p:cNvSpPr>
          <p:nvPr>
            <p:ph type="dt" sz="half" idx="10"/>
          </p:nvPr>
        </p:nvSpPr>
        <p:spPr/>
        <p:txBody>
          <a:body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74B6DB22-582C-DDFE-4496-8649991325D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C919813-FE89-D92C-3052-642CA06F6B7E}"/>
              </a:ext>
            </a:extLst>
          </p:cNvPr>
          <p:cNvSpPr>
            <a:spLocks noGrp="1"/>
          </p:cNvSpPr>
          <p:nvPr>
            <p:ph type="sldNum" sz="quarter" idx="12"/>
          </p:nvPr>
        </p:nvSpPr>
        <p:spPr/>
        <p:txBody>
          <a:bodyPr/>
          <a:lstStyle/>
          <a:p>
            <a:fld id="{BB037616-87C4-4EA7-AAF7-1BF8678ADFAA}" type="slidenum">
              <a:rPr lang="en-NL" smtClean="0"/>
              <a:t>‹#›</a:t>
            </a:fld>
            <a:endParaRPr lang="en-NL"/>
          </a:p>
        </p:txBody>
      </p:sp>
    </p:spTree>
    <p:extLst>
      <p:ext uri="{BB962C8B-B14F-4D97-AF65-F5344CB8AC3E}">
        <p14:creationId xmlns:p14="http://schemas.microsoft.com/office/powerpoint/2010/main" val="2640154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1AD63C-C5D0-61F5-A2D1-8C58CA155D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A5D0A6E-FF09-BE4F-EEC4-410CDE908D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D7A75D78-B6BB-02D2-0D51-292C4C92FE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BC6DB0-1DCA-438E-BDC0-94BAB48123FC}" type="datetimeFigureOut">
              <a:rPr lang="en-NL" smtClean="0"/>
              <a:t>25/08/2026</a:t>
            </a:fld>
            <a:endParaRPr lang="en-NL"/>
          </a:p>
        </p:txBody>
      </p:sp>
      <p:sp>
        <p:nvSpPr>
          <p:cNvPr id="5" name="Footer Placeholder 4">
            <a:extLst>
              <a:ext uri="{FF2B5EF4-FFF2-40B4-BE49-F238E27FC236}">
                <a16:creationId xmlns:a16="http://schemas.microsoft.com/office/drawing/2014/main" id="{44BE6CE7-8EAA-D49C-54E2-7A3D22ABF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208EBB79-3C52-B6C1-0B68-67EE4BE8D8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037616-87C4-4EA7-AAF7-1BF8678ADFAA}" type="slidenum">
              <a:rPr lang="en-NL" smtClean="0"/>
              <a:t>‹#›</a:t>
            </a:fld>
            <a:endParaRPr lang="en-NL"/>
          </a:p>
        </p:txBody>
      </p:sp>
    </p:spTree>
    <p:extLst>
      <p:ext uri="{BB962C8B-B14F-4D97-AF65-F5344CB8AC3E}">
        <p14:creationId xmlns:p14="http://schemas.microsoft.com/office/powerpoint/2010/main" val="1697526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a:bodyPr>
          <a:lstStyle/>
          <a:p>
            <a:r>
              <a:rPr lang="en-US" dirty="0"/>
              <a:t>Current status of the project</a:t>
            </a:r>
          </a:p>
          <a:p>
            <a:pPr lvl="1"/>
            <a:r>
              <a:rPr lang="en-US" dirty="0"/>
              <a:t>Moved to closed-loop training</a:t>
            </a:r>
          </a:p>
          <a:p>
            <a:r>
              <a:rPr lang="en-US" dirty="0"/>
              <a:t>Asked for extension of 4 weeks</a:t>
            </a:r>
          </a:p>
          <a:p>
            <a:pPr lvl="1"/>
            <a:r>
              <a:rPr lang="en-US" dirty="0"/>
              <a:t>Got accepted yesterday new deadline 25 </a:t>
            </a:r>
            <a:r>
              <a:rPr lang="en-US" dirty="0" err="1"/>
              <a:t>oktober</a:t>
            </a:r>
            <a:endParaRPr lang="en-US" dirty="0"/>
          </a:p>
          <a:p>
            <a:r>
              <a:rPr lang="en-US" dirty="0"/>
              <a:t>Refresh system and augmentation implementation</a:t>
            </a:r>
          </a:p>
          <a:p>
            <a:r>
              <a:rPr lang="en-US" dirty="0"/>
              <a:t>Goal of this meeting:</a:t>
            </a:r>
          </a:p>
          <a:p>
            <a:pPr lvl="1"/>
            <a:r>
              <a:rPr lang="en-US" dirty="0"/>
              <a:t>Augmented states not learning</a:t>
            </a:r>
          </a:p>
          <a:p>
            <a:pPr lvl="2"/>
            <a:r>
              <a:rPr lang="en-US" dirty="0"/>
              <a:t>ANN correction to physical states works</a:t>
            </a:r>
          </a:p>
          <a:p>
            <a:r>
              <a:rPr lang="en-US" dirty="0"/>
              <a:t>Questions</a:t>
            </a:r>
          </a:p>
          <a:p>
            <a:pPr lvl="1"/>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295758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7092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2660318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60863D-0F23-C5D1-EDDB-712E775920B2}"/>
              </a:ext>
            </a:extLst>
          </p:cNvPr>
          <p:cNvPicPr>
            <a:picLocks noChangeAspect="1"/>
          </p:cNvPicPr>
          <p:nvPr/>
        </p:nvPicPr>
        <p:blipFill>
          <a:blip r:embed="rId3"/>
          <a:srcRect t="15326"/>
          <a:stretch>
            <a:fillRect/>
          </a:stretch>
        </p:blipFill>
        <p:spPr>
          <a:xfrm>
            <a:off x="223751" y="1075174"/>
            <a:ext cx="11744497" cy="5613692"/>
          </a:xfrm>
          <a:prstGeom prst="rect">
            <a:avLst/>
          </a:prstGeom>
        </p:spPr>
      </p:pic>
      <p:sp>
        <p:nvSpPr>
          <p:cNvPr id="2" name="Title 1">
            <a:extLst>
              <a:ext uri="{FF2B5EF4-FFF2-40B4-BE49-F238E27FC236}">
                <a16:creationId xmlns:a16="http://schemas.microsoft.com/office/drawing/2014/main" id="{65FCF10F-57F6-4F21-E3C2-2D9437A8208D}"/>
              </a:ext>
            </a:extLst>
          </p:cNvPr>
          <p:cNvSpPr>
            <a:spLocks noGrp="1"/>
          </p:cNvSpPr>
          <p:nvPr>
            <p:ph type="title"/>
          </p:nvPr>
        </p:nvSpPr>
        <p:spPr/>
        <p:txBody>
          <a:bodyPr/>
          <a:lstStyle/>
          <a:p>
            <a:r>
              <a:rPr lang="en-US" dirty="0"/>
              <a:t>Closing the loop in training</a:t>
            </a:r>
            <a:endParaRPr lang="en-NL" dirty="0"/>
          </a:p>
        </p:txBody>
      </p:sp>
    </p:spTree>
    <p:extLst>
      <p:ext uri="{BB962C8B-B14F-4D97-AF65-F5344CB8AC3E}">
        <p14:creationId xmlns:p14="http://schemas.microsoft.com/office/powerpoint/2010/main" val="1314288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ABF4-BCC1-4EF2-F3CC-323F976D82C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927CDA4-D413-3E9B-8B94-4FE9A629398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B704B1B-B5A7-8E22-3A4C-258EA4BBC10D}"/>
              </a:ext>
            </a:extLst>
          </p:cNvPr>
          <p:cNvPicPr>
            <a:picLocks noChangeAspect="1"/>
          </p:cNvPicPr>
          <p:nvPr/>
        </p:nvPicPr>
        <p:blipFill>
          <a:blip r:embed="rId2"/>
          <a:stretch>
            <a:fillRect/>
          </a:stretch>
        </p:blipFill>
        <p:spPr>
          <a:xfrm>
            <a:off x="0" y="-1"/>
            <a:ext cx="12192000" cy="6861299"/>
          </a:xfrm>
          <a:prstGeom prst="rect">
            <a:avLst/>
          </a:prstGeom>
        </p:spPr>
      </p:pic>
    </p:spTree>
    <p:extLst>
      <p:ext uri="{BB962C8B-B14F-4D97-AF65-F5344CB8AC3E}">
        <p14:creationId xmlns:p14="http://schemas.microsoft.com/office/powerpoint/2010/main" val="3525368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7C6-F176-F3E9-B671-6A97665C40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95C7945-27B3-CFD7-7D58-20E1A81C36BD}"/>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5041F554-167B-FA38-B79E-9089C20B30CB}"/>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4205898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7694-1B68-6B00-F9EA-2FA149C3D706}"/>
              </a:ext>
            </a:extLst>
          </p:cNvPr>
          <p:cNvSpPr>
            <a:spLocks noGrp="1"/>
          </p:cNvSpPr>
          <p:nvPr>
            <p:ph type="title"/>
          </p:nvPr>
        </p:nvSpPr>
        <p:spPr/>
        <p:txBody>
          <a:bodyPr/>
          <a:lstStyle/>
          <a:p>
            <a:r>
              <a:rPr lang="en-US" dirty="0"/>
              <a:t>Controller function in </a:t>
            </a:r>
            <a:r>
              <a:rPr lang="en-US" dirty="0" err="1"/>
              <a:t>Matlab</a:t>
            </a:r>
            <a:endParaRPr lang="en-NL" dirty="0"/>
          </a:p>
        </p:txBody>
      </p:sp>
      <p:sp>
        <p:nvSpPr>
          <p:cNvPr id="3" name="Content Placeholder 2">
            <a:extLst>
              <a:ext uri="{FF2B5EF4-FFF2-40B4-BE49-F238E27FC236}">
                <a16:creationId xmlns:a16="http://schemas.microsoft.com/office/drawing/2014/main" id="{D7424EA3-9A3A-EE30-7904-D0279EBCF4DA}"/>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4EB39D74-A76A-7648-F28A-442756CE2649}"/>
              </a:ext>
            </a:extLst>
          </p:cNvPr>
          <p:cNvSpPr txBox="1"/>
          <p:nvPr/>
        </p:nvSpPr>
        <p:spPr>
          <a:xfrm>
            <a:off x="2497393" y="2152518"/>
            <a:ext cx="7197213" cy="3697551"/>
          </a:xfrm>
          <a:prstGeom prst="rect">
            <a:avLst/>
          </a:prstGeom>
          <a:noFill/>
        </p:spPr>
        <p:txBody>
          <a:bodyPr wrap="square">
            <a:spAutoFit/>
          </a:bodyPr>
          <a:lstStyle/>
          <a:p>
            <a:pPr>
              <a:lnSpc>
                <a:spcPts val="1425"/>
              </a:lnSpc>
              <a:buNone/>
            </a:pPr>
            <a:r>
              <a:rPr lang="en-NL" sz="2000" b="1" dirty="0">
                <a:solidFill>
                  <a:srgbClr val="BBBEBF"/>
                </a:solidFill>
                <a:effectLst/>
                <a:latin typeface="Consolas" panose="020B0609020204030204" pitchFamily="49" charset="0"/>
              </a:rPr>
              <a:t>function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err="1">
                <a:solidFill>
                  <a:srgbClr val="D2A8FF"/>
                </a:solidFill>
                <a:effectLst/>
                <a:latin typeface="Consolas" panose="020B0609020204030204" pitchFamily="49" charset="0"/>
              </a:rPr>
              <a:t>ruleOfThumb</a:t>
            </a:r>
            <a:r>
              <a:rPr lang="en-NL" sz="2000" b="1" dirty="0">
                <a:solidFill>
                  <a:srgbClr val="BBBEBF"/>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sys, </a:t>
            </a:r>
            <a:r>
              <a:rPr lang="en-NL" sz="2000" b="1" dirty="0" err="1">
                <a:solidFill>
                  <a:srgbClr val="BBBEBF"/>
                </a:solidFill>
                <a:effectLst/>
                <a:latin typeface="Consolas" panose="020B0609020204030204" pitchFamily="49" charset="0"/>
              </a:rPr>
              <a:t>ts</a:t>
            </a:r>
            <a:r>
              <a:rPr lang="en-NL" sz="2000" b="1" dirty="0">
                <a:solidFill>
                  <a:srgbClr val="BBBEBF"/>
                </a:solidFill>
                <a:effectLst/>
                <a:latin typeface="Consolas" panose="020B0609020204030204" pitchFamily="49" charset="0"/>
              </a:rPr>
              <a:t>)</a:t>
            </a:r>
          </a:p>
          <a:p>
            <a:pPr>
              <a:lnSpc>
                <a:spcPts val="1425"/>
              </a:lnSpc>
              <a:buNone/>
            </a:pPr>
            <a:r>
              <a:rPr lang="en-NL" sz="2000" b="1" dirty="0">
                <a:solidFill>
                  <a:srgbClr val="BBBEBF"/>
                </a:solidFill>
                <a:effectLst/>
                <a:latin typeface="Consolas" panose="020B0609020204030204" pitchFamily="49" charset="0"/>
              </a:rPr>
              <a:t>    s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err="1">
                <a:solidFill>
                  <a:srgbClr val="D2A8FF"/>
                </a:solidFill>
                <a:effectLst/>
                <a:latin typeface="Consolas" panose="020B0609020204030204" pitchFamily="49" charset="0"/>
              </a:rPr>
              <a:t>tf</a:t>
            </a:r>
            <a:r>
              <a:rPr lang="en-NL" sz="2000" b="1" dirty="0">
                <a:solidFill>
                  <a:srgbClr val="BBBEBF"/>
                </a:solidFill>
                <a:effectLst/>
                <a:latin typeface="Consolas" panose="020B0609020204030204" pitchFamily="49" charset="0"/>
              </a:rPr>
              <a:t>(</a:t>
            </a:r>
            <a:r>
              <a:rPr lang="en-NL" sz="2000" b="1" dirty="0">
                <a:solidFill>
                  <a:srgbClr val="A5D6FF"/>
                </a:solidFill>
                <a:effectLst/>
                <a:latin typeface="Consolas" panose="020B0609020204030204" pitchFamily="49" charset="0"/>
              </a:rPr>
              <a:t>'s'</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int_factor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6</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a:solidFill>
                  <a:srgbClr val="FF7B72"/>
                </a:solidFill>
                <a:effectLst/>
                <a:latin typeface="Consolas" panose="020B0609020204030204" pitchFamily="49" charset="0"/>
              </a:rPr>
              <a:t>int</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int_factor</a:t>
            </a:r>
            <a:r>
              <a:rPr lang="en-NL" sz="2000" b="1" dirty="0">
                <a:solidFill>
                  <a:srgbClr val="BBBEBF"/>
                </a:solidFill>
                <a:effectLst/>
                <a:latin typeface="Consolas" panose="020B0609020204030204" pitchFamily="49" charset="0"/>
              </a:rPr>
              <a:t>)</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3</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3</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leadlag</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a:t>
            </a:r>
            <a:r>
              <a:rPr lang="en-NL" sz="2000" b="1" dirty="0">
                <a:solidFill>
                  <a:srgbClr val="B5CEA8"/>
                </a:solidFill>
                <a:effectLst/>
                <a:latin typeface="Consolas" panose="020B0609020204030204" pitchFamily="49" charset="0"/>
              </a:rPr>
              <a:t>1</a:t>
            </a:r>
            <a:r>
              <a:rPr lang="en-NL" sz="2000" b="1" dirty="0">
                <a:solidFill>
                  <a:srgbClr val="BBBEBF"/>
                </a:solidFill>
                <a:effectLst/>
                <a:latin typeface="Consolas" panose="020B0609020204030204" pitchFamily="49" charset="0"/>
              </a:rPr>
              <a:t>))</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lowpass_factor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10</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lowpass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lowpass_factor</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lowpass_factor</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FF7B72"/>
                </a:solidFill>
                <a:effectLst/>
                <a:latin typeface="Consolas" panose="020B0609020204030204" pitchFamily="49" charset="0"/>
              </a:rPr>
              <a:t>int</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leadlag</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lowpass; </a:t>
            </a:r>
          </a:p>
          <a:p>
            <a:pPr>
              <a:lnSpc>
                <a:spcPts val="1425"/>
              </a:lnSpc>
              <a:buNone/>
            </a:pPr>
            <a:r>
              <a:rPr lang="en-NL" sz="2000" b="1" dirty="0">
                <a:solidFill>
                  <a:srgbClr val="BBBEBF"/>
                </a:solidFill>
                <a:effectLst/>
                <a:latin typeface="Consolas" panose="020B0609020204030204" pitchFamily="49" charset="0"/>
              </a:rPr>
              <a:t>    K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D2A8FF"/>
                </a:solidFill>
                <a:effectLst/>
                <a:latin typeface="Consolas" panose="020B0609020204030204" pitchFamily="49" charset="0"/>
              </a:rPr>
              <a:t>abs</a:t>
            </a:r>
            <a:r>
              <a:rPr lang="en-NL" sz="2000" b="1" dirty="0">
                <a:solidFill>
                  <a:srgbClr val="BBBEBF"/>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freqresp</a:t>
            </a:r>
            <a:r>
              <a:rPr lang="en-NL" sz="2000" b="1" dirty="0">
                <a:solidFill>
                  <a:srgbClr val="BBBEBF"/>
                </a:solidFill>
                <a:effectLst/>
                <a:latin typeface="Consolas" panose="020B0609020204030204" pitchFamily="49" charset="0"/>
              </a:rPr>
              <a:t>(sys</a:t>
            </a:r>
            <a:r>
              <a:rPr lang="en-NL" sz="2000" b="1" dirty="0">
                <a:solidFill>
                  <a:srgbClr val="D4D4D4"/>
                </a:solidFill>
                <a:effectLst/>
                <a:latin typeface="Consolas" panose="020B0609020204030204" pitchFamily="49" charset="0"/>
              </a:rPr>
              <a:t>*</a:t>
            </a:r>
            <a:r>
              <a:rPr lang="en-NL" sz="2000" b="1" dirty="0" err="1">
                <a:solidFill>
                  <a:srgbClr val="FFA657"/>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FFA657"/>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K</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p>
          <a:p>
            <a:pPr>
              <a:lnSpc>
                <a:spcPts val="1425"/>
              </a:lnSpc>
              <a:buNone/>
            </a:pPr>
            <a:br>
              <a:rPr lang="en-NL" sz="2000" b="1" dirty="0">
                <a:solidFill>
                  <a:srgbClr val="BBBEBF"/>
                </a:solidFill>
                <a:effectLst/>
                <a:latin typeface="Consolas" panose="020B0609020204030204" pitchFamily="49" charset="0"/>
              </a:rPr>
            </a:br>
            <a:endParaRPr lang="en-NL" sz="2000" b="1" dirty="0">
              <a:solidFill>
                <a:srgbClr val="BBBEBF"/>
              </a:solidFill>
              <a:effectLst/>
              <a:latin typeface="Consolas" panose="020B0609020204030204" pitchFamily="49" charset="0"/>
            </a:endParaRPr>
          </a:p>
          <a:p>
            <a:pPr>
              <a:lnSpc>
                <a:spcPts val="1425"/>
              </a:lnSpc>
              <a:buNone/>
            </a:pPr>
            <a:r>
              <a:rPr lang="en-NL" sz="2000" b="1" dirty="0">
                <a:solidFill>
                  <a:srgbClr val="BBBEBF"/>
                </a:solidFill>
                <a:effectLst/>
                <a:latin typeface="Consolas" panose="020B0609020204030204" pitchFamily="49" charset="0"/>
              </a:rPr>
              <a:t>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D2A8FF"/>
                </a:solidFill>
                <a:effectLst/>
                <a:latin typeface="Consolas" panose="020B0609020204030204" pitchFamily="49" charset="0"/>
              </a:rPr>
              <a:t>c2d</a:t>
            </a:r>
            <a:r>
              <a:rPr lang="en-NL" sz="2000" b="1" dirty="0">
                <a:solidFill>
                  <a:srgbClr val="BBBEBF"/>
                </a:solidFill>
                <a:effectLst/>
                <a:latin typeface="Consolas" panose="020B0609020204030204" pitchFamily="49" charset="0"/>
              </a:rPr>
              <a:t>(C, </a:t>
            </a:r>
            <a:r>
              <a:rPr lang="en-NL" sz="2000" b="1" dirty="0" err="1">
                <a:solidFill>
                  <a:srgbClr val="BBBEBF"/>
                </a:solidFill>
                <a:effectLst/>
                <a:latin typeface="Consolas" panose="020B0609020204030204" pitchFamily="49" charset="0"/>
              </a:rPr>
              <a:t>ts</a:t>
            </a:r>
            <a:r>
              <a:rPr lang="en-NL" sz="2000" b="1" dirty="0">
                <a:solidFill>
                  <a:srgbClr val="BBBEBF"/>
                </a:solidFill>
                <a:effectLst/>
                <a:latin typeface="Consolas" panose="020B0609020204030204" pitchFamily="49" charset="0"/>
              </a:rPr>
              <a:t>, </a:t>
            </a:r>
            <a:r>
              <a:rPr lang="en-NL" sz="2000" b="1" dirty="0">
                <a:solidFill>
                  <a:srgbClr val="A5D6FF"/>
                </a:solidFill>
                <a:effectLst/>
                <a:latin typeface="Consolas" panose="020B0609020204030204" pitchFamily="49" charset="0"/>
              </a:rPr>
              <a:t>'</a:t>
            </a:r>
            <a:r>
              <a:rPr lang="en-NL" sz="2000" b="1" dirty="0" err="1">
                <a:solidFill>
                  <a:srgbClr val="A5D6FF"/>
                </a:solidFill>
                <a:effectLst/>
                <a:latin typeface="Consolas" panose="020B0609020204030204" pitchFamily="49" charset="0"/>
              </a:rPr>
              <a:t>tustin</a:t>
            </a:r>
            <a:r>
              <a:rPr lang="en-NL" sz="2000" b="1" dirty="0">
                <a:solidFill>
                  <a:srgbClr val="A5D6FF"/>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end</a:t>
            </a:r>
          </a:p>
        </p:txBody>
      </p:sp>
    </p:spTree>
    <p:extLst>
      <p:ext uri="{BB962C8B-B14F-4D97-AF65-F5344CB8AC3E}">
        <p14:creationId xmlns:p14="http://schemas.microsoft.com/office/powerpoint/2010/main" val="1427669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52CB-0955-C6E6-87B9-6D2BB9984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40C8BF7-CCC9-AAA2-E7F6-2FE5E73DA66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BD3E3AE-EDFB-F631-C23B-2E467EA3114F}"/>
              </a:ext>
            </a:extLst>
          </p:cNvPr>
          <p:cNvPicPr>
            <a:picLocks noChangeAspect="1"/>
          </p:cNvPicPr>
          <p:nvPr/>
        </p:nvPicPr>
        <p:blipFill>
          <a:blip r:embed="rId2"/>
          <a:stretch>
            <a:fillRect/>
          </a:stretch>
        </p:blipFill>
        <p:spPr>
          <a:xfrm>
            <a:off x="1369730" y="0"/>
            <a:ext cx="9452540" cy="6858000"/>
          </a:xfrm>
          <a:prstGeom prst="rect">
            <a:avLst/>
          </a:prstGeom>
        </p:spPr>
      </p:pic>
    </p:spTree>
    <p:extLst>
      <p:ext uri="{BB962C8B-B14F-4D97-AF65-F5344CB8AC3E}">
        <p14:creationId xmlns:p14="http://schemas.microsoft.com/office/powerpoint/2010/main" val="3317426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42AE-613A-98CD-FF6E-020D0C711FA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A3129F-E284-9885-A33D-B2B2CBAB32A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D355D08-717A-771D-291D-4389DCAA77EF}"/>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4019506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4D73-9800-1167-8039-909986551D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4F714E3-D629-CC19-E786-7DBCB6B2A55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618BB7-6633-8D18-6ACE-E5E582564D58}"/>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106821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E819-E745-B9F4-C00A-9DC0F50A6DD6}"/>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FE2C9B2B-9B40-25A8-6FB7-435E0EAF38F7}"/>
              </a:ext>
            </a:extLst>
          </p:cNvPr>
          <p:cNvSpPr>
            <a:spLocks noGrp="1"/>
          </p:cNvSpPr>
          <p:nvPr>
            <p:ph idx="1"/>
          </p:nvPr>
        </p:nvSpPr>
        <p:spPr/>
        <p:txBody>
          <a:bodyPr/>
          <a:lstStyle/>
          <a:p>
            <a:endParaRPr lang="en-NL"/>
          </a:p>
        </p:txBody>
      </p:sp>
      <p:pic>
        <p:nvPicPr>
          <p:cNvPr id="11" name="Picture 10">
            <a:extLst>
              <a:ext uri="{FF2B5EF4-FFF2-40B4-BE49-F238E27FC236}">
                <a16:creationId xmlns:a16="http://schemas.microsoft.com/office/drawing/2014/main" id="{932A30F9-F2F4-48AD-8233-EA62B161F76D}"/>
              </a:ext>
            </a:extLst>
          </p:cNvPr>
          <p:cNvPicPr>
            <a:picLocks noChangeAspect="1"/>
          </p:cNvPicPr>
          <p:nvPr/>
        </p:nvPicPr>
        <p:blipFill>
          <a:blip r:embed="rId2"/>
          <a:stretch>
            <a:fillRect/>
          </a:stretch>
        </p:blipFill>
        <p:spPr>
          <a:xfrm>
            <a:off x="0" y="338862"/>
            <a:ext cx="12192000" cy="6180276"/>
          </a:xfrm>
          <a:prstGeom prst="rect">
            <a:avLst/>
          </a:prstGeom>
        </p:spPr>
      </p:pic>
    </p:spTree>
    <p:extLst>
      <p:ext uri="{BB962C8B-B14F-4D97-AF65-F5344CB8AC3E}">
        <p14:creationId xmlns:p14="http://schemas.microsoft.com/office/powerpoint/2010/main" val="351139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4AE2-3766-BC16-4B90-0B8216C34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24B65-3EF9-B207-C172-A82A39954D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87BC45-E2C9-465C-D131-BA71C6D637E0}"/>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F1A0C867-58A6-0B75-FC19-7EBC49E859F9}"/>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1D32CA1A-A65A-5A99-2BD9-3C2976B3C55F}"/>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
        <p:nvSpPr>
          <p:cNvPr id="6" name="Content Placeholder 2">
            <a:extLst>
              <a:ext uri="{FF2B5EF4-FFF2-40B4-BE49-F238E27FC236}">
                <a16:creationId xmlns:a16="http://schemas.microsoft.com/office/drawing/2014/main" id="{6ED3E7E9-EA47-53EB-7282-CCAD461391E8}"/>
              </a:ext>
            </a:extLst>
          </p:cNvPr>
          <p:cNvSpPr txBox="1">
            <a:spLocks/>
          </p:cNvSpPr>
          <p:nvPr/>
        </p:nvSpPr>
        <p:spPr>
          <a:xfrm>
            <a:off x="1995487" y="2514601"/>
            <a:ext cx="9744075" cy="163036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Still room for the training of the additional states to improve</a:t>
            </a:r>
          </a:p>
          <a:p>
            <a:r>
              <a:rPr lang="en-US" b="1" dirty="0"/>
              <a:t>Increasing training window from 0.1 s to 0.2 s or 0.3 s found the same optimum within the same optimization window</a:t>
            </a:r>
          </a:p>
          <a:p>
            <a:pPr marL="0" indent="0">
              <a:buFont typeface="Arial" panose="020B0604020202020204" pitchFamily="34" charset="0"/>
              <a:buNone/>
            </a:pPr>
            <a:endParaRPr lang="en-US" b="1" dirty="0"/>
          </a:p>
          <a:p>
            <a:pPr marL="0" indent="0">
              <a:buFont typeface="Arial" panose="020B0604020202020204" pitchFamily="34" charset="0"/>
              <a:buNone/>
            </a:pPr>
            <a:endParaRPr lang="en-NL" b="1" dirty="0"/>
          </a:p>
        </p:txBody>
      </p:sp>
    </p:spTree>
    <p:extLst>
      <p:ext uri="{BB962C8B-B14F-4D97-AF65-F5344CB8AC3E}">
        <p14:creationId xmlns:p14="http://schemas.microsoft.com/office/powerpoint/2010/main" val="2500691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28A0-93F3-14ED-278F-D6F684B273AB}"/>
              </a:ext>
            </a:extLst>
          </p:cNvPr>
          <p:cNvSpPr>
            <a:spLocks noGrp="1"/>
          </p:cNvSpPr>
          <p:nvPr>
            <p:ph type="title"/>
          </p:nvPr>
        </p:nvSpPr>
        <p:spPr/>
        <p:txBody>
          <a:bodyPr/>
          <a:lstStyle/>
          <a:p>
            <a:r>
              <a:rPr lang="en-US" dirty="0"/>
              <a:t>Training capped at 36% improvement</a:t>
            </a:r>
            <a:br>
              <a:rPr lang="en-US" dirty="0"/>
            </a:br>
            <a:r>
              <a:rPr lang="en-US" dirty="0"/>
              <a:t>Why?</a:t>
            </a:r>
            <a:endParaRPr lang="en-NL" dirty="0"/>
          </a:p>
        </p:txBody>
      </p:sp>
      <p:sp>
        <p:nvSpPr>
          <p:cNvPr id="3" name="Content Placeholder 2">
            <a:extLst>
              <a:ext uri="{FF2B5EF4-FFF2-40B4-BE49-F238E27FC236}">
                <a16:creationId xmlns:a16="http://schemas.microsoft.com/office/drawing/2014/main" id="{9E7E5452-1215-F66E-F04F-D459C7332B5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883486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3F55-FABA-22A2-F457-0FBAFECADCB1}"/>
              </a:ext>
            </a:extLst>
          </p:cNvPr>
          <p:cNvSpPr>
            <a:spLocks noGrp="1"/>
          </p:cNvSpPr>
          <p:nvPr>
            <p:ph type="title"/>
          </p:nvPr>
        </p:nvSpPr>
        <p:spPr/>
        <p:txBody>
          <a:bodyPr/>
          <a:lstStyle/>
          <a:p>
            <a:r>
              <a:rPr lang="en-US" dirty="0"/>
              <a:t>Augmented states not learning</a:t>
            </a:r>
            <a:endParaRPr lang="en-NL" dirty="0"/>
          </a:p>
        </p:txBody>
      </p:sp>
      <p:sp>
        <p:nvSpPr>
          <p:cNvPr id="3" name="Content Placeholder 2">
            <a:extLst>
              <a:ext uri="{FF2B5EF4-FFF2-40B4-BE49-F238E27FC236}">
                <a16:creationId xmlns:a16="http://schemas.microsoft.com/office/drawing/2014/main" id="{87153271-27CC-1D3A-FA17-E375B614C5E1}"/>
              </a:ext>
            </a:extLst>
          </p:cNvPr>
          <p:cNvSpPr>
            <a:spLocks noGrp="1"/>
          </p:cNvSpPr>
          <p:nvPr>
            <p:ph idx="1"/>
          </p:nvPr>
        </p:nvSpPr>
        <p:spPr/>
        <p:txBody>
          <a:bodyPr/>
          <a:lstStyle/>
          <a:p>
            <a:r>
              <a:rPr lang="en-US" dirty="0"/>
              <a:t>Only the ANN correction to the physical states caused the 36% improvement.</a:t>
            </a:r>
          </a:p>
          <a:p>
            <a:r>
              <a:rPr lang="en-US" dirty="0"/>
              <a:t>The augmented states didn’t improve: no incentive to learn</a:t>
            </a:r>
            <a:endParaRPr lang="en-NL" dirty="0"/>
          </a:p>
        </p:txBody>
      </p:sp>
    </p:spTree>
    <p:extLst>
      <p:ext uri="{BB962C8B-B14F-4D97-AF65-F5344CB8AC3E}">
        <p14:creationId xmlns:p14="http://schemas.microsoft.com/office/powerpoint/2010/main" val="286817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8C6D-1DE9-F023-0208-6060209419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15ADE1-A7E1-92E7-84ED-42B51E7A035D}"/>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42227803-A101-6DBC-FB3D-7D9DC29485F5}"/>
              </a:ext>
            </a:extLst>
          </p:cNvPr>
          <p:cNvPicPr>
            <a:picLocks noChangeAspect="1"/>
          </p:cNvPicPr>
          <p:nvPr/>
        </p:nvPicPr>
        <p:blipFill>
          <a:blip r:embed="rId2"/>
          <a:stretch>
            <a:fillRect/>
          </a:stretch>
        </p:blipFill>
        <p:spPr>
          <a:xfrm>
            <a:off x="0" y="217554"/>
            <a:ext cx="12192000" cy="6422892"/>
          </a:xfrm>
          <a:prstGeom prst="rect">
            <a:avLst/>
          </a:prstGeom>
        </p:spPr>
      </p:pic>
    </p:spTree>
    <p:extLst>
      <p:ext uri="{BB962C8B-B14F-4D97-AF65-F5344CB8AC3E}">
        <p14:creationId xmlns:p14="http://schemas.microsoft.com/office/powerpoint/2010/main" val="3246616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E4BB-7CF1-F8E7-6D8C-452CFFCBB3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DF615BD-65E3-29D8-4C7A-D1E9485FFEA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0D0DF93-CA93-5AF1-2B6B-2DAD5BB2C01D}"/>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251935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BBF22-7693-FADB-87D8-A5B1B118A912}"/>
              </a:ext>
            </a:extLst>
          </p:cNvPr>
          <p:cNvSpPr>
            <a:spLocks noGrp="1"/>
          </p:cNvSpPr>
          <p:nvPr>
            <p:ph type="title"/>
          </p:nvPr>
        </p:nvSpPr>
        <p:spPr/>
        <p:txBody>
          <a:bodyPr/>
          <a:lstStyle/>
          <a:p>
            <a:r>
              <a:rPr lang="en-US" dirty="0"/>
              <a:t>Augmented states not learning</a:t>
            </a:r>
            <a:endParaRPr lang="en-NL" dirty="0"/>
          </a:p>
        </p:txBody>
      </p:sp>
      <p:sp>
        <p:nvSpPr>
          <p:cNvPr id="3" name="Content Placeholder 2">
            <a:extLst>
              <a:ext uri="{FF2B5EF4-FFF2-40B4-BE49-F238E27FC236}">
                <a16:creationId xmlns:a16="http://schemas.microsoft.com/office/drawing/2014/main" id="{B81C7781-BF21-A78D-D817-F5FAEE258072}"/>
              </a:ext>
            </a:extLst>
          </p:cNvPr>
          <p:cNvSpPr>
            <a:spLocks noGrp="1"/>
          </p:cNvSpPr>
          <p:nvPr>
            <p:ph idx="1"/>
          </p:nvPr>
        </p:nvSpPr>
        <p:spPr/>
        <p:txBody>
          <a:bodyPr/>
          <a:lstStyle/>
          <a:p>
            <a:r>
              <a:rPr lang="en-US" dirty="0"/>
              <a:t>Not enough gradient?</a:t>
            </a:r>
            <a:endParaRPr lang="en-NL" dirty="0"/>
          </a:p>
        </p:txBody>
      </p:sp>
    </p:spTree>
    <p:extLst>
      <p:ext uri="{BB962C8B-B14F-4D97-AF65-F5344CB8AC3E}">
        <p14:creationId xmlns:p14="http://schemas.microsoft.com/office/powerpoint/2010/main" val="609266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790B-0365-042A-3BEC-AC6F8AB6D61F}"/>
              </a:ext>
            </a:extLst>
          </p:cNvPr>
          <p:cNvSpPr>
            <a:spLocks noGrp="1"/>
          </p:cNvSpPr>
          <p:nvPr>
            <p:ph type="title"/>
          </p:nvPr>
        </p:nvSpPr>
        <p:spPr/>
        <p:txBody>
          <a:bodyPr/>
          <a:lstStyle/>
          <a:p>
            <a:r>
              <a:rPr lang="en-US" dirty="0"/>
              <a:t>Augmentation</a:t>
            </a:r>
            <a:br>
              <a:rPr lang="en-US" dirty="0"/>
            </a:br>
            <a:r>
              <a:rPr lang="en-NL" dirty="0"/>
              <a:t>Identified linear dynamics</a:t>
            </a:r>
          </a:p>
        </p:txBody>
      </p:sp>
      <p:sp>
        <p:nvSpPr>
          <p:cNvPr id="3" name="Content Placeholder 2">
            <a:extLst>
              <a:ext uri="{FF2B5EF4-FFF2-40B4-BE49-F238E27FC236}">
                <a16:creationId xmlns:a16="http://schemas.microsoft.com/office/drawing/2014/main" id="{6E560A19-90FE-5207-2D0E-DE0ACCD354E0}"/>
              </a:ext>
            </a:extLst>
          </p:cNvPr>
          <p:cNvSpPr>
            <a:spLocks noGrp="1"/>
          </p:cNvSpPr>
          <p:nvPr>
            <p:ph idx="1"/>
          </p:nvPr>
        </p:nvSpPr>
        <p:spPr/>
        <p:txBody>
          <a:bodyPr/>
          <a:lstStyle/>
          <a:p>
            <a:r>
              <a:rPr lang="en-US" dirty="0"/>
              <a:t>Not a clean implementation</a:t>
            </a:r>
          </a:p>
          <a:p>
            <a:pPr lvl="1"/>
            <a:r>
              <a:rPr lang="en-US" dirty="0"/>
              <a:t>But might give insight in how to fix the current training issues</a:t>
            </a:r>
          </a:p>
          <a:p>
            <a:pPr lvl="1"/>
            <a:r>
              <a:rPr lang="en-US" dirty="0"/>
              <a:t>Similar to full-black box approach with initialization</a:t>
            </a:r>
          </a:p>
          <a:p>
            <a:r>
              <a:rPr lang="en-US" dirty="0"/>
              <a:t>Current mismatch between system and model is linear</a:t>
            </a:r>
          </a:p>
          <a:p>
            <a:pPr lvl="1"/>
            <a:r>
              <a:rPr lang="en-US" dirty="0"/>
              <a:t>Not sure how much this implementation takes away from learning nonlinearities</a:t>
            </a:r>
          </a:p>
          <a:p>
            <a:pPr lvl="1"/>
            <a:r>
              <a:rPr lang="en-US" dirty="0"/>
              <a:t>Could add cubic spring to the system to verify this part</a:t>
            </a:r>
            <a:endParaRPr lang="en-NL" dirty="0"/>
          </a:p>
        </p:txBody>
      </p:sp>
    </p:spTree>
    <p:extLst>
      <p:ext uri="{BB962C8B-B14F-4D97-AF65-F5344CB8AC3E}">
        <p14:creationId xmlns:p14="http://schemas.microsoft.com/office/powerpoint/2010/main" val="205449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3EBC-0DB5-87AA-7BAE-0A4A202E7E77}"/>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sp>
        <p:nvSpPr>
          <p:cNvPr id="3" name="Content Placeholder 2">
            <a:extLst>
              <a:ext uri="{FF2B5EF4-FFF2-40B4-BE49-F238E27FC236}">
                <a16:creationId xmlns:a16="http://schemas.microsoft.com/office/drawing/2014/main" id="{097C56E5-4E17-9C9D-28B8-AAE25A9E86D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52342EE-0C76-49A7-720C-6D2C90596C8F}"/>
              </a:ext>
            </a:extLst>
          </p:cNvPr>
          <p:cNvSpPr txBox="1"/>
          <p:nvPr/>
        </p:nvSpPr>
        <p:spPr>
          <a:xfrm>
            <a:off x="4210050" y="1825625"/>
            <a:ext cx="3771900" cy="4524315"/>
          </a:xfrm>
          <a:prstGeom prst="rect">
            <a:avLst/>
          </a:prstGeom>
          <a:solidFill>
            <a:schemeClr val="bg2"/>
          </a:solidFill>
          <a:ln>
            <a:solidFill>
              <a:schemeClr val="tx1"/>
            </a:solidFill>
          </a:ln>
        </p:spPr>
        <p:txBody>
          <a:bodyPr wrap="square">
            <a:spAutoFit/>
          </a:bodyPr>
          <a:lstStyle/>
          <a:p>
            <a:pPr algn="ctr"/>
            <a:r>
              <a:rPr lang="en-NL" dirty="0"/>
              <a:t>Training record</a:t>
            </a:r>
          </a:p>
          <a:p>
            <a:pPr algn="ctr"/>
            <a:r>
              <a:rPr lang="en-NL" dirty="0"/>
              <a:t>measured u(k), y(k)</a:t>
            </a:r>
          </a:p>
          <a:p>
            <a:pPr algn="ctr"/>
            <a:r>
              <a:rPr lang="en-NL" dirty="0"/>
              <a:t>        │</a:t>
            </a:r>
          </a:p>
          <a:p>
            <a:pPr algn="ctr"/>
            <a:r>
              <a:rPr lang="en-NL" dirty="0"/>
              <a:t>        ▼</a:t>
            </a:r>
          </a:p>
          <a:p>
            <a:pPr algn="ctr"/>
            <a:r>
              <a:rPr lang="en-NL" dirty="0"/>
              <a:t>Baseline closed-loop replay</a:t>
            </a:r>
          </a:p>
          <a:p>
            <a:pPr algn="ctr"/>
            <a:r>
              <a:rPr lang="en-NL" dirty="0"/>
              <a:t>        │</a:t>
            </a:r>
          </a:p>
          <a:p>
            <a:pPr algn="ctr"/>
            <a:r>
              <a:rPr lang="en-NL" dirty="0"/>
              <a:t>        ▼</a:t>
            </a:r>
          </a:p>
          <a:p>
            <a:pPr algn="ctr"/>
            <a:r>
              <a:rPr lang="en-NL" dirty="0"/>
              <a:t>Residual</a:t>
            </a:r>
          </a:p>
          <a:p>
            <a:pPr algn="ctr"/>
            <a:r>
              <a:rPr lang="en-NL" dirty="0"/>
              <a:t>r(k) = y(k) − </a:t>
            </a:r>
            <a:r>
              <a:rPr lang="en-NL" dirty="0" err="1"/>
              <a:t>yb</a:t>
            </a:r>
            <a:r>
              <a:rPr lang="en-NL" dirty="0"/>
              <a:t>(k)</a:t>
            </a:r>
          </a:p>
          <a:p>
            <a:pPr algn="ctr"/>
            <a:r>
              <a:rPr lang="en-NL" dirty="0"/>
              <a:t>        │</a:t>
            </a:r>
          </a:p>
          <a:p>
            <a:pPr algn="ctr"/>
            <a:r>
              <a:rPr lang="en-NL" dirty="0"/>
              <a:t>        ▼</a:t>
            </a:r>
          </a:p>
          <a:p>
            <a:pPr algn="ctr"/>
            <a:r>
              <a:rPr lang="en-NL" dirty="0"/>
              <a:t>Fit linear residual model</a:t>
            </a:r>
          </a:p>
          <a:p>
            <a:pPr algn="ctr"/>
            <a:r>
              <a:rPr lang="en-NL" dirty="0"/>
              <a:t>and extract its complex poles</a:t>
            </a:r>
          </a:p>
          <a:p>
            <a:pPr algn="ctr"/>
            <a:r>
              <a:rPr lang="en-NL" dirty="0"/>
              <a:t>        │</a:t>
            </a:r>
          </a:p>
          <a:p>
            <a:pPr algn="ctr"/>
            <a:r>
              <a:rPr lang="en-NL" dirty="0"/>
              <a:t>        ▼</a:t>
            </a:r>
          </a:p>
          <a:p>
            <a:pPr algn="ctr"/>
            <a:r>
              <a:rPr lang="en-NL" dirty="0"/>
              <a:t>Identified pole used for A</a:t>
            </a:r>
            <a:r>
              <a:rPr lang="en-US" dirty="0"/>
              <a:t>_</a:t>
            </a:r>
            <a:r>
              <a:rPr lang="en-NL" dirty="0"/>
              <a:t>aa</a:t>
            </a:r>
          </a:p>
        </p:txBody>
      </p:sp>
    </p:spTree>
    <p:extLst>
      <p:ext uri="{BB962C8B-B14F-4D97-AF65-F5344CB8AC3E}">
        <p14:creationId xmlns:p14="http://schemas.microsoft.com/office/powerpoint/2010/main" val="1647486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7A177-D656-311E-804D-EEEFF6F8CD63}"/>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graphicFrame>
        <p:nvGraphicFramePr>
          <p:cNvPr id="10" name="Content Placeholder 9">
            <a:extLst>
              <a:ext uri="{FF2B5EF4-FFF2-40B4-BE49-F238E27FC236}">
                <a16:creationId xmlns:a16="http://schemas.microsoft.com/office/drawing/2014/main" id="{A9903CBD-6C3E-0938-F07A-D64B8BAA002B}"/>
              </a:ext>
            </a:extLst>
          </p:cNvPr>
          <p:cNvGraphicFramePr>
            <a:graphicFrameLocks noGrp="1"/>
          </p:cNvGraphicFramePr>
          <p:nvPr>
            <p:ph idx="1"/>
            <p:extLst>
              <p:ext uri="{D42A27DB-BD31-4B8C-83A1-F6EECF244321}">
                <p14:modId xmlns:p14="http://schemas.microsoft.com/office/powerpoint/2010/main" val="131135003"/>
              </p:ext>
            </p:extLst>
          </p:nvPr>
        </p:nvGraphicFramePr>
        <p:xfrm>
          <a:off x="838200" y="2743200"/>
          <a:ext cx="10515600" cy="137160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695351217"/>
                    </a:ext>
                  </a:extLst>
                </a:gridCol>
                <a:gridCol w="2103120">
                  <a:extLst>
                    <a:ext uri="{9D8B030D-6E8A-4147-A177-3AD203B41FA5}">
                      <a16:colId xmlns:a16="http://schemas.microsoft.com/office/drawing/2014/main" val="3431517430"/>
                    </a:ext>
                  </a:extLst>
                </a:gridCol>
                <a:gridCol w="2103120">
                  <a:extLst>
                    <a:ext uri="{9D8B030D-6E8A-4147-A177-3AD203B41FA5}">
                      <a16:colId xmlns:a16="http://schemas.microsoft.com/office/drawing/2014/main" val="129664777"/>
                    </a:ext>
                  </a:extLst>
                </a:gridCol>
                <a:gridCol w="2103120">
                  <a:extLst>
                    <a:ext uri="{9D8B030D-6E8A-4147-A177-3AD203B41FA5}">
                      <a16:colId xmlns:a16="http://schemas.microsoft.com/office/drawing/2014/main" val="2080807501"/>
                    </a:ext>
                  </a:extLst>
                </a:gridCol>
                <a:gridCol w="2103120">
                  <a:extLst>
                    <a:ext uri="{9D8B030D-6E8A-4147-A177-3AD203B41FA5}">
                      <a16:colId xmlns:a16="http://schemas.microsoft.com/office/drawing/2014/main" val="3988783069"/>
                    </a:ext>
                  </a:extLst>
                </a:gridCol>
              </a:tblGrid>
              <a:tr h="0">
                <a:tc>
                  <a:txBody>
                    <a:bodyPr/>
                    <a:lstStyle/>
                    <a:p>
                      <a:pPr>
                        <a:buNone/>
                      </a:pPr>
                      <a:r>
                        <a:rPr lang="en-NL"/>
                        <a:t>Property</a:t>
                      </a:r>
                    </a:p>
                  </a:txBody>
                  <a:tcPr anchor="ctr"/>
                </a:tc>
                <a:tc>
                  <a:txBody>
                    <a:bodyPr/>
                    <a:lstStyle/>
                    <a:p>
                      <a:pPr>
                        <a:buNone/>
                      </a:pPr>
                      <a:r>
                        <a:rPr lang="en-NL"/>
                        <a:t>Actual system pole</a:t>
                      </a:r>
                    </a:p>
                  </a:txBody>
                  <a:tcPr anchor="ctr"/>
                </a:tc>
                <a:tc>
                  <a:txBody>
                    <a:bodyPr/>
                    <a:lstStyle/>
                    <a:p>
                      <a:pPr>
                        <a:buNone/>
                      </a:pPr>
                      <a:r>
                        <a:rPr lang="en-NL"/>
                        <a:t>Identified pole</a:t>
                      </a:r>
                    </a:p>
                  </a:txBody>
                  <a:tcPr anchor="ctr"/>
                </a:tc>
                <a:tc>
                  <a:txBody>
                    <a:bodyPr/>
                    <a:lstStyle/>
                    <a:p>
                      <a:pPr>
                        <a:buNone/>
                      </a:pPr>
                      <a:r>
                        <a:rPr lang="en-NL"/>
                        <a:t>Difference</a:t>
                      </a:r>
                    </a:p>
                  </a:txBody>
                  <a:tcPr anchor="ctr"/>
                </a:tc>
                <a:tc>
                  <a:txBody>
                    <a:bodyPr/>
                    <a:lstStyle/>
                    <a:p>
                      <a:pPr>
                        <a:buNone/>
                      </a:pPr>
                      <a:r>
                        <a:rPr lang="en-NL"/>
                        <a:t>Relative difference</a:t>
                      </a:r>
                    </a:p>
                  </a:txBody>
                  <a:tcPr anchor="ctr"/>
                </a:tc>
                <a:extLst>
                  <a:ext uri="{0D108BD9-81ED-4DB2-BD59-A6C34878D82A}">
                    <a16:rowId xmlns:a16="http://schemas.microsoft.com/office/drawing/2014/main" val="800197871"/>
                  </a:ext>
                </a:extLst>
              </a:tr>
              <a:tr h="0">
                <a:tc>
                  <a:txBody>
                    <a:bodyPr/>
                    <a:lstStyle/>
                    <a:p>
                      <a:pPr>
                        <a:buNone/>
                      </a:pPr>
                      <a:r>
                        <a:rPr lang="en-NL"/>
                        <a:t>Damped frequency [Hz]</a:t>
                      </a:r>
                    </a:p>
                  </a:txBody>
                  <a:tcPr anchor="ctr"/>
                </a:tc>
                <a:tc>
                  <a:txBody>
                    <a:bodyPr/>
                    <a:lstStyle/>
                    <a:p>
                      <a:pPr>
                        <a:buNone/>
                      </a:pPr>
                      <a:r>
                        <a:rPr lang="en-NL"/>
                        <a:t>1.581139e+2</a:t>
                      </a:r>
                    </a:p>
                  </a:txBody>
                  <a:tcPr anchor="ctr"/>
                </a:tc>
                <a:tc>
                  <a:txBody>
                    <a:bodyPr/>
                    <a:lstStyle/>
                    <a:p>
                      <a:pPr>
                        <a:buNone/>
                      </a:pPr>
                      <a:r>
                        <a:rPr lang="en-NL"/>
                        <a:t>1.578937e+2</a:t>
                      </a:r>
                    </a:p>
                  </a:txBody>
                  <a:tcPr anchor="ctr"/>
                </a:tc>
                <a:tc>
                  <a:txBody>
                    <a:bodyPr/>
                    <a:lstStyle/>
                    <a:p>
                      <a:pPr>
                        <a:buNone/>
                      </a:pPr>
                      <a:r>
                        <a:rPr lang="en-NL"/>
                        <a:t>-2.202000e-1</a:t>
                      </a:r>
                    </a:p>
                  </a:txBody>
                  <a:tcPr anchor="ctr"/>
                </a:tc>
                <a:tc>
                  <a:txBody>
                    <a:bodyPr/>
                    <a:lstStyle/>
                    <a:p>
                      <a:pPr>
                        <a:buNone/>
                      </a:pPr>
                      <a:r>
                        <a:rPr lang="en-NL"/>
                        <a:t>-1.392671e-3</a:t>
                      </a:r>
                    </a:p>
                  </a:txBody>
                  <a:tcPr anchor="ctr"/>
                </a:tc>
                <a:extLst>
                  <a:ext uri="{0D108BD9-81ED-4DB2-BD59-A6C34878D82A}">
                    <a16:rowId xmlns:a16="http://schemas.microsoft.com/office/drawing/2014/main" val="950829355"/>
                  </a:ext>
                </a:extLst>
              </a:tr>
              <a:tr h="0">
                <a:tc>
                  <a:txBody>
                    <a:bodyPr/>
                    <a:lstStyle/>
                    <a:p>
                      <a:pPr>
                        <a:buNone/>
                      </a:pPr>
                      <a:r>
                        <a:rPr lang="en-NL"/>
                        <a:t>Damping ratio [-]</a:t>
                      </a:r>
                    </a:p>
                  </a:txBody>
                  <a:tcPr anchor="ctr"/>
                </a:tc>
                <a:tc>
                  <a:txBody>
                    <a:bodyPr/>
                    <a:lstStyle/>
                    <a:p>
                      <a:pPr>
                        <a:buNone/>
                      </a:pPr>
                      <a:r>
                        <a:rPr lang="en-NL"/>
                        <a:t>5.000000e-2</a:t>
                      </a:r>
                    </a:p>
                  </a:txBody>
                  <a:tcPr anchor="ctr"/>
                </a:tc>
                <a:tc>
                  <a:txBody>
                    <a:bodyPr/>
                    <a:lstStyle/>
                    <a:p>
                      <a:pPr>
                        <a:buNone/>
                      </a:pPr>
                      <a:r>
                        <a:rPr lang="en-NL"/>
                        <a:t>5.275827e-2</a:t>
                      </a:r>
                    </a:p>
                  </a:txBody>
                  <a:tcPr anchor="ctr"/>
                </a:tc>
                <a:tc>
                  <a:txBody>
                    <a:bodyPr/>
                    <a:lstStyle/>
                    <a:p>
                      <a:pPr>
                        <a:buNone/>
                      </a:pPr>
                      <a:r>
                        <a:rPr lang="en-NL"/>
                        <a:t>+2.758270e-3</a:t>
                      </a:r>
                    </a:p>
                  </a:txBody>
                  <a:tcPr anchor="ctr"/>
                </a:tc>
                <a:tc>
                  <a:txBody>
                    <a:bodyPr/>
                    <a:lstStyle/>
                    <a:p>
                      <a:pPr>
                        <a:buNone/>
                      </a:pPr>
                      <a:r>
                        <a:rPr lang="en-NL" dirty="0"/>
                        <a:t>+5.516540e-2</a:t>
                      </a:r>
                    </a:p>
                  </a:txBody>
                  <a:tcPr anchor="ctr"/>
                </a:tc>
                <a:extLst>
                  <a:ext uri="{0D108BD9-81ED-4DB2-BD59-A6C34878D82A}">
                    <a16:rowId xmlns:a16="http://schemas.microsoft.com/office/drawing/2014/main" val="1954032060"/>
                  </a:ext>
                </a:extLst>
              </a:tr>
            </a:tbl>
          </a:graphicData>
        </a:graphic>
      </p:graphicFrame>
    </p:spTree>
    <p:extLst>
      <p:ext uri="{BB962C8B-B14F-4D97-AF65-F5344CB8AC3E}">
        <p14:creationId xmlns:p14="http://schemas.microsoft.com/office/powerpoint/2010/main" val="1257126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5724D-8560-9CBD-1C33-336FC8BB790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F3EF7BB-A486-0E10-6FA7-14284EA257C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48D8055-6AD0-A9FA-82E3-B2E2625731D1}"/>
              </a:ext>
            </a:extLst>
          </p:cNvPr>
          <p:cNvPicPr>
            <a:picLocks noChangeAspect="1"/>
          </p:cNvPicPr>
          <p:nvPr/>
        </p:nvPicPr>
        <p:blipFill>
          <a:blip r:embed="rId3"/>
          <a:stretch>
            <a:fillRect/>
          </a:stretch>
        </p:blipFill>
        <p:spPr>
          <a:xfrm>
            <a:off x="7860" y="0"/>
            <a:ext cx="12176280" cy="6858000"/>
          </a:xfrm>
          <a:prstGeom prst="rect">
            <a:avLst/>
          </a:prstGeom>
        </p:spPr>
      </p:pic>
    </p:spTree>
    <p:extLst>
      <p:ext uri="{BB962C8B-B14F-4D97-AF65-F5344CB8AC3E}">
        <p14:creationId xmlns:p14="http://schemas.microsoft.com/office/powerpoint/2010/main" val="1273600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C78A-94F7-45E2-D2B3-104F28C4B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D01C3-79AF-2B42-41C9-D7F740813575}"/>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DFF44B0A-6064-F8E8-A1AE-BCF18CA55C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CE2DCB4-7D0F-42B6-4D67-29DF3EEB03C5}"/>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924506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AA70-BB3B-52D1-B636-29BAB0D935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1FB03-34D8-AD30-914B-1FD75FD90E0C}"/>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092D90CC-97F5-787E-051E-904F3868A28F}"/>
              </a:ext>
            </a:extLst>
          </p:cNvPr>
          <p:cNvPicPr>
            <a:picLocks noChangeAspect="1"/>
          </p:cNvPicPr>
          <p:nvPr/>
        </p:nvPicPr>
        <p:blipFill>
          <a:blip r:embed="rId3"/>
          <a:srcRect b="1296"/>
          <a:stretch>
            <a:fillRect/>
          </a:stretch>
        </p:blipFill>
        <p:spPr>
          <a:xfrm>
            <a:off x="4729691" y="0"/>
            <a:ext cx="7462309" cy="6769100"/>
          </a:xfrm>
          <a:prstGeom prst="rect">
            <a:avLst/>
          </a:prstGeom>
        </p:spPr>
      </p:pic>
    </p:spTree>
    <p:extLst>
      <p:ext uri="{BB962C8B-B14F-4D97-AF65-F5344CB8AC3E}">
        <p14:creationId xmlns:p14="http://schemas.microsoft.com/office/powerpoint/2010/main" val="1310708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8246-C4A8-9062-0A72-16B6FCF6876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A9A8837-1F20-D8D7-1AF3-25CDAA4EBC3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FC8CF5F-17B5-A9CB-110A-1F60961C0BA0}"/>
              </a:ext>
            </a:extLst>
          </p:cNvPr>
          <p:cNvPicPr>
            <a:picLocks noChangeAspect="1"/>
          </p:cNvPicPr>
          <p:nvPr/>
        </p:nvPicPr>
        <p:blipFill>
          <a:blip r:embed="rId2"/>
          <a:stretch>
            <a:fillRect/>
          </a:stretch>
        </p:blipFill>
        <p:spPr>
          <a:xfrm>
            <a:off x="0" y="-43730"/>
            <a:ext cx="12192000" cy="6822088"/>
          </a:xfrm>
          <a:prstGeom prst="rect">
            <a:avLst/>
          </a:prstGeom>
        </p:spPr>
      </p:pic>
    </p:spTree>
    <p:extLst>
      <p:ext uri="{BB962C8B-B14F-4D97-AF65-F5344CB8AC3E}">
        <p14:creationId xmlns:p14="http://schemas.microsoft.com/office/powerpoint/2010/main" val="231497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A2D1-CE74-3EE0-4CC7-58B715C179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844965A-A941-1636-9F26-0CB392D12DD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850D763-4FD3-2E0C-7A48-7176452920F0}"/>
              </a:ext>
            </a:extLst>
          </p:cNvPr>
          <p:cNvPicPr>
            <a:picLocks noChangeAspect="1"/>
          </p:cNvPicPr>
          <p:nvPr/>
        </p:nvPicPr>
        <p:blipFill>
          <a:blip r:embed="rId2"/>
          <a:stretch>
            <a:fillRect/>
          </a:stretch>
        </p:blipFill>
        <p:spPr>
          <a:xfrm>
            <a:off x="0" y="0"/>
            <a:ext cx="12192000" cy="6764054"/>
          </a:xfrm>
          <a:prstGeom prst="rect">
            <a:avLst/>
          </a:prstGeom>
        </p:spPr>
      </p:pic>
    </p:spTree>
    <p:extLst>
      <p:ext uri="{BB962C8B-B14F-4D97-AF65-F5344CB8AC3E}">
        <p14:creationId xmlns:p14="http://schemas.microsoft.com/office/powerpoint/2010/main" val="849155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E7DDE-2571-DC91-06B6-C58A67045D61}"/>
              </a:ext>
            </a:extLst>
          </p:cNvPr>
          <p:cNvSpPr>
            <a:spLocks noGrp="1"/>
          </p:cNvSpPr>
          <p:nvPr>
            <p:ph type="title"/>
          </p:nvPr>
        </p:nvSpPr>
        <p:spPr/>
        <p:txBody>
          <a:bodyPr/>
          <a:lstStyle/>
          <a:p>
            <a:r>
              <a:rPr lang="en-US" dirty="0"/>
              <a:t>Training window issue?</a:t>
            </a:r>
            <a:endParaRPr lang="en-NL" dirty="0"/>
          </a:p>
        </p:txBody>
      </p:sp>
      <p:sp>
        <p:nvSpPr>
          <p:cNvPr id="3" name="Content Placeholder 2">
            <a:extLst>
              <a:ext uri="{FF2B5EF4-FFF2-40B4-BE49-F238E27FC236}">
                <a16:creationId xmlns:a16="http://schemas.microsoft.com/office/drawing/2014/main" id="{EFAACF1E-2021-12BF-BB5D-AF69D08FE10F}"/>
              </a:ext>
            </a:extLst>
          </p:cNvPr>
          <p:cNvSpPr>
            <a:spLocks noGrp="1"/>
          </p:cNvSpPr>
          <p:nvPr>
            <p:ph idx="1"/>
          </p:nvPr>
        </p:nvSpPr>
        <p:spPr/>
        <p:txBody>
          <a:bodyPr/>
          <a:lstStyle/>
          <a:p>
            <a:r>
              <a:rPr lang="en-US" dirty="0"/>
              <a:t>Show the training </a:t>
            </a:r>
            <a:r>
              <a:rPr lang="en-US" dirty="0" err="1"/>
              <a:t>nf</a:t>
            </a:r>
            <a:r>
              <a:rPr lang="en-US" dirty="0"/>
              <a:t> rms over all training trajectories</a:t>
            </a:r>
          </a:p>
          <a:p>
            <a:r>
              <a:rPr lang="en-US" dirty="0"/>
              <a:t>What is the best possible range to reach? At least e-7?</a:t>
            </a:r>
          </a:p>
          <a:p>
            <a:r>
              <a:rPr lang="en-US" dirty="0"/>
              <a:t>E-8??</a:t>
            </a:r>
          </a:p>
          <a:p>
            <a:r>
              <a:rPr lang="en-US" dirty="0"/>
              <a:t>Should I increase the window instead?</a:t>
            </a:r>
          </a:p>
          <a:p>
            <a:r>
              <a:rPr lang="en-US" dirty="0"/>
              <a:t>Why move to pole placement augmented states?</a:t>
            </a:r>
            <a:endParaRPr lang="en-NL" dirty="0"/>
          </a:p>
        </p:txBody>
      </p:sp>
    </p:spTree>
    <p:extLst>
      <p:ext uri="{BB962C8B-B14F-4D97-AF65-F5344CB8AC3E}">
        <p14:creationId xmlns:p14="http://schemas.microsoft.com/office/powerpoint/2010/main" val="4243829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95CD9-49F2-1D41-D538-39B6BBF96184}"/>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26EB6EA0-E038-1C26-7DDD-4FCE51616937}"/>
              </a:ext>
            </a:extLst>
          </p:cNvPr>
          <p:cNvSpPr>
            <a:spLocks noGrp="1"/>
          </p:cNvSpPr>
          <p:nvPr>
            <p:ph idx="1"/>
          </p:nvPr>
        </p:nvSpPr>
        <p:spPr/>
        <p:txBody>
          <a:bodyPr/>
          <a:lstStyle/>
          <a:p>
            <a:r>
              <a:rPr lang="en-US" dirty="0"/>
              <a:t>Currently making use of ARX any benefit for using BLA </a:t>
            </a:r>
            <a:r>
              <a:rPr lang="en-US" dirty="0" err="1"/>
              <a:t>init</a:t>
            </a:r>
            <a:r>
              <a:rPr lang="en-US" dirty="0"/>
              <a:t> of the residual?</a:t>
            </a:r>
          </a:p>
          <a:p>
            <a:pPr lvl="1"/>
            <a:r>
              <a:rPr lang="en-US" dirty="0"/>
              <a:t>For the full-black box I’ll use a BLA, cleaner comparison.</a:t>
            </a:r>
            <a:endParaRPr lang="en-NL" dirty="0"/>
          </a:p>
        </p:txBody>
      </p:sp>
    </p:spTree>
    <p:extLst>
      <p:ext uri="{BB962C8B-B14F-4D97-AF65-F5344CB8AC3E}">
        <p14:creationId xmlns:p14="http://schemas.microsoft.com/office/powerpoint/2010/main" val="1951651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CB0A-1D7E-737D-A648-AD469D82372A}"/>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27073498-4824-CB9F-F2B3-0F0E3A0114DA}"/>
              </a:ext>
            </a:extLst>
          </p:cNvPr>
          <p:cNvSpPr>
            <a:spLocks noGrp="1"/>
          </p:cNvSpPr>
          <p:nvPr>
            <p:ph idx="1"/>
          </p:nvPr>
        </p:nvSpPr>
        <p:spPr/>
        <p:txBody>
          <a:bodyPr/>
          <a:lstStyle/>
          <a:p>
            <a:r>
              <a:rPr lang="en-US" dirty="0"/>
              <a:t>Should the augmentation have a direct path to the output; </a:t>
            </a:r>
            <a:r>
              <a:rPr lang="en-US" dirty="0" err="1"/>
              <a:t>h_aug</a:t>
            </a:r>
            <a:r>
              <a:rPr lang="en-US" dirty="0"/>
              <a:t> unequal to 0?</a:t>
            </a:r>
          </a:p>
          <a:p>
            <a:pPr lvl="1"/>
            <a:r>
              <a:rPr lang="en-US" dirty="0"/>
              <a:t>To keep the model better interpretable I prefer to keep </a:t>
            </a:r>
            <a:r>
              <a:rPr lang="en-US" dirty="0" err="1"/>
              <a:t>h_aug</a:t>
            </a:r>
            <a:r>
              <a:rPr lang="en-US" dirty="0"/>
              <a:t> = 0</a:t>
            </a:r>
            <a:endParaRPr lang="en-NL" dirty="0"/>
          </a:p>
        </p:txBody>
      </p:sp>
    </p:spTree>
    <p:extLst>
      <p:ext uri="{BB962C8B-B14F-4D97-AF65-F5344CB8AC3E}">
        <p14:creationId xmlns:p14="http://schemas.microsoft.com/office/powerpoint/2010/main" val="2823781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005C0-EADC-256E-2B54-5B600825F9E8}"/>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84EE8835-F0A9-542A-48F4-28C9DE01C114}"/>
              </a:ext>
            </a:extLst>
          </p:cNvPr>
          <p:cNvSpPr>
            <a:spLocks noGrp="1"/>
          </p:cNvSpPr>
          <p:nvPr>
            <p:ph idx="1"/>
          </p:nvPr>
        </p:nvSpPr>
        <p:spPr/>
        <p:txBody>
          <a:bodyPr/>
          <a:lstStyle/>
          <a:p>
            <a:r>
              <a:rPr lang="en-US" dirty="0" err="1"/>
              <a:t>Kessels</a:t>
            </a:r>
            <a:r>
              <a:rPr lang="en-US" dirty="0"/>
              <a:t> does add C / “extension” routing but else how useful is it? Because…</a:t>
            </a:r>
            <a:endParaRPr lang="en-NL" dirty="0"/>
          </a:p>
        </p:txBody>
      </p:sp>
    </p:spTree>
    <p:extLst>
      <p:ext uri="{BB962C8B-B14F-4D97-AF65-F5344CB8AC3E}">
        <p14:creationId xmlns:p14="http://schemas.microsoft.com/office/powerpoint/2010/main" val="451834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E7D6-758F-0BE8-8B74-CF7536706453}"/>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04400E70-7A88-92CE-A096-23E00F975F0A}"/>
              </a:ext>
            </a:extLst>
          </p:cNvPr>
          <p:cNvSpPr>
            <a:spLocks noGrp="1"/>
          </p:cNvSpPr>
          <p:nvPr>
            <p:ph idx="1"/>
          </p:nvPr>
        </p:nvSpPr>
        <p:spPr/>
        <p:txBody>
          <a:bodyPr/>
          <a:lstStyle/>
          <a:p>
            <a:r>
              <a:rPr lang="en-US" dirty="0"/>
              <a:t>Encoder transient…?</a:t>
            </a:r>
            <a:endParaRPr lang="en-NL" dirty="0"/>
          </a:p>
        </p:txBody>
      </p:sp>
    </p:spTree>
    <p:extLst>
      <p:ext uri="{BB962C8B-B14F-4D97-AF65-F5344CB8AC3E}">
        <p14:creationId xmlns:p14="http://schemas.microsoft.com/office/powerpoint/2010/main" val="385222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8C42-D549-9B1C-4C0C-3BABFF539C23}"/>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6091D91C-04E2-6CAD-7652-D618676D3057}"/>
              </a:ext>
            </a:extLst>
          </p:cNvPr>
          <p:cNvSpPr>
            <a:spLocks noGrp="1"/>
          </p:cNvSpPr>
          <p:nvPr>
            <p:ph idx="1"/>
          </p:nvPr>
        </p:nvSpPr>
        <p:spPr/>
        <p:txBody>
          <a:bodyPr/>
          <a:lstStyle/>
          <a:p>
            <a:r>
              <a:rPr lang="en-US" dirty="0"/>
              <a:t>Make augmented states train in a generalizable systematic approach</a:t>
            </a:r>
          </a:p>
          <a:p>
            <a:pPr lvl="1"/>
            <a:r>
              <a:rPr lang="en-US" dirty="0"/>
              <a:t>After move to orthogonality</a:t>
            </a:r>
          </a:p>
          <a:p>
            <a:r>
              <a:rPr lang="en-US" dirty="0"/>
              <a:t>Update planning</a:t>
            </a:r>
            <a:endParaRPr lang="en-NL" dirty="0"/>
          </a:p>
        </p:txBody>
      </p:sp>
    </p:spTree>
    <p:extLst>
      <p:ext uri="{BB962C8B-B14F-4D97-AF65-F5344CB8AC3E}">
        <p14:creationId xmlns:p14="http://schemas.microsoft.com/office/powerpoint/2010/main" val="4169304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D43C-BB12-21E6-BFC9-B8CE02316A5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82FD55-F637-84B8-84AC-A033EA1750A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D36062-F797-466F-AA81-27736C83CFCF}"/>
              </a:ext>
            </a:extLst>
          </p:cNvPr>
          <p:cNvPicPr>
            <a:picLocks noChangeAspect="1"/>
          </p:cNvPicPr>
          <p:nvPr/>
        </p:nvPicPr>
        <p:blipFill>
          <a:blip r:embed="rId2"/>
          <a:stretch>
            <a:fillRect/>
          </a:stretch>
        </p:blipFill>
        <p:spPr>
          <a:xfrm>
            <a:off x="0" y="0"/>
            <a:ext cx="12192000" cy="6680548"/>
          </a:xfrm>
          <a:prstGeom prst="rect">
            <a:avLst/>
          </a:prstGeom>
        </p:spPr>
      </p:pic>
    </p:spTree>
    <p:extLst>
      <p:ext uri="{BB962C8B-B14F-4D97-AF65-F5344CB8AC3E}">
        <p14:creationId xmlns:p14="http://schemas.microsoft.com/office/powerpoint/2010/main" val="2666102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01FE-CB6C-7BF3-AF3C-12CE38D163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C1562BC-DEE7-E763-340A-8F06C6B1A41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239892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DEDE6-5EEA-A10B-6D13-CBDD71E6FAC6}"/>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F7C204F7-1177-265C-C327-1F8A270D6E94}"/>
              </a:ext>
            </a:extLst>
          </p:cNvPr>
          <p:cNvSpPr>
            <a:spLocks noGrp="1"/>
          </p:cNvSpPr>
          <p:nvPr>
            <p:ph idx="1"/>
          </p:nvPr>
        </p:nvSpPr>
        <p:spPr/>
        <p:txBody>
          <a:bodyPr>
            <a:normAutofit fontScale="25000" lnSpcReduction="20000"/>
          </a:bodyPr>
          <a:lstStyle/>
          <a:p>
            <a:r>
              <a:rPr lang="en-US" dirty="0"/>
              <a:t>Proof Jan’s routing doesn’t work for us</a:t>
            </a:r>
          </a:p>
          <a:p>
            <a:pPr lvl="1"/>
            <a:r>
              <a:rPr lang="en-US" dirty="0"/>
              <a:t>Why? What is causing this</a:t>
            </a:r>
          </a:p>
          <a:p>
            <a:r>
              <a:rPr lang="en-US" dirty="0"/>
              <a:t>Implementation clean</a:t>
            </a:r>
          </a:p>
          <a:p>
            <a:pPr lvl="1"/>
            <a:r>
              <a:rPr lang="en-US" dirty="0"/>
              <a:t>No heuristics</a:t>
            </a:r>
          </a:p>
          <a:p>
            <a:pPr lvl="1"/>
            <a:r>
              <a:rPr lang="en-US" dirty="0"/>
              <a:t>No oracle data</a:t>
            </a:r>
          </a:p>
          <a:p>
            <a:pPr lvl="1"/>
            <a:r>
              <a:rPr lang="en-US" dirty="0"/>
              <a:t>Not only for resonances</a:t>
            </a:r>
          </a:p>
          <a:p>
            <a:pPr lvl="1"/>
            <a:r>
              <a:rPr lang="en-US" dirty="0"/>
              <a:t>Base it of literature</a:t>
            </a:r>
          </a:p>
          <a:p>
            <a:pPr lvl="1"/>
            <a:r>
              <a:rPr lang="en-US" dirty="0"/>
              <a:t>Is the augmentation still nonlinear, or did we make it linear?</a:t>
            </a:r>
          </a:p>
          <a:p>
            <a:r>
              <a:rPr lang="en-US" dirty="0"/>
              <a:t>Full black box: BLA</a:t>
            </a:r>
          </a:p>
          <a:p>
            <a:r>
              <a:rPr lang="en-US" dirty="0"/>
              <a:t>Must I make the error larger between baseline and system like Jan??</a:t>
            </a:r>
          </a:p>
          <a:p>
            <a:pPr lvl="1"/>
            <a:r>
              <a:rPr lang="en-US" dirty="0"/>
              <a:t>Not “enough gradient” now.</a:t>
            </a:r>
          </a:p>
          <a:p>
            <a:pPr lvl="1"/>
            <a:r>
              <a:rPr lang="en-US" dirty="0"/>
              <a:t>But without noise the framework should be able to reach machine precision??</a:t>
            </a:r>
          </a:p>
          <a:p>
            <a:r>
              <a:rPr lang="en-US" dirty="0"/>
              <a:t>Closed-loop error te </a:t>
            </a:r>
            <a:r>
              <a:rPr lang="en-US" dirty="0" err="1"/>
              <a:t>laag</a:t>
            </a:r>
            <a:r>
              <a:rPr lang="en-US" dirty="0"/>
              <a:t>? </a:t>
            </a:r>
            <a:r>
              <a:rPr lang="en-US" dirty="0" err="1"/>
              <a:t>Vergeleken</a:t>
            </a:r>
            <a:r>
              <a:rPr lang="en-US" dirty="0"/>
              <a:t> met open-loop</a:t>
            </a:r>
          </a:p>
          <a:p>
            <a:r>
              <a:rPr lang="en-US" dirty="0" err="1"/>
              <a:t>Iniital</a:t>
            </a:r>
            <a:r>
              <a:rPr lang="en-US" dirty="0"/>
              <a:t> offset </a:t>
            </a:r>
            <a:r>
              <a:rPr lang="en-US" dirty="0" err="1"/>
              <a:t>probleem</a:t>
            </a:r>
            <a:r>
              <a:rPr lang="en-US" dirty="0"/>
              <a:t>??</a:t>
            </a:r>
          </a:p>
          <a:p>
            <a:r>
              <a:rPr lang="en-US" dirty="0"/>
              <a:t>Should I add </a:t>
            </a:r>
            <a:r>
              <a:rPr lang="en-US" dirty="0" err="1"/>
              <a:t>C_r</a:t>
            </a:r>
            <a:r>
              <a:rPr lang="en-US" dirty="0"/>
              <a:t> to the output? I prefer without.</a:t>
            </a:r>
          </a:p>
          <a:p>
            <a:pPr lvl="1"/>
            <a:r>
              <a:rPr lang="en-US" dirty="0"/>
              <a:t>No gradient path without. Show how it now works, same as </a:t>
            </a:r>
            <a:r>
              <a:rPr lang="en-US" dirty="0" err="1"/>
              <a:t>jan.</a:t>
            </a:r>
            <a:endParaRPr lang="en-US" dirty="0"/>
          </a:p>
          <a:p>
            <a:pPr lvl="1"/>
            <a:r>
              <a:rPr lang="en-US" dirty="0"/>
              <a:t>Keeps the model better </a:t>
            </a:r>
            <a:r>
              <a:rPr lang="en-US" dirty="0" err="1"/>
              <a:t>interpreatable</a:t>
            </a:r>
            <a:r>
              <a:rPr lang="en-US" dirty="0"/>
              <a:t>.</a:t>
            </a:r>
          </a:p>
          <a:p>
            <a:r>
              <a:rPr lang="en-US" dirty="0"/>
              <a:t>Explain current closed-loop training</a:t>
            </a:r>
          </a:p>
          <a:p>
            <a:r>
              <a:rPr lang="en-US" dirty="0"/>
              <a:t>Show what needs to be learned in frequency domain</a:t>
            </a:r>
          </a:p>
          <a:p>
            <a:r>
              <a:rPr lang="en-US" dirty="0"/>
              <a:t>Show trajectories learned.</a:t>
            </a:r>
          </a:p>
          <a:p>
            <a:r>
              <a:rPr lang="en-US" dirty="0"/>
              <a:t>Show </a:t>
            </a:r>
            <a:r>
              <a:rPr lang="en-US" dirty="0" err="1"/>
              <a:t>A_aa</a:t>
            </a:r>
            <a:r>
              <a:rPr lang="en-US" dirty="0"/>
              <a:t> + </a:t>
            </a:r>
            <a:r>
              <a:rPr lang="en-US" dirty="0" err="1"/>
              <a:t>B_u</a:t>
            </a:r>
            <a:r>
              <a:rPr lang="en-US" dirty="0"/>
              <a:t> is mostly linear, is this problematic?</a:t>
            </a:r>
          </a:p>
          <a:p>
            <a:r>
              <a:rPr lang="en-US" dirty="0"/>
              <a:t>Paar </a:t>
            </a:r>
            <a:r>
              <a:rPr lang="en-US" dirty="0" err="1"/>
              <a:t>voorstellen</a:t>
            </a:r>
            <a:r>
              <a:rPr lang="en-US" dirty="0"/>
              <a:t> </a:t>
            </a:r>
            <a:r>
              <a:rPr lang="en-US" dirty="0" err="1"/>
              <a:t>zoals</a:t>
            </a:r>
            <a:r>
              <a:rPr lang="en-US" dirty="0"/>
              <a:t> BLA van de </a:t>
            </a:r>
            <a:r>
              <a:rPr lang="en-US" dirty="0" err="1"/>
              <a:t>init</a:t>
            </a:r>
            <a:endParaRPr lang="en-US" dirty="0"/>
          </a:p>
          <a:p>
            <a:pPr lvl="1"/>
            <a:r>
              <a:rPr lang="en-US" dirty="0"/>
              <a:t>Polen laten </a:t>
            </a:r>
            <a:r>
              <a:rPr lang="en-US" dirty="0" err="1"/>
              <a:t>zien</a:t>
            </a:r>
            <a:r>
              <a:rPr lang="en-US" dirty="0"/>
              <a:t> </a:t>
            </a:r>
            <a:r>
              <a:rPr lang="en-US" dirty="0" err="1"/>
              <a:t>en</a:t>
            </a:r>
            <a:r>
              <a:rPr lang="en-US" dirty="0"/>
              <a:t> dan wat we met een BLA </a:t>
            </a:r>
            <a:r>
              <a:rPr lang="en-US" dirty="0" err="1"/>
              <a:t>kunnen</a:t>
            </a:r>
            <a:r>
              <a:rPr lang="en-US" dirty="0"/>
              <a:t> </a:t>
            </a:r>
            <a:r>
              <a:rPr lang="en-US" dirty="0" err="1"/>
              <a:t>krijgen</a:t>
            </a:r>
            <a:r>
              <a:rPr lang="en-US" dirty="0"/>
              <a:t> op stationary data</a:t>
            </a:r>
          </a:p>
          <a:p>
            <a:pPr lvl="1"/>
            <a:r>
              <a:rPr lang="en-US" dirty="0"/>
              <a:t>BLA van de residual?</a:t>
            </a:r>
          </a:p>
          <a:p>
            <a:r>
              <a:rPr lang="en-US" dirty="0"/>
              <a:t>Closed-loop controller </a:t>
            </a:r>
            <a:r>
              <a:rPr lang="en-US" dirty="0" err="1"/>
              <a:t>uitscrhijven</a:t>
            </a:r>
            <a:r>
              <a:rPr lang="en-US" dirty="0"/>
              <a:t> </a:t>
            </a:r>
            <a:r>
              <a:rPr lang="en-US" dirty="0" err="1"/>
              <a:t>toepassing</a:t>
            </a:r>
            <a:endParaRPr lang="en-US" dirty="0"/>
          </a:p>
          <a:p>
            <a:r>
              <a:rPr lang="en-US" dirty="0"/>
              <a:t>Figure achievable oracle and </a:t>
            </a:r>
            <a:r>
              <a:rPr lang="en-US" dirty="0" err="1"/>
              <a:t>init</a:t>
            </a:r>
            <a:r>
              <a:rPr lang="en-US" dirty="0"/>
              <a:t> validation trajectories X1 X2 Y also in logical </a:t>
            </a:r>
            <a:r>
              <a:rPr lang="en-US" dirty="0" err="1"/>
              <a:t>cooridnates</a:t>
            </a:r>
            <a:r>
              <a:rPr lang="en-US" dirty="0"/>
              <a:t>?</a:t>
            </a:r>
          </a:p>
          <a:p>
            <a:r>
              <a:rPr lang="en-US" dirty="0"/>
              <a:t>Een </a:t>
            </a:r>
            <a:r>
              <a:rPr lang="en-US" dirty="0" err="1"/>
              <a:t>opsomming</a:t>
            </a:r>
            <a:r>
              <a:rPr lang="en-US" dirty="0"/>
              <a:t> van </a:t>
            </a:r>
            <a:r>
              <a:rPr lang="en-US" dirty="0" err="1"/>
              <a:t>dingen</a:t>
            </a:r>
            <a:r>
              <a:rPr lang="en-US" dirty="0"/>
              <a:t> die </a:t>
            </a:r>
            <a:r>
              <a:rPr lang="en-US" dirty="0" err="1"/>
              <a:t>niet</a:t>
            </a:r>
            <a:r>
              <a:rPr lang="en-US" dirty="0"/>
              <a:t> </a:t>
            </a:r>
            <a:r>
              <a:rPr lang="en-US" dirty="0" err="1"/>
              <a:t>werkten</a:t>
            </a:r>
            <a:r>
              <a:rPr lang="en-US" dirty="0"/>
              <a:t>? Offset </a:t>
            </a:r>
            <a:r>
              <a:rPr lang="en-US" dirty="0" err="1"/>
              <a:t>benomen</a:t>
            </a:r>
            <a:r>
              <a:rPr lang="en-US" dirty="0"/>
              <a:t>? </a:t>
            </a:r>
            <a:r>
              <a:rPr lang="en-US" dirty="0" err="1"/>
              <a:t>Laatste</a:t>
            </a:r>
            <a:r>
              <a:rPr lang="en-US" dirty="0"/>
              <a:t> meeting slides </a:t>
            </a:r>
            <a:r>
              <a:rPr lang="en-US" dirty="0" err="1"/>
              <a:t>kijken</a:t>
            </a:r>
            <a:r>
              <a:rPr lang="en-US" dirty="0"/>
              <a:t> </a:t>
            </a:r>
            <a:r>
              <a:rPr lang="en-US" dirty="0" err="1"/>
              <a:t>jan</a:t>
            </a:r>
            <a:r>
              <a:rPr lang="en-US" dirty="0"/>
              <a:t> </a:t>
            </a:r>
            <a:r>
              <a:rPr lang="en-US" dirty="0" err="1"/>
              <a:t>en</a:t>
            </a:r>
            <a:r>
              <a:rPr lang="en-US" dirty="0"/>
              <a:t> </a:t>
            </a:r>
            <a:r>
              <a:rPr lang="en-US" dirty="0" err="1"/>
              <a:t>maarten</a:t>
            </a:r>
            <a:endParaRPr lang="en-US" dirty="0"/>
          </a:p>
          <a:p>
            <a:r>
              <a:rPr lang="en-US" dirty="0" err="1"/>
              <a:t>Kijken</a:t>
            </a:r>
            <a:r>
              <a:rPr lang="en-US" dirty="0"/>
              <a:t> </a:t>
            </a:r>
            <a:r>
              <a:rPr lang="en-US" dirty="0" err="1"/>
              <a:t>figuur</a:t>
            </a:r>
            <a:r>
              <a:rPr lang="en-US" dirty="0"/>
              <a:t> </a:t>
            </a:r>
            <a:r>
              <a:rPr lang="en-US" dirty="0" err="1"/>
              <a:t>niet</a:t>
            </a:r>
            <a:r>
              <a:rPr lang="en-US" dirty="0"/>
              <a:t> </a:t>
            </a:r>
            <a:r>
              <a:rPr lang="en-US" dirty="0" err="1"/>
              <a:t>gebruikt</a:t>
            </a:r>
            <a:r>
              <a:rPr lang="en-US" dirty="0"/>
              <a:t> </a:t>
            </a:r>
            <a:r>
              <a:rPr lang="en-US" dirty="0" err="1"/>
              <a:t>asmpt</a:t>
            </a:r>
            <a:r>
              <a:rPr lang="en-US" dirty="0"/>
              <a:t>, </a:t>
            </a:r>
            <a:r>
              <a:rPr lang="en-US" dirty="0" err="1"/>
              <a:t>verbetering</a:t>
            </a:r>
            <a:r>
              <a:rPr lang="en-US" dirty="0"/>
              <a:t> </a:t>
            </a:r>
            <a:r>
              <a:rPr lang="en-US" dirty="0" err="1"/>
              <a:t>vooral</a:t>
            </a:r>
            <a:r>
              <a:rPr lang="en-US" dirty="0"/>
              <a:t> in resonance region voor de rest </a:t>
            </a:r>
            <a:r>
              <a:rPr lang="en-US" dirty="0" err="1"/>
              <a:t>correctie</a:t>
            </a:r>
            <a:r>
              <a:rPr lang="en-US" dirty="0"/>
              <a:t> </a:t>
            </a:r>
            <a:r>
              <a:rPr lang="en-US" dirty="0" err="1"/>
              <a:t>alleen</a:t>
            </a:r>
            <a:r>
              <a:rPr lang="en-US" dirty="0"/>
              <a:t> </a:t>
            </a:r>
            <a:r>
              <a:rPr lang="en-US" dirty="0" err="1"/>
              <a:t>slechter</a:t>
            </a:r>
            <a:r>
              <a:rPr lang="en-US" dirty="0"/>
              <a:t>??</a:t>
            </a:r>
          </a:p>
          <a:p>
            <a:r>
              <a:rPr lang="en-US" dirty="0" err="1"/>
              <a:t>Kijken</a:t>
            </a:r>
            <a:r>
              <a:rPr lang="en-US" dirty="0"/>
              <a:t> meeting slides wat </a:t>
            </a:r>
            <a:r>
              <a:rPr lang="en-US" dirty="0" err="1"/>
              <a:t>ik</a:t>
            </a:r>
            <a:r>
              <a:rPr lang="en-US" dirty="0"/>
              <a:t> </a:t>
            </a:r>
            <a:r>
              <a:rPr lang="en-US" dirty="0" err="1"/>
              <a:t>wilde</a:t>
            </a:r>
            <a:r>
              <a:rPr lang="en-US" dirty="0"/>
              <a:t> laten </a:t>
            </a:r>
            <a:r>
              <a:rPr lang="en-US" dirty="0" err="1"/>
              <a:t>zien</a:t>
            </a:r>
            <a:r>
              <a:rPr lang="en-US" dirty="0"/>
              <a:t> </a:t>
            </a:r>
            <a:r>
              <a:rPr lang="en-US" dirty="0" err="1"/>
              <a:t>aan</a:t>
            </a:r>
            <a:r>
              <a:rPr lang="en-US" dirty="0"/>
              <a:t> </a:t>
            </a:r>
            <a:r>
              <a:rPr lang="en-US" dirty="0" err="1"/>
              <a:t>asmpt</a:t>
            </a:r>
            <a:endParaRPr lang="en-US" dirty="0"/>
          </a:p>
          <a:p>
            <a:r>
              <a:rPr lang="en-US" dirty="0"/>
              <a:t>Mention yesterday extension to 25 </a:t>
            </a:r>
            <a:r>
              <a:rPr lang="en-US" dirty="0" err="1"/>
              <a:t>oktober</a:t>
            </a:r>
            <a:r>
              <a:rPr lang="en-US" dirty="0"/>
              <a:t> </a:t>
            </a:r>
            <a:r>
              <a:rPr lang="en-US" dirty="0">
                <a:sym typeface="Wingdings" panose="05000000000000000000" pitchFamily="2" charset="2"/>
              </a:rPr>
              <a:t> need to update planning</a:t>
            </a:r>
          </a:p>
          <a:p>
            <a:r>
              <a:rPr lang="en-US" dirty="0">
                <a:sym typeface="Wingdings" panose="05000000000000000000" pitchFamily="2" charset="2"/>
              </a:rPr>
              <a:t>Increase training window length?</a:t>
            </a:r>
          </a:p>
          <a:p>
            <a:r>
              <a:rPr lang="en-US" dirty="0">
                <a:sym typeface="Wingdings" panose="05000000000000000000" pitchFamily="2" charset="2"/>
              </a:rPr>
              <a:t>Controller effort for </a:t>
            </a:r>
            <a:r>
              <a:rPr lang="en-US" dirty="0" err="1">
                <a:sym typeface="Wingdings" panose="05000000000000000000" pitchFamily="2" charset="2"/>
              </a:rPr>
              <a:t>los</a:t>
            </a:r>
            <a:endParaRPr lang="en-US" dirty="0">
              <a:sym typeface="Wingdings" panose="05000000000000000000" pitchFamily="2" charset="2"/>
            </a:endParaRPr>
          </a:p>
          <a:p>
            <a:r>
              <a:rPr lang="en-US" dirty="0">
                <a:sym typeface="Wingdings" panose="05000000000000000000" pitchFamily="2" charset="2"/>
              </a:rPr>
              <a:t>Transient problem</a:t>
            </a:r>
          </a:p>
          <a:p>
            <a:r>
              <a:rPr lang="en-US" dirty="0">
                <a:sym typeface="Wingdings" panose="05000000000000000000" pitchFamily="2" charset="2"/>
              </a:rPr>
              <a:t>Discuss how gradient for augmented </a:t>
            </a:r>
            <a:r>
              <a:rPr lang="en-US" dirty="0" err="1">
                <a:sym typeface="Wingdings" panose="05000000000000000000" pitchFamily="2" charset="2"/>
              </a:rPr>
              <a:t>steas</a:t>
            </a:r>
            <a:r>
              <a:rPr lang="en-US" dirty="0">
                <a:sym typeface="Wingdings" panose="05000000000000000000" pitchFamily="2" charset="2"/>
              </a:rPr>
              <a:t> reaches, is this </a:t>
            </a:r>
            <a:r>
              <a:rPr lang="en-US" dirty="0" err="1">
                <a:sym typeface="Wingdings" panose="05000000000000000000" pitchFamily="2" charset="2"/>
              </a:rPr>
              <a:t>problematic?y</a:t>
            </a:r>
            <a:endParaRPr lang="en-US" dirty="0"/>
          </a:p>
        </p:txBody>
      </p:sp>
      <p:sp>
        <p:nvSpPr>
          <p:cNvPr id="5" name="TextBox 4">
            <a:extLst>
              <a:ext uri="{FF2B5EF4-FFF2-40B4-BE49-F238E27FC236}">
                <a16:creationId xmlns:a16="http://schemas.microsoft.com/office/drawing/2014/main" id="{E216163B-DF3E-E8E7-A14F-BBE5A8210ABD}"/>
              </a:ext>
            </a:extLst>
          </p:cNvPr>
          <p:cNvSpPr txBox="1"/>
          <p:nvPr/>
        </p:nvSpPr>
        <p:spPr>
          <a:xfrm>
            <a:off x="12435840" y="1951672"/>
            <a:ext cx="6096000" cy="1477328"/>
          </a:xfrm>
          <a:prstGeom prst="rect">
            <a:avLst/>
          </a:prstGeom>
          <a:noFill/>
        </p:spPr>
        <p:txBody>
          <a:bodyPr wrap="square">
            <a:spAutoFit/>
          </a:bodyPr>
          <a:lstStyle/>
          <a:p>
            <a:r>
              <a:rPr lang="en-NL" dirty="0"/>
              <a:t>I think from the working results and the failures its quite clear which makes those models learn. What is  that. and how do we make this BLA of the residual version work? should it be of the residual, </a:t>
            </a:r>
            <a:r>
              <a:rPr lang="en-NL" dirty="0" err="1"/>
              <a:t>i</a:t>
            </a:r>
            <a:r>
              <a:rPr lang="en-NL" dirty="0"/>
              <a:t> would say  so. or do we not do of the residual but remove the poles that we already have?</a:t>
            </a:r>
          </a:p>
        </p:txBody>
      </p:sp>
      <p:pic>
        <p:nvPicPr>
          <p:cNvPr id="6" name="Picture 5">
            <a:extLst>
              <a:ext uri="{FF2B5EF4-FFF2-40B4-BE49-F238E27FC236}">
                <a16:creationId xmlns:a16="http://schemas.microsoft.com/office/drawing/2014/main" id="{0C5FDCFD-A1E2-7441-5DED-15FED213205C}"/>
              </a:ext>
            </a:extLst>
          </p:cNvPr>
          <p:cNvPicPr>
            <a:picLocks noChangeAspect="1"/>
          </p:cNvPicPr>
          <p:nvPr/>
        </p:nvPicPr>
        <p:blipFill>
          <a:blip r:embed="rId3"/>
          <a:stretch>
            <a:fillRect/>
          </a:stretch>
        </p:blipFill>
        <p:spPr>
          <a:xfrm>
            <a:off x="12435840" y="4499423"/>
            <a:ext cx="4694327" cy="4320914"/>
          </a:xfrm>
          <a:prstGeom prst="rect">
            <a:avLst/>
          </a:prstGeom>
        </p:spPr>
      </p:pic>
      <p:sp>
        <p:nvSpPr>
          <p:cNvPr id="8" name="TextBox 7">
            <a:extLst>
              <a:ext uri="{FF2B5EF4-FFF2-40B4-BE49-F238E27FC236}">
                <a16:creationId xmlns:a16="http://schemas.microsoft.com/office/drawing/2014/main" id="{070DEE81-2083-0B07-3F15-B03964E29D96}"/>
              </a:ext>
            </a:extLst>
          </p:cNvPr>
          <p:cNvSpPr txBox="1"/>
          <p:nvPr/>
        </p:nvSpPr>
        <p:spPr>
          <a:xfrm>
            <a:off x="1301262" y="7066011"/>
            <a:ext cx="9261230" cy="1754326"/>
          </a:xfrm>
          <a:prstGeom prst="rect">
            <a:avLst/>
          </a:prstGeom>
          <a:noFill/>
        </p:spPr>
        <p:txBody>
          <a:bodyPr wrap="square">
            <a:spAutoFit/>
          </a:bodyPr>
          <a:lstStyle/>
          <a:p>
            <a:r>
              <a:rPr lang="en-NL" dirty="0"/>
              <a:t>So the adjoint dies in one or two samples, and the loss can only report on what the states do immediately. There is no gradient component that says "a resonance 76 samples long would help", because the model currently has no resonance for the loss to be sensitive to. You cannot get gradient information about a mode you do not yet have. That is the mechanism, and it is why raw gradient magnitude is a red herring: Adam largely rescales magnitude away, but it cannot manufacture information that is not in the gradient.</a:t>
            </a:r>
          </a:p>
        </p:txBody>
      </p:sp>
    </p:spTree>
    <p:extLst>
      <p:ext uri="{BB962C8B-B14F-4D97-AF65-F5344CB8AC3E}">
        <p14:creationId xmlns:p14="http://schemas.microsoft.com/office/powerpoint/2010/main" val="906361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6837C-FE24-472C-AF04-84E5348589B4}"/>
              </a:ext>
            </a:extLst>
          </p:cNvPr>
          <p:cNvSpPr>
            <a:spLocks noGrp="1"/>
          </p:cNvSpPr>
          <p:nvPr>
            <p:ph type="title"/>
          </p:nvPr>
        </p:nvSpPr>
        <p:spPr/>
        <p:txBody>
          <a:bodyPr/>
          <a:lstStyle/>
          <a:p>
            <a:r>
              <a:rPr lang="en-US" dirty="0"/>
              <a:t>Outline training problems augmented states</a:t>
            </a:r>
            <a:endParaRPr lang="en-NL" dirty="0"/>
          </a:p>
        </p:txBody>
      </p:sp>
      <p:graphicFrame>
        <p:nvGraphicFramePr>
          <p:cNvPr id="4" name="Content Placeholder 3">
            <a:extLst>
              <a:ext uri="{FF2B5EF4-FFF2-40B4-BE49-F238E27FC236}">
                <a16:creationId xmlns:a16="http://schemas.microsoft.com/office/drawing/2014/main" id="{305C5351-F282-72B9-AD75-058B6E4B3F21}"/>
              </a:ext>
            </a:extLst>
          </p:cNvPr>
          <p:cNvGraphicFramePr>
            <a:graphicFrameLocks noGrp="1"/>
          </p:cNvGraphicFramePr>
          <p:nvPr>
            <p:ph idx="1"/>
          </p:nvPr>
        </p:nvGraphicFramePr>
        <p:xfrm>
          <a:off x="4765138" y="1362772"/>
          <a:ext cx="2661723" cy="5277044"/>
        </p:xfrm>
        <a:graphic>
          <a:graphicData uri="http://schemas.openxmlformats.org/drawingml/2006/table">
            <a:tbl>
              <a:tblPr>
                <a:tableStyleId>{5C22544A-7EE6-4342-B048-85BDC9FD1C3A}</a:tableStyleId>
              </a:tblPr>
              <a:tblGrid>
                <a:gridCol w="887241">
                  <a:extLst>
                    <a:ext uri="{9D8B030D-6E8A-4147-A177-3AD203B41FA5}">
                      <a16:colId xmlns:a16="http://schemas.microsoft.com/office/drawing/2014/main" val="1428343453"/>
                    </a:ext>
                  </a:extLst>
                </a:gridCol>
                <a:gridCol w="887241">
                  <a:extLst>
                    <a:ext uri="{9D8B030D-6E8A-4147-A177-3AD203B41FA5}">
                      <a16:colId xmlns:a16="http://schemas.microsoft.com/office/drawing/2014/main" val="3456378755"/>
                    </a:ext>
                  </a:extLst>
                </a:gridCol>
                <a:gridCol w="887241">
                  <a:extLst>
                    <a:ext uri="{9D8B030D-6E8A-4147-A177-3AD203B41FA5}">
                      <a16:colId xmlns:a16="http://schemas.microsoft.com/office/drawing/2014/main" val="1955504109"/>
                    </a:ext>
                  </a:extLst>
                </a:gridCol>
              </a:tblGrid>
              <a:tr h="92582">
                <a:tc>
                  <a:txBody>
                    <a:bodyPr/>
                    <a:lstStyle/>
                    <a:p>
                      <a:pPr>
                        <a:buNone/>
                      </a:pPr>
                      <a:r>
                        <a:rPr lang="en-NL" sz="500"/>
                        <a:t>Problem</a:t>
                      </a:r>
                    </a:p>
                  </a:txBody>
                  <a:tcPr marL="23145" marR="23145" marT="11573" marB="11573" anchor="ctr"/>
                </a:tc>
                <a:tc>
                  <a:txBody>
                    <a:bodyPr/>
                    <a:lstStyle/>
                    <a:p>
                      <a:pPr>
                        <a:buNone/>
                      </a:pPr>
                      <a:r>
                        <a:rPr lang="en-NL" sz="500"/>
                        <a:t>What happens</a:t>
                      </a:r>
                    </a:p>
                  </a:txBody>
                  <a:tcPr marL="23145" marR="23145" marT="11573" marB="11573" anchor="ctr"/>
                </a:tc>
                <a:tc>
                  <a:txBody>
                    <a:bodyPr/>
                    <a:lstStyle/>
                    <a:p>
                      <a:pPr>
                        <a:buNone/>
                      </a:pPr>
                      <a:r>
                        <a:rPr lang="en-NL" sz="500"/>
                        <a:t>Evidence</a:t>
                      </a:r>
                    </a:p>
                  </a:txBody>
                  <a:tcPr marL="23145" marR="23145" marT="11573" marB="11573" anchor="ctr"/>
                </a:tc>
                <a:extLst>
                  <a:ext uri="{0D108BD9-81ED-4DB2-BD59-A6C34878D82A}">
                    <a16:rowId xmlns:a16="http://schemas.microsoft.com/office/drawing/2014/main" val="166705963"/>
                  </a:ext>
                </a:extLst>
              </a:tr>
              <a:tr h="439763">
                <a:tc>
                  <a:txBody>
                    <a:bodyPr/>
                    <a:lstStyle/>
                    <a:p>
                      <a:pPr>
                        <a:buNone/>
                      </a:pPr>
                      <a:r>
                        <a:rPr lang="en-NL" sz="500"/>
                        <a:t>Zero-output initialization delays the gradient</a:t>
                      </a:r>
                    </a:p>
                  </a:txBody>
                  <a:tcPr marL="23145" marR="23145" marT="11573" marB="11573" anchor="ctr"/>
                </a:tc>
                <a:tc>
                  <a:txBody>
                    <a:bodyPr/>
                    <a:lstStyle/>
                    <a:p>
                      <a:pPr>
                        <a:buNone/>
                      </a:pPr>
                      <a:r>
                        <a:rPr lang="en-NL" sz="500"/>
                        <a:t>On the first backward pass, only the zero final/readout layer receives gradient. The augmented writer, \(A_a\), \(B_a\), and encoder rows can initially receive exactly zero gradient.</a:t>
                      </a:r>
                    </a:p>
                  </a:txBody>
                  <a:tcPr marL="23145" marR="23145" marT="11573" marB="11573" anchor="ctr"/>
                </a:tc>
                <a:tc>
                  <a:txBody>
                    <a:bodyPr/>
                    <a:lstStyle/>
                    <a:p>
                      <a:pPr>
                        <a:buNone/>
                      </a:pPr>
                      <a:r>
                        <a:rPr lang="en-NL" sz="500"/>
                        <a:t>Measured delayed-gradient sequence.</a:t>
                      </a:r>
                    </a:p>
                  </a:txBody>
                  <a:tcPr marL="23145" marR="23145" marT="11573" marB="11573" anchor="ctr"/>
                </a:tc>
                <a:extLst>
                  <a:ext uri="{0D108BD9-81ED-4DB2-BD59-A6C34878D82A}">
                    <a16:rowId xmlns:a16="http://schemas.microsoft.com/office/drawing/2014/main" val="30239791"/>
                  </a:ext>
                </a:extLst>
              </a:tr>
              <a:tr h="300890">
                <a:tc>
                  <a:txBody>
                    <a:bodyPr/>
                    <a:lstStyle/>
                    <a:p>
                      <a:pPr>
                        <a:buNone/>
                      </a:pPr>
                      <a:r>
                        <a:rPr lang="en-NL" sz="500"/>
                        <a:t>Jan-style all-zero augmented writer has an extremely weak bootstrap</a:t>
                      </a:r>
                    </a:p>
                  </a:txBody>
                  <a:tcPr marL="23145" marR="23145" marT="11573" marB="11573" anchor="ctr"/>
                </a:tc>
                <a:tc>
                  <a:txBody>
                    <a:bodyPr/>
                    <a:lstStyle/>
                    <a:p>
                      <a:pPr>
                        <a:buNone/>
                      </a:pPr>
                      <a:r>
                        <a:rPr lang="en-NL" sz="500"/>
                        <a:t>It is not mathematically permanently dead, but the delayed augmented gradient was only about \(1.34\times10^{-10}\).</a:t>
                      </a:r>
                    </a:p>
                  </a:txBody>
                  <a:tcPr marL="23145" marR="23145" marT="11573" marB="11573" anchor="ctr"/>
                </a:tc>
                <a:tc>
                  <a:txBody>
                    <a:bodyPr/>
                    <a:lstStyle/>
                    <a:p>
                      <a:pPr>
                        <a:buNone/>
                      </a:pPr>
                      <a:r>
                        <a:rPr lang="en-NL" sz="500"/>
                        <a:t>Measured two-step audit.</a:t>
                      </a:r>
                    </a:p>
                  </a:txBody>
                  <a:tcPr marL="23145" marR="23145" marT="11573" marB="11573" anchor="ctr"/>
                </a:tc>
                <a:extLst>
                  <a:ext uri="{0D108BD9-81ED-4DB2-BD59-A6C34878D82A}">
                    <a16:rowId xmlns:a16="http://schemas.microsoft.com/office/drawing/2014/main" val="984854067"/>
                  </a:ext>
                </a:extLst>
              </a:tr>
              <a:tr h="231454">
                <a:tc>
                  <a:txBody>
                    <a:bodyPr/>
                    <a:lstStyle/>
                    <a:p>
                      <a:pPr>
                        <a:buNone/>
                      </a:pPr>
                      <a:r>
                        <a:rPr lang="en-NL" sz="500"/>
                        <a:t>No direct drive \(B_a\) in the LRU construction</a:t>
                      </a:r>
                    </a:p>
                  </a:txBody>
                  <a:tcPr marL="23145" marR="23145" marT="11573" marB="11573" anchor="ctr"/>
                </a:tc>
                <a:tc>
                  <a:txBody>
                    <a:bodyPr/>
                    <a:lstStyle/>
                    <a:p>
                      <a:pPr>
                        <a:buNone/>
                      </a:pPr>
                      <a:r>
                        <a:rPr lang="en-NL" sz="500"/>
                        <a:t>The recurrence exists, but the input cannot reliably excite it.</a:t>
                      </a:r>
                    </a:p>
                  </a:txBody>
                  <a:tcPr marL="23145" marR="23145" marT="11573" marB="11573" anchor="ctr"/>
                </a:tc>
                <a:tc>
                  <a:txBody>
                    <a:bodyPr/>
                    <a:lstStyle/>
                    <a:p>
                      <a:pPr>
                        <a:buNone/>
                      </a:pPr>
                      <a:r>
                        <a:rPr lang="en-NL" sz="500"/>
                        <a:t>F2: \(1.340\times10^{-6}\), far above the successful \(3.79\times10^{-7}\).</a:t>
                      </a:r>
                    </a:p>
                  </a:txBody>
                  <a:tcPr marL="23145" marR="23145" marT="11573" marB="11573" anchor="ctr"/>
                </a:tc>
                <a:extLst>
                  <a:ext uri="{0D108BD9-81ED-4DB2-BD59-A6C34878D82A}">
                    <a16:rowId xmlns:a16="http://schemas.microsoft.com/office/drawing/2014/main" val="1885680791"/>
                  </a:ext>
                </a:extLst>
              </a:tr>
              <a:tr h="231454">
                <a:tc>
                  <a:txBody>
                    <a:bodyPr/>
                    <a:lstStyle/>
                    <a:p>
                      <a:pPr>
                        <a:buNone/>
                      </a:pPr>
                      <a:r>
                        <a:rPr lang="en-NL" sz="500"/>
                        <a:t>No useful recurrence/memory basis</a:t>
                      </a:r>
                    </a:p>
                  </a:txBody>
                  <a:tcPr marL="23145" marR="23145" marT="11573" marB="11573" anchor="ctr"/>
                </a:tc>
                <a:tc>
                  <a:txBody>
                    <a:bodyPr/>
                    <a:lstStyle/>
                    <a:p>
                      <a:pPr>
                        <a:buNone/>
                      </a:pPr>
                      <a:r>
                        <a:rPr lang="en-NL" sz="500"/>
                        <a:t>An ANN-written latent state without the installed LRU did not reproduce the successful result.</a:t>
                      </a:r>
                    </a:p>
                  </a:txBody>
                  <a:tcPr marL="23145" marR="23145" marT="11573" marB="11573" anchor="ctr"/>
                </a:tc>
                <a:tc>
                  <a:txBody>
                    <a:bodyPr/>
                    <a:lstStyle/>
                    <a:p>
                      <a:pPr>
                        <a:buNone/>
                      </a:pPr>
                      <a:r>
                        <a:rPr lang="en-NL" sz="500"/>
                        <a:t>F1: \(1.398\times10^{-6}\).</a:t>
                      </a:r>
                    </a:p>
                  </a:txBody>
                  <a:tcPr marL="23145" marR="23145" marT="11573" marB="11573" anchor="ctr"/>
                </a:tc>
                <a:extLst>
                  <a:ext uri="{0D108BD9-81ED-4DB2-BD59-A6C34878D82A}">
                    <a16:rowId xmlns:a16="http://schemas.microsoft.com/office/drawing/2014/main" val="3905307739"/>
                  </a:ext>
                </a:extLst>
              </a:tr>
              <a:tr h="231454">
                <a:tc>
                  <a:txBody>
                    <a:bodyPr/>
                    <a:lstStyle/>
                    <a:p>
                      <a:pPr>
                        <a:buNone/>
                      </a:pPr>
                      <a:r>
                        <a:rPr lang="en-NL" sz="500"/>
                        <a:t>Wrong frequency support</a:t>
                      </a:r>
                    </a:p>
                  </a:txBody>
                  <a:tcPr marL="23145" marR="23145" marT="11573" marB="11573" anchor="ctr"/>
                </a:tc>
                <a:tc>
                  <a:txBody>
                    <a:bodyPr/>
                    <a:lstStyle/>
                    <a:p>
                      <a:pPr>
                        <a:buNone/>
                      </a:pPr>
                      <a:r>
                        <a:rPr lang="en-NL" sz="500" dirty="0"/>
                        <a:t>States can be nonzero and receive gradients while representing the wrong dynamics.</a:t>
                      </a:r>
                    </a:p>
                  </a:txBody>
                  <a:tcPr marL="23145" marR="23145" marT="11573" marB="11573" anchor="ctr"/>
                </a:tc>
                <a:tc>
                  <a:txBody>
                    <a:bodyPr/>
                    <a:lstStyle/>
                    <a:p>
                      <a:pPr>
                        <a:buNone/>
                      </a:pPr>
                      <a:r>
                        <a:rPr lang="en-NL" sz="500"/>
                        <a:t>F4a/F4c: approximately \(1.39\times10^{-6}\).</a:t>
                      </a:r>
                    </a:p>
                  </a:txBody>
                  <a:tcPr marL="23145" marR="23145" marT="11573" marB="11573" anchor="ctr"/>
                </a:tc>
                <a:extLst>
                  <a:ext uri="{0D108BD9-81ED-4DB2-BD59-A6C34878D82A}">
                    <a16:rowId xmlns:a16="http://schemas.microsoft.com/office/drawing/2014/main" val="1182272791"/>
                  </a:ext>
                </a:extLst>
              </a:tr>
              <a:tr h="231454">
                <a:tc>
                  <a:txBody>
                    <a:bodyPr/>
                    <a:lstStyle/>
                    <a:p>
                      <a:pPr>
                        <a:buNone/>
                      </a:pPr>
                      <a:r>
                        <a:rPr lang="en-NL" sz="500"/>
                        <a:t>Arbitrary memory/radius support</a:t>
                      </a:r>
                    </a:p>
                  </a:txBody>
                  <a:tcPr marL="23145" marR="23145" marT="11573" marB="11573" anchor="ctr"/>
                </a:tc>
                <a:tc>
                  <a:txBody>
                    <a:bodyPr/>
                    <a:lstStyle/>
                    <a:p>
                      <a:pPr>
                        <a:buNone/>
                      </a:pPr>
                      <a:r>
                        <a:rPr lang="en-NL" sz="500"/>
                        <a:t>Broad random memory is not enough; its time constants must be relevant.</a:t>
                      </a:r>
                    </a:p>
                  </a:txBody>
                  <a:tcPr marL="23145" marR="23145" marT="11573" marB="11573" anchor="ctr"/>
                </a:tc>
                <a:tc>
                  <a:txBody>
                    <a:bodyPr/>
                    <a:lstStyle/>
                    <a:p>
                      <a:pPr>
                        <a:buNone/>
                      </a:pPr>
                      <a:r>
                        <a:rPr lang="en-NL" sz="500"/>
                        <a:t>F4b: \(1.253\times10^{-6}\).</a:t>
                      </a:r>
                    </a:p>
                  </a:txBody>
                  <a:tcPr marL="23145" marR="23145" marT="11573" marB="11573" anchor="ctr"/>
                </a:tc>
                <a:extLst>
                  <a:ext uri="{0D108BD9-81ED-4DB2-BD59-A6C34878D82A}">
                    <a16:rowId xmlns:a16="http://schemas.microsoft.com/office/drawing/2014/main" val="1105984963"/>
                  </a:ext>
                </a:extLst>
              </a:tr>
              <a:tr h="300890">
                <a:tc>
                  <a:txBody>
                    <a:bodyPr/>
                    <a:lstStyle/>
                    <a:p>
                      <a:pPr>
                        <a:buNone/>
                      </a:pPr>
                      <a:r>
                        <a:rPr lang="en-NL" sz="500"/>
                        <a:t>Only one accurate pole pair</a:t>
                      </a:r>
                    </a:p>
                  </a:txBody>
                  <a:tcPr marL="23145" marR="23145" marT="11573" marB="11573" anchor="ctr"/>
                </a:tc>
                <a:tc>
                  <a:txBody>
                    <a:bodyPr/>
                    <a:lstStyle/>
                    <a:p>
                      <a:pPr>
                        <a:buNone/>
                      </a:pPr>
                      <a:r>
                        <a:rPr lang="en-NL" sz="500"/>
                        <a:t>The 157.9 Hz pair was estimated accurately, but the two-state model plateaued around \(1.2\times10^{-6}\).</a:t>
                      </a:r>
                    </a:p>
                  </a:txBody>
                  <a:tcPr marL="23145" marR="23145" marT="11573" marB="11573" anchor="ctr"/>
                </a:tc>
                <a:tc>
                  <a:txBody>
                    <a:bodyPr/>
                    <a:lstStyle/>
                    <a:p>
                      <a:pPr>
                        <a:buNone/>
                      </a:pPr>
                      <a:r>
                        <a:rPr lang="en-NL" sz="500"/>
                        <a:t>ARX and residual-BLA agree to five digits but obtain the same plateau.</a:t>
                      </a:r>
                    </a:p>
                  </a:txBody>
                  <a:tcPr marL="23145" marR="23145" marT="11573" marB="11573" anchor="ctr"/>
                </a:tc>
                <a:extLst>
                  <a:ext uri="{0D108BD9-81ED-4DB2-BD59-A6C34878D82A}">
                    <a16:rowId xmlns:a16="http://schemas.microsoft.com/office/drawing/2014/main" val="3729868397"/>
                  </a:ext>
                </a:extLst>
              </a:tr>
              <a:tr h="439763">
                <a:tc>
                  <a:txBody>
                    <a:bodyPr/>
                    <a:lstStyle/>
                    <a:p>
                      <a:pPr>
                        <a:buNone/>
                      </a:pPr>
                      <a:r>
                        <a:rPr lang="en-NL" sz="500"/>
                        <a:t>Pole-only BLA initialization</a:t>
                      </a:r>
                    </a:p>
                  </a:txBody>
                  <a:tcPr marL="23145" marR="23145" marT="11573" marB="11573" anchor="ctr"/>
                </a:tc>
                <a:tc>
                  <a:txBody>
                    <a:bodyPr/>
                    <a:lstStyle/>
                    <a:p>
                      <a:pPr>
                        <a:buNone/>
                      </a:pPr>
                      <a:r>
                        <a:rPr lang="en-NL" sz="500"/>
                        <a:t>Only \(A_r\) was identified. \(B_a\) was random/scaled and the physical correction readout started at zero, so the initialized input-output correction was identically zero.</a:t>
                      </a:r>
                    </a:p>
                  </a:txBody>
                  <a:tcPr marL="23145" marR="23145" marT="11573" marB="11573" anchor="ctr"/>
                </a:tc>
                <a:tc>
                  <a:txBody>
                    <a:bodyPr/>
                    <a:lstStyle/>
                    <a:p>
                      <a:pPr>
                        <a:buNone/>
                      </a:pPr>
                      <a:r>
                        <a:rPr lang="en-NL" sz="500"/>
                        <a:t>Explicitly admitted in BLA results.</a:t>
                      </a:r>
                    </a:p>
                  </a:txBody>
                  <a:tcPr marL="23145" marR="23145" marT="11573" marB="11573" anchor="ctr"/>
                </a:tc>
                <a:extLst>
                  <a:ext uri="{0D108BD9-81ED-4DB2-BD59-A6C34878D82A}">
                    <a16:rowId xmlns:a16="http://schemas.microsoft.com/office/drawing/2014/main" val="3009298801"/>
                  </a:ext>
                </a:extLst>
              </a:tr>
              <a:tr h="300890">
                <a:tc>
                  <a:txBody>
                    <a:bodyPr/>
                    <a:lstStyle/>
                    <a:p>
                      <a:pPr>
                        <a:buNone/>
                      </a:pPr>
                      <a:r>
                        <a:rPr lang="en-NL" sz="500"/>
                        <a:t>Random augmented encoder rows</a:t>
                      </a:r>
                    </a:p>
                  </a:txBody>
                  <a:tcPr marL="23145" marR="23145" marT="11573" marB="11573" anchor="ctr"/>
                </a:tc>
                <a:tc>
                  <a:txBody>
                    <a:bodyPr/>
                    <a:lstStyle/>
                    <a:p>
                      <a:pPr>
                        <a:buNone/>
                      </a:pPr>
                      <a:r>
                        <a:rPr lang="en-NL" sz="500"/>
                        <a:t>Random \(W^a\) made performance worse than zero/frozen augmented encoder rows.</a:t>
                      </a:r>
                    </a:p>
                  </a:txBody>
                  <a:tcPr marL="23145" marR="23145" marT="11573" marB="11573" anchor="ctr"/>
                </a:tc>
                <a:tc>
                  <a:txBody>
                    <a:bodyPr/>
                    <a:lstStyle/>
                    <a:p>
                      <a:pPr>
                        <a:buNone/>
                      </a:pPr>
                      <a:r>
                        <a:rPr lang="en-NL" sz="500"/>
                        <a:t>F3a: \(8.09\times10^{-7}\), versus F3b/F3c around \(3.83\times10^{-7}\).</a:t>
                      </a:r>
                    </a:p>
                  </a:txBody>
                  <a:tcPr marL="23145" marR="23145" marT="11573" marB="11573" anchor="ctr"/>
                </a:tc>
                <a:extLst>
                  <a:ext uri="{0D108BD9-81ED-4DB2-BD59-A6C34878D82A}">
                    <a16:rowId xmlns:a16="http://schemas.microsoft.com/office/drawing/2014/main" val="776648045"/>
                  </a:ext>
                </a:extLst>
              </a:tr>
              <a:tr h="370327">
                <a:tc>
                  <a:txBody>
                    <a:bodyPr/>
                    <a:lstStyle/>
                    <a:p>
                      <a:pPr>
                        <a:buNone/>
                      </a:pPr>
                      <a:r>
                        <a:rPr lang="en-NL" sz="500"/>
                        <a:t>Physical correction can bypass \(x_a\)</a:t>
                      </a:r>
                    </a:p>
                  </a:txBody>
                  <a:tcPr marL="23145" marR="23145" marT="11573" marB="11573" anchor="ctr"/>
                </a:tc>
                <a:tc>
                  <a:txBody>
                    <a:bodyPr/>
                    <a:lstStyle/>
                    <a:p>
                      <a:pPr>
                        <a:buNone/>
                      </a:pPr>
                      <a:r>
                        <a:rPr lang="en-NL" sz="500"/>
                        <a:t>The ordinary ANN rows can reduce the loss without using augmented memory. This gives optimization a shortcut and can leave \(x_a\) nonessential.</a:t>
                      </a:r>
                    </a:p>
                  </a:txBody>
                  <a:tcPr marL="23145" marR="23145" marT="11573" marB="11573" anchor="ctr"/>
                </a:tc>
                <a:tc>
                  <a:txBody>
                    <a:bodyPr/>
                    <a:lstStyle/>
                    <a:p>
                      <a:pPr>
                        <a:buNone/>
                      </a:pPr>
                      <a:r>
                        <a:rPr lang="en-NL" sz="500"/>
                        <a:t>J1 learned most short-window improvement through physical rows; augmented-state ablation was needed to reveal its smaller contribution.</a:t>
                      </a:r>
                    </a:p>
                  </a:txBody>
                  <a:tcPr marL="23145" marR="23145" marT="11573" marB="11573" anchor="ctr"/>
                </a:tc>
                <a:extLst>
                  <a:ext uri="{0D108BD9-81ED-4DB2-BD59-A6C34878D82A}">
                    <a16:rowId xmlns:a16="http://schemas.microsoft.com/office/drawing/2014/main" val="1985017280"/>
                  </a:ext>
                </a:extLst>
              </a:tr>
              <a:tr h="439763">
                <a:tc>
                  <a:txBody>
                    <a:bodyPr/>
                    <a:lstStyle/>
                    <a:p>
                      <a:pPr>
                        <a:buNone/>
                      </a:pPr>
                      <a:r>
                        <a:rPr lang="en-NL" sz="500"/>
                        <a:t>Short-window versus 12-second objective mismatch</a:t>
                      </a:r>
                    </a:p>
                  </a:txBody>
                  <a:tcPr marL="23145" marR="23145" marT="11573" marB="11573" anchor="ctr"/>
                </a:tc>
                <a:tc>
                  <a:txBody>
                    <a:bodyPr/>
                    <a:lstStyle/>
                    <a:p>
                      <a:pPr>
                        <a:buNone/>
                      </a:pPr>
                      <a:r>
                        <a:rPr lang="en-NL" sz="500"/>
                        <a:t>Good windowed loss does not ensure stable or accurate 12-second free simulation. This occurs even in the full black-box model, so it is not solely an augmentation bug.</a:t>
                      </a:r>
                    </a:p>
                  </a:txBody>
                  <a:tcPr marL="23145" marR="23145" marT="11573" marB="11573" anchor="ctr"/>
                </a:tc>
                <a:tc>
                  <a:txBody>
                    <a:bodyPr/>
                    <a:lstStyle/>
                    <a:p>
                      <a:pPr>
                        <a:buNone/>
                      </a:pPr>
                      <a:r>
                        <a:rPr lang="en-NL" sz="500"/>
                        <a:t>Several models improved locally and later degraded or failed in long free runs.</a:t>
                      </a:r>
                    </a:p>
                  </a:txBody>
                  <a:tcPr marL="23145" marR="23145" marT="11573" marB="11573" anchor="ctr"/>
                </a:tc>
                <a:extLst>
                  <a:ext uri="{0D108BD9-81ED-4DB2-BD59-A6C34878D82A}">
                    <a16:rowId xmlns:a16="http://schemas.microsoft.com/office/drawing/2014/main" val="587752460"/>
                  </a:ext>
                </a:extLst>
              </a:tr>
              <a:tr h="300890">
                <a:tc>
                  <a:txBody>
                    <a:bodyPr/>
                    <a:lstStyle/>
                    <a:p>
                      <a:pPr>
                        <a:buNone/>
                      </a:pPr>
                      <a:r>
                        <a:rPr lang="en-NL" sz="500"/>
                        <a:t>Poor recurrent credit over the required memory</a:t>
                      </a:r>
                    </a:p>
                  </a:txBody>
                  <a:tcPr marL="23145" marR="23145" marT="11573" marB="11573" anchor="ctr"/>
                </a:tc>
                <a:tc>
                  <a:txBody>
                    <a:bodyPr/>
                    <a:lstStyle/>
                    <a:p>
                      <a:pPr>
                        <a:buNone/>
                      </a:pPr>
                      <a:r>
                        <a:rPr lang="en-NL" sz="500"/>
                        <a:t>In the plain J1 recurrence, exact augmented-state sensitivity at lag 76 was only \(3.31\times10^{-4}\) relative to lag 1.</a:t>
                      </a:r>
                    </a:p>
                  </a:txBody>
                  <a:tcPr marL="23145" marR="23145" marT="11573" marB="11573" anchor="ctr"/>
                </a:tc>
                <a:tc>
                  <a:txBody>
                    <a:bodyPr/>
                    <a:lstStyle/>
                    <a:p>
                      <a:pPr>
                        <a:buNone/>
                      </a:pPr>
                      <a:r>
                        <a:rPr lang="en-NL" sz="500"/>
                        <a:t>Dense lag-gradient diagnostic.</a:t>
                      </a:r>
                    </a:p>
                  </a:txBody>
                  <a:tcPr marL="23145" marR="23145" marT="11573" marB="11573" anchor="ctr"/>
                </a:tc>
                <a:extLst>
                  <a:ext uri="{0D108BD9-81ED-4DB2-BD59-A6C34878D82A}">
                    <a16:rowId xmlns:a16="http://schemas.microsoft.com/office/drawing/2014/main" val="4099879415"/>
                  </a:ext>
                </a:extLst>
              </a:tr>
              <a:tr h="439763">
                <a:tc>
                  <a:txBody>
                    <a:bodyPr/>
                    <a:lstStyle/>
                    <a:p>
                      <a:pPr>
                        <a:buNone/>
                      </a:pPr>
                      <a:r>
                        <a:rPr lang="en-NL" sz="500"/>
                        <a:t>Incomplete or biased residual interpretation</a:t>
                      </a:r>
                    </a:p>
                  </a:txBody>
                  <a:tcPr marL="23145" marR="23145" marT="11573" marB="11573" anchor="ctr"/>
                </a:tc>
                <a:tc>
                  <a:txBody>
                    <a:bodyPr/>
                    <a:lstStyle/>
                    <a:p>
                      <a:pPr>
                        <a:buNone/>
                      </a:pPr>
                      <a:r>
                        <a:rPr lang="en-NL" sz="500" dirty="0"/>
                        <a:t>An inaccurate baseline makes the residual contain parameter errors, omitted dynamics, nonlinear effects and noise simultaneously. The ANN has no unique reason to separate them.</a:t>
                      </a:r>
                    </a:p>
                  </a:txBody>
                  <a:tcPr marL="23145" marR="23145" marT="11573" marB="11573" anchor="ctr"/>
                </a:tc>
                <a:tc>
                  <a:txBody>
                    <a:bodyPr/>
                    <a:lstStyle/>
                    <a:p>
                      <a:pPr>
                        <a:buNone/>
                      </a:pPr>
                      <a:r>
                        <a:rPr lang="en-NL" sz="500" dirty="0"/>
                        <a:t>Fundamental grey-box identifiability issue.</a:t>
                      </a:r>
                    </a:p>
                  </a:txBody>
                  <a:tcPr marL="23145" marR="23145" marT="11573" marB="11573" anchor="ctr"/>
                </a:tc>
                <a:extLst>
                  <a:ext uri="{0D108BD9-81ED-4DB2-BD59-A6C34878D82A}">
                    <a16:rowId xmlns:a16="http://schemas.microsoft.com/office/drawing/2014/main" val="633053427"/>
                  </a:ext>
                </a:extLst>
              </a:tr>
            </a:tbl>
          </a:graphicData>
        </a:graphic>
      </p:graphicFrame>
    </p:spTree>
    <p:extLst>
      <p:ext uri="{BB962C8B-B14F-4D97-AF65-F5344CB8AC3E}">
        <p14:creationId xmlns:p14="http://schemas.microsoft.com/office/powerpoint/2010/main" val="2875172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4A49-8B3D-3E1B-AF8E-A0F3ED620278}"/>
              </a:ext>
            </a:extLst>
          </p:cNvPr>
          <p:cNvSpPr>
            <a:spLocks noGrp="1"/>
          </p:cNvSpPr>
          <p:nvPr>
            <p:ph type="title"/>
          </p:nvPr>
        </p:nvSpPr>
        <p:spPr/>
        <p:txBody>
          <a:bodyPr/>
          <a:lstStyle/>
          <a:p>
            <a:r>
              <a:rPr lang="en-US" dirty="0"/>
              <a:t>Show augmented states not learning</a:t>
            </a:r>
            <a:endParaRPr lang="en-NL" dirty="0"/>
          </a:p>
        </p:txBody>
      </p:sp>
      <p:sp>
        <p:nvSpPr>
          <p:cNvPr id="3" name="Content Placeholder 2">
            <a:extLst>
              <a:ext uri="{FF2B5EF4-FFF2-40B4-BE49-F238E27FC236}">
                <a16:creationId xmlns:a16="http://schemas.microsoft.com/office/drawing/2014/main" id="{CC30E14C-333C-84B2-B968-6300C82E4FF8}"/>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708232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BF35-0A57-33ED-DA38-A5D1A93C38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8054D9-4770-3765-B595-A8444FB6BFA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947753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A7776-4A98-D4A4-AA8D-62F004C2E20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587E943-84C1-B544-EC15-F461C5BF3A68}"/>
              </a:ext>
            </a:extLst>
          </p:cNvPr>
          <p:cNvSpPr>
            <a:spLocks noGrp="1"/>
          </p:cNvSpPr>
          <p:nvPr>
            <p:ph idx="1"/>
          </p:nvPr>
        </p:nvSpPr>
        <p:spPr/>
        <p:txBody>
          <a:bodyPr/>
          <a:lstStyle/>
          <a:p>
            <a:r>
              <a:rPr lang="en-US" dirty="0"/>
              <a:t>That is the reference to every digit. So the 2.77e-05 deviation you saw on the server is not a broken build; it is a difference between my scoring path (</a:t>
            </a:r>
            <a:r>
              <a:rPr lang="en-US" dirty="0" err="1"/>
              <a:t>augtrain.validation_metrics</a:t>
            </a:r>
            <a:r>
              <a:rPr lang="en-US" dirty="0"/>
              <a:t>) and the harness's own. My encoder hypothesis was probably wrong. In the 78465 logs, look for that same Initial Validation sim-RMS line: if it reads 2.186601103417735e-06, baseline equality holds and my printed gate is just measuring something slightly different</a:t>
            </a:r>
            <a:endParaRPr lang="en-NL" dirty="0"/>
          </a:p>
        </p:txBody>
      </p:sp>
    </p:spTree>
    <p:extLst>
      <p:ext uri="{BB962C8B-B14F-4D97-AF65-F5344CB8AC3E}">
        <p14:creationId xmlns:p14="http://schemas.microsoft.com/office/powerpoint/2010/main" val="1517827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7ABA-D7C0-C3E6-ED0F-1C3C151B44B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3511E38-EB5F-A9C6-5512-FDBFD7EA4330}"/>
              </a:ext>
            </a:extLst>
          </p:cNvPr>
          <p:cNvSpPr>
            <a:spLocks noGrp="1"/>
          </p:cNvSpPr>
          <p:nvPr>
            <p:ph idx="1"/>
          </p:nvPr>
        </p:nvSpPr>
        <p:spPr/>
        <p:txBody>
          <a:bodyPr/>
          <a:lstStyle/>
          <a:p>
            <a:r>
              <a:rPr lang="en-US" dirty="0"/>
              <a:t>Arm 2 beats the "oracle" because the planted model </a:t>
            </a:r>
            <a:r>
              <a:rPr lang="en-US" dirty="0" err="1"/>
              <a:t>optimises</a:t>
            </a:r>
            <a:r>
              <a:rPr lang="en-US" dirty="0"/>
              <a:t> one-step error while arm 2 </a:t>
            </a:r>
            <a:r>
              <a:rPr lang="en-US" dirty="0" err="1"/>
              <a:t>optimises</a:t>
            </a:r>
            <a:r>
              <a:rPr lang="en-US" dirty="0"/>
              <a:t> the rollout, and those have different minima. So do not present C2 as a ceiling — the verdicts are explicit about this and it would be the easiest thing in this whole set to get wrong in front of Toth.</a:t>
            </a:r>
            <a:endParaRPr lang="en-NL" dirty="0"/>
          </a:p>
        </p:txBody>
      </p:sp>
    </p:spTree>
    <p:extLst>
      <p:ext uri="{BB962C8B-B14F-4D97-AF65-F5344CB8AC3E}">
        <p14:creationId xmlns:p14="http://schemas.microsoft.com/office/powerpoint/2010/main" val="4023979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EA3F-32D1-2B90-44C2-6287EC7F4E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73CCDD-069F-C77B-A9CF-6CFC0577473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62147B0-2D3E-DEB3-11BA-375783875247}"/>
              </a:ext>
            </a:extLst>
          </p:cNvPr>
          <p:cNvPicPr>
            <a:picLocks noChangeAspect="1"/>
          </p:cNvPicPr>
          <p:nvPr/>
        </p:nvPicPr>
        <p:blipFill>
          <a:blip r:embed="rId2"/>
          <a:stretch>
            <a:fillRect/>
          </a:stretch>
        </p:blipFill>
        <p:spPr>
          <a:xfrm>
            <a:off x="2426652" y="1398094"/>
            <a:ext cx="7338696" cy="4061812"/>
          </a:xfrm>
          <a:prstGeom prst="rect">
            <a:avLst/>
          </a:prstGeom>
        </p:spPr>
      </p:pic>
    </p:spTree>
    <p:extLst>
      <p:ext uri="{BB962C8B-B14F-4D97-AF65-F5344CB8AC3E}">
        <p14:creationId xmlns:p14="http://schemas.microsoft.com/office/powerpoint/2010/main" val="3980237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EF10-EF67-929F-6A29-6ECF3FC41E3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6E869EE-7AB0-8E40-F64D-DC10F418350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757FEEB-2A93-763C-3B83-B9EA5AE3DE94}"/>
              </a:ext>
            </a:extLst>
          </p:cNvPr>
          <p:cNvPicPr>
            <a:picLocks noChangeAspect="1"/>
          </p:cNvPicPr>
          <p:nvPr/>
        </p:nvPicPr>
        <p:blipFill>
          <a:blip r:embed="rId2"/>
          <a:stretch>
            <a:fillRect/>
          </a:stretch>
        </p:blipFill>
        <p:spPr>
          <a:xfrm>
            <a:off x="2373307" y="2064902"/>
            <a:ext cx="7445385" cy="2728196"/>
          </a:xfrm>
          <a:prstGeom prst="rect">
            <a:avLst/>
          </a:prstGeom>
        </p:spPr>
      </p:pic>
    </p:spTree>
    <p:extLst>
      <p:ext uri="{BB962C8B-B14F-4D97-AF65-F5344CB8AC3E}">
        <p14:creationId xmlns:p14="http://schemas.microsoft.com/office/powerpoint/2010/main" val="330835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5866-817D-FDDE-6A02-669A8A757E26}"/>
              </a:ext>
            </a:extLst>
          </p:cNvPr>
          <p:cNvSpPr>
            <a:spLocks noGrp="1"/>
          </p:cNvSpPr>
          <p:nvPr>
            <p:ph type="title"/>
          </p:nvPr>
        </p:nvSpPr>
        <p:spPr/>
        <p:txBody>
          <a:bodyPr/>
          <a:lstStyle/>
          <a:p>
            <a:r>
              <a:rPr lang="en-US" dirty="0"/>
              <a:t>Augmented states not learning</a:t>
            </a:r>
            <a:endParaRPr lang="en-NL" dirty="0"/>
          </a:p>
        </p:txBody>
      </p:sp>
      <p:sp>
        <p:nvSpPr>
          <p:cNvPr id="3" name="Content Placeholder 2">
            <a:extLst>
              <a:ext uri="{FF2B5EF4-FFF2-40B4-BE49-F238E27FC236}">
                <a16:creationId xmlns:a16="http://schemas.microsoft.com/office/drawing/2014/main" id="{1168561E-AA6D-A8B0-11FD-BC68C0B12CBA}"/>
              </a:ext>
            </a:extLst>
          </p:cNvPr>
          <p:cNvSpPr>
            <a:spLocks noGrp="1"/>
          </p:cNvSpPr>
          <p:nvPr>
            <p:ph idx="1"/>
          </p:nvPr>
        </p:nvSpPr>
        <p:spPr/>
        <p:txBody>
          <a:bodyPr/>
          <a:lstStyle/>
          <a:p>
            <a:r>
              <a:rPr lang="en-US" dirty="0"/>
              <a:t>Problem:</a:t>
            </a:r>
          </a:p>
          <a:p>
            <a:pPr lvl="1"/>
            <a:endParaRPr lang="en-NL" dirty="0"/>
          </a:p>
        </p:txBody>
      </p:sp>
      <p:sp>
        <p:nvSpPr>
          <p:cNvPr id="5" name="TextBox 4">
            <a:extLst>
              <a:ext uri="{FF2B5EF4-FFF2-40B4-BE49-F238E27FC236}">
                <a16:creationId xmlns:a16="http://schemas.microsoft.com/office/drawing/2014/main" id="{9A1339A2-D052-5EFC-4334-BAD163E579AB}"/>
              </a:ext>
            </a:extLst>
          </p:cNvPr>
          <p:cNvSpPr txBox="1"/>
          <p:nvPr/>
        </p:nvSpPr>
        <p:spPr>
          <a:xfrm>
            <a:off x="13060680" y="1659285"/>
            <a:ext cx="6096000" cy="3539430"/>
          </a:xfrm>
          <a:prstGeom prst="rect">
            <a:avLst/>
          </a:prstGeom>
          <a:noFill/>
        </p:spPr>
        <p:txBody>
          <a:bodyPr wrap="square">
            <a:spAutoFit/>
          </a:bodyPr>
          <a:lstStyle/>
          <a:p>
            <a:r>
              <a:rPr lang="en-US" sz="2800" dirty="0"/>
              <a:t>You replaced the correction network with a wrapper that adds a fixed linear resonant recurrence on the augmented rows only, driven by a live random input map, with the pole frequencies taken from an identification of the closed-loop residual the baseline leaves.</a:t>
            </a:r>
            <a:endParaRPr lang="en-NL" sz="2800" dirty="0"/>
          </a:p>
        </p:txBody>
      </p:sp>
    </p:spTree>
    <p:extLst>
      <p:ext uri="{BB962C8B-B14F-4D97-AF65-F5344CB8AC3E}">
        <p14:creationId xmlns:p14="http://schemas.microsoft.com/office/powerpoint/2010/main" val="483555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914E-3B61-0870-A21A-EF231C13B0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17E77C9-AB4B-A15C-EA19-CE2101CD127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2783F0D6-C1DE-D069-CB69-AD65105FC2E1}"/>
              </a:ext>
            </a:extLst>
          </p:cNvPr>
          <p:cNvPicPr>
            <a:picLocks noChangeAspect="1"/>
          </p:cNvPicPr>
          <p:nvPr/>
        </p:nvPicPr>
        <p:blipFill>
          <a:blip r:embed="rId2"/>
          <a:stretch>
            <a:fillRect/>
          </a:stretch>
        </p:blipFill>
        <p:spPr>
          <a:xfrm>
            <a:off x="2841978" y="674130"/>
            <a:ext cx="3254022" cy="5509737"/>
          </a:xfrm>
          <a:prstGeom prst="rect">
            <a:avLst/>
          </a:prstGeom>
        </p:spPr>
      </p:pic>
      <p:pic>
        <p:nvPicPr>
          <p:cNvPr id="7" name="Picture 6">
            <a:extLst>
              <a:ext uri="{FF2B5EF4-FFF2-40B4-BE49-F238E27FC236}">
                <a16:creationId xmlns:a16="http://schemas.microsoft.com/office/drawing/2014/main" id="{CAC765B7-6E2E-C409-D50A-83FFDDE9B9FB}"/>
              </a:ext>
            </a:extLst>
          </p:cNvPr>
          <p:cNvPicPr>
            <a:picLocks noChangeAspect="1"/>
          </p:cNvPicPr>
          <p:nvPr/>
        </p:nvPicPr>
        <p:blipFill>
          <a:blip r:embed="rId3"/>
          <a:stretch>
            <a:fillRect/>
          </a:stretch>
        </p:blipFill>
        <p:spPr>
          <a:xfrm>
            <a:off x="8116696" y="830354"/>
            <a:ext cx="3368332" cy="5197290"/>
          </a:xfrm>
          <a:prstGeom prst="rect">
            <a:avLst/>
          </a:prstGeom>
        </p:spPr>
      </p:pic>
    </p:spTree>
    <p:extLst>
      <p:ext uri="{BB962C8B-B14F-4D97-AF65-F5344CB8AC3E}">
        <p14:creationId xmlns:p14="http://schemas.microsoft.com/office/powerpoint/2010/main" val="2905754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53EB7-12F4-01DB-2A21-D1CFD2199715}"/>
              </a:ext>
            </a:extLst>
          </p:cNvPr>
          <p:cNvSpPr>
            <a:spLocks noGrp="1"/>
          </p:cNvSpPr>
          <p:nvPr>
            <p:ph type="title"/>
          </p:nvPr>
        </p:nvSpPr>
        <p:spPr/>
        <p:txBody>
          <a:bodyPr/>
          <a:lstStyle/>
          <a:p>
            <a:r>
              <a:rPr lang="en-US" dirty="0"/>
              <a:t>Cant create BLA </a:t>
            </a:r>
            <a:r>
              <a:rPr lang="en-US"/>
              <a:t>from this??</a:t>
            </a:r>
            <a:endParaRPr lang="en-NL"/>
          </a:p>
        </p:txBody>
      </p:sp>
      <p:sp>
        <p:nvSpPr>
          <p:cNvPr id="3" name="Content Placeholder 2">
            <a:extLst>
              <a:ext uri="{FF2B5EF4-FFF2-40B4-BE49-F238E27FC236}">
                <a16:creationId xmlns:a16="http://schemas.microsoft.com/office/drawing/2014/main" id="{380FED7E-C574-E908-C137-9EB1E10C173F}"/>
              </a:ext>
            </a:extLst>
          </p:cNvPr>
          <p:cNvSpPr>
            <a:spLocks noGrp="1"/>
          </p:cNvSpPr>
          <p:nvPr>
            <p:ph idx="1"/>
          </p:nvPr>
        </p:nvSpPr>
        <p:spPr/>
        <p:txBody>
          <a:bodyPr>
            <a:normAutofit fontScale="62500" lnSpcReduction="20000"/>
          </a:bodyPr>
          <a:lstStyle/>
          <a:p>
            <a:r>
              <a:rPr lang="en-US" dirty="0"/>
              <a:t>So every T/V record contains exactly one period of one realization. And gtd_build_records.m:12 assigns seed = 100*</a:t>
            </a:r>
            <a:r>
              <a:rPr lang="en-US" dirty="0" err="1"/>
              <a:t>track_id</a:t>
            </a:r>
            <a:r>
              <a:rPr lang="en-US" dirty="0"/>
              <a:t> + index, an independent realization per record, while the records also differ in operating point, band and trajectory type. They are not replicates of a fixed excitation </a:t>
            </a:r>
            <a:r>
              <a:rPr lang="en-US" dirty="0" err="1"/>
              <a:t>class.That</a:t>
            </a:r>
            <a:r>
              <a:rPr lang="en-US" dirty="0"/>
              <a:t> means, on existing data:┌─────────────────────────┬────────────────────────────────────┬────────────────────────────────────────┐│     BLA ingredient      │              requires              │                on disk                 │├─────────────────────────┼────────────────────────────────────┼────────────────────────────────────────┤│ noise variance          │ P &gt;= 2 periods, same realization   │ P = 1                                  │├─────────────────────────┼────────────────────────────────────┼────────────────────────────────────────┤│ nonlinear distortion    │ M &gt;= 2 realizations, everything    │ realizations exist but nothing else is ││ variance                │ else fixed                         │  held fixed                            │├─────────────────────────┼────────────────────────────────────┼────────────────────────────────────────┤│ FRF at excited lines    │ periodic steady state              │ one period, transient not separable    │└─────────────────────────┴────────────────────────────────────┴────────────────────────────────────────┘No estimator can recover a BLA from that. So every attempt to build one against the existing dataset must degenerate into whatever survives when you delete the impossible parts, which is a parametric fit on ordinary records. That is probe_residual_bla.py. It then inherits the name, and the name propagates. The naming failure is downstream of this; the data is the cause.</a:t>
            </a:r>
            <a:endParaRPr lang="en-NL" dirty="0"/>
          </a:p>
        </p:txBody>
      </p:sp>
    </p:spTree>
    <p:extLst>
      <p:ext uri="{BB962C8B-B14F-4D97-AF65-F5344CB8AC3E}">
        <p14:creationId xmlns:p14="http://schemas.microsoft.com/office/powerpoint/2010/main" val="2280769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B966-863D-5276-D0B5-3A807549A1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CDEA91-5D37-C1CE-2491-19C29CC29B48}"/>
              </a:ext>
            </a:extLst>
          </p:cNvPr>
          <p:cNvSpPr>
            <a:spLocks noGrp="1"/>
          </p:cNvSpPr>
          <p:nvPr>
            <p:ph idx="1"/>
          </p:nvPr>
        </p:nvSpPr>
        <p:spPr/>
        <p:txBody>
          <a:bodyPr/>
          <a:lstStyle/>
          <a:p>
            <a:r>
              <a:rPr lang="en-US" dirty="0"/>
              <a:t>C:\Users\20203253\OneDrive - TU Eindhoven\Graduation Project\Baseline FP model\Baseline-LPV-Augmentation\literature\augmented-states</a:t>
            </a:r>
            <a:endParaRPr lang="en-NL" dirty="0"/>
          </a:p>
        </p:txBody>
      </p:sp>
    </p:spTree>
    <p:extLst>
      <p:ext uri="{BB962C8B-B14F-4D97-AF65-F5344CB8AC3E}">
        <p14:creationId xmlns:p14="http://schemas.microsoft.com/office/powerpoint/2010/main" val="6446175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F4DA-5AED-9934-1D08-B2831B9C6F05}"/>
              </a:ext>
            </a:extLst>
          </p:cNvPr>
          <p:cNvSpPr>
            <a:spLocks noGrp="1"/>
          </p:cNvSpPr>
          <p:nvPr>
            <p:ph type="title"/>
          </p:nvPr>
        </p:nvSpPr>
        <p:spPr/>
        <p:txBody>
          <a:bodyPr/>
          <a:lstStyle/>
          <a:p>
            <a:r>
              <a:rPr lang="en-US" dirty="0"/>
              <a:t>Need to extend to other dynamics than only resonator</a:t>
            </a:r>
            <a:endParaRPr lang="en-NL" dirty="0"/>
          </a:p>
        </p:txBody>
      </p:sp>
      <p:sp>
        <p:nvSpPr>
          <p:cNvPr id="3" name="Content Placeholder 2">
            <a:extLst>
              <a:ext uri="{FF2B5EF4-FFF2-40B4-BE49-F238E27FC236}">
                <a16:creationId xmlns:a16="http://schemas.microsoft.com/office/drawing/2014/main" id="{3BE5967F-F3DF-FE11-2D50-DD1E5A73EB77}"/>
              </a:ext>
            </a:extLst>
          </p:cNvPr>
          <p:cNvSpPr>
            <a:spLocks noGrp="1"/>
          </p:cNvSpPr>
          <p:nvPr>
            <p:ph idx="1"/>
          </p:nvPr>
        </p:nvSpPr>
        <p:spPr/>
        <p:txBody>
          <a:bodyPr>
            <a:normAutofit fontScale="92500" lnSpcReduction="10000"/>
          </a:bodyPr>
          <a:lstStyle/>
          <a:p>
            <a:r>
              <a:rPr lang="en-US" dirty="0"/>
              <a:t>Does the approach </a:t>
            </a:r>
            <a:r>
              <a:rPr lang="en-US" dirty="0" err="1"/>
              <a:t>generalise</a:t>
            </a:r>
            <a:r>
              <a:rPr lang="en-US" dirty="0"/>
              <a:t>? The approach yes, this implementation not quite. Separate the two:- The recipe is fully general: a fixed linear basis with memory, followed by a trained static readout. That is the rational orthonormal basis function idea, and it is the same structure as Orvieto's LRU. Nothing in it is specific to resonances.- The restriction is that </a:t>
            </a:r>
            <a:r>
              <a:rPr lang="en-US" dirty="0" err="1"/>
              <a:t>A_aa</a:t>
            </a:r>
            <a:r>
              <a:rPr lang="en-US" dirty="0"/>
              <a:t> is built only from 2x2 rotation blocks. Real dynamics such as friction lag, thermal drift, or amplifier roll-off need real poles, and the current code cannot install </a:t>
            </a:r>
            <a:r>
              <a:rPr lang="en-US" dirty="0" err="1"/>
              <a:t>one.The</a:t>
            </a:r>
            <a:r>
              <a:rPr lang="en-US" dirty="0"/>
              <a:t> fix is small. </a:t>
            </a:r>
            <a:r>
              <a:rPr lang="en-US" dirty="0" err="1"/>
              <a:t>A_aa</a:t>
            </a:r>
            <a:r>
              <a:rPr lang="en-US" dirty="0"/>
              <a:t> is already block-diagonal, so a real pole is just a 1x1 block with ρ ∈ (0,1), θ = 0. It needs _</a:t>
            </a:r>
            <a:r>
              <a:rPr lang="en-US" dirty="0" err="1"/>
              <a:t>modal_pairs</a:t>
            </a:r>
            <a:r>
              <a:rPr lang="en-US" dirty="0"/>
              <a:t> to stop discarding real roots and </a:t>
            </a:r>
            <a:r>
              <a:rPr lang="en-US" dirty="0" err="1"/>
              <a:t>AugmentedDynamics</a:t>
            </a:r>
            <a:r>
              <a:rPr lang="en-US" dirty="0"/>
              <a:t> to accept odd block counts. Orvieto's own formulation is diagonal complex, which covers both cases in one </a:t>
            </a:r>
            <a:r>
              <a:rPr lang="en-US" dirty="0" err="1"/>
              <a:t>parameterisation</a:t>
            </a:r>
            <a:r>
              <a:rPr lang="en-US" dirty="0"/>
              <a:t>, so there is no citation problem either.</a:t>
            </a:r>
            <a:endParaRPr lang="en-NL" dirty="0"/>
          </a:p>
        </p:txBody>
      </p:sp>
    </p:spTree>
    <p:extLst>
      <p:ext uri="{BB962C8B-B14F-4D97-AF65-F5344CB8AC3E}">
        <p14:creationId xmlns:p14="http://schemas.microsoft.com/office/powerpoint/2010/main" val="1062493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51F5-A44F-123E-1822-C7DFFAE78EDB}"/>
              </a:ext>
            </a:extLst>
          </p:cNvPr>
          <p:cNvSpPr>
            <a:spLocks noGrp="1"/>
          </p:cNvSpPr>
          <p:nvPr>
            <p:ph type="title"/>
          </p:nvPr>
        </p:nvSpPr>
        <p:spPr/>
        <p:txBody>
          <a:bodyPr/>
          <a:lstStyle/>
          <a:p>
            <a:r>
              <a:rPr lang="en-US" dirty="0"/>
              <a:t>Why did </a:t>
            </a:r>
            <a:r>
              <a:rPr lang="en-US" dirty="0" err="1"/>
              <a:t>jan’s</a:t>
            </a:r>
            <a:r>
              <a:rPr lang="en-US" dirty="0"/>
              <a:t> routing learn?</a:t>
            </a:r>
            <a:endParaRPr lang="en-NL" dirty="0"/>
          </a:p>
        </p:txBody>
      </p:sp>
      <p:sp>
        <p:nvSpPr>
          <p:cNvPr id="3" name="Content Placeholder 2">
            <a:extLst>
              <a:ext uri="{FF2B5EF4-FFF2-40B4-BE49-F238E27FC236}">
                <a16:creationId xmlns:a16="http://schemas.microsoft.com/office/drawing/2014/main" id="{D84DE7FF-56C6-D639-1CFF-CE46F079ADEF}"/>
              </a:ext>
            </a:extLst>
          </p:cNvPr>
          <p:cNvSpPr>
            <a:spLocks noGrp="1"/>
          </p:cNvSpPr>
          <p:nvPr>
            <p:ph idx="1"/>
          </p:nvPr>
        </p:nvSpPr>
        <p:spPr/>
        <p:txBody>
          <a:bodyPr/>
          <a:lstStyle/>
          <a:p>
            <a:r>
              <a:rPr lang="en-US" dirty="0"/>
              <a:t> can you explain to me why our augmented states </a:t>
            </a:r>
            <a:r>
              <a:rPr lang="en-US" dirty="0" err="1"/>
              <a:t>didnt</a:t>
            </a:r>
            <a:r>
              <a:rPr lang="en-US" dirty="0"/>
              <a:t> learn anything but </a:t>
            </a:r>
            <a:r>
              <a:rPr lang="en-US" dirty="0" err="1"/>
              <a:t>jan's</a:t>
            </a:r>
            <a:r>
              <a:rPr lang="en-US" dirty="0"/>
              <a:t> did?  does he route the augmented states to the output, or how did his method GET a gradient?  he also zero </a:t>
            </a:r>
            <a:r>
              <a:rPr lang="en-US" dirty="0" err="1"/>
              <a:t>init</a:t>
            </a:r>
            <a:r>
              <a:rPr lang="en-US" dirty="0"/>
              <a:t> right, so </a:t>
            </a:r>
            <a:r>
              <a:rPr lang="en-US" dirty="0" err="1"/>
              <a:t>i</a:t>
            </a:r>
            <a:r>
              <a:rPr lang="en-US" dirty="0"/>
              <a:t> </a:t>
            </a:r>
            <a:r>
              <a:rPr lang="en-US" dirty="0" err="1"/>
              <a:t>dont</a:t>
            </a:r>
            <a:r>
              <a:rPr lang="en-US" dirty="0"/>
              <a:t> get the difference.</a:t>
            </a:r>
          </a:p>
          <a:p>
            <a:endParaRPr lang="en-US" dirty="0"/>
          </a:p>
          <a:p>
            <a:r>
              <a:rPr lang="en-US" dirty="0"/>
              <a:t>but why cant we make it work like </a:t>
            </a:r>
            <a:r>
              <a:rPr lang="en-US" dirty="0" err="1"/>
              <a:t>jan</a:t>
            </a:r>
            <a:r>
              <a:rPr lang="en-US" dirty="0"/>
              <a:t> </a:t>
            </a:r>
            <a:r>
              <a:rPr lang="en-US" dirty="0" err="1"/>
              <a:t>does?Short</a:t>
            </a:r>
            <a:r>
              <a:rPr lang="en-US" dirty="0"/>
              <a:t> answer: we did try, and the measurements say it is not that it would be slow, it is that the objective points the wrong way.</a:t>
            </a:r>
            <a:endParaRPr lang="en-NL" dirty="0"/>
          </a:p>
        </p:txBody>
      </p:sp>
      <p:pic>
        <p:nvPicPr>
          <p:cNvPr id="5" name="Picture 4">
            <a:extLst>
              <a:ext uri="{FF2B5EF4-FFF2-40B4-BE49-F238E27FC236}">
                <a16:creationId xmlns:a16="http://schemas.microsoft.com/office/drawing/2014/main" id="{0B05C99D-626D-F100-AD89-5E866385E4F5}"/>
              </a:ext>
            </a:extLst>
          </p:cNvPr>
          <p:cNvPicPr>
            <a:picLocks noChangeAspect="1"/>
          </p:cNvPicPr>
          <p:nvPr/>
        </p:nvPicPr>
        <p:blipFill>
          <a:blip r:embed="rId2"/>
          <a:stretch>
            <a:fillRect/>
          </a:stretch>
        </p:blipFill>
        <p:spPr>
          <a:xfrm>
            <a:off x="6096000" y="4211099"/>
            <a:ext cx="8923793" cy="4732430"/>
          </a:xfrm>
          <a:prstGeom prst="rect">
            <a:avLst/>
          </a:prstGeom>
        </p:spPr>
      </p:pic>
      <p:sp>
        <p:nvSpPr>
          <p:cNvPr id="7" name="TextBox 6">
            <a:extLst>
              <a:ext uri="{FF2B5EF4-FFF2-40B4-BE49-F238E27FC236}">
                <a16:creationId xmlns:a16="http://schemas.microsoft.com/office/drawing/2014/main" id="{1C4CD8D1-B3B6-2707-CFFC-44209D3B1332}"/>
              </a:ext>
            </a:extLst>
          </p:cNvPr>
          <p:cNvSpPr txBox="1"/>
          <p:nvPr/>
        </p:nvSpPr>
        <p:spPr>
          <a:xfrm>
            <a:off x="-288884" y="6176963"/>
            <a:ext cx="7511968" cy="2585323"/>
          </a:xfrm>
          <a:prstGeom prst="rect">
            <a:avLst/>
          </a:prstGeom>
          <a:noFill/>
        </p:spPr>
        <p:txBody>
          <a:bodyPr wrap="square">
            <a:spAutoFit/>
          </a:bodyPr>
          <a:lstStyle/>
          <a:p>
            <a:r>
              <a:rPr lang="en-NL" dirty="0"/>
              <a:t>1. The states stay dead. Uninformed, zero-</a:t>
            </a:r>
            <a:r>
              <a:rPr lang="en-NL" dirty="0" err="1"/>
              <a:t>init</a:t>
            </a:r>
            <a:r>
              <a:rPr lang="en-NL" dirty="0"/>
              <a:t>, encoder-excited, exactly Jan's structure: ablation 1.0002x, F = 0.0007. After 520 updates the added states carried 0.07 % of the improvement. Everything came through the physical rows.2. The pole does not move toward the mode. This is the one that closes the door. Plant the true mode by hand, so the model starts at the answer, and then measure the gradient on the pole radius. dL/d(</a:t>
            </a:r>
            <a:r>
              <a:rPr lang="en-NL" dirty="0" err="1"/>
              <a:t>nu_log</a:t>
            </a:r>
            <a:r>
              <a:rPr lang="en-NL" dirty="0"/>
              <a:t>) &lt; 0 on 7 of 8 disjoint batches, monotone over 150 steps. Negative there means the objective is pushing the radius down, away from the resonance, while sitting on the correct solution.</a:t>
            </a:r>
          </a:p>
        </p:txBody>
      </p:sp>
    </p:spTree>
    <p:extLst>
      <p:ext uri="{BB962C8B-B14F-4D97-AF65-F5344CB8AC3E}">
        <p14:creationId xmlns:p14="http://schemas.microsoft.com/office/powerpoint/2010/main" val="3682282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7419-0003-D6EB-F3B4-6EEDA65BB5E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C5E579F-2504-1701-CE64-EE2F09169BB7}"/>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28F2DFF-9E43-9784-869E-70C2279D3218}"/>
              </a:ext>
            </a:extLst>
          </p:cNvPr>
          <p:cNvSpPr txBox="1"/>
          <p:nvPr/>
        </p:nvSpPr>
        <p:spPr>
          <a:xfrm>
            <a:off x="3047036" y="200239"/>
            <a:ext cx="6094070" cy="6463308"/>
          </a:xfrm>
          <a:prstGeom prst="rect">
            <a:avLst/>
          </a:prstGeom>
          <a:noFill/>
        </p:spPr>
        <p:txBody>
          <a:bodyPr wrap="square">
            <a:spAutoFit/>
          </a:bodyPr>
          <a:lstStyle/>
          <a:p>
            <a:r>
              <a:rPr lang="en-NL" dirty="0"/>
              <a:t>Is the readout actually using </a:t>
            </a:r>
            <a:r>
              <a:rPr lang="en-NL" dirty="0" err="1"/>
              <a:t>x_a</a:t>
            </a:r>
            <a:r>
              <a:rPr lang="en-NL" dirty="0"/>
              <a:t> nonlinearly? Unmeasured, and cheap to settle: regress F(z) against its best linear approximation in z over a rollout and report the residual fraction. If F is essentially linear, the entire augmentation is a linear system in disguise and your objection is fully correct. If it is genuinely nonlinear, you have a nonlinear readout over a learned memory basis, which is a legitimate and much richer class. Minutes, on a checkpoint we now </a:t>
            </a:r>
            <a:r>
              <a:rPr lang="en-NL" dirty="0" err="1"/>
              <a:t>have.The</a:t>
            </a:r>
            <a:r>
              <a:rPr lang="en-NL" dirty="0"/>
              <a:t> structural limit that will bite on Telica. Because </a:t>
            </a:r>
            <a:r>
              <a:rPr lang="en-NL" dirty="0" err="1"/>
              <a:t>A_aa</a:t>
            </a:r>
            <a:r>
              <a:rPr lang="en-NL" dirty="0"/>
              <a:t> is linear and fixed and F is static, the memory itself cannot be state-dependent. That is fine for friction and thermal effects, which are static nonlinearities over a memory the basis can supply. It is not fine for hysteresis, where the memory depends on the amplitude history. Bouc-Wen is exactly that case and this architecture would struggle with it. That is a concrete, checkable claim and it is the honest scope </a:t>
            </a:r>
            <a:r>
              <a:rPr lang="en-NL" dirty="0" err="1"/>
              <a:t>limit.The</a:t>
            </a:r>
            <a:r>
              <a:rPr lang="en-NL" dirty="0"/>
              <a:t> conditioning risk you are pointing at. F must compete with terms of magnitude ~3 starting from zero output. That is D-426's nine-decade problem in a new form, and D-426 already measured that per-row output scaling fixes it, 1-R² from 0.98 to 9.6e-05. If a nonlinear residual is present and F still does not write those rows, output scaling is the first thing to try.</a:t>
            </a:r>
          </a:p>
        </p:txBody>
      </p:sp>
    </p:spTree>
    <p:extLst>
      <p:ext uri="{BB962C8B-B14F-4D97-AF65-F5344CB8AC3E}">
        <p14:creationId xmlns:p14="http://schemas.microsoft.com/office/powerpoint/2010/main" val="2835926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1BEF-71AD-EC90-7F1C-08F2836CB528}"/>
              </a:ext>
            </a:extLst>
          </p:cNvPr>
          <p:cNvSpPr>
            <a:spLocks noGrp="1"/>
          </p:cNvSpPr>
          <p:nvPr>
            <p:ph type="title"/>
          </p:nvPr>
        </p:nvSpPr>
        <p:spPr/>
        <p:txBody>
          <a:bodyPr/>
          <a:lstStyle/>
          <a:p>
            <a:r>
              <a:rPr lang="en-US" dirty="0"/>
              <a:t>Cleaner implementation??</a:t>
            </a:r>
            <a:endParaRPr lang="en-NL" dirty="0"/>
          </a:p>
        </p:txBody>
      </p:sp>
      <p:graphicFrame>
        <p:nvGraphicFramePr>
          <p:cNvPr id="4" name="Content Placeholder 3">
            <a:extLst>
              <a:ext uri="{FF2B5EF4-FFF2-40B4-BE49-F238E27FC236}">
                <a16:creationId xmlns:a16="http://schemas.microsoft.com/office/drawing/2014/main" id="{E2E9577E-61A0-1D17-1868-47530FA83D25}"/>
              </a:ext>
            </a:extLst>
          </p:cNvPr>
          <p:cNvGraphicFramePr>
            <a:graphicFrameLocks noGrp="1"/>
          </p:cNvGraphicFramePr>
          <p:nvPr>
            <p:ph idx="1"/>
            <p:extLst>
              <p:ext uri="{D42A27DB-BD31-4B8C-83A1-F6EECF244321}">
                <p14:modId xmlns:p14="http://schemas.microsoft.com/office/powerpoint/2010/main" val="3648317077"/>
              </p:ext>
            </p:extLst>
          </p:nvPr>
        </p:nvGraphicFramePr>
        <p:xfrm>
          <a:off x="-3048816" y="2439914"/>
          <a:ext cx="10515600" cy="329184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351372001"/>
                    </a:ext>
                  </a:extLst>
                </a:gridCol>
                <a:gridCol w="2628900">
                  <a:extLst>
                    <a:ext uri="{9D8B030D-6E8A-4147-A177-3AD203B41FA5}">
                      <a16:colId xmlns:a16="http://schemas.microsoft.com/office/drawing/2014/main" val="1159757160"/>
                    </a:ext>
                  </a:extLst>
                </a:gridCol>
                <a:gridCol w="2628900">
                  <a:extLst>
                    <a:ext uri="{9D8B030D-6E8A-4147-A177-3AD203B41FA5}">
                      <a16:colId xmlns:a16="http://schemas.microsoft.com/office/drawing/2014/main" val="4241141966"/>
                    </a:ext>
                  </a:extLst>
                </a:gridCol>
                <a:gridCol w="2628900">
                  <a:extLst>
                    <a:ext uri="{9D8B030D-6E8A-4147-A177-3AD203B41FA5}">
                      <a16:colId xmlns:a16="http://schemas.microsoft.com/office/drawing/2014/main" val="2981393450"/>
                    </a:ext>
                  </a:extLst>
                </a:gridCol>
              </a:tblGrid>
              <a:tr h="0">
                <a:tc>
                  <a:txBody>
                    <a:bodyPr/>
                    <a:lstStyle/>
                    <a:p>
                      <a:pPr>
                        <a:buNone/>
                      </a:pPr>
                      <a:r>
                        <a:rPr lang="en-NL"/>
                        <a:t>Arm</a:t>
                      </a:r>
                    </a:p>
                  </a:txBody>
                  <a:tcPr anchor="ctr"/>
                </a:tc>
                <a:tc>
                  <a:txBody>
                    <a:bodyPr/>
                    <a:lstStyle/>
                    <a:p>
                      <a:pPr>
                        <a:buNone/>
                      </a:pPr>
                      <a:r>
                        <a:rPr lang="en-NL"/>
                        <a:t>Physical rows</a:t>
                      </a:r>
                    </a:p>
                  </a:txBody>
                  <a:tcPr anchor="ctr"/>
                </a:tc>
                <a:tc>
                  <a:txBody>
                    <a:bodyPr/>
                    <a:lstStyle/>
                    <a:p>
                      <a:pPr>
                        <a:buNone/>
                      </a:pPr>
                      <a:r>
                        <a:rPr lang="en-NL"/>
                        <a:t>Augmented rows</a:t>
                      </a:r>
                    </a:p>
                  </a:txBody>
                  <a:tcPr anchor="ctr"/>
                </a:tc>
                <a:tc>
                  <a:txBody>
                    <a:bodyPr/>
                    <a:lstStyle/>
                    <a:p>
                      <a:pPr>
                        <a:buNone/>
                      </a:pPr>
                      <a:r>
                        <a:rPr lang="en-NL"/>
                        <a:t>Recurrence</a:t>
                      </a:r>
                    </a:p>
                  </a:txBody>
                  <a:tcPr anchor="ctr"/>
                </a:tc>
                <a:extLst>
                  <a:ext uri="{0D108BD9-81ED-4DB2-BD59-A6C34878D82A}">
                    <a16:rowId xmlns:a16="http://schemas.microsoft.com/office/drawing/2014/main" val="2521557848"/>
                  </a:ext>
                </a:extLst>
              </a:tr>
              <a:tr h="0">
                <a:tc>
                  <a:txBody>
                    <a:bodyPr/>
                    <a:lstStyle/>
                    <a:p>
                      <a:pPr>
                        <a:buNone/>
                      </a:pPr>
                      <a:r>
                        <a:rPr lang="en-NL"/>
                        <a:t>J0</a:t>
                      </a:r>
                    </a:p>
                  </a:txBody>
                  <a:tcPr anchor="ctr"/>
                </a:tc>
                <a:tc>
                  <a:txBody>
                    <a:bodyPr/>
                    <a:lstStyle/>
                    <a:p>
                      <a:pPr>
                        <a:buNone/>
                      </a:pPr>
                      <a:r>
                        <a:rPr lang="en-NL"/>
                        <a:t>zero</a:t>
                      </a:r>
                    </a:p>
                  </a:txBody>
                  <a:tcPr anchor="ctr"/>
                </a:tc>
                <a:tc>
                  <a:txBody>
                    <a:bodyPr/>
                    <a:lstStyle/>
                    <a:p>
                      <a:pPr>
                        <a:buNone/>
                      </a:pPr>
                      <a:r>
                        <a:rPr lang="en-NL"/>
                        <a:t>zero</a:t>
                      </a:r>
                    </a:p>
                  </a:txBody>
                  <a:tcPr anchor="ctr"/>
                </a:tc>
                <a:tc>
                  <a:txBody>
                    <a:bodyPr/>
                    <a:lstStyle/>
                    <a:p>
                      <a:pPr>
                        <a:buNone/>
                      </a:pPr>
                      <a:r>
                        <a:rPr lang="en-NL"/>
                        <a:t>ANN-only, initially dead after \(x_a[0]\)</a:t>
                      </a:r>
                    </a:p>
                  </a:txBody>
                  <a:tcPr anchor="ctr"/>
                </a:tc>
                <a:extLst>
                  <a:ext uri="{0D108BD9-81ED-4DB2-BD59-A6C34878D82A}">
                    <a16:rowId xmlns:a16="http://schemas.microsoft.com/office/drawing/2014/main" val="3648673877"/>
                  </a:ext>
                </a:extLst>
              </a:tr>
              <a:tr h="0">
                <a:tc>
                  <a:txBody>
                    <a:bodyPr/>
                    <a:lstStyle/>
                    <a:p>
                      <a:pPr>
                        <a:buNone/>
                      </a:pPr>
                      <a:r>
                        <a:rPr lang="en-NL"/>
                        <a:t>J1</a:t>
                      </a:r>
                    </a:p>
                  </a:txBody>
                  <a:tcPr anchor="ctr"/>
                </a:tc>
                <a:tc>
                  <a:txBody>
                    <a:bodyPr/>
                    <a:lstStyle/>
                    <a:p>
                      <a:pPr>
                        <a:buNone/>
                      </a:pPr>
                      <a:r>
                        <a:rPr lang="en-NL"/>
                        <a:t>zero</a:t>
                      </a:r>
                    </a:p>
                  </a:txBody>
                  <a:tcPr anchor="ctr"/>
                </a:tc>
                <a:tc>
                  <a:txBody>
                    <a:bodyPr/>
                    <a:lstStyle/>
                    <a:p>
                      <a:pPr>
                        <a:buNone/>
                      </a:pPr>
                      <a:r>
                        <a:rPr lang="en-NL"/>
                        <a:t>Xavier</a:t>
                      </a:r>
                    </a:p>
                  </a:txBody>
                  <a:tcPr anchor="ctr"/>
                </a:tc>
                <a:tc>
                  <a:txBody>
                    <a:bodyPr/>
                    <a:lstStyle/>
                    <a:p>
                      <a:pPr>
                        <a:buNone/>
                      </a:pPr>
                      <a:r>
                        <a:rPr lang="en-NL"/>
                        <a:t>live nonlinear recurrence</a:t>
                      </a:r>
                    </a:p>
                  </a:txBody>
                  <a:tcPr anchor="ctr"/>
                </a:tc>
                <a:extLst>
                  <a:ext uri="{0D108BD9-81ED-4DB2-BD59-A6C34878D82A}">
                    <a16:rowId xmlns:a16="http://schemas.microsoft.com/office/drawing/2014/main" val="3292334408"/>
                  </a:ext>
                </a:extLst>
              </a:tr>
              <a:tr h="0">
                <a:tc>
                  <a:txBody>
                    <a:bodyPr/>
                    <a:lstStyle/>
                    <a:p>
                      <a:pPr>
                        <a:buNone/>
                      </a:pPr>
                      <a:r>
                        <a:rPr lang="en-NL"/>
                        <a:t>J1-frozen</a:t>
                      </a:r>
                    </a:p>
                  </a:txBody>
                  <a:tcPr anchor="ctr"/>
                </a:tc>
                <a:tc>
                  <a:txBody>
                    <a:bodyPr/>
                    <a:lstStyle/>
                    <a:p>
                      <a:pPr>
                        <a:buNone/>
                      </a:pPr>
                      <a:r>
                        <a:rPr lang="en-NL" dirty="0"/>
                        <a:t>zero</a:t>
                      </a:r>
                    </a:p>
                  </a:txBody>
                  <a:tcPr anchor="ctr"/>
                </a:tc>
                <a:tc>
                  <a:txBody>
                    <a:bodyPr/>
                    <a:lstStyle/>
                    <a:p>
                      <a:pPr>
                        <a:buNone/>
                      </a:pPr>
                      <a:r>
                        <a:rPr lang="en-NL"/>
                        <a:t>Xavier, frozen</a:t>
                      </a:r>
                    </a:p>
                  </a:txBody>
                  <a:tcPr anchor="ctr"/>
                </a:tc>
                <a:tc>
                  <a:txBody>
                    <a:bodyPr/>
                    <a:lstStyle/>
                    <a:p>
                      <a:pPr>
                        <a:buNone/>
                      </a:pPr>
                      <a:r>
                        <a:rPr lang="en-NL"/>
                        <a:t>fixed random-reservoir control</a:t>
                      </a:r>
                    </a:p>
                  </a:txBody>
                  <a:tcPr anchor="ctr"/>
                </a:tc>
                <a:extLst>
                  <a:ext uri="{0D108BD9-81ED-4DB2-BD59-A6C34878D82A}">
                    <a16:rowId xmlns:a16="http://schemas.microsoft.com/office/drawing/2014/main" val="3505254722"/>
                  </a:ext>
                </a:extLst>
              </a:tr>
              <a:tr h="0">
                <a:tc>
                  <a:txBody>
                    <a:bodyPr/>
                    <a:lstStyle/>
                    <a:p>
                      <a:pPr>
                        <a:buNone/>
                      </a:pPr>
                      <a:r>
                        <a:rPr lang="en-NL"/>
                        <a:t>J2</a:t>
                      </a:r>
                    </a:p>
                  </a:txBody>
                  <a:tcPr anchor="ctr"/>
                </a:tc>
                <a:tc>
                  <a:txBody>
                    <a:bodyPr/>
                    <a:lstStyle/>
                    <a:p>
                      <a:pPr>
                        <a:buNone/>
                      </a:pPr>
                      <a:r>
                        <a:rPr lang="en-NL"/>
                        <a:t>Xavier</a:t>
                      </a:r>
                    </a:p>
                  </a:txBody>
                  <a:tcPr anchor="ctr"/>
                </a:tc>
                <a:tc>
                  <a:txBody>
                    <a:bodyPr/>
                    <a:lstStyle/>
                    <a:p>
                      <a:pPr>
                        <a:buNone/>
                      </a:pPr>
                      <a:r>
                        <a:rPr lang="en-NL"/>
                        <a:t>Xavier</a:t>
                      </a:r>
                    </a:p>
                  </a:txBody>
                  <a:tcPr anchor="ctr"/>
                </a:tc>
                <a:tc>
                  <a:txBody>
                    <a:bodyPr/>
                    <a:lstStyle/>
                    <a:p>
                      <a:pPr>
                        <a:buNone/>
                      </a:pPr>
                      <a:r>
                        <a:rPr lang="en-NL"/>
                        <a:t>ordinary ANN initialization; loses baseline equality</a:t>
                      </a:r>
                    </a:p>
                  </a:txBody>
                  <a:tcPr anchor="ctr"/>
                </a:tc>
                <a:extLst>
                  <a:ext uri="{0D108BD9-81ED-4DB2-BD59-A6C34878D82A}">
                    <a16:rowId xmlns:a16="http://schemas.microsoft.com/office/drawing/2014/main" val="2885154897"/>
                  </a:ext>
                </a:extLst>
              </a:tr>
              <a:tr h="0">
                <a:tc>
                  <a:txBody>
                    <a:bodyPr/>
                    <a:lstStyle/>
                    <a:p>
                      <a:pPr>
                        <a:buNone/>
                      </a:pPr>
                      <a:r>
                        <a:rPr lang="en-NL"/>
                        <a:t>AB</a:t>
                      </a:r>
                    </a:p>
                  </a:txBody>
                  <a:tcPr anchor="ctr"/>
                </a:tc>
                <a:tc>
                  <a:txBody>
                    <a:bodyPr/>
                    <a:lstStyle/>
                    <a:p>
                      <a:pPr>
                        <a:buNone/>
                      </a:pPr>
                      <a:r>
                        <a:rPr lang="en-NL"/>
                        <a:t>zero ANN</a:t>
                      </a:r>
                    </a:p>
                  </a:txBody>
                  <a:tcPr anchor="ctr"/>
                </a:tc>
                <a:tc>
                  <a:txBody>
                    <a:bodyPr/>
                    <a:lstStyle/>
                    <a:p>
                      <a:pPr>
                        <a:buNone/>
                      </a:pPr>
                      <a:r>
                        <a:rPr lang="en-NL"/>
                        <a:t>zero ANN plus A_aa+B_u</a:t>
                      </a:r>
                    </a:p>
                  </a:txBody>
                  <a:tcPr anchor="ctr"/>
                </a:tc>
                <a:tc>
                  <a:txBody>
                    <a:bodyPr/>
                    <a:lstStyle/>
                    <a:p>
                      <a:pPr>
                        <a:buNone/>
                      </a:pPr>
                      <a:r>
                        <a:rPr lang="en-NL" dirty="0"/>
                        <a:t>current linear basis</a:t>
                      </a:r>
                    </a:p>
                  </a:txBody>
                  <a:tcPr anchor="ctr"/>
                </a:tc>
                <a:extLst>
                  <a:ext uri="{0D108BD9-81ED-4DB2-BD59-A6C34878D82A}">
                    <a16:rowId xmlns:a16="http://schemas.microsoft.com/office/drawing/2014/main" val="2836181506"/>
                  </a:ext>
                </a:extLst>
              </a:tr>
            </a:tbl>
          </a:graphicData>
        </a:graphic>
      </p:graphicFrame>
      <p:sp>
        <p:nvSpPr>
          <p:cNvPr id="6" name="TextBox 5">
            <a:extLst>
              <a:ext uri="{FF2B5EF4-FFF2-40B4-BE49-F238E27FC236}">
                <a16:creationId xmlns:a16="http://schemas.microsoft.com/office/drawing/2014/main" id="{0C1E9F05-1E2D-FEB6-65CF-F5DF1DBB7132}"/>
              </a:ext>
            </a:extLst>
          </p:cNvPr>
          <p:cNvSpPr txBox="1"/>
          <p:nvPr/>
        </p:nvSpPr>
        <p:spPr>
          <a:xfrm>
            <a:off x="8306765" y="-15864669"/>
            <a:ext cx="6094070" cy="48844140"/>
          </a:xfrm>
          <a:prstGeom prst="rect">
            <a:avLst/>
          </a:prstGeom>
          <a:noFill/>
        </p:spPr>
        <p:txBody>
          <a:bodyPr wrap="square">
            <a:spAutoFit/>
          </a:bodyPr>
          <a:lstStyle/>
          <a:p>
            <a:pPr>
              <a:buNone/>
            </a:pPr>
            <a:r>
              <a:rPr lang="en-NL" dirty="0"/>
              <a:t>Yes, \(</a:t>
            </a:r>
            <a:r>
              <a:rPr lang="en-NL" dirty="0" err="1"/>
              <a:t>x_a</a:t>
            </a:r>
            <a:r>
              <a:rPr lang="en-NL" dirty="0"/>
              <a:t>\) being alive would provide a gradient—but only after the physical correction head has taken one optimizer step.</a:t>
            </a:r>
          </a:p>
          <a:p>
            <a:pPr>
              <a:buNone/>
            </a:pPr>
            <a:r>
              <a:rPr lang="en-NL" dirty="0"/>
              <a:t>Write the shared hidden representation as</a:t>
            </a:r>
          </a:p>
          <a:p>
            <a:pPr>
              <a:buNone/>
            </a:pPr>
            <a:r>
              <a:rPr lang="en-NL" dirty="0"/>
              <a:t>\[ \</a:t>
            </a:r>
            <a:r>
              <a:rPr lang="en-NL" dirty="0" err="1"/>
              <a:t>phi_k</a:t>
            </a:r>
            <a:r>
              <a:rPr lang="en-NL" dirty="0"/>
              <a:t>=\phi(</a:t>
            </a:r>
            <a:r>
              <a:rPr lang="en-NL" dirty="0" err="1"/>
              <a:t>x_b</a:t>
            </a:r>
            <a:r>
              <a:rPr lang="en-NL" dirty="0"/>
              <a:t>[k],</a:t>
            </a:r>
            <a:r>
              <a:rPr lang="en-NL" dirty="0" err="1"/>
              <a:t>x_a</a:t>
            </a:r>
            <a:r>
              <a:rPr lang="en-NL" dirty="0"/>
              <a:t>[k],u[k];\eta), \]</a:t>
            </a:r>
          </a:p>
          <a:p>
            <a:pPr>
              <a:buNone/>
            </a:pPr>
            <a:r>
              <a:rPr lang="en-NL" dirty="0"/>
              <a:t>with separate final-layer rows</a:t>
            </a:r>
          </a:p>
          <a:p>
            <a:pPr>
              <a:buNone/>
            </a:pPr>
            <a:r>
              <a:rPr lang="en-NL" dirty="0"/>
              <a:t>\[ </a:t>
            </a:r>
            <a:r>
              <a:rPr lang="en-NL" dirty="0" err="1"/>
              <a:t>F_b</a:t>
            </a:r>
            <a:r>
              <a:rPr lang="en-NL" dirty="0"/>
              <a:t>=</a:t>
            </a:r>
            <a:r>
              <a:rPr lang="en-NL" dirty="0" err="1"/>
              <a:t>W_b</a:t>
            </a:r>
            <a:r>
              <a:rPr lang="en-NL" dirty="0"/>
              <a:t>\</a:t>
            </a:r>
            <a:r>
              <a:rPr lang="en-NL" dirty="0" err="1"/>
              <a:t>phi_k</a:t>
            </a:r>
            <a:r>
              <a:rPr lang="en-NL" dirty="0"/>
              <a:t>,\</a:t>
            </a:r>
            <a:r>
              <a:rPr lang="en-NL" dirty="0" err="1"/>
              <a:t>qquad</a:t>
            </a:r>
            <a:r>
              <a:rPr lang="en-NL" dirty="0"/>
              <a:t> </a:t>
            </a:r>
            <a:r>
              <a:rPr lang="en-NL" dirty="0" err="1"/>
              <a:t>F_a</a:t>
            </a:r>
            <a:r>
              <a:rPr lang="en-NL" dirty="0"/>
              <a:t>=</a:t>
            </a:r>
            <a:r>
              <a:rPr lang="en-NL" dirty="0" err="1"/>
              <a:t>W_a</a:t>
            </a:r>
            <a:r>
              <a:rPr lang="en-NL" dirty="0"/>
              <a:t>\</a:t>
            </a:r>
            <a:r>
              <a:rPr lang="en-NL" dirty="0" err="1"/>
              <a:t>phi_k</a:t>
            </a:r>
            <a:r>
              <a:rPr lang="en-NL" dirty="0"/>
              <a:t>. \]</a:t>
            </a:r>
          </a:p>
          <a:p>
            <a:pPr>
              <a:buNone/>
            </a:pPr>
            <a:r>
              <a:rPr lang="en-NL" dirty="0"/>
              <a:t>Initialize</a:t>
            </a:r>
          </a:p>
          <a:p>
            <a:pPr>
              <a:buNone/>
            </a:pPr>
            <a:r>
              <a:rPr lang="en-NL" dirty="0"/>
              <a:t>\[ </a:t>
            </a:r>
            <a:r>
              <a:rPr lang="en-NL" dirty="0" err="1"/>
              <a:t>W_b</a:t>
            </a:r>
            <a:r>
              <a:rPr lang="en-NL" dirty="0"/>
              <a:t>=0,\</a:t>
            </a:r>
            <a:r>
              <a:rPr lang="en-NL" dirty="0" err="1"/>
              <a:t>qquad</a:t>
            </a:r>
            <a:r>
              <a:rPr lang="en-NL" dirty="0"/>
              <a:t> </a:t>
            </a:r>
            <a:r>
              <a:rPr lang="en-NL" dirty="0" err="1"/>
              <a:t>W_a</a:t>
            </a:r>
            <a:r>
              <a:rPr lang="en-NL" dirty="0"/>
              <a:t>\sim\text{Xavier}. \]</a:t>
            </a:r>
          </a:p>
          <a:p>
            <a:pPr>
              <a:buNone/>
            </a:pPr>
            <a:r>
              <a:rPr lang="en-NL" dirty="0"/>
              <a:t>On the first backward pass:</a:t>
            </a:r>
          </a:p>
          <a:p>
            <a:pPr>
              <a:buNone/>
            </a:pPr>
            <a:r>
              <a:rPr lang="en-NL" dirty="0"/>
              <a:t>\[ \frac{\partial L}{\partial </a:t>
            </a:r>
            <a:r>
              <a:rPr lang="en-NL" dirty="0" err="1"/>
              <a:t>W_b</a:t>
            </a:r>
            <a:r>
              <a:rPr lang="en-NL" dirty="0"/>
              <a:t>} = \</a:t>
            </a:r>
            <a:r>
              <a:rPr lang="en-NL" dirty="0" err="1"/>
              <a:t>sum_k</a:t>
            </a:r>
            <a:r>
              <a:rPr lang="en-NL" dirty="0"/>
              <a:t> \lambda_{b,k+1}\</a:t>
            </a:r>
            <a:r>
              <a:rPr lang="en-NL" dirty="0" err="1"/>
              <a:t>phi_k</a:t>
            </a:r>
            <a:r>
              <a:rPr lang="en-NL" dirty="0"/>
              <a:t>^\top \</a:t>
            </a:r>
            <a:r>
              <a:rPr lang="en-NL" dirty="0" err="1"/>
              <a:t>neq</a:t>
            </a:r>
            <a:r>
              <a:rPr lang="en-NL" dirty="0"/>
              <a:t> 0, \]</a:t>
            </a:r>
          </a:p>
          <a:p>
            <a:pPr>
              <a:buNone/>
            </a:pPr>
            <a:r>
              <a:rPr lang="en-NL" dirty="0"/>
              <a:t>because the physical prediction error trains the physical output rows.</a:t>
            </a:r>
          </a:p>
          <a:p>
            <a:pPr>
              <a:buNone/>
            </a:pPr>
            <a:r>
              <a:rPr lang="en-NL" dirty="0"/>
              <a:t>But</a:t>
            </a:r>
          </a:p>
          <a:p>
            <a:pPr>
              <a:buNone/>
            </a:pPr>
            <a:r>
              <a:rPr lang="en-NL" dirty="0"/>
              <a:t>\[ \frac{\partial L}{\partial </a:t>
            </a:r>
            <a:r>
              <a:rPr lang="en-NL" dirty="0" err="1"/>
              <a:t>W_a</a:t>
            </a:r>
            <a:r>
              <a:rPr lang="en-NL" dirty="0"/>
              <a:t>}=0, \</a:t>
            </a:r>
            <a:r>
              <a:rPr lang="en-NL" dirty="0" err="1"/>
              <a:t>qquad</a:t>
            </a:r>
            <a:r>
              <a:rPr lang="en-NL" dirty="0"/>
              <a:t> \frac{\partial L}{\partial \eta}=0 \]</a:t>
            </a:r>
          </a:p>
          <a:p>
            <a:pPr>
              <a:buNone/>
            </a:pPr>
            <a:r>
              <a:rPr lang="en-NL" dirty="0"/>
              <a:t>initially, because \(</a:t>
            </a:r>
            <a:r>
              <a:rPr lang="en-NL" dirty="0" err="1"/>
              <a:t>W_b</a:t>
            </a:r>
            <a:r>
              <a:rPr lang="en-NL" dirty="0"/>
              <a:t>=0\) means that changing \(</a:t>
            </a:r>
            <a:r>
              <a:rPr lang="en-NL" dirty="0" err="1"/>
              <a:t>x_a</a:t>
            </a:r>
            <a:r>
              <a:rPr lang="en-NL" dirty="0"/>
              <a:t>\) cannot yet change \(</a:t>
            </a:r>
            <a:r>
              <a:rPr lang="en-NL" dirty="0" err="1"/>
              <a:t>x_b</a:t>
            </a:r>
            <a:r>
              <a:rPr lang="en-NL" dirty="0"/>
              <a:t>\) or \(y\).</a:t>
            </a:r>
          </a:p>
          <a:p>
            <a:pPr>
              <a:buNone/>
            </a:pPr>
            <a:r>
              <a:rPr lang="en-NL" dirty="0"/>
              <a:t>After the first optimizer step, \(</a:t>
            </a:r>
            <a:r>
              <a:rPr lang="en-NL" dirty="0" err="1"/>
              <a:t>W_b</a:t>
            </a:r>
            <a:r>
              <a:rPr lang="en-NL" dirty="0"/>
              <a:t>\neq0\). Then</a:t>
            </a:r>
          </a:p>
          <a:p>
            <a:pPr>
              <a:buNone/>
            </a:pPr>
            <a:r>
              <a:rPr lang="en-NL" dirty="0"/>
              <a:t>\[ \frac{\partial L}{\partial </a:t>
            </a:r>
            <a:r>
              <a:rPr lang="en-NL" dirty="0" err="1"/>
              <a:t>x_a</a:t>
            </a:r>
            <a:r>
              <a:rPr lang="en-NL" dirty="0"/>
              <a:t>} \</a:t>
            </a:r>
            <a:r>
              <a:rPr lang="en-NL" dirty="0" err="1"/>
              <a:t>propto</a:t>
            </a:r>
            <a:r>
              <a:rPr lang="en-NL" dirty="0"/>
              <a:t> </a:t>
            </a:r>
            <a:r>
              <a:rPr lang="en-NL" dirty="0" err="1"/>
              <a:t>W_b</a:t>
            </a:r>
            <a:r>
              <a:rPr lang="en-NL" dirty="0"/>
              <a:t>\frac{\partial\phi}{\partial </a:t>
            </a:r>
            <a:r>
              <a:rPr lang="en-NL" dirty="0" err="1"/>
              <a:t>x_a</a:t>
            </a:r>
            <a:r>
              <a:rPr lang="en-NL" dirty="0"/>
              <a:t>} \]</a:t>
            </a:r>
          </a:p>
          <a:p>
            <a:pPr>
              <a:buNone/>
            </a:pPr>
            <a:r>
              <a:rPr lang="en-NL" dirty="0"/>
              <a:t>is generally nonzero, so the next backward pass gives gradient to \(</a:t>
            </a:r>
            <a:r>
              <a:rPr lang="en-NL" dirty="0" err="1"/>
              <a:t>W_a</a:t>
            </a:r>
            <a:r>
              <a:rPr lang="en-NL" dirty="0"/>
              <a:t>\) and the shared hidden layers.</a:t>
            </a:r>
          </a:p>
          <a:p>
            <a:pPr>
              <a:buNone/>
            </a:pPr>
            <a:r>
              <a:rPr lang="en-NL" dirty="0"/>
              <a:t>Thus:</a:t>
            </a:r>
          </a:p>
          <a:p>
            <a:pPr marL="342900" lvl="0" indent="-342900">
              <a:buFont typeface="Arial" panose="020B0604020202020204" pitchFamily="34" charset="0"/>
              <a:buChar char="•"/>
            </a:pPr>
            <a:r>
              <a:rPr lang="en-NL" dirty="0"/>
              <a:t>first backward: physical head only;</a:t>
            </a:r>
          </a:p>
          <a:p>
            <a:pPr marL="342900" lvl="0" indent="-342900">
              <a:buFont typeface="Arial" panose="020B0604020202020204" pitchFamily="34" charset="0"/>
              <a:buChar char="•"/>
            </a:pPr>
            <a:r>
              <a:rPr lang="en-NL" dirty="0"/>
              <a:t>second backward: augmented writer and shared network become trainable.</a:t>
            </a:r>
          </a:p>
          <a:p>
            <a:pPr>
              <a:buNone/>
            </a:pPr>
            <a:r>
              <a:rPr lang="en-NL" dirty="0"/>
              <a:t>That is a genuine one-update delay and much cleaner than Jan’s original one-sample-at-the-start-of-each-window bootstrap.</a:t>
            </a:r>
          </a:p>
          <a:p>
            <a:pPr>
              <a:buNone/>
            </a:pPr>
            <a:r>
              <a:rPr lang="en-NL" b="1" dirty="0"/>
              <a:t>A nonlinear replacement for </a:t>
            </a:r>
            <a:r>
              <a:rPr lang="en-NL" b="1" dirty="0" err="1">
                <a:latin typeface="+mn-lt"/>
              </a:rPr>
              <a:t>A_aa</a:t>
            </a:r>
            <a:r>
              <a:rPr lang="en-NL" b="1" dirty="0">
                <a:latin typeface="+mn-lt"/>
              </a:rPr>
              <a:t> + </a:t>
            </a:r>
            <a:r>
              <a:rPr lang="en-NL" b="1" dirty="0" err="1">
                <a:latin typeface="+mn-lt"/>
              </a:rPr>
              <a:t>B_u</a:t>
            </a:r>
            <a:endParaRPr lang="en-NL" b="1" dirty="0"/>
          </a:p>
          <a:p>
            <a:pPr>
              <a:buNone/>
            </a:pPr>
            <a:r>
              <a:rPr lang="en-NL" dirty="0"/>
              <a:t>Yes. In fact, J1 already is the unconstrained nonlinear version:</a:t>
            </a:r>
          </a:p>
          <a:p>
            <a:pPr>
              <a:buNone/>
            </a:pPr>
            <a:r>
              <a:rPr lang="en-NL" dirty="0"/>
              <a:t>\[ </a:t>
            </a:r>
            <a:r>
              <a:rPr lang="en-NL" dirty="0" err="1"/>
              <a:t>x_a</a:t>
            </a:r>
            <a:r>
              <a:rPr lang="en-NL" dirty="0"/>
              <a:t>[k+1]=</a:t>
            </a:r>
            <a:r>
              <a:rPr lang="en-NL" dirty="0" err="1"/>
              <a:t>F_a</a:t>
            </a:r>
            <a:r>
              <a:rPr lang="en-NL" dirty="0"/>
              <a:t>(</a:t>
            </a:r>
            <a:r>
              <a:rPr lang="en-NL" dirty="0" err="1"/>
              <a:t>x_b</a:t>
            </a:r>
            <a:r>
              <a:rPr lang="en-NL" dirty="0"/>
              <a:t>[k],</a:t>
            </a:r>
            <a:r>
              <a:rPr lang="en-NL" dirty="0" err="1"/>
              <a:t>x_a</a:t>
            </a:r>
            <a:r>
              <a:rPr lang="en-NL" dirty="0"/>
              <a:t>[k],u[k]). \]</a:t>
            </a:r>
          </a:p>
          <a:p>
            <a:pPr>
              <a:buNone/>
            </a:pPr>
            <a:r>
              <a:rPr lang="en-NL" dirty="0"/>
              <a:t>A more structured version would be a leaky nonlinear recurrent cell:</a:t>
            </a:r>
          </a:p>
          <a:p>
            <a:pPr>
              <a:buNone/>
            </a:pPr>
            <a:r>
              <a:rPr lang="en-NL" dirty="0"/>
              <a:t>\[ </a:t>
            </a:r>
            <a:r>
              <a:rPr lang="en-NL" dirty="0" err="1"/>
              <a:t>x_a</a:t>
            </a:r>
            <a:r>
              <a:rPr lang="en-NL" dirty="0"/>
              <a:t>[k+1] = (1-\alpha)</a:t>
            </a:r>
            <a:r>
              <a:rPr lang="en-NL" dirty="0" err="1"/>
              <a:t>x_a</a:t>
            </a:r>
            <a:r>
              <a:rPr lang="en-NL" dirty="0"/>
              <a:t>[k] + \alpha\tanh\!\left( </a:t>
            </a:r>
            <a:r>
              <a:rPr lang="en-NL" dirty="0" err="1"/>
              <a:t>W_xx_a</a:t>
            </a:r>
            <a:r>
              <a:rPr lang="en-NL" dirty="0"/>
              <a:t>[k]+</a:t>
            </a:r>
            <a:r>
              <a:rPr lang="en-NL" dirty="0" err="1"/>
              <a:t>W_z</a:t>
            </a:r>
            <a:r>
              <a:rPr lang="en-NL" dirty="0"/>
              <a:t> \begin{</a:t>
            </a:r>
            <a:r>
              <a:rPr lang="en-NL" dirty="0" err="1"/>
              <a:t>bmatrix</a:t>
            </a:r>
            <a:r>
              <a:rPr lang="en-NL" dirty="0"/>
              <a:t>}</a:t>
            </a:r>
            <a:r>
              <a:rPr lang="en-NL" dirty="0" err="1"/>
              <a:t>x_b</a:t>
            </a:r>
            <a:r>
              <a:rPr lang="en-NL" dirty="0"/>
              <a:t>[k]\\u[k]\end{</a:t>
            </a:r>
            <a:r>
              <a:rPr lang="en-NL" dirty="0" err="1"/>
              <a:t>bmatrix</a:t>
            </a:r>
            <a:r>
              <a:rPr lang="en-NL" dirty="0"/>
              <a:t>} +b \right), \]</a:t>
            </a:r>
          </a:p>
          <a:p>
            <a:pPr>
              <a:buNone/>
            </a:pPr>
            <a:r>
              <a:rPr lang="en-NL" dirty="0"/>
              <a:t>with \(0&lt;\alpha&lt;1\).</a:t>
            </a:r>
          </a:p>
          <a:p>
            <a:pPr>
              <a:buNone/>
            </a:pPr>
            <a:r>
              <a:rPr lang="en-NL" dirty="0"/>
              <a:t>Here:</a:t>
            </a:r>
          </a:p>
          <a:p>
            <a:pPr marL="342900" lvl="0" indent="-342900">
              <a:buFont typeface="Arial" panose="020B0604020202020204" pitchFamily="34" charset="0"/>
              <a:buChar char="•"/>
            </a:pPr>
            <a:r>
              <a:rPr lang="en-NL" dirty="0"/>
              <a:t>\(</a:t>
            </a:r>
            <a:r>
              <a:rPr lang="en-NL" dirty="0" err="1"/>
              <a:t>W_xx_a</a:t>
            </a:r>
            <a:r>
              <a:rPr lang="en-NL" dirty="0"/>
              <a:t>\) is the nonlinear analogue of </a:t>
            </a:r>
            <a:r>
              <a:rPr lang="en-NL" dirty="0" err="1">
                <a:latin typeface="+mn-lt"/>
              </a:rPr>
              <a:t>A_aa</a:t>
            </a:r>
            <a:r>
              <a:rPr lang="en-NL" dirty="0">
                <a:latin typeface="+mn-lt"/>
              </a:rPr>
              <a:t> </a:t>
            </a:r>
            <a:r>
              <a:rPr lang="en-NL" dirty="0" err="1">
                <a:latin typeface="+mn-lt"/>
              </a:rPr>
              <a:t>x_a</a:t>
            </a:r>
            <a:r>
              <a:rPr lang="en-NL" dirty="0"/>
              <a:t>;</a:t>
            </a:r>
          </a:p>
          <a:p>
            <a:pPr marL="342900" lvl="0" indent="-342900">
              <a:buFont typeface="Arial" panose="020B0604020202020204" pitchFamily="34" charset="0"/>
              <a:buChar char="•"/>
            </a:pPr>
            <a:r>
              <a:rPr lang="en-NL" dirty="0"/>
              <a:t>\(</a:t>
            </a:r>
            <a:r>
              <a:rPr lang="en-NL" dirty="0" err="1"/>
              <a:t>W_z</a:t>
            </a:r>
            <a:r>
              <a:rPr lang="en-NL" dirty="0"/>
              <a:t>[</a:t>
            </a:r>
            <a:r>
              <a:rPr lang="en-NL" dirty="0" err="1"/>
              <a:t>x_b,u</a:t>
            </a:r>
            <a:r>
              <a:rPr lang="en-NL" dirty="0"/>
              <a:t>]\) is the nonlinear analogue of </a:t>
            </a:r>
            <a:r>
              <a:rPr lang="en-NL" dirty="0" err="1">
                <a:latin typeface="+mn-lt"/>
              </a:rPr>
              <a:t>B_u</a:t>
            </a:r>
            <a:r>
              <a:rPr lang="en-NL" dirty="0">
                <a:latin typeface="+mn-lt"/>
              </a:rPr>
              <a:t> z</a:t>
            </a:r>
            <a:r>
              <a:rPr lang="en-NL" dirty="0"/>
              <a:t>;</a:t>
            </a:r>
          </a:p>
          <a:p>
            <a:pPr marL="342900" lvl="0" indent="-342900">
              <a:buFont typeface="Arial" panose="020B0604020202020204" pitchFamily="34" charset="0"/>
              <a:buChar char="•"/>
            </a:pPr>
            <a:r>
              <a:rPr lang="en-NL" dirty="0"/>
              <a:t>the input path is live at initialization;</a:t>
            </a:r>
          </a:p>
          <a:p>
            <a:pPr marL="342900" lvl="0" indent="-342900">
              <a:buFont typeface="Arial" panose="020B0604020202020204" pitchFamily="34" charset="0"/>
              <a:buChar char="•"/>
            </a:pPr>
            <a:r>
              <a:rPr lang="en-NL" dirty="0"/>
              <a:t>no poles, damping ratios or spread widths need to be chosen;</a:t>
            </a:r>
          </a:p>
          <a:p>
            <a:pPr marL="342900" lvl="0" indent="-342900">
              <a:buFont typeface="Arial" panose="020B0604020202020204" pitchFamily="34" charset="0"/>
              <a:buChar char="•"/>
            </a:pPr>
            <a:r>
              <a:rPr lang="en-NL" dirty="0"/>
              <a:t>everything remains trainable.</a:t>
            </a:r>
          </a:p>
          <a:p>
            <a:pPr>
              <a:buNone/>
            </a:pPr>
            <a:r>
              <a:rPr lang="en-NL" dirty="0"/>
              <a:t>If stability matters, constrain \(\|</a:t>
            </a:r>
            <a:r>
              <a:rPr lang="en-NL" dirty="0" err="1"/>
              <a:t>W_x</a:t>
            </a:r>
            <a:r>
              <a:rPr lang="en-NL" dirty="0"/>
              <a:t>\|&lt;1\), for example through spectral normalization. This gives a contractive nonlinear reservoir instead of the pole-placed linear reservoir.</a:t>
            </a:r>
          </a:p>
          <a:p>
            <a:pPr>
              <a:buNone/>
            </a:pPr>
            <a:r>
              <a:rPr lang="en-NL" dirty="0"/>
              <a:t>I would still test the simpler J1 first. A contractive recurrent cell adds another design decision before we know whether ordinary row-selective initialization already works.</a:t>
            </a:r>
          </a:p>
          <a:p>
            <a:pPr>
              <a:buNone/>
            </a:pPr>
            <a:r>
              <a:rPr lang="en-NL" b="1" dirty="0"/>
              <a:t>Assessment of the other session’s argument</a:t>
            </a:r>
          </a:p>
          <a:p>
            <a:pPr>
              <a:buNone/>
            </a:pPr>
            <a:r>
              <a:rPr lang="en-NL" dirty="0"/>
              <a:t>It is mostly right, with several qualifications.</a:t>
            </a:r>
          </a:p>
          <a:p>
            <a:pPr>
              <a:buNone/>
            </a:pPr>
            <a:r>
              <a:rPr lang="en-NL" b="1" dirty="0"/>
              <a:t>Baseline equality</a:t>
            </a:r>
          </a:p>
          <a:p>
            <a:pPr>
              <a:buNone/>
            </a:pPr>
            <a:r>
              <a:rPr lang="en-NL" dirty="0"/>
              <a:t>Structurally, it is correct:</a:t>
            </a:r>
          </a:p>
          <a:p>
            <a:pPr>
              <a:buNone/>
            </a:pPr>
            <a:r>
              <a:rPr lang="en-NL" dirty="0"/>
              <a:t>\[ </a:t>
            </a:r>
            <a:r>
              <a:rPr lang="en-NL" dirty="0" err="1"/>
              <a:t>F_b</a:t>
            </a:r>
            <a:r>
              <a:rPr lang="en-NL" dirty="0"/>
              <a:t>=0 \quad\</a:t>
            </a:r>
            <a:r>
              <a:rPr lang="en-NL" dirty="0" err="1"/>
              <a:t>Longrightarrow</a:t>
            </a:r>
            <a:r>
              <a:rPr lang="en-NL" dirty="0"/>
              <a:t>\quad </a:t>
            </a:r>
            <a:r>
              <a:rPr lang="en-NL" dirty="0" err="1"/>
              <a:t>x_b</a:t>
            </a:r>
            <a:r>
              <a:rPr lang="en-NL" dirty="0"/>
              <a:t>[k+1]=</a:t>
            </a:r>
            <a:r>
              <a:rPr lang="en-NL" dirty="0" err="1"/>
              <a:t>f_b</a:t>
            </a:r>
            <a:r>
              <a:rPr lang="en-NL" dirty="0"/>
              <a:t>(</a:t>
            </a:r>
            <a:r>
              <a:rPr lang="en-NL" dirty="0" err="1"/>
              <a:t>x_b</a:t>
            </a:r>
            <a:r>
              <a:rPr lang="en-NL" dirty="0"/>
              <a:t>[k],u[k]) \]</a:t>
            </a:r>
          </a:p>
          <a:p>
            <a:pPr>
              <a:buNone/>
            </a:pPr>
            <a:r>
              <a:rPr lang="en-NL" dirty="0"/>
              <a:t>even while \(</a:t>
            </a:r>
            <a:r>
              <a:rPr lang="en-NL" dirty="0" err="1"/>
              <a:t>x_a</a:t>
            </a:r>
            <a:r>
              <a:rPr lang="en-NL" dirty="0"/>
              <a:t>\) evolves. Because the output reads only \(</a:t>
            </a:r>
            <a:r>
              <a:rPr lang="en-NL" dirty="0" err="1"/>
              <a:t>x_b</a:t>
            </a:r>
            <a:r>
              <a:rPr lang="en-NL" dirty="0"/>
              <a:t>\), \(y\) remains the baseline output.</a:t>
            </a:r>
          </a:p>
          <a:p>
            <a:pPr>
              <a:buNone/>
            </a:pPr>
            <a:r>
              <a:rPr lang="en-NL" dirty="0"/>
              <a:t>I would not promise “bit-exact D-072” without running the gate. Structurally the physical equations are identical, but comparisons against a separately constructed baseline can still differ through encoder dimensions, normalization and floating-point execution. The current </a:t>
            </a:r>
            <a:r>
              <a:rPr lang="en-NL" dirty="0" err="1"/>
              <a:t>i</a:t>
            </a:r>
            <a:r>
              <a:rPr lang="en-NL" dirty="0"/>
              <a:t>–iii gate reports relative deviation </a:t>
            </a:r>
            <a:r>
              <a:rPr lang="en-NL" dirty="0">
                <a:latin typeface="+mn-lt"/>
              </a:rPr>
              <a:t>2.77e-05</a:t>
            </a:r>
            <a:r>
              <a:rPr lang="en-NL" dirty="0"/>
              <a:t>, not literal bit equality. The proper statement is:</a:t>
            </a:r>
          </a:p>
          <a:p>
            <a:pPr>
              <a:buNone/>
            </a:pPr>
            <a:r>
              <a:rPr lang="en-NL" dirty="0"/>
              <a:t>Row-selective initialization preserves baseline equality by construction; D-072 must confirm the numerical tolerance.</a:t>
            </a:r>
          </a:p>
          <a:p>
            <a:pPr>
              <a:buNone/>
            </a:pPr>
            <a:r>
              <a:rPr lang="en-NL" b="1" dirty="0"/>
              <a:t>The one-update gradient delay</a:t>
            </a:r>
          </a:p>
          <a:p>
            <a:pPr>
              <a:buNone/>
            </a:pPr>
            <a:r>
              <a:rPr lang="en-NL" dirty="0"/>
              <a:t>Agreed. This is the key mechanism, and it is substantially better than Jan’s original bootstrap.</a:t>
            </a:r>
          </a:p>
          <a:p>
            <a:pPr>
              <a:buNone/>
            </a:pPr>
            <a:r>
              <a:rPr lang="en-NL" b="1" dirty="0"/>
              <a:t>If J1 works, the pole-placement problem disappears</a:t>
            </a:r>
          </a:p>
          <a:p>
            <a:pPr>
              <a:buNone/>
            </a:pPr>
            <a:r>
              <a:rPr lang="en-NL" dirty="0"/>
              <a:t>Agreed, and this is the largest potential benefit. Successful J1 would remove:</a:t>
            </a:r>
          </a:p>
          <a:p>
            <a:pPr marL="342900" lvl="0" indent="-342900">
              <a:buFont typeface="Arial" panose="020B0604020202020204" pitchFamily="34" charset="0"/>
              <a:buChar char="•"/>
            </a:pPr>
            <a:r>
              <a:rPr lang="en-NL" dirty="0">
                <a:latin typeface="+mn-lt"/>
              </a:rPr>
              <a:t>2ζf</a:t>
            </a:r>
            <a:r>
              <a:rPr lang="en-NL" dirty="0"/>
              <a:t>;</a:t>
            </a:r>
          </a:p>
          <a:p>
            <a:pPr marL="342900" lvl="0" indent="-342900">
              <a:buFont typeface="Arial" panose="020B0604020202020204" pitchFamily="34" charset="0"/>
              <a:buChar char="•"/>
            </a:pPr>
            <a:r>
              <a:rPr lang="en-NL" dirty="0"/>
              <a:t>the number of pole pairs;</a:t>
            </a:r>
          </a:p>
          <a:p>
            <a:pPr marL="342900" lvl="0" indent="-342900">
              <a:buFont typeface="Arial" panose="020B0604020202020204" pitchFamily="34" charset="0"/>
              <a:buChar char="•"/>
            </a:pPr>
            <a:r>
              <a:rPr lang="en-NL" dirty="0"/>
              <a:t>pole identification;</a:t>
            </a:r>
          </a:p>
          <a:p>
            <a:pPr marL="342900" lvl="0" indent="-342900">
              <a:buFont typeface="Arial" panose="020B0604020202020204" pitchFamily="34" charset="0"/>
              <a:buChar char="•"/>
            </a:pPr>
            <a:r>
              <a:rPr lang="en-NL" dirty="0"/>
              <a:t>real-versus-complex pole handling;</a:t>
            </a:r>
          </a:p>
          <a:p>
            <a:pPr marL="342900" lvl="0" indent="-342900">
              <a:buFont typeface="Arial" panose="020B0604020202020204" pitchFamily="34" charset="0"/>
              <a:buChar char="•"/>
            </a:pPr>
            <a:r>
              <a:rPr lang="en-NL" dirty="0"/>
              <a:t>LPV-OBF justification;</a:t>
            </a:r>
          </a:p>
          <a:p>
            <a:pPr marL="342900" lvl="0" indent="-342900">
              <a:buFont typeface="Arial" panose="020B0604020202020204" pitchFamily="34" charset="0"/>
              <a:buChar char="•"/>
            </a:pPr>
            <a:r>
              <a:rPr lang="en-NL" dirty="0"/>
              <a:t>the question of whether poles train.</a:t>
            </a:r>
          </a:p>
          <a:p>
            <a:pPr>
              <a:buNone/>
            </a:pPr>
            <a:r>
              <a:rPr lang="en-NL" dirty="0"/>
              <a:t>That would produce a much cleaner contribution: an initialization change that makes nonlinear latent dynamics trainable while retaining the baseline model at initialization.</a:t>
            </a:r>
          </a:p>
          <a:p>
            <a:pPr>
              <a:buNone/>
            </a:pPr>
            <a:r>
              <a:rPr lang="en-NL" b="1" dirty="0"/>
              <a:t>“The idle augmented-row ANN is not a failure”</a:t>
            </a:r>
          </a:p>
          <a:p>
            <a:pPr>
              <a:buNone/>
            </a:pPr>
            <a:r>
              <a:rPr lang="en-NL" dirty="0"/>
              <a:t>The other session is right to correct this.</a:t>
            </a:r>
          </a:p>
          <a:p>
            <a:pPr>
              <a:buNone/>
            </a:pPr>
            <a:r>
              <a:rPr lang="en-NL" dirty="0"/>
              <a:t>For the gantry residual, </a:t>
            </a:r>
            <a:r>
              <a:rPr lang="en-NL" dirty="0" err="1">
                <a:latin typeface="+mn-lt"/>
              </a:rPr>
              <a:t>A_aa</a:t>
            </a:r>
            <a:r>
              <a:rPr lang="en-NL" dirty="0">
                <a:latin typeface="+mn-lt"/>
              </a:rPr>
              <a:t> + </a:t>
            </a:r>
            <a:r>
              <a:rPr lang="en-NL" dirty="0" err="1">
                <a:latin typeface="+mn-lt"/>
              </a:rPr>
              <a:t>B_u</a:t>
            </a:r>
            <a:r>
              <a:rPr lang="en-NL" dirty="0"/>
              <a:t> already supplies an appropriate linear basis. If the residual is effectively linear, the optimal behaviour may indeed be:</a:t>
            </a:r>
          </a:p>
          <a:p>
            <a:pPr marL="342900" lvl="0" indent="-342900">
              <a:buFont typeface="Arial" panose="020B0604020202020204" pitchFamily="34" charset="0"/>
              <a:buChar char="•"/>
            </a:pPr>
            <a:r>
              <a:rPr lang="en-NL" dirty="0"/>
              <a:t>linear augmented dynamics;</a:t>
            </a:r>
          </a:p>
          <a:p>
            <a:pPr marL="342900" lvl="0" indent="-342900">
              <a:buFont typeface="Arial" panose="020B0604020202020204" pitchFamily="34" charset="0"/>
              <a:buChar char="•"/>
            </a:pPr>
            <a:r>
              <a:rPr lang="en-NL" dirty="0"/>
              <a:t>nonlinear or approximately linear learned readout;</a:t>
            </a:r>
          </a:p>
          <a:p>
            <a:pPr marL="342900" lvl="0" indent="-342900">
              <a:buFont typeface="Arial" panose="020B0604020202020204" pitchFamily="34" charset="0"/>
              <a:buChar char="•"/>
            </a:pPr>
            <a:r>
              <a:rPr lang="en-NL" dirty="0"/>
              <a:t>negligible nonlinear correction to the augmented rows.</a:t>
            </a:r>
          </a:p>
          <a:p>
            <a:pPr>
              <a:buNone/>
            </a:pPr>
            <a:r>
              <a:rPr lang="en-NL" dirty="0"/>
              <a:t>Therefore, the small \(</a:t>
            </a:r>
            <a:r>
              <a:rPr lang="en-NL" dirty="0" err="1"/>
              <a:t>F_a</a:t>
            </a:r>
            <a:r>
              <a:rPr lang="en-NL" dirty="0"/>
              <a:t>\) term does not mean the AB model failed. It means AB does not demonstrate that the ANN learned its own augmented recurrence.</a:t>
            </a:r>
          </a:p>
          <a:p>
            <a:pPr>
              <a:buNone/>
            </a:pPr>
            <a:r>
              <a:rPr lang="en-NL" dirty="0"/>
              <a:t>Those are different claims.</a:t>
            </a:r>
          </a:p>
          <a:p>
            <a:pPr>
              <a:buNone/>
            </a:pPr>
            <a:r>
              <a:rPr lang="en-NL" b="1" dirty="0"/>
              <a:t>Should the test run only on the nonlinear MSD?</a:t>
            </a:r>
          </a:p>
          <a:p>
            <a:pPr>
              <a:buNone/>
            </a:pPr>
            <a:r>
              <a:rPr lang="en-NL" dirty="0"/>
              <a:t>The MSD is an excellent cheap first gate, but it cannot fully replace the gantry experiment.</a:t>
            </a:r>
          </a:p>
          <a:p>
            <a:pPr>
              <a:buNone/>
            </a:pPr>
            <a:r>
              <a:rPr lang="en-NL" dirty="0"/>
              <a:t>A large </a:t>
            </a:r>
            <a:r>
              <a:rPr lang="en-NL" dirty="0">
                <a:latin typeface="+mn-lt"/>
              </a:rPr>
              <a:t>118%</a:t>
            </a:r>
            <a:r>
              <a:rPr lang="en-NL" dirty="0"/>
              <a:t> residual gives the bootstrap an easy gradient signal. It answers:</a:t>
            </a:r>
          </a:p>
          <a:p>
            <a:pPr>
              <a:buNone/>
            </a:pPr>
            <a:r>
              <a:rPr lang="en-NL" dirty="0"/>
              <a:t>Can this initialization train nonlinear augmented dynamics when the signal is strong?</a:t>
            </a:r>
          </a:p>
          <a:p>
            <a:pPr>
              <a:buNone/>
            </a:pPr>
            <a:r>
              <a:rPr lang="en-NL" dirty="0"/>
              <a:t>It does not answer:</a:t>
            </a:r>
          </a:p>
          <a:p>
            <a:pPr>
              <a:buNone/>
            </a:pPr>
            <a:r>
              <a:rPr lang="en-NL" dirty="0"/>
              <a:t>Does it fix our original weak-residual gantry problem?</a:t>
            </a:r>
          </a:p>
          <a:p>
            <a:pPr>
              <a:buNone/>
            </a:pPr>
            <a:r>
              <a:rPr lang="en-NL" dirty="0"/>
              <a:t>The right sequence is:</a:t>
            </a:r>
          </a:p>
          <a:p>
            <a:pPr marL="342900" lvl="0" indent="-342900">
              <a:buFont typeface="+mj-lt"/>
              <a:buAutoNum type="arabicPeriod"/>
            </a:pPr>
            <a:r>
              <a:rPr lang="en-NL" dirty="0"/>
              <a:t>Let the current L and N reference runs finish.</a:t>
            </a:r>
          </a:p>
          <a:p>
            <a:pPr marL="342900" lvl="0" indent="-342900">
              <a:buFont typeface="+mj-lt"/>
              <a:buAutoNum type="arabicPeriod"/>
            </a:pPr>
            <a:r>
              <a:rPr lang="en-NL" dirty="0"/>
              <a:t>Run the initialization variants on the cheap MSD linear/nonlinear pair.</a:t>
            </a:r>
          </a:p>
          <a:p>
            <a:pPr marL="342900" lvl="0" indent="-342900">
              <a:buFont typeface="+mj-lt"/>
              <a:buAutoNum type="arabicPeriod"/>
            </a:pPr>
            <a:r>
              <a:rPr lang="en-NL" dirty="0"/>
              <a:t>If J1 fails there, stop; it is not worth an 11-hour gantry run.</a:t>
            </a:r>
          </a:p>
          <a:p>
            <a:pPr marL="342900" lvl="0" indent="-342900">
              <a:buFont typeface="+mj-lt"/>
              <a:buAutoNum type="arabicPeriod"/>
            </a:pPr>
            <a:r>
              <a:rPr lang="en-NL" dirty="0"/>
              <a:t>If J1 works, run at least J0 versus J1 once on the gantry.</a:t>
            </a:r>
          </a:p>
          <a:p>
            <a:pPr>
              <a:buNone/>
            </a:pPr>
            <a:r>
              <a:rPr lang="en-NL" dirty="0"/>
              <a:t>That preserves the value of the cheap screening experiment without extrapolating from a </a:t>
            </a:r>
            <a:r>
              <a:rPr lang="en-NL" dirty="0">
                <a:latin typeface="+mn-lt"/>
              </a:rPr>
              <a:t>118%</a:t>
            </a:r>
            <a:r>
              <a:rPr lang="en-NL" dirty="0"/>
              <a:t> residual to a </a:t>
            </a:r>
            <a:r>
              <a:rPr lang="en-NL" dirty="0">
                <a:latin typeface="+mn-lt"/>
              </a:rPr>
              <a:t>0.121%</a:t>
            </a:r>
            <a:r>
              <a:rPr lang="en-NL" dirty="0"/>
              <a:t> residual.</a:t>
            </a:r>
          </a:p>
          <a:p>
            <a:pPr>
              <a:buNone/>
            </a:pPr>
            <a:r>
              <a:rPr lang="en-NL" b="1" dirty="0"/>
              <a:t>What the eight MSD runs would and would not prove</a:t>
            </a:r>
          </a:p>
          <a:p>
            <a:pPr>
              <a:buNone/>
            </a:pPr>
            <a:r>
              <a:rPr lang="en-NL" dirty="0"/>
              <a:t>The proposed </a:t>
            </a:r>
            <a:r>
              <a:rPr lang="en-NL" dirty="0">
                <a:latin typeface="+mn-lt"/>
              </a:rPr>
              <a:t>J0/J1/J2/AB × linear/nonlinear</a:t>
            </a:r>
            <a:r>
              <a:rPr lang="en-NL" dirty="0"/>
              <a:t> design is good, but final RMS alone does not prove that \(</a:t>
            </a:r>
            <a:r>
              <a:rPr lang="en-NL" dirty="0" err="1"/>
              <a:t>F_a</a:t>
            </a:r>
            <a:r>
              <a:rPr lang="en-NL" dirty="0"/>
              <a:t>\) learned.</a:t>
            </a:r>
          </a:p>
          <a:p>
            <a:pPr>
              <a:buNone/>
            </a:pPr>
            <a:r>
              <a:rPr lang="en-NL" dirty="0"/>
              <a:t>J1 might behave as a random nonlinear reservoir:</a:t>
            </a:r>
          </a:p>
          <a:p>
            <a:pPr marL="342900" lvl="0" indent="-342900">
              <a:buFont typeface="Arial" panose="020B0604020202020204" pitchFamily="34" charset="0"/>
              <a:buChar char="•"/>
            </a:pPr>
            <a:r>
              <a:rPr lang="en-NL" dirty="0"/>
              <a:t>\(</a:t>
            </a:r>
            <a:r>
              <a:rPr lang="en-NL" dirty="0" err="1"/>
              <a:t>F_a</a:t>
            </a:r>
            <a:r>
              <a:rPr lang="en-NL" dirty="0"/>
              <a:t>\) generates useful but nearly fixed random dynamics;</a:t>
            </a:r>
          </a:p>
          <a:p>
            <a:pPr marL="342900" lvl="0" indent="-342900">
              <a:buFont typeface="Arial" panose="020B0604020202020204" pitchFamily="34" charset="0"/>
              <a:buChar char="•"/>
            </a:pPr>
            <a:r>
              <a:rPr lang="en-NL" dirty="0"/>
              <a:t>only \(</a:t>
            </a:r>
            <a:r>
              <a:rPr lang="en-NL" dirty="0" err="1"/>
              <a:t>F_b</a:t>
            </a:r>
            <a:r>
              <a:rPr lang="en-NL" dirty="0"/>
              <a:t>\) learns to read them.</a:t>
            </a:r>
          </a:p>
          <a:p>
            <a:pPr>
              <a:buNone/>
            </a:pPr>
            <a:r>
              <a:rPr lang="en-NL" dirty="0"/>
              <a:t>That is still useful, but it is not “the ANN learned its augmented dynamics.”</a:t>
            </a:r>
          </a:p>
          <a:p>
            <a:pPr>
              <a:buNone/>
            </a:pPr>
            <a:r>
              <a:rPr lang="en-NL" dirty="0"/>
              <a:t>The experiment should therefore record:</a:t>
            </a:r>
          </a:p>
          <a:p>
            <a:pPr marL="342900" lvl="0" indent="-342900">
              <a:buFont typeface="Arial" panose="020B0604020202020204" pitchFamily="34" charset="0"/>
              <a:buChar char="•"/>
            </a:pPr>
            <a:r>
              <a:rPr lang="en-NL" dirty="0"/>
              <a:t>gradient of physical final rows;</a:t>
            </a:r>
          </a:p>
          <a:p>
            <a:pPr marL="342900" lvl="0" indent="-342900">
              <a:buFont typeface="Arial" panose="020B0604020202020204" pitchFamily="34" charset="0"/>
              <a:buChar char="•"/>
            </a:pPr>
            <a:r>
              <a:rPr lang="en-NL" dirty="0"/>
              <a:t>gradient of augmented final rows;</a:t>
            </a:r>
          </a:p>
          <a:p>
            <a:pPr marL="342900" lvl="0" indent="-342900">
              <a:buFont typeface="Arial" panose="020B0604020202020204" pitchFamily="34" charset="0"/>
              <a:buChar char="•"/>
            </a:pPr>
            <a:r>
              <a:rPr lang="en-NL" dirty="0"/>
              <a:t>gradient of shared hidden layers;</a:t>
            </a:r>
          </a:p>
          <a:p>
            <a:pPr marL="342900" lvl="0" indent="-342900">
              <a:buFont typeface="Arial" panose="020B0604020202020204" pitchFamily="34" charset="0"/>
              <a:buChar char="•"/>
            </a:pPr>
            <a:r>
              <a:rPr lang="en-NL" dirty="0"/>
              <a:t>measurements before update 1 and before update 2;</a:t>
            </a:r>
          </a:p>
          <a:p>
            <a:pPr marL="342900" lvl="0" indent="-342900">
              <a:buFont typeface="Arial" panose="020B0604020202020204" pitchFamily="34" charset="0"/>
              <a:buChar char="•"/>
            </a:pPr>
            <a:r>
              <a:rPr lang="en-NL" dirty="0"/>
              <a:t>augmented-state RMS, peak and effective rank;</a:t>
            </a:r>
          </a:p>
          <a:p>
            <a:pPr marL="342900" lvl="0" indent="-342900">
              <a:buFont typeface="Arial" panose="020B0604020202020204" pitchFamily="34" charset="0"/>
              <a:buChar char="•"/>
            </a:pPr>
            <a:r>
              <a:rPr lang="en-NL" dirty="0"/>
              <a:t>hidden </a:t>
            </a:r>
            <a:r>
              <a:rPr lang="en-NL" dirty="0">
                <a:latin typeface="+mn-lt"/>
              </a:rPr>
              <a:t>tanh</a:t>
            </a:r>
            <a:r>
              <a:rPr lang="en-NL" dirty="0"/>
              <a:t> saturation fraction;</a:t>
            </a:r>
          </a:p>
          <a:p>
            <a:pPr marL="342900" lvl="0" indent="-342900">
              <a:buFont typeface="Arial" panose="020B0604020202020204" pitchFamily="34" charset="0"/>
              <a:buChar char="•"/>
            </a:pPr>
            <a:r>
              <a:rPr lang="en-NL" dirty="0"/>
              <a:t>final augmented-state ablation.</a:t>
            </a:r>
          </a:p>
          <a:p>
            <a:pPr>
              <a:buNone/>
            </a:pPr>
            <a:r>
              <a:rPr lang="en-NL" dirty="0"/>
              <a:t>The existing </a:t>
            </a:r>
            <a:r>
              <a:rPr lang="en-NL" dirty="0" err="1">
                <a:latin typeface="+mn-lt"/>
              </a:rPr>
              <a:t>x_aug</a:t>
            </a:r>
            <a:r>
              <a:rPr lang="en-NL" dirty="0"/>
              <a:t> summary records RMS, peak and rank, but not hidden-layer saturation. That metric must be added separately.</a:t>
            </a:r>
          </a:p>
          <a:p>
            <a:pPr>
              <a:buNone/>
            </a:pPr>
            <a:r>
              <a:rPr lang="en-NL" dirty="0"/>
              <a:t>Ideally, include a frozen-writer control:</a:t>
            </a:r>
          </a:p>
          <a:p>
            <a:pPr>
              <a:buNone/>
            </a:pPr>
            <a:r>
              <a:rPr lang="en-NL" dirty="0"/>
              <a:t>\[ </a:t>
            </a:r>
            <a:r>
              <a:rPr lang="en-NL" dirty="0" err="1"/>
              <a:t>W_a</a:t>
            </a:r>
            <a:r>
              <a:rPr lang="en-NL" dirty="0"/>
              <a:t>,\ \text{writer parameters frozen after initialization}. \]</a:t>
            </a:r>
          </a:p>
          <a:p>
            <a:pPr>
              <a:buNone/>
            </a:pPr>
            <a:r>
              <a:rPr lang="en-NL" dirty="0"/>
              <a:t>Then:</a:t>
            </a:r>
          </a:p>
          <a:p>
            <a:pPr marL="342900" lvl="0" indent="-342900">
              <a:buFont typeface="Arial" panose="020B0604020202020204" pitchFamily="34" charset="0"/>
              <a:buChar char="•"/>
            </a:pPr>
            <a:r>
              <a:rPr lang="en-NL" dirty="0"/>
              <a:t>J1 beating frozen-J1 shows that learning the state generator matters;</a:t>
            </a:r>
          </a:p>
          <a:p>
            <a:pPr marL="342900" lvl="0" indent="-342900">
              <a:buFont typeface="Arial" panose="020B0604020202020204" pitchFamily="34" charset="0"/>
              <a:buChar char="•"/>
            </a:pPr>
            <a:r>
              <a:rPr lang="en-NL" dirty="0"/>
              <a:t>equal performance means J1 is functioning as a fixed random reservoir;</a:t>
            </a:r>
          </a:p>
          <a:p>
            <a:pPr marL="342900" lvl="0" indent="-342900">
              <a:buFont typeface="Arial" panose="020B0604020202020204" pitchFamily="34" charset="0"/>
              <a:buChar char="•"/>
            </a:pPr>
            <a:r>
              <a:rPr lang="en-NL" dirty="0"/>
              <a:t>both beating J0 still shows that live augmented states solve the bootstrap problem.</a:t>
            </a:r>
          </a:p>
          <a:p>
            <a:pPr>
              <a:buNone/>
            </a:pPr>
            <a:r>
              <a:rPr lang="en-NL" b="1" dirty="0"/>
              <a:t>On recurrence stability</a:t>
            </a:r>
          </a:p>
          <a:p>
            <a:pPr>
              <a:buNone/>
            </a:pPr>
            <a:r>
              <a:rPr lang="en-NL" dirty="0"/>
              <a:t>The other session is correct that J1’s state values are bounded for finite weights because the final hidden activations are </a:t>
            </a:r>
            <a:r>
              <a:rPr lang="en-NL" dirty="0">
                <a:latin typeface="+mn-lt"/>
              </a:rPr>
              <a:t>tanh</a:t>
            </a:r>
            <a:r>
              <a:rPr lang="en-NL" dirty="0"/>
              <a:t>-bounded. But bounded values do not guarantee good recurrent behaviour.</a:t>
            </a:r>
          </a:p>
          <a:p>
            <a:pPr>
              <a:buNone/>
            </a:pPr>
            <a:r>
              <a:rPr lang="en-NL" dirty="0"/>
              <a:t>J1 can still have:</a:t>
            </a:r>
          </a:p>
          <a:p>
            <a:pPr marL="342900" lvl="0" indent="-342900">
              <a:buFont typeface="Arial" panose="020B0604020202020204" pitchFamily="34" charset="0"/>
              <a:buChar char="•"/>
            </a:pPr>
            <a:r>
              <a:rPr lang="en-NL" dirty="0"/>
              <a:t>saturated hidden activations;</a:t>
            </a:r>
          </a:p>
          <a:p>
            <a:pPr marL="342900" lvl="0" indent="-342900">
              <a:buFont typeface="Arial" panose="020B0604020202020204" pitchFamily="34" charset="0"/>
              <a:buChar char="•"/>
            </a:pPr>
            <a:r>
              <a:rPr lang="en-NL" dirty="0"/>
              <a:t>chaotic sensitivity;</a:t>
            </a:r>
          </a:p>
          <a:p>
            <a:pPr marL="342900" lvl="0" indent="-342900">
              <a:buFont typeface="Arial" panose="020B0604020202020204" pitchFamily="34" charset="0"/>
              <a:buChar char="•"/>
            </a:pPr>
            <a:r>
              <a:rPr lang="en-NL" dirty="0"/>
              <a:t>exploding or vanishing backpropagated gradients;</a:t>
            </a:r>
          </a:p>
          <a:p>
            <a:pPr marL="342900" lvl="0" indent="-342900">
              <a:buFont typeface="Arial" panose="020B0604020202020204" pitchFamily="34" charset="0"/>
              <a:buChar char="•"/>
            </a:pPr>
            <a:r>
              <a:rPr lang="en-NL" dirty="0"/>
              <a:t>poor long-term memory.</a:t>
            </a:r>
          </a:p>
          <a:p>
            <a:pPr>
              <a:buNone/>
            </a:pPr>
            <a:r>
              <a:rPr lang="en-NL" dirty="0"/>
              <a:t>So state RMS and peak are necessary but insufficient. I would also log</a:t>
            </a:r>
          </a:p>
          <a:p>
            <a:pPr>
              <a:buNone/>
            </a:pPr>
            <a:r>
              <a:rPr lang="en-NL" dirty="0"/>
              <a:t>\[ \left\| \frac{\partial </a:t>
            </a:r>
            <a:r>
              <a:rPr lang="en-NL" dirty="0" err="1"/>
              <a:t>F_a</a:t>
            </a:r>
            <a:r>
              <a:rPr lang="en-NL" dirty="0"/>
              <a:t>}{\partial </a:t>
            </a:r>
            <a:r>
              <a:rPr lang="en-NL" dirty="0" err="1"/>
              <a:t>x_a</a:t>
            </a:r>
            <a:r>
              <a:rPr lang="en-NL" dirty="0"/>
              <a:t>} \right\|_2 \]</a:t>
            </a:r>
          </a:p>
          <a:p>
            <a:pPr>
              <a:buNone/>
            </a:pPr>
            <a:r>
              <a:rPr lang="en-NL" dirty="0"/>
              <a:t>along the rollout, or at minimum the hidden saturation fraction. A contractive nonlinear cell becomes worth considering only if unconstrained J1 exhibits problems here.</a:t>
            </a:r>
          </a:p>
          <a:p>
            <a:pPr>
              <a:buNone/>
            </a:pPr>
            <a:r>
              <a:rPr lang="en-NL" b="1" dirty="0"/>
              <a:t>Recommended experiment</a:t>
            </a:r>
          </a:p>
          <a:p>
            <a:pPr>
              <a:buNone/>
            </a:pPr>
            <a:r>
              <a:rPr lang="en-NL" dirty="0"/>
              <a:t>Use the current MSD run as the AB reference and add:</a:t>
            </a:r>
          </a:p>
          <a:p>
            <a:pPr>
              <a:buNone/>
            </a:pPr>
            <a:r>
              <a:rPr lang="en-NL" dirty="0"/>
              <a:t>Run these on both linear and cubic MSD residuals. Treat J2 as an optimization ceiling, not a clean method candidate, because it abandons baseline equality.</a:t>
            </a:r>
          </a:p>
          <a:p>
            <a:pPr>
              <a:buNone/>
            </a:pPr>
            <a:r>
              <a:rPr lang="en-NL" dirty="0"/>
              <a:t>My overall view is: the other session’s proposal is directionally correct. The two additions I consider essential are the frozen-writer control and one later gantry J1 run if the MSD gate succeeds. Without those, we could mistake “a random reservoir is readable on a large residual” for “we fixed trainable augmented dynamics on our original problem.”</a:t>
            </a:r>
          </a:p>
        </p:txBody>
      </p:sp>
    </p:spTree>
    <p:extLst>
      <p:ext uri="{BB962C8B-B14F-4D97-AF65-F5344CB8AC3E}">
        <p14:creationId xmlns:p14="http://schemas.microsoft.com/office/powerpoint/2010/main" val="2883964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B0EA1-7141-2BE2-B245-B9736253262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6B0BFD2-C8F8-1570-B04A-BC02CFB9DAFF}"/>
              </a:ext>
            </a:extLst>
          </p:cNvPr>
          <p:cNvSpPr>
            <a:spLocks noGrp="1"/>
          </p:cNvSpPr>
          <p:nvPr>
            <p:ph idx="1"/>
          </p:nvPr>
        </p:nvSpPr>
        <p:spPr/>
        <p:txBody>
          <a:bodyPr/>
          <a:lstStyle/>
          <a:p>
            <a:r>
              <a:rPr lang="en-NL" dirty="0"/>
              <a:t>With the previous initialization, that path is effectively dead. Therefore the 36% result does not say the closed-loop loss lacks information. It says the loss can train the short path but not bootstrap the latent recurrent path.</a:t>
            </a:r>
          </a:p>
        </p:txBody>
      </p:sp>
      <p:pic>
        <p:nvPicPr>
          <p:cNvPr id="6" name="Picture 5">
            <a:extLst>
              <a:ext uri="{FF2B5EF4-FFF2-40B4-BE49-F238E27FC236}">
                <a16:creationId xmlns:a16="http://schemas.microsoft.com/office/drawing/2014/main" id="{8CF66BD2-52A0-889C-7D8F-2D4207396306}"/>
              </a:ext>
            </a:extLst>
          </p:cNvPr>
          <p:cNvPicPr>
            <a:picLocks noChangeAspect="1"/>
          </p:cNvPicPr>
          <p:nvPr/>
        </p:nvPicPr>
        <p:blipFill>
          <a:blip r:embed="rId2"/>
          <a:stretch>
            <a:fillRect/>
          </a:stretch>
        </p:blipFill>
        <p:spPr>
          <a:xfrm>
            <a:off x="7447280" y="3198017"/>
            <a:ext cx="5600866" cy="2978946"/>
          </a:xfrm>
          <a:prstGeom prst="rect">
            <a:avLst/>
          </a:prstGeom>
        </p:spPr>
      </p:pic>
      <p:sp>
        <p:nvSpPr>
          <p:cNvPr id="8" name="TextBox 7">
            <a:extLst>
              <a:ext uri="{FF2B5EF4-FFF2-40B4-BE49-F238E27FC236}">
                <a16:creationId xmlns:a16="http://schemas.microsoft.com/office/drawing/2014/main" id="{7564F323-3485-D307-C5AB-A6F720371002}"/>
              </a:ext>
            </a:extLst>
          </p:cNvPr>
          <p:cNvSpPr txBox="1"/>
          <p:nvPr/>
        </p:nvSpPr>
        <p:spPr>
          <a:xfrm>
            <a:off x="838200" y="4918055"/>
            <a:ext cx="6563360" cy="923330"/>
          </a:xfrm>
          <a:prstGeom prst="rect">
            <a:avLst/>
          </a:prstGeom>
          <a:noFill/>
        </p:spPr>
        <p:txBody>
          <a:bodyPr wrap="square">
            <a:spAutoFit/>
          </a:bodyPr>
          <a:lstStyle/>
          <a:p>
            <a:r>
              <a:rPr lang="en-NL" dirty="0"/>
              <a:t>Can we replace the installed \(A_{aa}+</a:t>
            </a:r>
            <a:r>
              <a:rPr lang="en-NL" dirty="0" err="1"/>
              <a:t>B_u</a:t>
            </a:r>
            <a:r>
              <a:rPr lang="en-NL" dirty="0"/>
              <a:t>\) latent trajectory with a trainable, mechanically structured writer while retaining the successful closed-loop optimization geometry?</a:t>
            </a:r>
          </a:p>
        </p:txBody>
      </p:sp>
    </p:spTree>
    <p:extLst>
      <p:ext uri="{BB962C8B-B14F-4D97-AF65-F5344CB8AC3E}">
        <p14:creationId xmlns:p14="http://schemas.microsoft.com/office/powerpoint/2010/main" val="2102791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215A-ABAE-B52C-273D-0EAED3C52957}"/>
              </a:ext>
            </a:extLst>
          </p:cNvPr>
          <p:cNvSpPr>
            <a:spLocks noGrp="1"/>
          </p:cNvSpPr>
          <p:nvPr>
            <p:ph type="title"/>
          </p:nvPr>
        </p:nvSpPr>
        <p:spPr/>
        <p:txBody>
          <a:bodyPr/>
          <a:lstStyle/>
          <a:p>
            <a:r>
              <a:rPr lang="en-US" dirty="0" err="1"/>
              <a:t>Kessels</a:t>
            </a:r>
            <a:r>
              <a:rPr lang="en-US" dirty="0"/>
              <a:t>, </a:t>
            </a:r>
            <a:r>
              <a:rPr lang="en-US" dirty="0" err="1"/>
              <a:t>Citeable</a:t>
            </a:r>
            <a:endParaRPr lang="en-NL" dirty="0"/>
          </a:p>
        </p:txBody>
      </p:sp>
      <p:sp>
        <p:nvSpPr>
          <p:cNvPr id="3" name="Content Placeholder 2">
            <a:extLst>
              <a:ext uri="{FF2B5EF4-FFF2-40B4-BE49-F238E27FC236}">
                <a16:creationId xmlns:a16="http://schemas.microsoft.com/office/drawing/2014/main" id="{2FCBA760-368B-FD9F-BE01-350412330EBE}"/>
              </a:ext>
            </a:extLst>
          </p:cNvPr>
          <p:cNvSpPr>
            <a:spLocks noGrp="1"/>
          </p:cNvSpPr>
          <p:nvPr>
            <p:ph idx="1"/>
          </p:nvPr>
        </p:nvSpPr>
        <p:spPr/>
        <p:txBody>
          <a:bodyPr>
            <a:normAutofit fontScale="62500" lnSpcReduction="20000"/>
          </a:bodyPr>
          <a:lstStyle/>
          <a:p>
            <a:pPr lvl="0"/>
            <a:r>
              <a:rPr lang="en-NL" b="1" dirty="0"/>
              <a:t>pp. 151–153, especially Eq. (5.4) and Fig. 5.2:</a:t>
            </a:r>
            <a:r>
              <a:rPr lang="en-NL" dirty="0"/>
              <a:t> the core architecture. Page 151 defines the extended position–velocity pair, the learned velocity writer \(l_{w_2}^{(2)}\), and the separate learned correction \(l_{w_1}^{(1)}\) to the physical acceleration. Page 152 explicitly says the writer is a feedforward NN used recurrently and discusses scaling; page 153 shows that the output map can remain separate.</a:t>
            </a:r>
          </a:p>
          <a:p>
            <a:pPr lvl="0"/>
            <a:r>
              <a:rPr lang="en-NL" b="1" dirty="0"/>
              <a:t>pp. 154–159, especially </a:t>
            </a:r>
            <a:r>
              <a:rPr lang="en-NL" b="1" dirty="0" err="1"/>
              <a:t>Eqs</a:t>
            </a:r>
            <a:r>
              <a:rPr lang="en-NL" b="1" dirty="0"/>
              <a:t>. (5.12)–(5.13) and Fig. 5.4:</a:t>
            </a:r>
            <a:r>
              <a:rPr lang="en-NL" dirty="0"/>
              <a:t> how it is trained. These pages cover truncated windows, the encoder, differentiated closed-loop rollout, vanishing/exploding gradients, and near-zero initialization for closed-loop stability.</a:t>
            </a:r>
          </a:p>
          <a:p>
            <a:pPr lvl="0"/>
            <a:r>
              <a:rPr lang="en-NL" b="1" dirty="0"/>
              <a:t>p. 157, Remark 5.3:</a:t>
            </a:r>
            <a:r>
              <a:rPr lang="en-NL" dirty="0"/>
              <a:t> directly supports our decision not to augment the measured-position output when the physical output equation is trusted.</a:t>
            </a:r>
          </a:p>
          <a:p>
            <a:pPr lvl="0"/>
            <a:r>
              <a:rPr lang="en-NL" b="1" dirty="0"/>
              <a:t>pp. 170–174:</a:t>
            </a:r>
            <a:r>
              <a:rPr lang="en-NL" dirty="0"/>
              <a:t> the industrial closed-loop implementation. It initializes measured physical positions/velocities directly, makes the encoder estimate only extended states, and reports that extra state pairs capture missing modes.</a:t>
            </a:r>
          </a:p>
          <a:p>
            <a:pPr lvl="0"/>
            <a:r>
              <a:rPr lang="en-NL" b="1" dirty="0"/>
              <a:t>p. 174, Remark 5.6:</a:t>
            </a:r>
            <a:r>
              <a:rPr lang="en-NL" dirty="0"/>
              <a:t> especially relevant to us—the attempted open-loop identification from closed-loop data was unsuccessful.</a:t>
            </a:r>
          </a:p>
          <a:p>
            <a:pPr lvl="0"/>
            <a:r>
              <a:rPr lang="en-NL" b="1" dirty="0"/>
              <a:t>pp. 175–180, particularly Fig. 5.14 and Tables 5.5–5.7:</a:t>
            </a:r>
            <a:r>
              <a:rPr lang="en-NL" dirty="0"/>
              <a:t> evidence that extra state pairs reduce errors in specific frequency bands and generalize across references/controllers.</a:t>
            </a:r>
          </a:p>
          <a:p>
            <a:endParaRPr lang="en-NL" dirty="0"/>
          </a:p>
        </p:txBody>
      </p:sp>
      <p:pic>
        <p:nvPicPr>
          <p:cNvPr id="5" name="Picture 4">
            <a:extLst>
              <a:ext uri="{FF2B5EF4-FFF2-40B4-BE49-F238E27FC236}">
                <a16:creationId xmlns:a16="http://schemas.microsoft.com/office/drawing/2014/main" id="{948846A8-7E5B-6F2A-81A7-0269AD0CA00B}"/>
              </a:ext>
            </a:extLst>
          </p:cNvPr>
          <p:cNvPicPr>
            <a:picLocks noChangeAspect="1"/>
          </p:cNvPicPr>
          <p:nvPr/>
        </p:nvPicPr>
        <p:blipFill>
          <a:blip r:embed="rId2"/>
          <a:stretch>
            <a:fillRect/>
          </a:stretch>
        </p:blipFill>
        <p:spPr>
          <a:xfrm>
            <a:off x="1347073" y="3429000"/>
            <a:ext cx="9152413" cy="2377646"/>
          </a:xfrm>
          <a:prstGeom prst="rect">
            <a:avLst/>
          </a:prstGeom>
        </p:spPr>
      </p:pic>
    </p:spTree>
    <p:extLst>
      <p:ext uri="{BB962C8B-B14F-4D97-AF65-F5344CB8AC3E}">
        <p14:creationId xmlns:p14="http://schemas.microsoft.com/office/powerpoint/2010/main" val="36244500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F602-135A-6B51-E5DF-FE5EBED9626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0651326-1E99-13DB-FD7F-655B317703E3}"/>
              </a:ext>
            </a:extLst>
          </p:cNvPr>
          <p:cNvSpPr>
            <a:spLocks noGrp="1"/>
          </p:cNvSpPr>
          <p:nvPr>
            <p:ph idx="1"/>
          </p:nvPr>
        </p:nvSpPr>
        <p:spPr/>
        <p:txBody>
          <a:bodyPr/>
          <a:lstStyle/>
          <a:p>
            <a:r>
              <a:rPr lang="en-US" dirty="0"/>
              <a:t>▎ The residual you are chasing is so small (0.12 % open loop, </a:t>
            </a:r>
            <a:r>
              <a:rPr lang="en-US" dirty="0" err="1"/>
              <a:t>normalised</a:t>
            </a:r>
            <a:r>
              <a:rPr lang="en-US" dirty="0"/>
              <a:t> loss 1.8e-10) that anything reaching the loss only through a second-order path produces gradients beneath the optimizer's numerical floor. The augmented states are no longer failing for a structural reason. They are failing because the optimizer cannot act on gradients that small.</a:t>
            </a:r>
            <a:endParaRPr lang="en-NL" dirty="0"/>
          </a:p>
        </p:txBody>
      </p:sp>
    </p:spTree>
    <p:extLst>
      <p:ext uri="{BB962C8B-B14F-4D97-AF65-F5344CB8AC3E}">
        <p14:creationId xmlns:p14="http://schemas.microsoft.com/office/powerpoint/2010/main" val="4267434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5F87F-B053-1505-D556-043F3258658F}"/>
              </a:ext>
            </a:extLst>
          </p:cNvPr>
          <p:cNvSpPr>
            <a:spLocks noGrp="1"/>
          </p:cNvSpPr>
          <p:nvPr>
            <p:ph type="title"/>
          </p:nvPr>
        </p:nvSpPr>
        <p:spPr/>
        <p:txBody>
          <a:bodyPr>
            <a:normAutofit fontScale="90000"/>
          </a:bodyPr>
          <a:lstStyle/>
          <a:p>
            <a:r>
              <a:rPr lang="en-US" dirty="0"/>
              <a:t>what is currently the issue with the augmented states not learning. the error is too small? the controller hides the plant error.  we </a:t>
            </a:r>
            <a:r>
              <a:rPr lang="en-US" dirty="0" err="1"/>
              <a:t>dont</a:t>
            </a:r>
            <a:r>
              <a:rPr lang="en-US" dirty="0"/>
              <a:t> get a clear signal and gradient because we </a:t>
            </a:r>
            <a:r>
              <a:rPr lang="en-US" dirty="0" err="1"/>
              <a:t>dont</a:t>
            </a:r>
            <a:r>
              <a:rPr lang="en-US" dirty="0"/>
              <a:t> route through the output, and it is not seen in the loss?</a:t>
            </a:r>
            <a:endParaRPr lang="en-NL" dirty="0"/>
          </a:p>
        </p:txBody>
      </p:sp>
      <p:sp>
        <p:nvSpPr>
          <p:cNvPr id="3" name="Content Placeholder 2">
            <a:extLst>
              <a:ext uri="{FF2B5EF4-FFF2-40B4-BE49-F238E27FC236}">
                <a16:creationId xmlns:a16="http://schemas.microsoft.com/office/drawing/2014/main" id="{2193FACA-A192-74E0-5A10-CADFAD2E858C}"/>
              </a:ext>
            </a:extLst>
          </p:cNvPr>
          <p:cNvSpPr>
            <a:spLocks noGrp="1"/>
          </p:cNvSpPr>
          <p:nvPr>
            <p:ph idx="1"/>
          </p:nvPr>
        </p:nvSpPr>
        <p:spPr/>
        <p:txBody>
          <a:bodyPr/>
          <a:lstStyle/>
          <a:p>
            <a:r>
              <a:rPr lang="en-US" dirty="0"/>
              <a:t>Taking your three hypotheses in turn, against what has actually been measured.1. "The error is too small" — was true, is now </a:t>
            </a:r>
            <a:r>
              <a:rPr lang="en-US" dirty="0" err="1"/>
              <a:t>settledThis</a:t>
            </a:r>
            <a:r>
              <a:rPr lang="en-US" dirty="0"/>
              <a:t> was exactly right, and it was the eps failure. With eps=1e-16 Adam is scale-invariant again, so the absolute size of the residual no longer determines whether parameters move. Your re-run proved that: 1.22e-8 to 5.56e-3, 457,000x.</a:t>
            </a:r>
            <a:endParaRPr lang="en-NL" dirty="0"/>
          </a:p>
        </p:txBody>
      </p:sp>
      <p:sp>
        <p:nvSpPr>
          <p:cNvPr id="5" name="TextBox 4">
            <a:extLst>
              <a:ext uri="{FF2B5EF4-FFF2-40B4-BE49-F238E27FC236}">
                <a16:creationId xmlns:a16="http://schemas.microsoft.com/office/drawing/2014/main" id="{909E98A7-BD59-F4C1-C0D8-A54C92B8EB8B}"/>
              </a:ext>
            </a:extLst>
          </p:cNvPr>
          <p:cNvSpPr txBox="1"/>
          <p:nvPr/>
        </p:nvSpPr>
        <p:spPr>
          <a:xfrm>
            <a:off x="11247120" y="-1356122"/>
            <a:ext cx="6096000" cy="12557284"/>
          </a:xfrm>
          <a:prstGeom prst="rect">
            <a:avLst/>
          </a:prstGeom>
          <a:noFill/>
        </p:spPr>
        <p:txBody>
          <a:bodyPr wrap="square">
            <a:spAutoFit/>
          </a:bodyPr>
          <a:lstStyle/>
          <a:p>
            <a:r>
              <a:rPr lang="en-NL"/>
              <a:t>what is currently the issue with the augmented states not learning. the error is too small? the controller hides the plant error.  we dont get a clear signal and gradient because we dont route through the output, and it is not seen in the loss?──────────────────────────────────────────────── 1 new message ────────────────────────────────────────────────Taking your three hypotheses in turn, against what has actually been measured.1. "The error is too small" — was true, is now settledThis was exactly right, and it was the eps failure. With eps=1e-16 Adam is scale-invariant again, so the absolute size of the residual no longer determines whether parameters move. Your re-run proved that: 1.22e-8 to 5.56e-3, 457,000x.What remains is not absolute smallness but relative smallness, which is a different problem and appears under hypothesis 3.2. "The controller hides the plant error" — measured false in the band that mattersThis is the intuitive one and the data contradicts it. The loop suppresses low-frequency motion mismatch by 47x to 2800x, but it amplifies the absorber band: sigma_max(S_o) = 1.81 near 157.89 Hz. And 83 % of the closed-loop residual power sits in the absorber band.The open-loop residual is 1.224e-4 against the closed-loop 2.187e-6, a factor 56, and almost all of that 56x is the low-frequency mismatch the loop removes and you do not need. So the loop concentrates the target signal rather than hiding it. Training open loop would give you a 56x larger error that is mostly about the wrong part of the spectrum, and (per the arithmetic from before) still would not have cleared the eps floor.The controller is not your problem. It is doing you a favour on the one mode you care about.3. "No clear signal because we don't route through the output" — half right, and the half that is right is the current issueThe route exists and carries gradient. x_a -&gt; coupling -&gt; physical velocity rows -&gt; positions -&gt; y. Verified: coupling-output gradient 8.06e-9 on update 1, writer gradient non-zero on update 2, writer parameters now move by 5.56e-3. Ablating the latent path changes the loss. So it is seen in the loss. And not routing x_a directly to h is deliberate and Kessels-faithful (his Remark 5.3), so that part should not change.But the route is weak in a specific way, and that is the real answer to your question. Not weak in gradient magnitude any more. Weak in discrimination: the objective cannot tell a good latent writer from a random one.That is measured, and not only by your last run:</a:t>
            </a:r>
            <a:endParaRPr lang="en-NL" dirty="0"/>
          </a:p>
        </p:txBody>
      </p:sp>
      <p:sp>
        <p:nvSpPr>
          <p:cNvPr id="7" name="TextBox 6">
            <a:extLst>
              <a:ext uri="{FF2B5EF4-FFF2-40B4-BE49-F238E27FC236}">
                <a16:creationId xmlns:a16="http://schemas.microsoft.com/office/drawing/2014/main" id="{2F8C171B-0AA3-C432-DD2C-9C2C379B9857}"/>
              </a:ext>
            </a:extLst>
          </p:cNvPr>
          <p:cNvSpPr txBox="1"/>
          <p:nvPr/>
        </p:nvSpPr>
        <p:spPr>
          <a:xfrm>
            <a:off x="594360" y="4922520"/>
            <a:ext cx="8717280" cy="1477328"/>
          </a:xfrm>
          <a:prstGeom prst="rect">
            <a:avLst/>
          </a:prstGeom>
          <a:noFill/>
        </p:spPr>
        <p:txBody>
          <a:bodyPr wrap="square">
            <a:spAutoFit/>
          </a:bodyPr>
          <a:lstStyle/>
          <a:p>
            <a:r>
              <a:rPr lang="en-NL" dirty="0"/>
              <a:t>And the objective has already been measured directly. RESULT-plateau.md: at </a:t>
            </a:r>
            <a:r>
              <a:rPr lang="en-NL" dirty="0" err="1"/>
              <a:t>nf</a:t>
            </a:r>
            <a:r>
              <a:rPr lang="en-NL" dirty="0"/>
              <a:t> = 400 the training loss ranks a correct augmentation only 1.25x better than the one training actually finds, because 88 % of a correct model's window loss is startup transient it cannot fix. Not scoring the first 100 samples raises that to 3.40x. So the loss is nearly blind to whether the dynamics are right.</a:t>
            </a:r>
          </a:p>
        </p:txBody>
      </p:sp>
    </p:spTree>
    <p:extLst>
      <p:ext uri="{BB962C8B-B14F-4D97-AF65-F5344CB8AC3E}">
        <p14:creationId xmlns:p14="http://schemas.microsoft.com/office/powerpoint/2010/main" val="21832726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C17C-F950-B8BB-FE5E-FCA061508582}"/>
              </a:ext>
            </a:extLst>
          </p:cNvPr>
          <p:cNvSpPr>
            <a:spLocks noGrp="1"/>
          </p:cNvSpPr>
          <p:nvPr>
            <p:ph type="title"/>
          </p:nvPr>
        </p:nvSpPr>
        <p:spPr/>
        <p:txBody>
          <a:bodyPr>
            <a:normAutofit fontScale="90000"/>
          </a:bodyPr>
          <a:lstStyle/>
          <a:p>
            <a:r>
              <a:rPr lang="en-NL" dirty="0"/>
              <a:t>The augmented states are live, observable through the physical dynamics, and optimizable. The remaining measured problem is that the present 400-sample closed-loop objective gives very little advantage to learning their recurrence over retaining a frozen random recurrence. Startup-transient dominance is the leading explanation, while reservoir adequacy and defective latent-state scaling remain competing explanations.</a:t>
            </a:r>
          </a:p>
        </p:txBody>
      </p:sp>
      <p:sp>
        <p:nvSpPr>
          <p:cNvPr id="3" name="Content Placeholder 2">
            <a:extLst>
              <a:ext uri="{FF2B5EF4-FFF2-40B4-BE49-F238E27FC236}">
                <a16:creationId xmlns:a16="http://schemas.microsoft.com/office/drawing/2014/main" id="{22B621CA-745A-A222-D9B5-261A5657A547}"/>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57BD0099-E38A-3420-AEB3-22B8B4420C77}"/>
              </a:ext>
            </a:extLst>
          </p:cNvPr>
          <p:cNvSpPr txBox="1"/>
          <p:nvPr/>
        </p:nvSpPr>
        <p:spPr>
          <a:xfrm>
            <a:off x="12192000" y="-4760327"/>
            <a:ext cx="6096000" cy="20036254"/>
          </a:xfrm>
          <a:prstGeom prst="rect">
            <a:avLst/>
          </a:prstGeom>
          <a:noFill/>
        </p:spPr>
        <p:txBody>
          <a:bodyPr wrap="square">
            <a:spAutoFit/>
          </a:bodyPr>
          <a:lstStyle/>
          <a:p>
            <a:pPr>
              <a:buNone/>
            </a:pPr>
            <a:r>
              <a:rPr lang="en-NL"/>
              <a:t>This is the strongest diagnosis so far, but it overstates what has been proven.</a:t>
            </a:r>
          </a:p>
          <a:p>
            <a:pPr>
              <a:buNone/>
            </a:pPr>
            <a:r>
              <a:rPr lang="en-NL" dirty="0"/>
              <a:t>What I agree with:</a:t>
            </a:r>
          </a:p>
          <a:p>
            <a:pPr marL="342900" lvl="0" indent="-342900">
              <a:buFont typeface="Arial" panose="020B0604020202020204" pitchFamily="34" charset="0"/>
              <a:buChar char="•"/>
            </a:pPr>
            <a:r>
              <a:rPr lang="en-NL" dirty="0"/>
              <a:t>The absolute gradient magnitude is no longer the immediate issue. With \(\epsilon=10^{-16}\), the writer moved \(5.56\times10^{-3}\).</a:t>
            </a:r>
          </a:p>
          <a:p>
            <a:pPr marL="342900" lvl="0" indent="-342900">
              <a:buFont typeface="Arial" panose="020B0604020202020204" pitchFamily="34" charset="0"/>
              <a:buChar char="•"/>
            </a:pPr>
            <a:r>
              <a:rPr lang="en-NL" dirty="0"/>
              <a:t>Not routing \(</a:t>
            </a:r>
            <a:r>
              <a:rPr lang="en-NL" dirty="0" err="1"/>
              <a:t>x_a</a:t>
            </a:r>
            <a:r>
              <a:rPr lang="en-NL" dirty="0"/>
              <a:t>\) directly to \(h\) is not the problem. The valid route is\[ </a:t>
            </a:r>
            <a:r>
              <a:rPr lang="en-NL" dirty="0" err="1"/>
              <a:t>x_a</a:t>
            </a:r>
            <a:r>
              <a:rPr lang="en-NL" dirty="0"/>
              <a:t>\</a:t>
            </a:r>
            <a:r>
              <a:rPr lang="en-NL" dirty="0" err="1"/>
              <a:t>rightarrow</a:t>
            </a:r>
            <a:r>
              <a:rPr lang="en-NL" dirty="0"/>
              <a:t>\text{physical dynamics}\</a:t>
            </a:r>
            <a:r>
              <a:rPr lang="en-NL" dirty="0" err="1"/>
              <a:t>rightarrow</a:t>
            </a:r>
            <a:r>
              <a:rPr lang="en-NL" dirty="0"/>
              <a:t> </a:t>
            </a:r>
            <a:r>
              <a:rPr lang="en-NL" dirty="0" err="1"/>
              <a:t>x_b</a:t>
            </a:r>
            <a:r>
              <a:rPr lang="en-NL" dirty="0"/>
              <a:t>\</a:t>
            </a:r>
            <a:r>
              <a:rPr lang="en-NL" dirty="0" err="1"/>
              <a:t>rightarrow</a:t>
            </a:r>
            <a:r>
              <a:rPr lang="en-NL" dirty="0"/>
              <a:t> y, \]and measured gradients confirm it works.</a:t>
            </a:r>
          </a:p>
          <a:p>
            <a:pPr marL="342900" lvl="0" indent="-342900">
              <a:buFont typeface="Arial" panose="020B0604020202020204" pitchFamily="34" charset="0"/>
              <a:buChar char="•"/>
            </a:pPr>
            <a:r>
              <a:rPr lang="en-NL" dirty="0"/>
              <a:t>The current loss weakly distinguishes the trainable writer from a frozen reservoir: only a \(0.0198\%\) loss difference after 50 updates.</a:t>
            </a:r>
          </a:p>
          <a:p>
            <a:pPr marL="342900" lvl="0" indent="-342900">
              <a:buFont typeface="Arial" panose="020B0604020202020204" pitchFamily="34" charset="0"/>
              <a:buChar char="•"/>
            </a:pPr>
            <a:r>
              <a:rPr lang="en-NL" dirty="0"/>
              <a:t>Startup-transient dominance is a credible explanation. If 88% of even the correct model’s window loss is unrelated to the dynamics we want to distinguish, gradient descent receives a poorly focused objective.</a:t>
            </a:r>
          </a:p>
          <a:p>
            <a:pPr>
              <a:buNone/>
            </a:pPr>
            <a:r>
              <a:rPr lang="en-NL" dirty="0"/>
              <a:t>What is overstated:</a:t>
            </a:r>
          </a:p>
          <a:p>
            <a:pPr marL="342900" lvl="0" indent="-342900">
              <a:buFont typeface="+mj-lt"/>
              <a:buAutoNum type="arabicPeriod"/>
            </a:pPr>
            <a:r>
              <a:rPr lang="en-NL" dirty="0"/>
              <a:t>“The controller is not the problem”</a:t>
            </a:r>
          </a:p>
          <a:p>
            <a:pPr>
              <a:buNone/>
            </a:pPr>
            <a:r>
              <a:rPr lang="en-NL" dirty="0"/>
              <a:t>The controller does not hide the 158 Hz mode: the measured sensitivity and residual spectrum support that. But it suppresses other plant errors substantially. Since your goal is an accurate plant across the relevant bandwidth—not merely the absorber mode—the controller still changes which plant errors the objective emphasizes.</a:t>
            </a:r>
          </a:p>
          <a:p>
            <a:pPr>
              <a:buNone/>
            </a:pPr>
            <a:r>
              <a:rPr lang="en-NL" dirty="0"/>
              <a:t>The accurate statement is:</a:t>
            </a:r>
          </a:p>
          <a:p>
            <a:pPr>
              <a:buNone/>
            </a:pPr>
            <a:r>
              <a:rPr lang="en-NL" dirty="0"/>
              <a:t>Closed-loop training exposes the missing 158 Hz mode well, but reweights the overall open-loop plant error.</a:t>
            </a:r>
          </a:p>
          <a:p>
            <a:pPr marL="342900" lvl="0" indent="-342900">
              <a:buFont typeface="+mj-lt"/>
              <a:buAutoNum type="arabicPeriod" startAt="2"/>
            </a:pPr>
            <a:r>
              <a:rPr lang="en-NL" dirty="0"/>
              <a:t>“Gradient descent has nothing to descend toward”</a:t>
            </a:r>
          </a:p>
          <a:p>
            <a:pPr>
              <a:buNone/>
            </a:pPr>
            <a:r>
              <a:rPr lang="en-NL" dirty="0"/>
              <a:t>A 1.25× objective difference is still a difference. The issue is weak discrimination and conditioning, not absence of an optimum. Moreover, comparing the losses of two completed models does not prove that the local gradient from the current initialization points reliably toward the correct one.</a:t>
            </a:r>
          </a:p>
          <a:p>
            <a:pPr marL="342900" lvl="0" indent="-342900">
              <a:buFont typeface="+mj-lt"/>
              <a:buAutoNum type="arabicPeriod" startAt="3"/>
            </a:pPr>
            <a:r>
              <a:rPr lang="en-NL" dirty="0"/>
              <a:t>“Four parameterizations all prove the dynamics need not learn”</a:t>
            </a:r>
          </a:p>
          <a:p>
            <a:pPr>
              <a:buNone/>
            </a:pPr>
            <a:r>
              <a:rPr lang="en-NL" dirty="0"/>
              <a:t>Arm iii and the LRU arm apparently used default Adam epsilon, so their dynamics-parameter movement is confounded. Only the corrected </a:t>
            </a:r>
            <a:r>
              <a:rPr lang="en-NL" dirty="0" err="1"/>
              <a:t>Kessels</a:t>
            </a:r>
            <a:r>
              <a:rPr lang="en-NL" dirty="0"/>
              <a:t> writer test establishes that the writer can move yet adds little over 50 updates.</a:t>
            </a:r>
          </a:p>
          <a:p>
            <a:pPr marL="342900" lvl="0" indent="-342900">
              <a:buFont typeface="+mj-lt"/>
              <a:buAutoNum type="arabicPeriod" startAt="4"/>
            </a:pPr>
            <a:r>
              <a:rPr lang="en-NL" dirty="0"/>
              <a:t>The frozen-writer tie has multiple explanations</a:t>
            </a:r>
          </a:p>
          <a:p>
            <a:pPr>
              <a:buNone/>
            </a:pPr>
            <a:r>
              <a:rPr lang="en-NL" dirty="0"/>
              <a:t>It could mean:</a:t>
            </a:r>
          </a:p>
          <a:p>
            <a:pPr marL="342900" lvl="0" indent="-342900">
              <a:buFont typeface="Arial" panose="020B0604020202020204" pitchFamily="34" charset="0"/>
              <a:buChar char="•"/>
            </a:pPr>
            <a:r>
              <a:rPr lang="en-NL" dirty="0"/>
              <a:t>startup transient dominates the objective;</a:t>
            </a:r>
          </a:p>
          <a:p>
            <a:pPr marL="342900" lvl="0" indent="-342900">
              <a:buFont typeface="Arial" panose="020B0604020202020204" pitchFamily="34" charset="0"/>
              <a:buChar char="•"/>
            </a:pPr>
            <a:r>
              <a:rPr lang="en-NL" dirty="0"/>
              <a:t>the missing dynamics are sufficiently linear that random reservoir features plus a trained coupling are enough;</a:t>
            </a:r>
          </a:p>
          <a:p>
            <a:pPr marL="342900" lvl="0" indent="-342900">
              <a:buFont typeface="Arial" panose="020B0604020202020204" pitchFamily="34" charset="0"/>
              <a:buChar char="•"/>
            </a:pPr>
            <a:r>
              <a:rPr lang="en-NL" dirty="0"/>
              <a:t>50 updates are insufficient;</a:t>
            </a:r>
          </a:p>
          <a:p>
            <a:pPr marL="342900" lvl="0" indent="-342900">
              <a:buFont typeface="Arial" panose="020B0604020202020204" pitchFamily="34" charset="0"/>
              <a:buChar char="•"/>
            </a:pPr>
            <a:r>
              <a:rPr lang="en-NL" dirty="0"/>
              <a:t>the current \(q/v\) scaling provides almost no useful mechanical memory;</a:t>
            </a:r>
          </a:p>
          <a:p>
            <a:pPr marL="342900" lvl="0" indent="-342900">
              <a:buFont typeface="Arial" panose="020B0604020202020204" pitchFamily="34" charset="0"/>
              <a:buChar char="•"/>
            </a:pPr>
            <a:r>
              <a:rPr lang="en-NL" dirty="0"/>
              <a:t>zero latent initialization hurts every window.</a:t>
            </a:r>
          </a:p>
          <a:p>
            <a:pPr>
              <a:buNone/>
            </a:pPr>
            <a:r>
              <a:rPr lang="en-NL" dirty="0"/>
              <a:t>Burn-in separates some of these, but not all. If learned and frozen remain tied after burn-in, that does not uniquely prove that training the recurrence is unnecessary.</a:t>
            </a:r>
          </a:p>
          <a:p>
            <a:pPr>
              <a:buNone/>
            </a:pPr>
            <a:r>
              <a:rPr lang="en-NL" dirty="0"/>
              <a:t>My short formulation would be:</a:t>
            </a:r>
          </a:p>
          <a:p>
            <a:pPr>
              <a:buNone/>
            </a:pPr>
            <a:r>
              <a:rPr lang="en-NL" dirty="0"/>
              <a:t>The augmented states are live, observable through the physical dynamics, and optimizable. The remaining measured problem is that the present 400-sample closed-loop objective gives very little advantage to learning their recurrence over retaining a frozen random recurrence. Startup-transient dominance is the leading explanation, while reservoir adequacy and defective latent-state scaling remain competing explanations.</a:t>
            </a:r>
          </a:p>
          <a:p>
            <a:pPr>
              <a:buNone/>
            </a:pPr>
            <a:r>
              <a:rPr lang="en-NL" dirty="0"/>
              <a:t>The proposed burn-in test is good. However, I would not reapply the old framework patch for a six-minute diagnostic. Add burn-in directly to the smoke-test loss while still rolling out all 400 samples:</a:t>
            </a:r>
          </a:p>
          <a:p>
            <a:pPr>
              <a:buNone/>
            </a:pPr>
            <a:r>
              <a:rPr lang="en-NL" dirty="0"/>
              <a:t>\[ L=\frac{1}{300}\sum_{k=100}^{399}\</a:t>
            </a:r>
            <a:r>
              <a:rPr lang="en-NL" dirty="0" err="1"/>
              <a:t>lVert</a:t>
            </a:r>
            <a:r>
              <a:rPr lang="en-NL" dirty="0"/>
              <a:t> </a:t>
            </a:r>
            <a:r>
              <a:rPr lang="en-NL" dirty="0" err="1"/>
              <a:t>y_k</a:t>
            </a:r>
            <a:r>
              <a:rPr lang="en-NL" dirty="0"/>
              <a:t>-\hat </a:t>
            </a:r>
            <a:r>
              <a:rPr lang="en-NL" dirty="0" err="1"/>
              <a:t>y_k</a:t>
            </a:r>
            <a:r>
              <a:rPr lang="en-NL" dirty="0"/>
              <a:t>\rVert^2. \]</a:t>
            </a:r>
          </a:p>
          <a:p>
            <a:pPr>
              <a:buNone/>
            </a:pPr>
            <a:r>
              <a:rPr lang="en-NL" dirty="0"/>
              <a:t>Then repeat learned versus frozen with \(\epsilon=10^{-16}\). It remains a one-variable, approximately six-minute experiment and avoids changing the production training framework.</a:t>
            </a:r>
          </a:p>
        </p:txBody>
      </p:sp>
    </p:spTree>
    <p:extLst>
      <p:ext uri="{BB962C8B-B14F-4D97-AF65-F5344CB8AC3E}">
        <p14:creationId xmlns:p14="http://schemas.microsoft.com/office/powerpoint/2010/main" val="35309107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F3F5-D643-302E-1051-8B18CA0629D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E30D36D-ACB2-2E49-A6ED-44114B4F7069}"/>
              </a:ext>
            </a:extLst>
          </p:cNvPr>
          <p:cNvSpPr>
            <a:spLocks noGrp="1"/>
          </p:cNvSpPr>
          <p:nvPr>
            <p:ph idx="1"/>
          </p:nvPr>
        </p:nvSpPr>
        <p:spPr/>
        <p:txBody>
          <a:bodyPr/>
          <a:lstStyle/>
          <a:p>
            <a:r>
              <a:rPr lang="en-US"/>
              <a:t>And the objective has already been measured directly. RESULT-plateau.md: at nf = 400 the training loss ranks a correct augmentation only 1.25x better than the one training actually finds, because 88 % of a correct model's window loss is startup transient it cannot fix. Not scoring the first 100 samples raises that to 3.40x. So the loss is nearly blind to whether the dynamics are right.</a:t>
            </a:r>
            <a:endParaRPr lang="en-NL" dirty="0"/>
          </a:p>
        </p:txBody>
      </p:sp>
      <p:sp>
        <p:nvSpPr>
          <p:cNvPr id="5" name="TextBox 4">
            <a:extLst>
              <a:ext uri="{FF2B5EF4-FFF2-40B4-BE49-F238E27FC236}">
                <a16:creationId xmlns:a16="http://schemas.microsoft.com/office/drawing/2014/main" id="{DF576AD3-53E8-E1C3-AB32-989CB46854BF}"/>
              </a:ext>
            </a:extLst>
          </p:cNvPr>
          <p:cNvSpPr txBox="1"/>
          <p:nvPr/>
        </p:nvSpPr>
        <p:spPr>
          <a:xfrm>
            <a:off x="2194560" y="4461550"/>
            <a:ext cx="6096000" cy="2031325"/>
          </a:xfrm>
          <a:prstGeom prst="rect">
            <a:avLst/>
          </a:prstGeom>
          <a:noFill/>
        </p:spPr>
        <p:txBody>
          <a:bodyPr wrap="square">
            <a:spAutoFit/>
          </a:bodyPr>
          <a:lstStyle/>
          <a:p>
            <a:r>
              <a:rPr lang="en-NL" dirty="0"/>
              <a:t>The augmented states are live, receive gradient, and their writer now trains. The remaining problem is that the loss barely distinguishes a correct latent dynamic from a random one: it ranks a known-correct augmentation only 1.25x above what training finds. So gradient descent has nothing to descend toward, and a trained writer ties a frozen random one.</a:t>
            </a:r>
          </a:p>
        </p:txBody>
      </p:sp>
    </p:spTree>
    <p:extLst>
      <p:ext uri="{BB962C8B-B14F-4D97-AF65-F5344CB8AC3E}">
        <p14:creationId xmlns:p14="http://schemas.microsoft.com/office/powerpoint/2010/main" val="20216087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ACC0-58F8-463F-23E1-B7CD36BFCD50}"/>
              </a:ext>
            </a:extLst>
          </p:cNvPr>
          <p:cNvSpPr>
            <a:spLocks noGrp="1"/>
          </p:cNvSpPr>
          <p:nvPr>
            <p:ph type="title"/>
          </p:nvPr>
        </p:nvSpPr>
        <p:spPr/>
        <p:txBody>
          <a:bodyPr/>
          <a:lstStyle/>
          <a:p>
            <a:r>
              <a:rPr lang="en-US" dirty="0"/>
              <a:t>Initial condition / transient problem</a:t>
            </a:r>
            <a:endParaRPr lang="en-NL" dirty="0"/>
          </a:p>
        </p:txBody>
      </p:sp>
      <p:sp>
        <p:nvSpPr>
          <p:cNvPr id="3" name="Content Placeholder 2">
            <a:extLst>
              <a:ext uri="{FF2B5EF4-FFF2-40B4-BE49-F238E27FC236}">
                <a16:creationId xmlns:a16="http://schemas.microsoft.com/office/drawing/2014/main" id="{3D0B9BF6-C115-A2F7-CBC3-CE987D0712BD}"/>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41543239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E33B-CBCE-8385-4738-695FA5EDD68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A2F9B4-5F9A-8C82-AD53-2085D256CDCF}"/>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BB35BB17-83CD-ABC2-C120-E1AA1480ABAF}"/>
              </a:ext>
            </a:extLst>
          </p:cNvPr>
          <p:cNvSpPr txBox="1"/>
          <p:nvPr/>
        </p:nvSpPr>
        <p:spPr>
          <a:xfrm>
            <a:off x="3048000" y="2831294"/>
            <a:ext cx="6096000" cy="1200329"/>
          </a:xfrm>
          <a:prstGeom prst="rect">
            <a:avLst/>
          </a:prstGeom>
          <a:noFill/>
        </p:spPr>
        <p:txBody>
          <a:bodyPr wrap="square">
            <a:spAutoFit/>
          </a:bodyPr>
          <a:lstStyle/>
          <a:p>
            <a:pPr>
              <a:buNone/>
            </a:pPr>
            <a:r>
              <a:rPr lang="en-NL" dirty="0"/>
              <a:t>Residual-FRF-based, BLA-informed pole initialization, conditional on the simulation baseline and excitation.</a:t>
            </a:r>
          </a:p>
          <a:p>
            <a:pPr>
              <a:buNone/>
            </a:pPr>
            <a:r>
              <a:rPr lang="en-NL" dirty="0"/>
              <a:t>Not:</a:t>
            </a:r>
          </a:p>
          <a:p>
            <a:pPr>
              <a:buNone/>
            </a:pPr>
            <a:r>
              <a:rPr lang="en-NL" dirty="0"/>
              <a:t>The identified BLA was installed into the augmentation.</a:t>
            </a:r>
          </a:p>
        </p:txBody>
      </p:sp>
    </p:spTree>
    <p:extLst>
      <p:ext uri="{BB962C8B-B14F-4D97-AF65-F5344CB8AC3E}">
        <p14:creationId xmlns:p14="http://schemas.microsoft.com/office/powerpoint/2010/main" val="479118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2899</TotalTime>
  <Words>6949</Words>
  <Application>Microsoft Office PowerPoint</Application>
  <PresentationFormat>Widescreen</PresentationFormat>
  <Paragraphs>423</Paragraphs>
  <Slides>59</Slides>
  <Notes>14</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Aptos Display</vt:lpstr>
      <vt:lpstr>Arial</vt:lpstr>
      <vt:lpstr>Consolas</vt:lpstr>
      <vt:lpstr>Wingdings</vt:lpstr>
      <vt:lpstr>Office Theme</vt:lpstr>
      <vt:lpstr>Meeting Outline</vt:lpstr>
      <vt:lpstr>Baseline model</vt:lpstr>
      <vt:lpstr>PowerPoint Presentation</vt:lpstr>
      <vt:lpstr>Augmentation Overview</vt:lpstr>
      <vt:lpstr>Closing the loop in training</vt:lpstr>
      <vt:lpstr>PowerPoint Presentation</vt:lpstr>
      <vt:lpstr>PowerPoint Presentation</vt:lpstr>
      <vt:lpstr>Controller function in Matlab</vt:lpstr>
      <vt:lpstr>PowerPoint Presentation</vt:lpstr>
      <vt:lpstr>PowerPoint Presentation</vt:lpstr>
      <vt:lpstr>PowerPoint Presentation</vt:lpstr>
      <vt:lpstr>PowerPoint Presentation</vt:lpstr>
      <vt:lpstr>PowerPoint Presentation</vt:lpstr>
      <vt:lpstr>PowerPoint Presentation</vt:lpstr>
      <vt:lpstr>Training capped at 36% improvement Why?</vt:lpstr>
      <vt:lpstr>Augmented states not learning</vt:lpstr>
      <vt:lpstr>PowerPoint Presentation</vt:lpstr>
      <vt:lpstr>PowerPoint Presentation</vt:lpstr>
      <vt:lpstr>Augmented states not learning</vt:lpstr>
      <vt:lpstr>Augmentation Identified linear dynamics</vt:lpstr>
      <vt:lpstr>Identify poles of the residual System - Baseline model</vt:lpstr>
      <vt:lpstr>Identify poles of the residual System - Baseline model</vt:lpstr>
      <vt:lpstr>PowerPoint Presentation</vt:lpstr>
      <vt:lpstr>Augmentation Overview</vt:lpstr>
      <vt:lpstr>PowerPoint Presentation</vt:lpstr>
      <vt:lpstr>PowerPoint Presentation</vt:lpstr>
      <vt:lpstr>PowerPoint Presentation</vt:lpstr>
      <vt:lpstr>Training window issue?</vt:lpstr>
      <vt:lpstr>Question</vt:lpstr>
      <vt:lpstr>Question</vt:lpstr>
      <vt:lpstr>Question</vt:lpstr>
      <vt:lpstr>Question</vt:lpstr>
      <vt:lpstr>To do</vt:lpstr>
      <vt:lpstr>PowerPoint Presentation</vt:lpstr>
      <vt:lpstr>PowerPoint Presentation</vt:lpstr>
      <vt:lpstr>To do</vt:lpstr>
      <vt:lpstr>Outline training problems augmented states</vt:lpstr>
      <vt:lpstr>Show augmented states not learning</vt:lpstr>
      <vt:lpstr>PowerPoint Presentation</vt:lpstr>
      <vt:lpstr>PowerPoint Presentation</vt:lpstr>
      <vt:lpstr>PowerPoint Presentation</vt:lpstr>
      <vt:lpstr>PowerPoint Presentation</vt:lpstr>
      <vt:lpstr>PowerPoint Presentation</vt:lpstr>
      <vt:lpstr>Augmented states not learning</vt:lpstr>
      <vt:lpstr>PowerPoint Presentation</vt:lpstr>
      <vt:lpstr>Cant create BLA from this??</vt:lpstr>
      <vt:lpstr>PowerPoint Presentation</vt:lpstr>
      <vt:lpstr>Need to extend to other dynamics than only resonator</vt:lpstr>
      <vt:lpstr>Why did jan’s routing learn?</vt:lpstr>
      <vt:lpstr>PowerPoint Presentation</vt:lpstr>
      <vt:lpstr>Cleaner implementation??</vt:lpstr>
      <vt:lpstr>PowerPoint Presentation</vt:lpstr>
      <vt:lpstr>Kessels, Citeable</vt:lpstr>
      <vt:lpstr>PowerPoint Presentation</vt:lpstr>
      <vt:lpstr>what is currently the issue with the augmented states not learning. the error is too small? the controller hides the plant error.  we dont get a clear signal and gradient because we dont route through the output, and it is not seen in the loss?</vt:lpstr>
      <vt:lpstr>The augmented states are live, observable through the physical dynamics, and optimizable. The remaining measured problem is that the present 400-sample closed-loop objective gives very little advantage to learning their recurrence over retaining a frozen random recurrence. Startup-transient dominance is the leading explanation, while reservoir adequacy and defective latent-state scaling remain competing explanations.</vt:lpstr>
      <vt:lpstr>PowerPoint Presentation</vt:lpstr>
      <vt:lpstr>Initial condition / transient problem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2026-08-23T16:00:28Z</dcterms:created>
  <dcterms:modified xsi:type="dcterms:W3CDTF">2026-08-26T13:54:45Z</dcterms:modified>
</cp:coreProperties>
</file>