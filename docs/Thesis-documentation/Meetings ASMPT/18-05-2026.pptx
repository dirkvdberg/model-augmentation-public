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21"/>
  </p:notesMasterIdLst>
  <p:sldIdLst>
    <p:sldId id="257" r:id="rId2"/>
    <p:sldId id="258" r:id="rId3"/>
    <p:sldId id="347" r:id="rId4"/>
    <p:sldId id="333" r:id="rId5"/>
    <p:sldId id="345" r:id="rId6"/>
    <p:sldId id="346" r:id="rId7"/>
    <p:sldId id="348" r:id="rId8"/>
    <p:sldId id="349" r:id="rId9"/>
    <p:sldId id="350" r:id="rId10"/>
    <p:sldId id="272" r:id="rId11"/>
    <p:sldId id="263" r:id="rId12"/>
    <p:sldId id="275" r:id="rId13"/>
    <p:sldId id="265" r:id="rId14"/>
    <p:sldId id="268" r:id="rId15"/>
    <p:sldId id="276" r:id="rId16"/>
    <p:sldId id="277" r:id="rId17"/>
    <p:sldId id="267" r:id="rId18"/>
    <p:sldId id="274" r:id="rId19"/>
    <p:sldId id="261" r:id="rId2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29543D-BA11-4D99-9B8B-FB17431CA41B}" v="16" dt="2026-05-18T08:55:27.8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342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5-18T08:55:27.807" v="3447"/>
      <pc:docMkLst>
        <pc:docMk/>
      </pc:docMkLst>
      <pc:sldChg chg="delSp modSp mod">
        <pc:chgData name="Berg, Dirk van den" userId="035ecb32-01d9-4b47-a105-eacf059a4647" providerId="ADAL" clId="{F7FF961E-CF96-44AC-93C2-93612F62D46D}" dt="2026-05-18T08:51:27.918" v="3357" actId="6549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5-18T08:24:21.565" v="1631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5-18T08:51:27.918" v="3357" actId="6549"/>
          <ac:spMkLst>
            <pc:docMk/>
            <pc:sldMk cId="2679595137" sldId="257"/>
            <ac:spMk id="3" creationId="{DAAEF679-3C39-E36C-B710-9B50CBAE487E}"/>
          </ac:spMkLst>
        </pc:spChg>
        <pc:spChg chg="del">
          <ac:chgData name="Berg, Dirk van den" userId="035ecb32-01d9-4b47-a105-eacf059a4647" providerId="ADAL" clId="{F7FF961E-CF96-44AC-93C2-93612F62D46D}" dt="2026-05-18T08:24:23.788" v="1632" actId="478"/>
          <ac:spMkLst>
            <pc:docMk/>
            <pc:sldMk cId="2679595137" sldId="257"/>
            <ac:spMk id="4" creationId="{465EFC2D-66CC-A333-8AD7-17BCBCDB18BB}"/>
          </ac:spMkLst>
        </pc:spChg>
      </pc:sldChg>
      <pc:sldChg chg="addSp delSp modSp mod">
        <pc:chgData name="Berg, Dirk van den" userId="035ecb32-01d9-4b47-a105-eacf059a4647" providerId="ADAL" clId="{F7FF961E-CF96-44AC-93C2-93612F62D46D}" dt="2026-05-18T08:30:34.111" v="1885" actId="14100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5-18T08:30:34.111" v="1885" actId="14100"/>
          <ac:spMkLst>
            <pc:docMk/>
            <pc:sldMk cId="1617226886" sldId="258"/>
            <ac:spMk id="3" creationId="{1B16F991-22E1-98ED-FDA2-6483679AE450}"/>
          </ac:spMkLst>
        </pc:spChg>
        <pc:spChg chg="del">
          <ac:chgData name="Berg, Dirk van den" userId="035ecb32-01d9-4b47-a105-eacf059a4647" providerId="ADAL" clId="{F7FF961E-CF96-44AC-93C2-93612F62D46D}" dt="2026-05-18T08:29:26.144" v="1867" actId="478"/>
          <ac:spMkLst>
            <pc:docMk/>
            <pc:sldMk cId="1617226886" sldId="258"/>
            <ac:spMk id="5" creationId="{7CFFA8B5-4335-A79D-381E-82C9B8A52E4E}"/>
          </ac:spMkLst>
        </pc:spChg>
        <pc:picChg chg="add mod">
          <ac:chgData name="Berg, Dirk van den" userId="035ecb32-01d9-4b47-a105-eacf059a4647" providerId="ADAL" clId="{F7FF961E-CF96-44AC-93C2-93612F62D46D}" dt="2026-05-18T08:30:31.361" v="1884" actId="1076"/>
          <ac:picMkLst>
            <pc:docMk/>
            <pc:sldMk cId="1617226886" sldId="258"/>
            <ac:picMk id="4" creationId="{9D0A8B71-25CF-B070-B86F-671F5C5033F0}"/>
          </ac:picMkLst>
        </pc:picChg>
      </pc:sldChg>
      <pc:sldChg chg="del">
        <pc:chgData name="Berg, Dirk van den" userId="035ecb32-01d9-4b47-a105-eacf059a4647" providerId="ADAL" clId="{F7FF961E-CF96-44AC-93C2-93612F62D46D}" dt="2026-05-18T08:42:56.754" v="2607" actId="47"/>
        <pc:sldMkLst>
          <pc:docMk/>
          <pc:sldMk cId="2138626586" sldId="259"/>
        </pc:sldMkLst>
      </pc:sldChg>
      <pc:sldChg chg="del">
        <pc:chgData name="Berg, Dirk van den" userId="035ecb32-01d9-4b47-a105-eacf059a4647" providerId="ADAL" clId="{F7FF961E-CF96-44AC-93C2-93612F62D46D}" dt="2026-05-18T08:45:54.077" v="2757" actId="47"/>
        <pc:sldMkLst>
          <pc:docMk/>
          <pc:sldMk cId="2175299465" sldId="260"/>
        </pc:sldMkLst>
      </pc:sldChg>
      <pc:sldChg chg="modSp mod">
        <pc:chgData name="Berg, Dirk van den" userId="035ecb32-01d9-4b47-a105-eacf059a4647" providerId="ADAL" clId="{F7FF961E-CF96-44AC-93C2-93612F62D46D}" dt="2026-05-18T08:48:06.949" v="3251" actId="20577"/>
        <pc:sldMkLst>
          <pc:docMk/>
          <pc:sldMk cId="4133975854" sldId="261"/>
        </pc:sldMkLst>
        <pc:spChg chg="mod">
          <ac:chgData name="Berg, Dirk van den" userId="035ecb32-01d9-4b47-a105-eacf059a4647" providerId="ADAL" clId="{F7FF961E-CF96-44AC-93C2-93612F62D46D}" dt="2026-05-18T08:48:06.949" v="3251" actId="20577"/>
          <ac:spMkLst>
            <pc:docMk/>
            <pc:sldMk cId="4133975854" sldId="261"/>
            <ac:spMk id="3" creationId="{78179DB8-2509-8E4F-14E4-B0B6B2FE756A}"/>
          </ac:spMkLst>
        </pc:spChg>
      </pc:sldChg>
      <pc:sldChg chg="del">
        <pc:chgData name="Berg, Dirk van den" userId="035ecb32-01d9-4b47-a105-eacf059a4647" providerId="ADAL" clId="{F7FF961E-CF96-44AC-93C2-93612F62D46D}" dt="2026-05-18T08:48:35.086" v="3252" actId="47"/>
        <pc:sldMkLst>
          <pc:docMk/>
          <pc:sldMk cId="3503897311" sldId="262"/>
        </pc:sldMkLst>
      </pc:sldChg>
      <pc:sldChg chg="modSp new mod modShow">
        <pc:chgData name="Berg, Dirk van den" userId="035ecb32-01d9-4b47-a105-eacf059a4647" providerId="ADAL" clId="{F7FF961E-CF96-44AC-93C2-93612F62D46D}" dt="2026-05-18T08:42:53.969" v="2606" actId="729"/>
        <pc:sldMkLst>
          <pc:docMk/>
          <pc:sldMk cId="2536624495" sldId="263"/>
        </pc:sldMkLst>
        <pc:spChg chg="mod">
          <ac:chgData name="Berg, Dirk van den" userId="035ecb32-01d9-4b47-a105-eacf059a4647" providerId="ADAL" clId="{F7FF961E-CF96-44AC-93C2-93612F62D46D}" dt="2026-05-17T12:55:34.801" v="694" actId="20577"/>
          <ac:spMkLst>
            <pc:docMk/>
            <pc:sldMk cId="2536624495" sldId="263"/>
            <ac:spMk id="3" creationId="{A8D33427-E17E-9A8C-5738-838D4A5E9FB7}"/>
          </ac:spMkLst>
        </pc:spChg>
      </pc:sldChg>
      <pc:sldChg chg="modSp new del mod">
        <pc:chgData name="Berg, Dirk van den" userId="035ecb32-01d9-4b47-a105-eacf059a4647" providerId="ADAL" clId="{F7FF961E-CF96-44AC-93C2-93612F62D46D}" dt="2026-05-18T08:43:12.541" v="2609" actId="47"/>
        <pc:sldMkLst>
          <pc:docMk/>
          <pc:sldMk cId="2240431095" sldId="264"/>
        </pc:sldMkLst>
        <pc:spChg chg="mod">
          <ac:chgData name="Berg, Dirk van den" userId="035ecb32-01d9-4b47-a105-eacf059a4647" providerId="ADAL" clId="{F7FF961E-CF96-44AC-93C2-93612F62D46D}" dt="2026-05-18T06:49:55.031" v="1229" actId="20577"/>
          <ac:spMkLst>
            <pc:docMk/>
            <pc:sldMk cId="2240431095" sldId="264"/>
            <ac:spMk id="2" creationId="{7B7E8E40-7EAF-67DC-88E6-C8AE114A8929}"/>
          </ac:spMkLst>
        </pc:spChg>
        <pc:spChg chg="mod">
          <ac:chgData name="Berg, Dirk van den" userId="035ecb32-01d9-4b47-a105-eacf059a4647" providerId="ADAL" clId="{F7FF961E-CF96-44AC-93C2-93612F62D46D}" dt="2026-05-18T06:50:37.206" v="1338" actId="20577"/>
          <ac:spMkLst>
            <pc:docMk/>
            <pc:sldMk cId="2240431095" sldId="264"/>
            <ac:spMk id="3" creationId="{E26B7BC8-04E4-EB8F-935A-BCD4EEDA176A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5-18T07:59:06.823" v="1414" actId="729"/>
        <pc:sldMkLst>
          <pc:docMk/>
          <pc:sldMk cId="3115733283" sldId="265"/>
        </pc:sldMkLst>
        <pc:spChg chg="mod">
          <ac:chgData name="Berg, Dirk van den" userId="035ecb32-01d9-4b47-a105-eacf059a4647" providerId="ADAL" clId="{F7FF961E-CF96-44AC-93C2-93612F62D46D}" dt="2026-05-17T13:07:57.157" v="698" actId="27636"/>
          <ac:spMkLst>
            <pc:docMk/>
            <pc:sldMk cId="3115733283" sldId="265"/>
            <ac:spMk id="3" creationId="{F5464641-A9F5-0B18-9707-9802F256B08C}"/>
          </ac:spMkLst>
        </pc:spChg>
      </pc:sldChg>
      <pc:sldChg chg="modSp new del mod">
        <pc:chgData name="Berg, Dirk van den" userId="035ecb32-01d9-4b47-a105-eacf059a4647" providerId="ADAL" clId="{F7FF961E-CF96-44AC-93C2-93612F62D46D}" dt="2026-05-18T08:48:49.544" v="3254" actId="47"/>
        <pc:sldMkLst>
          <pc:docMk/>
          <pc:sldMk cId="71532863" sldId="266"/>
        </pc:sldMkLst>
        <pc:spChg chg="mod">
          <ac:chgData name="Berg, Dirk van den" userId="035ecb32-01d9-4b47-a105-eacf059a4647" providerId="ADAL" clId="{F7FF961E-CF96-44AC-93C2-93612F62D46D}" dt="2026-05-17T13:09:46.433" v="840" actId="20577"/>
          <ac:spMkLst>
            <pc:docMk/>
            <pc:sldMk cId="71532863" sldId="266"/>
            <ac:spMk id="3" creationId="{180633C5-3AD4-5386-BD30-73CF3CB04349}"/>
          </ac:spMkLst>
        </pc:spChg>
      </pc:sldChg>
      <pc:sldChg chg="modSp new mod ord modShow">
        <pc:chgData name="Berg, Dirk van den" userId="035ecb32-01d9-4b47-a105-eacf059a4647" providerId="ADAL" clId="{F7FF961E-CF96-44AC-93C2-93612F62D46D}" dt="2026-05-18T08:45:14.890" v="2675" actId="729"/>
        <pc:sldMkLst>
          <pc:docMk/>
          <pc:sldMk cId="3059296375" sldId="267"/>
        </pc:sldMkLst>
        <pc:spChg chg="mod">
          <ac:chgData name="Berg, Dirk van den" userId="035ecb32-01d9-4b47-a105-eacf059a4647" providerId="ADAL" clId="{F7FF961E-CF96-44AC-93C2-93612F62D46D}" dt="2026-05-17T16:08:19.246" v="844" actId="27636"/>
          <ac:spMkLst>
            <pc:docMk/>
            <pc:sldMk cId="3059296375" sldId="267"/>
            <ac:spMk id="3" creationId="{17778226-AE09-02B5-56E6-431F73957430}"/>
          </ac:spMkLst>
        </pc:spChg>
      </pc:sldChg>
      <pc:sldChg chg="addSp modSp new mod ord">
        <pc:chgData name="Berg, Dirk van den" userId="035ecb32-01d9-4b47-a105-eacf059a4647" providerId="ADAL" clId="{F7FF961E-CF96-44AC-93C2-93612F62D46D}" dt="2026-05-18T08:55:27.807" v="3447"/>
        <pc:sldMkLst>
          <pc:docMk/>
          <pc:sldMk cId="1604713566" sldId="268"/>
        </pc:sldMkLst>
        <pc:spChg chg="mod">
          <ac:chgData name="Berg, Dirk van den" userId="035ecb32-01d9-4b47-a105-eacf059a4647" providerId="ADAL" clId="{F7FF961E-CF96-44AC-93C2-93612F62D46D}" dt="2026-05-18T08:49:08.123" v="3267" actId="20577"/>
          <ac:spMkLst>
            <pc:docMk/>
            <pc:sldMk cId="1604713566" sldId="268"/>
            <ac:spMk id="2" creationId="{47056EBE-9F23-16FB-DF2B-8F51DB76F050}"/>
          </ac:spMkLst>
        </pc:spChg>
        <pc:spChg chg="mod">
          <ac:chgData name="Berg, Dirk van den" userId="035ecb32-01d9-4b47-a105-eacf059a4647" providerId="ADAL" clId="{F7FF961E-CF96-44AC-93C2-93612F62D46D}" dt="2026-05-18T08:55:18.700" v="3446" actId="20577"/>
          <ac:spMkLst>
            <pc:docMk/>
            <pc:sldMk cId="1604713566" sldId="268"/>
            <ac:spMk id="3" creationId="{AA75DE94-5B53-2556-B1F9-D7435C0FA7C4}"/>
          </ac:spMkLst>
        </pc:spChg>
        <pc:spChg chg="add mod">
          <ac:chgData name="Berg, Dirk van den" userId="035ecb32-01d9-4b47-a105-eacf059a4647" providerId="ADAL" clId="{F7FF961E-CF96-44AC-93C2-93612F62D46D}" dt="2026-05-18T08:53:56.346" v="3362" actId="1076"/>
          <ac:spMkLst>
            <pc:docMk/>
            <pc:sldMk cId="1604713566" sldId="268"/>
            <ac:spMk id="5" creationId="{55CD89A7-C60E-EE0A-B9CA-8C9335C57E3C}"/>
          </ac:spMkLst>
        </pc:spChg>
        <pc:spChg chg="mod">
          <ac:chgData name="Berg, Dirk van den" userId="035ecb32-01d9-4b47-a105-eacf059a4647" providerId="ADAL" clId="{F7FF961E-CF96-44AC-93C2-93612F62D46D}" dt="2026-05-18T08:55:27.807" v="3447"/>
          <ac:spMkLst>
            <pc:docMk/>
            <pc:sldMk cId="1604713566" sldId="268"/>
            <ac:spMk id="8" creationId="{CB192C42-0341-295C-81EF-5FFAD14B70AC}"/>
          </ac:spMkLst>
        </pc:spChg>
        <pc:grpChg chg="add mod">
          <ac:chgData name="Berg, Dirk van den" userId="035ecb32-01d9-4b47-a105-eacf059a4647" providerId="ADAL" clId="{F7FF961E-CF96-44AC-93C2-93612F62D46D}" dt="2026-05-18T08:55:27.807" v="3447"/>
          <ac:grpSpMkLst>
            <pc:docMk/>
            <pc:sldMk cId="1604713566" sldId="268"/>
            <ac:grpSpMk id="6" creationId="{764070A2-69F2-821B-EE1C-6F00DB374EAD}"/>
          </ac:grpSpMkLst>
        </pc:grpChg>
        <pc:picChg chg="mod">
          <ac:chgData name="Berg, Dirk van den" userId="035ecb32-01d9-4b47-a105-eacf059a4647" providerId="ADAL" clId="{F7FF961E-CF96-44AC-93C2-93612F62D46D}" dt="2026-05-18T08:55:27.807" v="3447"/>
          <ac:picMkLst>
            <pc:docMk/>
            <pc:sldMk cId="1604713566" sldId="268"/>
            <ac:picMk id="7" creationId="{0FB3C580-1F97-C7C0-52B9-EAED152E58D3}"/>
          </ac:picMkLst>
        </pc:picChg>
      </pc:sldChg>
      <pc:sldChg chg="modSp new del mod">
        <pc:chgData name="Berg, Dirk van den" userId="035ecb32-01d9-4b47-a105-eacf059a4647" providerId="ADAL" clId="{F7FF961E-CF96-44AC-93C2-93612F62D46D}" dt="2026-05-18T08:43:16.238" v="2610" actId="47"/>
        <pc:sldMkLst>
          <pc:docMk/>
          <pc:sldMk cId="3217891143" sldId="269"/>
        </pc:sldMkLst>
        <pc:spChg chg="mod">
          <ac:chgData name="Berg, Dirk van den" userId="035ecb32-01d9-4b47-a105-eacf059a4647" providerId="ADAL" clId="{F7FF961E-CF96-44AC-93C2-93612F62D46D}" dt="2026-05-17T17:40:27.531" v="1096" actId="20577"/>
          <ac:spMkLst>
            <pc:docMk/>
            <pc:sldMk cId="3217891143" sldId="269"/>
            <ac:spMk id="3" creationId="{F261F55A-55FC-4C8D-669C-98D696818EDF}"/>
          </ac:spMkLst>
        </pc:spChg>
      </pc:sldChg>
      <pc:sldChg chg="modSp new del mod">
        <pc:chgData name="Berg, Dirk van den" userId="035ecb32-01d9-4b47-a105-eacf059a4647" providerId="ADAL" clId="{F7FF961E-CF96-44AC-93C2-93612F62D46D}" dt="2026-05-18T08:48:38.787" v="3253" actId="47"/>
        <pc:sldMkLst>
          <pc:docMk/>
          <pc:sldMk cId="3844929923" sldId="270"/>
        </pc:sldMkLst>
        <pc:spChg chg="mod">
          <ac:chgData name="Berg, Dirk van den" userId="035ecb32-01d9-4b47-a105-eacf059a4647" providerId="ADAL" clId="{F7FF961E-CF96-44AC-93C2-93612F62D46D}" dt="2026-05-17T17:43:55.810" v="1111" actId="20577"/>
          <ac:spMkLst>
            <pc:docMk/>
            <pc:sldMk cId="3844929923" sldId="270"/>
            <ac:spMk id="2" creationId="{BC7FBC2F-9731-EA26-2E01-03959DC15A79}"/>
          </ac:spMkLst>
        </pc:spChg>
        <pc:spChg chg="mod">
          <ac:chgData name="Berg, Dirk van den" userId="035ecb32-01d9-4b47-a105-eacf059a4647" providerId="ADAL" clId="{F7FF961E-CF96-44AC-93C2-93612F62D46D}" dt="2026-05-17T17:44:02.579" v="1149" actId="20577"/>
          <ac:spMkLst>
            <pc:docMk/>
            <pc:sldMk cId="3844929923" sldId="270"/>
            <ac:spMk id="3" creationId="{589A5C64-1A15-E698-82E8-EE2E5BDF692C}"/>
          </ac:spMkLst>
        </pc:spChg>
      </pc:sldChg>
      <pc:sldChg chg="modSp new del mod">
        <pc:chgData name="Berg, Dirk van den" userId="035ecb32-01d9-4b47-a105-eacf059a4647" providerId="ADAL" clId="{F7FF961E-CF96-44AC-93C2-93612F62D46D}" dt="2026-05-18T08:43:32.656" v="2611" actId="47"/>
        <pc:sldMkLst>
          <pc:docMk/>
          <pc:sldMk cId="1307295594" sldId="271"/>
        </pc:sldMkLst>
        <pc:spChg chg="mod">
          <ac:chgData name="Berg, Dirk van den" userId="035ecb32-01d9-4b47-a105-eacf059a4647" providerId="ADAL" clId="{F7FF961E-CF96-44AC-93C2-93612F62D46D}" dt="2026-05-18T06:45:26.525" v="1170" actId="20577"/>
          <ac:spMkLst>
            <pc:docMk/>
            <pc:sldMk cId="1307295594" sldId="271"/>
            <ac:spMk id="2" creationId="{B1395D70-2ED5-A10A-864E-816C86CA20CE}"/>
          </ac:spMkLst>
        </pc:spChg>
        <pc:spChg chg="mod">
          <ac:chgData name="Berg, Dirk van den" userId="035ecb32-01d9-4b47-a105-eacf059a4647" providerId="ADAL" clId="{F7FF961E-CF96-44AC-93C2-93612F62D46D}" dt="2026-05-18T06:45:31.974" v="1192" actId="20577"/>
          <ac:spMkLst>
            <pc:docMk/>
            <pc:sldMk cId="1307295594" sldId="271"/>
            <ac:spMk id="3" creationId="{4F07FEF5-FC04-297B-5A46-3A7ABC7BB697}"/>
          </ac:spMkLst>
        </pc:spChg>
      </pc:sldChg>
      <pc:sldChg chg="addSp modSp new mod ord">
        <pc:chgData name="Berg, Dirk van den" userId="035ecb32-01d9-4b47-a105-eacf059a4647" providerId="ADAL" clId="{F7FF961E-CF96-44AC-93C2-93612F62D46D}" dt="2026-05-18T08:42:46.795" v="2605" actId="20577"/>
        <pc:sldMkLst>
          <pc:docMk/>
          <pc:sldMk cId="2868400274" sldId="272"/>
        </pc:sldMkLst>
        <pc:spChg chg="mod">
          <ac:chgData name="Berg, Dirk van den" userId="035ecb32-01d9-4b47-a105-eacf059a4647" providerId="ADAL" clId="{F7FF961E-CF96-44AC-93C2-93612F62D46D}" dt="2026-05-18T08:42:46.795" v="2605" actId="20577"/>
          <ac:spMkLst>
            <pc:docMk/>
            <pc:sldMk cId="2868400274" sldId="272"/>
            <ac:spMk id="2" creationId="{50763CEF-F436-65D8-4A19-E3E541100A4F}"/>
          </ac:spMkLst>
        </pc:spChg>
        <pc:picChg chg="add mod">
          <ac:chgData name="Berg, Dirk van den" userId="035ecb32-01d9-4b47-a105-eacf059a4647" providerId="ADAL" clId="{F7FF961E-CF96-44AC-93C2-93612F62D46D}" dt="2026-05-18T08:42:21.439" v="2536" actId="1076"/>
          <ac:picMkLst>
            <pc:docMk/>
            <pc:sldMk cId="2868400274" sldId="272"/>
            <ac:picMk id="5" creationId="{94CD538C-E708-D705-0761-88303FB12485}"/>
          </ac:picMkLst>
        </pc:picChg>
      </pc:sldChg>
      <pc:sldChg chg="new del">
        <pc:chgData name="Berg, Dirk van den" userId="035ecb32-01d9-4b47-a105-eacf059a4647" providerId="ADAL" clId="{F7FF961E-CF96-44AC-93C2-93612F62D46D}" dt="2026-05-18T08:45:17.423" v="2676" actId="47"/>
        <pc:sldMkLst>
          <pc:docMk/>
          <pc:sldMk cId="1284501091" sldId="273"/>
        </pc:sldMkLst>
      </pc:sldChg>
      <pc:sldChg chg="addSp modSp new mod">
        <pc:chgData name="Berg, Dirk van den" userId="035ecb32-01d9-4b47-a105-eacf059a4647" providerId="ADAL" clId="{F7FF961E-CF96-44AC-93C2-93612F62D46D}" dt="2026-05-18T08:45:43.081" v="2756" actId="20577"/>
        <pc:sldMkLst>
          <pc:docMk/>
          <pc:sldMk cId="777602237" sldId="274"/>
        </pc:sldMkLst>
        <pc:spChg chg="mod">
          <ac:chgData name="Berg, Dirk van den" userId="035ecb32-01d9-4b47-a105-eacf059a4647" providerId="ADAL" clId="{F7FF961E-CF96-44AC-93C2-93612F62D46D}" dt="2026-05-18T08:45:43.081" v="2756" actId="20577"/>
          <ac:spMkLst>
            <pc:docMk/>
            <pc:sldMk cId="777602237" sldId="274"/>
            <ac:spMk id="2" creationId="{907B97F0-F2C6-01DF-DD3F-4539DA66B766}"/>
          </ac:spMkLst>
        </pc:spChg>
        <pc:picChg chg="add mod">
          <ac:chgData name="Berg, Dirk van den" userId="035ecb32-01d9-4b47-a105-eacf059a4647" providerId="ADAL" clId="{F7FF961E-CF96-44AC-93C2-93612F62D46D}" dt="2026-05-18T08:45:24.224" v="2677" actId="1076"/>
          <ac:picMkLst>
            <pc:docMk/>
            <pc:sldMk cId="777602237" sldId="274"/>
            <ac:picMk id="5" creationId="{099CE6B8-AF06-92B8-5C25-1E6F497544A2}"/>
          </ac:picMkLst>
        </pc:picChg>
      </pc:sldChg>
      <pc:sldChg chg="modSp add mod modShow">
        <pc:chgData name="Berg, Dirk van den" userId="035ecb32-01d9-4b47-a105-eacf059a4647" providerId="ADAL" clId="{F7FF961E-CF96-44AC-93C2-93612F62D46D}" dt="2026-05-18T08:43:05.991" v="2608" actId="729"/>
        <pc:sldMkLst>
          <pc:docMk/>
          <pc:sldMk cId="913084033" sldId="275"/>
        </pc:sldMkLst>
        <pc:spChg chg="mod">
          <ac:chgData name="Berg, Dirk van den" userId="035ecb32-01d9-4b47-a105-eacf059a4647" providerId="ADAL" clId="{F7FF961E-CF96-44AC-93C2-93612F62D46D}" dt="2026-05-18T06:51:05.992" v="1407" actId="5793"/>
          <ac:spMkLst>
            <pc:docMk/>
            <pc:sldMk cId="913084033" sldId="275"/>
            <ac:spMk id="3" creationId="{FF0813B1-F3FD-0EAB-F76B-394950419E54}"/>
          </ac:spMkLst>
        </pc:spChg>
      </pc:sldChg>
      <pc:sldChg chg="modSp new mod">
        <pc:chgData name="Berg, Dirk van den" userId="035ecb32-01d9-4b47-a105-eacf059a4647" providerId="ADAL" clId="{F7FF961E-CF96-44AC-93C2-93612F62D46D}" dt="2026-05-18T08:44:43.379" v="2674" actId="20577"/>
        <pc:sldMkLst>
          <pc:docMk/>
          <pc:sldMk cId="3447478546" sldId="276"/>
        </pc:sldMkLst>
        <pc:spChg chg="mod">
          <ac:chgData name="Berg, Dirk van den" userId="035ecb32-01d9-4b47-a105-eacf059a4647" providerId="ADAL" clId="{F7FF961E-CF96-44AC-93C2-93612F62D46D}" dt="2026-05-18T08:01:40.839" v="1469" actId="20577"/>
          <ac:spMkLst>
            <pc:docMk/>
            <pc:sldMk cId="3447478546" sldId="276"/>
            <ac:spMk id="2" creationId="{6E915975-290F-4EFB-B1D0-D8056D2EE73A}"/>
          </ac:spMkLst>
        </pc:spChg>
        <pc:spChg chg="mod">
          <ac:chgData name="Berg, Dirk van den" userId="035ecb32-01d9-4b47-a105-eacf059a4647" providerId="ADAL" clId="{F7FF961E-CF96-44AC-93C2-93612F62D46D}" dt="2026-05-18T08:44:43.379" v="2674" actId="20577"/>
          <ac:spMkLst>
            <pc:docMk/>
            <pc:sldMk cId="3447478546" sldId="276"/>
            <ac:spMk id="3" creationId="{64E7091D-22BF-8325-6AED-27A2E2F245B5}"/>
          </ac:spMkLst>
        </pc:spChg>
      </pc:sldChg>
      <pc:sldChg chg="addSp delSp new mod modNotesTx">
        <pc:chgData name="Berg, Dirk van den" userId="035ecb32-01d9-4b47-a105-eacf059a4647" providerId="ADAL" clId="{F7FF961E-CF96-44AC-93C2-93612F62D46D}" dt="2026-05-18T08:43:59.385" v="2613" actId="22"/>
        <pc:sldMkLst>
          <pc:docMk/>
          <pc:sldMk cId="4272728253" sldId="277"/>
        </pc:sldMkLst>
        <pc:picChg chg="add del">
          <ac:chgData name="Berg, Dirk van den" userId="035ecb32-01d9-4b47-a105-eacf059a4647" providerId="ADAL" clId="{F7FF961E-CF96-44AC-93C2-93612F62D46D}" dt="2026-05-18T08:08:35.199" v="1473" actId="478"/>
          <ac:picMkLst>
            <pc:docMk/>
            <pc:sldMk cId="4272728253" sldId="277"/>
            <ac:picMk id="5" creationId="{3398D486-F36A-EDA3-DF5E-9B616758E07D}"/>
          </ac:picMkLst>
        </pc:picChg>
        <pc:picChg chg="add del">
          <ac:chgData name="Berg, Dirk van den" userId="035ecb32-01d9-4b47-a105-eacf059a4647" providerId="ADAL" clId="{F7FF961E-CF96-44AC-93C2-93612F62D46D}" dt="2026-05-18T08:43:58.761" v="2612" actId="478"/>
          <ac:picMkLst>
            <pc:docMk/>
            <pc:sldMk cId="4272728253" sldId="277"/>
            <ac:picMk id="7" creationId="{78C82CD0-6C83-75F2-374F-B63FAF21FA9A}"/>
          </ac:picMkLst>
        </pc:picChg>
        <pc:picChg chg="add">
          <ac:chgData name="Berg, Dirk van den" userId="035ecb32-01d9-4b47-a105-eacf059a4647" providerId="ADAL" clId="{F7FF961E-CF96-44AC-93C2-93612F62D46D}" dt="2026-05-18T08:43:59.385" v="2613" actId="22"/>
          <ac:picMkLst>
            <pc:docMk/>
            <pc:sldMk cId="4272728253" sldId="277"/>
            <ac:picMk id="9" creationId="{4BDC20F3-55AC-64D7-0EA6-B2818D0FD9A3}"/>
          </ac:picMkLst>
        </pc:picChg>
      </pc:sldChg>
      <pc:sldChg chg="add">
        <pc:chgData name="Berg, Dirk van den" userId="035ecb32-01d9-4b47-a105-eacf059a4647" providerId="ADAL" clId="{F7FF961E-CF96-44AC-93C2-93612F62D46D}" dt="2026-05-18T08:25:10.826" v="1634"/>
        <pc:sldMkLst>
          <pc:docMk/>
          <pc:sldMk cId="1909324229" sldId="333"/>
        </pc:sldMkLst>
      </pc:sldChg>
      <pc:sldChg chg="add">
        <pc:chgData name="Berg, Dirk van den" userId="035ecb32-01d9-4b47-a105-eacf059a4647" providerId="ADAL" clId="{F7FF961E-CF96-44AC-93C2-93612F62D46D}" dt="2026-05-18T08:25:02.123" v="1633"/>
        <pc:sldMkLst>
          <pc:docMk/>
          <pc:sldMk cId="184289643" sldId="345"/>
        </pc:sldMkLst>
      </pc:sldChg>
      <pc:sldChg chg="add">
        <pc:chgData name="Berg, Dirk van den" userId="035ecb32-01d9-4b47-a105-eacf059a4647" providerId="ADAL" clId="{F7FF961E-CF96-44AC-93C2-93612F62D46D}" dt="2026-05-18T08:25:02.123" v="1633"/>
        <pc:sldMkLst>
          <pc:docMk/>
          <pc:sldMk cId="1959993405" sldId="346"/>
        </pc:sldMkLst>
      </pc:sldChg>
      <pc:sldChg chg="addSp modSp new mod">
        <pc:chgData name="Berg, Dirk van den" userId="035ecb32-01d9-4b47-a105-eacf059a4647" providerId="ADAL" clId="{F7FF961E-CF96-44AC-93C2-93612F62D46D}" dt="2026-05-18T08:37:33.178" v="2146" actId="20577"/>
        <pc:sldMkLst>
          <pc:docMk/>
          <pc:sldMk cId="718653594" sldId="347"/>
        </pc:sldMkLst>
        <pc:spChg chg="mod">
          <ac:chgData name="Berg, Dirk van den" userId="035ecb32-01d9-4b47-a105-eacf059a4647" providerId="ADAL" clId="{F7FF961E-CF96-44AC-93C2-93612F62D46D}" dt="2026-05-18T08:31:11.670" v="1917" actId="20577"/>
          <ac:spMkLst>
            <pc:docMk/>
            <pc:sldMk cId="718653594" sldId="347"/>
            <ac:spMk id="2" creationId="{98A31B0C-2AE4-3239-4097-319069B452C7}"/>
          </ac:spMkLst>
        </pc:spChg>
        <pc:spChg chg="mod">
          <ac:chgData name="Berg, Dirk van den" userId="035ecb32-01d9-4b47-a105-eacf059a4647" providerId="ADAL" clId="{F7FF961E-CF96-44AC-93C2-93612F62D46D}" dt="2026-05-18T08:37:33.178" v="2146" actId="20577"/>
          <ac:spMkLst>
            <pc:docMk/>
            <pc:sldMk cId="718653594" sldId="347"/>
            <ac:spMk id="3" creationId="{7ADBBE02-A888-0F55-D96C-04B4F737758C}"/>
          </ac:spMkLst>
        </pc:spChg>
        <pc:spChg chg="mod">
          <ac:chgData name="Berg, Dirk van den" userId="035ecb32-01d9-4b47-a105-eacf059a4647" providerId="ADAL" clId="{F7FF961E-CF96-44AC-93C2-93612F62D46D}" dt="2026-05-18T08:35:33.367" v="2090"/>
          <ac:spMkLst>
            <pc:docMk/>
            <pc:sldMk cId="718653594" sldId="347"/>
            <ac:spMk id="6" creationId="{E4D1DE81-05F5-4E61-E39D-938F7B74E4AB}"/>
          </ac:spMkLst>
        </pc:spChg>
        <pc:grpChg chg="add mod">
          <ac:chgData name="Berg, Dirk van den" userId="035ecb32-01d9-4b47-a105-eacf059a4647" providerId="ADAL" clId="{F7FF961E-CF96-44AC-93C2-93612F62D46D}" dt="2026-05-18T08:35:40.394" v="2094" actId="14100"/>
          <ac:grpSpMkLst>
            <pc:docMk/>
            <pc:sldMk cId="718653594" sldId="347"/>
            <ac:grpSpMk id="4" creationId="{6079FA42-3EC9-2006-18B6-F060B9D4EE11}"/>
          </ac:grpSpMkLst>
        </pc:grpChg>
        <pc:picChg chg="mod">
          <ac:chgData name="Berg, Dirk van den" userId="035ecb32-01d9-4b47-a105-eacf059a4647" providerId="ADAL" clId="{F7FF961E-CF96-44AC-93C2-93612F62D46D}" dt="2026-05-18T08:35:33.367" v="2090"/>
          <ac:picMkLst>
            <pc:docMk/>
            <pc:sldMk cId="718653594" sldId="347"/>
            <ac:picMk id="5" creationId="{2E996EDF-01F3-5527-32BA-8650642EBEA8}"/>
          </ac:picMkLst>
        </pc:picChg>
      </pc:sldChg>
      <pc:sldChg chg="add">
        <pc:chgData name="Berg, Dirk van den" userId="035ecb32-01d9-4b47-a105-eacf059a4647" providerId="ADAL" clId="{F7FF961E-CF96-44AC-93C2-93612F62D46D}" dt="2026-05-18T08:38:27.109" v="2147"/>
        <pc:sldMkLst>
          <pc:docMk/>
          <pc:sldMk cId="1477912698" sldId="348"/>
        </pc:sldMkLst>
      </pc:sldChg>
      <pc:sldChg chg="add">
        <pc:chgData name="Berg, Dirk van den" userId="035ecb32-01d9-4b47-a105-eacf059a4647" providerId="ADAL" clId="{F7FF961E-CF96-44AC-93C2-93612F62D46D}" dt="2026-05-18T08:38:27.109" v="2147"/>
        <pc:sldMkLst>
          <pc:docMk/>
          <pc:sldMk cId="119011616" sldId="349"/>
        </pc:sldMkLst>
      </pc:sldChg>
      <pc:sldChg chg="modSp add mod">
        <pc:chgData name="Berg, Dirk van den" userId="035ecb32-01d9-4b47-a105-eacf059a4647" providerId="ADAL" clId="{F7FF961E-CF96-44AC-93C2-93612F62D46D}" dt="2026-05-18T08:42:15.425" v="2534" actId="6549"/>
        <pc:sldMkLst>
          <pc:docMk/>
          <pc:sldMk cId="1232960790" sldId="350"/>
        </pc:sldMkLst>
        <pc:spChg chg="mod">
          <ac:chgData name="Berg, Dirk van den" userId="035ecb32-01d9-4b47-a105-eacf059a4647" providerId="ADAL" clId="{F7FF961E-CF96-44AC-93C2-93612F62D46D}" dt="2026-05-18T08:42:15.425" v="2534" actId="6549"/>
          <ac:spMkLst>
            <pc:docMk/>
            <pc:sldMk cId="1232960790" sldId="350"/>
            <ac:spMk id="3" creationId="{32DCBF15-4016-67CC-09A4-E63444C17AC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8B30E-0AEF-4C77-88E4-4BEBB095E52B}" type="datetimeFigureOut">
              <a:rPr lang="en-NL" smtClean="0"/>
              <a:t>18/05/2026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E91BB-6CB3-4153-95BC-945981286E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09506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62EE-A230-40F7-A6E2-7784DE8EB742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23694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62EE-A230-40F7-A6E2-7784DE8EB742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86392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62EE-A230-40F7-A6E2-7784DE8EB742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86410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Took conservative range for now 1-100 </a:t>
            </a:r>
            <a:r>
              <a:rPr lang="en-US" dirty="0" err="1"/>
              <a:t>hz</a:t>
            </a:r>
            <a:r>
              <a:rPr lang="en-US" dirty="0"/>
              <a:t> 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3E91BB-6CB3-4153-95BC-945981286E7E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91632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Mismatch m1 m2</a:t>
            </a:r>
          </a:p>
          <a:p>
            <a:r>
              <a:rPr lang="en-US" dirty="0"/>
              <a:t>Controller for the difference</a:t>
            </a:r>
          </a:p>
          <a:p>
            <a:r>
              <a:rPr lang="en-US" dirty="0" err="1"/>
              <a:t>Multisine</a:t>
            </a:r>
            <a:r>
              <a:rPr lang="en-US" dirty="0"/>
              <a:t> only on Y here, because for that mode we are looking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3E91BB-6CB3-4153-95BC-945981286E7E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09130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17/05/2026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17/05/2026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17/05/2026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17/05/2026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17/05/2026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16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Parameter recovery</a:t>
            </a:r>
          </a:p>
          <a:p>
            <a:r>
              <a:rPr lang="en-US" dirty="0" err="1"/>
              <a:t>Multisine</a:t>
            </a:r>
            <a:r>
              <a:rPr lang="en-US" dirty="0"/>
              <a:t> design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5400" cy="4351338"/>
          </a:xfrm>
        </p:spPr>
        <p:txBody>
          <a:bodyPr/>
          <a:lstStyle/>
          <a:p>
            <a:r>
              <a:rPr lang="en-US" dirty="0"/>
              <a:t>Periodic Schroeder </a:t>
            </a:r>
            <a:r>
              <a:rPr lang="en-US" dirty="0" err="1"/>
              <a:t>multisine</a:t>
            </a:r>
            <a:endParaRPr lang="en-US" dirty="0"/>
          </a:p>
          <a:p>
            <a:pPr lvl="1"/>
            <a:r>
              <a:rPr lang="en-US" dirty="0"/>
              <a:t>Added 40% of max hardware limit </a:t>
            </a:r>
            <a:r>
              <a:rPr lang="en-US" dirty="0">
                <a:sym typeface="Wingdings" panose="05000000000000000000" pitchFamily="2" charset="2"/>
              </a:rPr>
              <a:t> needed to reduce this</a:t>
            </a:r>
          </a:p>
          <a:p>
            <a:r>
              <a:rPr lang="en-US" dirty="0">
                <a:sym typeface="Wingdings" panose="05000000000000000000" pitchFamily="2" charset="2"/>
              </a:rPr>
              <a:t>Parameter recovery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4 parameters where not currently identifiable</a:t>
            </a:r>
          </a:p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0A8B71-25CF-B070-B86F-671F5C503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813" y="365125"/>
            <a:ext cx="6072187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31B0C-2AE4-3239-4097-319069B45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range </a:t>
            </a:r>
            <a:r>
              <a:rPr lang="en-US" dirty="0" err="1"/>
              <a:t>multisine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BBE02-A888-0F55-D96C-04B4F7377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Previously frequency range chosen by:</a:t>
            </a:r>
          </a:p>
          <a:p>
            <a:pPr lvl="1"/>
            <a:r>
              <a:rPr lang="en-US" dirty="0"/>
              <a:t>which injected-force frequencies survive the closed-loop feedback</a:t>
            </a:r>
          </a:p>
          <a:p>
            <a:pPr lvl="1"/>
            <a:r>
              <a:rPr lang="en-US" dirty="0"/>
              <a:t>which surviving frequencies produce measurable plant motion</a:t>
            </a:r>
          </a:p>
          <a:p>
            <a:r>
              <a:rPr lang="en-US" dirty="0"/>
              <a:t>Instead need to design for the system:</a:t>
            </a:r>
          </a:p>
          <a:p>
            <a:pPr lvl="1"/>
            <a:r>
              <a:rPr lang="en-US" dirty="0"/>
              <a:t>Need to consider multiple Y-positions</a:t>
            </a:r>
          </a:p>
          <a:p>
            <a:pPr lvl="1"/>
            <a:r>
              <a:rPr lang="en-US" dirty="0"/>
              <a:t>Do multiple tests for different modes</a:t>
            </a:r>
          </a:p>
          <a:p>
            <a:pPr lvl="1"/>
            <a:r>
              <a:rPr lang="en-US" dirty="0"/>
              <a:t>FRF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79FA42-3EC9-2006-18B6-F060B9D4EE11}"/>
              </a:ext>
            </a:extLst>
          </p:cNvPr>
          <p:cNvGrpSpPr/>
          <p:nvPr/>
        </p:nvGrpSpPr>
        <p:grpSpPr>
          <a:xfrm>
            <a:off x="4800600" y="4724400"/>
            <a:ext cx="7391400" cy="2049463"/>
            <a:chOff x="912058" y="3749317"/>
            <a:chExt cx="9345329" cy="256258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E996EDF-01F3-5527-32BA-8650642EB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2058" y="3749317"/>
              <a:ext cx="9345329" cy="25625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4D1DE81-05F5-4E61-E39D-938F7B74E4AB}"/>
                </a:ext>
              </a:extLst>
            </p:cNvPr>
            <p:cNvSpPr/>
            <p:nvPr/>
          </p:nvSpPr>
          <p:spPr>
            <a:xfrm>
              <a:off x="9419303" y="4532671"/>
              <a:ext cx="717755" cy="5506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718653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FBAAB-E079-0BAA-CC32-E81A3784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Trajectories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8DD60-574F-F7CA-E03B-756CD6172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different modes concept is taken from </a:t>
            </a:r>
            <a:r>
              <a:rPr lang="en-US" dirty="0" err="1"/>
              <a:t>Garciá</a:t>
            </a:r>
            <a:r>
              <a:rPr lang="en-US" dirty="0"/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B4667B-0446-43F8-6F56-0C4759AF5093}"/>
              </a:ext>
            </a:extLst>
          </p:cNvPr>
          <p:cNvGrpSpPr/>
          <p:nvPr/>
        </p:nvGrpSpPr>
        <p:grpSpPr>
          <a:xfrm>
            <a:off x="661220" y="2562685"/>
            <a:ext cx="10515600" cy="3081030"/>
            <a:chOff x="912058" y="3749317"/>
            <a:chExt cx="9345329" cy="256258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C4FBB8D-2414-5359-435A-5D673FA2E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2058" y="3749317"/>
              <a:ext cx="9345329" cy="25625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B169A72-2D44-C45F-45F9-0DC5202A6571}"/>
                </a:ext>
              </a:extLst>
            </p:cNvPr>
            <p:cNvSpPr/>
            <p:nvPr/>
          </p:nvSpPr>
          <p:spPr>
            <a:xfrm>
              <a:off x="9419303" y="4532671"/>
              <a:ext cx="717755" cy="5506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1909324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13DE7-36B3-2746-CD0C-1321C04A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Trajectories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D1321-325E-2BAA-B65A-1FCDDE223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9292"/>
            <a:ext cx="10515600" cy="4351338"/>
          </a:xfrm>
        </p:spPr>
        <p:txBody>
          <a:bodyPr/>
          <a:lstStyle/>
          <a:p>
            <a:r>
              <a:rPr lang="en-US" dirty="0"/>
              <a:t>Note: T8, X moves in the same direction, but also creates an offset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EF05D-9A18-9013-E8A6-2A98C95A5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42" y="1358606"/>
            <a:ext cx="10324904" cy="482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89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53A6-3373-D69D-46F9-AFDE8CC1E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Trajectories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A4FD3-45C8-8B94-79EA-D10280151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85CBE4-584F-45CC-EC8D-86204088A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91" y="2521014"/>
            <a:ext cx="12212991" cy="234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993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47CA5-9AD8-63A1-1470-CB609BFE9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5B70-4BE5-4C25-129D-CF0EC61A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– 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77DF2-77ED-67BF-7152-DF428570A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 of 1500 epochs, best validation RMSE for epoch 660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EC092-6955-6AF2-9F17-F479A94713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975"/>
          <a:stretch>
            <a:fillRect/>
          </a:stretch>
        </p:blipFill>
        <p:spPr>
          <a:xfrm>
            <a:off x="-149907" y="2268632"/>
            <a:ext cx="6245907" cy="4107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DDC847-05BF-180B-8EA3-63A12614BA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793"/>
          <a:stretch>
            <a:fillRect/>
          </a:stretch>
        </p:blipFill>
        <p:spPr>
          <a:xfrm>
            <a:off x="6096000" y="2268632"/>
            <a:ext cx="7530859" cy="345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12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CEB38-FDC3-F9A5-6DCC-3E92E7A85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B3C4-FE36-2C7E-4611-D97A1722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91100" cy="1460500"/>
          </a:xfrm>
        </p:spPr>
        <p:txBody>
          <a:bodyPr/>
          <a:lstStyle/>
          <a:p>
            <a:r>
              <a:rPr lang="en-US" dirty="0"/>
              <a:t>Trajectory – 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E1A0F-7FA2-3DFC-2E78-F12EED1E3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Mainly </a:t>
            </a:r>
            <a:r>
              <a:rPr lang="en-US" dirty="0" err="1"/>
              <a:t>J_sum</a:t>
            </a:r>
            <a:endParaRPr lang="en-US" dirty="0"/>
          </a:p>
          <a:p>
            <a:r>
              <a:rPr lang="en-US" dirty="0"/>
              <a:t>m1, m2 and mb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5F870-A731-34AC-8075-18BCB96A5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983" y="-22245"/>
            <a:ext cx="6519017" cy="690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1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6A7B1-22AF-6E89-5214-8ED2B4FC9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– 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CBF15-4016-67CC-09A4-E63444C17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Feedback Quinten:</a:t>
            </a:r>
          </a:p>
          <a:p>
            <a:pPr lvl="1"/>
            <a:r>
              <a:rPr lang="en-US" dirty="0"/>
              <a:t>The matrix indexes are properly identified.</a:t>
            </a:r>
          </a:p>
          <a:p>
            <a:pPr lvl="1"/>
            <a:r>
              <a:rPr lang="en-US" dirty="0"/>
              <a:t>If we sum each matrix index all the parameters we match the true parameters</a:t>
            </a:r>
          </a:p>
          <a:p>
            <a:pPr lvl="2"/>
            <a:r>
              <a:rPr lang="en-US" dirty="0"/>
              <a:t>But current problem the individual parameters 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1D2AB-8186-BE52-F147-104511504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66418"/>
            <a:ext cx="11975251" cy="15914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FD876D-631D-95B8-8DD5-03A63C10F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22099"/>
            <a:ext cx="6220693" cy="828791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7CBFDCA0-FA6B-2D93-2A89-97518BACA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851"/>
            <a:ext cx="65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NL" altLang="en-NL" sz="900" b="0" i="0" u="none" strike="noStrike" cap="none" normalizeH="0" baseline="0" dirty="0">
                <a:ln>
                  <a:noFill/>
                </a:ln>
                <a:solidFill>
                  <a:srgbClr val="BBBEBF"/>
                </a:solidFill>
                <a:effectLst/>
                <a:latin typeface="Segoe WPC"/>
              </a:rPr>
            </a:b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960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63CEF-F436-65D8-4A19-E3E541100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additional table for each matrix index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022E4-4B77-AB27-C026-A678BFD71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D538C-E708-D705-0761-88303FB12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018" y="1933603"/>
            <a:ext cx="9307622" cy="413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00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D727-A713-16E5-111A-328168452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33427-E17E-9A8C-5738-838D4A5E9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Slide 1</a:t>
            </a:r>
          </a:p>
          <a:p>
            <a:pPr lvl="1"/>
            <a:r>
              <a:rPr lang="en-US" dirty="0"/>
              <a:t>Need to design around the system, what preferred high or low frequencies…?</a:t>
            </a:r>
          </a:p>
          <a:p>
            <a:r>
              <a:rPr lang="en-US" dirty="0"/>
              <a:t>Slide 2</a:t>
            </a:r>
          </a:p>
          <a:p>
            <a:pPr lvl="1"/>
            <a:r>
              <a:rPr lang="en-US" dirty="0"/>
              <a:t>Show trajectories</a:t>
            </a:r>
          </a:p>
          <a:p>
            <a:pPr lvl="1"/>
            <a:r>
              <a:rPr lang="en-US" dirty="0"/>
              <a:t>New plot with trajectories + </a:t>
            </a:r>
            <a:r>
              <a:rPr lang="en-US" dirty="0" err="1"/>
              <a:t>multisine</a:t>
            </a:r>
            <a:endParaRPr lang="en-US" dirty="0"/>
          </a:p>
          <a:p>
            <a:pPr lvl="2"/>
            <a:r>
              <a:rPr lang="en-US" dirty="0"/>
              <a:t>But first explain the new </a:t>
            </a:r>
            <a:r>
              <a:rPr lang="en-US" dirty="0" err="1"/>
              <a:t>multisine</a:t>
            </a:r>
            <a:r>
              <a:rPr lang="en-US" dirty="0"/>
              <a:t> amplification, justify with literature?? Needs to survive in given bandwidth preferable maximum amplitude, but relative to trajectory not 40% max hardware limit BAD DESIGN !.</a:t>
            </a:r>
          </a:p>
          <a:p>
            <a:r>
              <a:rPr lang="en-US" dirty="0"/>
              <a:t>Slide 3</a:t>
            </a:r>
          </a:p>
          <a:p>
            <a:pPr lvl="1"/>
            <a:r>
              <a:rPr lang="en-US" dirty="0"/>
              <a:t>Not affecting the gradient only different reconstruction matrix </a:t>
            </a:r>
            <a:r>
              <a:rPr lang="en-US" dirty="0" err="1"/>
              <a:t>indici</a:t>
            </a:r>
            <a:endParaRPr lang="en-US" dirty="0"/>
          </a:p>
          <a:p>
            <a:r>
              <a:rPr lang="en-US" dirty="0"/>
              <a:t>Slide 4</a:t>
            </a:r>
          </a:p>
          <a:p>
            <a:pPr lvl="1"/>
            <a:r>
              <a:rPr lang="en-US" dirty="0"/>
              <a:t>Notch step something like that for slowest dynamic</a:t>
            </a:r>
          </a:p>
          <a:p>
            <a:pPr lvl="1"/>
            <a:r>
              <a:rPr lang="en-US" dirty="0"/>
              <a:t>And resampling</a:t>
            </a:r>
          </a:p>
          <a:p>
            <a:r>
              <a:rPr lang="en-US" dirty="0"/>
              <a:t>General note: show plots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36624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E341791-CE44-87AE-3595-E23C0E012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4B2EB-7EA0-217B-C21A-CDE9E9019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around system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813B1-F3FD-0EAB-F76B-394950419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Previously for </a:t>
            </a:r>
            <a:r>
              <a:rPr lang="en-US" dirty="0" err="1"/>
              <a:t>multisine</a:t>
            </a:r>
            <a:r>
              <a:rPr lang="en-US" dirty="0"/>
              <a:t> frequency range </a:t>
            </a:r>
            <a:r>
              <a:rPr lang="en-US" dirty="0" err="1"/>
              <a:t>fslow</a:t>
            </a:r>
            <a:r>
              <a:rPr lang="en-US" dirty="0"/>
              <a:t> and </a:t>
            </a:r>
            <a:r>
              <a:rPr lang="en-US" dirty="0" err="1"/>
              <a:t>fshigh</a:t>
            </a:r>
            <a:endParaRPr lang="en-US" dirty="0"/>
          </a:p>
          <a:p>
            <a:pPr lvl="1"/>
            <a:r>
              <a:rPr lang="en-US" dirty="0"/>
              <a:t>Determined from what survives</a:t>
            </a:r>
          </a:p>
          <a:p>
            <a:r>
              <a:rPr lang="en-US" dirty="0"/>
              <a:t>Instead: look at the system</a:t>
            </a:r>
          </a:p>
          <a:p>
            <a:pPr lvl="1"/>
            <a:r>
              <a:rPr lang="en-US" dirty="0"/>
              <a:t>Do by FRF </a:t>
            </a:r>
            <a:r>
              <a:rPr lang="en-US" dirty="0">
                <a:sym typeface="Wingdings" panose="05000000000000000000" pitchFamily="2" charset="2"/>
              </a:rPr>
              <a:t> bode plot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084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4C99-DF0E-656C-F0C3-2E6A6BB80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64641-A9F5-0B18-9707-9802F256B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RMS force ratio</a:t>
            </a:r>
            <a:endParaRPr lang="en-US" dirty="0"/>
          </a:p>
          <a:p>
            <a:r>
              <a:rPr lang="en-US" dirty="0" err="1"/>
              <a:t>rho_rms_j</a:t>
            </a:r>
            <a:r>
              <a:rPr lang="en-US" dirty="0"/>
              <a:t> = rms(</a:t>
            </a:r>
            <a:r>
              <a:rPr lang="en-US" dirty="0" err="1"/>
              <a:t>f_ms_j</a:t>
            </a:r>
            <a:r>
              <a:rPr lang="en-US" dirty="0"/>
              <a:t>) / rms(</a:t>
            </a:r>
            <a:r>
              <a:rPr lang="en-US" dirty="0" err="1"/>
              <a:t>u_traj_only_j</a:t>
            </a:r>
            <a:r>
              <a:rPr lang="en-US" dirty="0"/>
              <a:t>)</a:t>
            </a:r>
          </a:p>
          <a:p>
            <a:r>
              <a:rPr lang="en-US" dirty="0"/>
              <a:t>This answers: how much extra broadband force power are we adding relative to the nominal experiment?</a:t>
            </a:r>
          </a:p>
          <a:p>
            <a:r>
              <a:rPr lang="en-US" b="1" dirty="0"/>
              <a:t>Peak force ratio</a:t>
            </a:r>
            <a:endParaRPr lang="en-US" dirty="0"/>
          </a:p>
          <a:p>
            <a:r>
              <a:rPr lang="en-US" dirty="0" err="1"/>
              <a:t>rho_peak_j</a:t>
            </a:r>
            <a:r>
              <a:rPr lang="en-US" dirty="0"/>
              <a:t> = max(abs(</a:t>
            </a:r>
            <a:r>
              <a:rPr lang="en-US" dirty="0" err="1"/>
              <a:t>f_ms_j</a:t>
            </a:r>
            <a:r>
              <a:rPr lang="en-US" dirty="0"/>
              <a:t>)) / max(abs(</a:t>
            </a:r>
            <a:r>
              <a:rPr lang="en-US" dirty="0" err="1"/>
              <a:t>u_traj_only_j</a:t>
            </a:r>
            <a:r>
              <a:rPr lang="en-US" dirty="0"/>
              <a:t>))</a:t>
            </a:r>
          </a:p>
          <a:p>
            <a:r>
              <a:rPr lang="en-US" dirty="0"/>
              <a:t>This catches crest-factor problems.</a:t>
            </a:r>
          </a:p>
          <a:p>
            <a:r>
              <a:rPr lang="en-US" b="1" dirty="0"/>
              <a:t>Total-force increase</a:t>
            </a:r>
            <a:endParaRPr lang="en-US" dirty="0"/>
          </a:p>
          <a:p>
            <a:r>
              <a:rPr lang="en-US" dirty="0" err="1"/>
              <a:t>rho_total_j</a:t>
            </a:r>
            <a:r>
              <a:rPr lang="en-US" dirty="0"/>
              <a:t> = rms(</a:t>
            </a:r>
            <a:r>
              <a:rPr lang="en-US" dirty="0" err="1"/>
              <a:t>u_total_j</a:t>
            </a:r>
            <a:r>
              <a:rPr lang="en-US" dirty="0"/>
              <a:t>) / rms(</a:t>
            </a:r>
            <a:r>
              <a:rPr lang="en-US" dirty="0" err="1"/>
              <a:t>u_traj_only_j</a:t>
            </a:r>
            <a:r>
              <a:rPr lang="en-US" dirty="0"/>
              <a:t>)</a:t>
            </a:r>
          </a:p>
          <a:p>
            <a:r>
              <a:rPr lang="en-US" dirty="0"/>
              <a:t>This answers: how much more demanding did the experiment become after injection?</a:t>
            </a:r>
          </a:p>
          <a:p>
            <a:r>
              <a:rPr lang="en-US" b="1" dirty="0"/>
              <a:t>Trajectory distortion ratio</a:t>
            </a:r>
            <a:endParaRPr lang="en-US" dirty="0"/>
          </a:p>
          <a:p>
            <a:r>
              <a:rPr lang="en-US" dirty="0" err="1"/>
              <a:t>rho_track_j</a:t>
            </a:r>
            <a:r>
              <a:rPr lang="en-US" dirty="0"/>
              <a:t> = rms(</a:t>
            </a:r>
            <a:r>
              <a:rPr lang="en-US" dirty="0" err="1"/>
              <a:t>q_ms_j</a:t>
            </a:r>
            <a:r>
              <a:rPr lang="en-US" dirty="0"/>
              <a:t> - </a:t>
            </a:r>
            <a:r>
              <a:rPr lang="en-US" dirty="0" err="1"/>
              <a:t>q_nom_j</a:t>
            </a:r>
            <a:r>
              <a:rPr lang="en-US" dirty="0"/>
              <a:t>) / rms(</a:t>
            </a:r>
            <a:r>
              <a:rPr lang="en-US" dirty="0" err="1"/>
              <a:t>q_nom_j</a:t>
            </a:r>
            <a:r>
              <a:rPr lang="en-US" dirty="0"/>
              <a:t> - mean(</a:t>
            </a:r>
            <a:r>
              <a:rPr lang="en-US" dirty="0" err="1"/>
              <a:t>q_nom_j</a:t>
            </a:r>
            <a:r>
              <a:rPr lang="en-US" dirty="0"/>
              <a:t>))</a:t>
            </a:r>
          </a:p>
          <a:p>
            <a:r>
              <a:rPr lang="en-US" dirty="0"/>
              <a:t>or relative to the commanded motion amplitude.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15733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56EBE-9F23-16FB-DF2B-8F51DB76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Multisine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5DE94-5B53-2556-B1F9-D7435C0FA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Took conservative range for now 1-100 </a:t>
            </a:r>
            <a:r>
              <a:rPr lang="en-US" dirty="0" err="1"/>
              <a:t>hz</a:t>
            </a:r>
            <a:endParaRPr lang="en-US" dirty="0"/>
          </a:p>
          <a:p>
            <a:r>
              <a:rPr lang="en-US" dirty="0"/>
              <a:t>B(rho) = rms(</a:t>
            </a:r>
            <a:r>
              <a:rPr lang="en-US" dirty="0" err="1"/>
              <a:t>q_ms</a:t>
            </a:r>
            <a:r>
              <a:rPr lang="en-US" dirty="0"/>
              <a:t> - </a:t>
            </a:r>
            <a:r>
              <a:rPr lang="en-US" dirty="0" err="1"/>
              <a:t>q_nom</a:t>
            </a:r>
            <a:r>
              <a:rPr lang="en-US" dirty="0"/>
              <a:t>, projected onto mode)  minimum rho that satisfies this (heuristic)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B_min</a:t>
            </a:r>
            <a:r>
              <a:rPr lang="en-US" dirty="0"/>
              <a:t> = 1e-5 m</a:t>
            </a:r>
          </a:p>
          <a:p>
            <a:pPr lvl="2"/>
            <a:r>
              <a:rPr lang="en-US" dirty="0"/>
              <a:t>Determined based on trajectories that only excite one mode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D89A7-C60E-EE0A-B9CA-8C9335C57E3C}"/>
              </a:ext>
            </a:extLst>
          </p:cNvPr>
          <p:cNvSpPr txBox="1"/>
          <p:nvPr/>
        </p:nvSpPr>
        <p:spPr>
          <a:xfrm>
            <a:off x="12947142" y="2295941"/>
            <a:ext cx="60944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- </a:t>
            </a:r>
            <a:r>
              <a:rPr lang="en-NL" dirty="0" err="1"/>
              <a:t>q_ms</a:t>
            </a:r>
            <a:r>
              <a:rPr lang="en-NL" dirty="0"/>
              <a:t> — position trajectory [X1, X2, Y] (N×3) from the simulation with </a:t>
            </a:r>
            <a:r>
              <a:rPr lang="en-NL" dirty="0" err="1"/>
              <a:t>multisine</a:t>
            </a:r>
            <a:r>
              <a:rPr lang="en-NL" dirty="0"/>
              <a:t> injected</a:t>
            </a:r>
          </a:p>
          <a:p>
            <a:r>
              <a:rPr lang="en-NL" dirty="0"/>
              <a:t>  - </a:t>
            </a:r>
            <a:r>
              <a:rPr lang="en-NL" dirty="0" err="1"/>
              <a:t>q_nom</a:t>
            </a:r>
            <a:r>
              <a:rPr lang="en-NL" dirty="0"/>
              <a:t> — position trajectory [X1, X2, Y] (N×3) from the trajectory-only simulation (no </a:t>
            </a:r>
            <a:r>
              <a:rPr lang="en-NL" dirty="0" err="1"/>
              <a:t>multisine</a:t>
            </a:r>
            <a:r>
              <a:rPr lang="en-NL" dirty="0"/>
              <a:t>)</a:t>
            </a:r>
          </a:p>
          <a:p>
            <a:r>
              <a:rPr lang="en-NL" dirty="0"/>
              <a:t>  - </a:t>
            </a:r>
            <a:r>
              <a:rPr lang="en-NL" dirty="0" err="1"/>
              <a:t>q_ms</a:t>
            </a:r>
            <a:r>
              <a:rPr lang="en-NL" dirty="0"/>
              <a:t> - </a:t>
            </a:r>
            <a:r>
              <a:rPr lang="en-NL" dirty="0" err="1"/>
              <a:t>q_nom</a:t>
            </a:r>
            <a:r>
              <a:rPr lang="en-NL" dirty="0"/>
              <a:t> — the pure position perturbation caused by the </a:t>
            </a:r>
            <a:r>
              <a:rPr lang="en-NL" dirty="0" err="1"/>
              <a:t>multisine</a:t>
            </a:r>
            <a:r>
              <a:rPr lang="en-NL" dirty="0"/>
              <a:t> (N×3)</a:t>
            </a:r>
          </a:p>
          <a:p>
            <a:r>
              <a:rPr lang="en-NL" dirty="0"/>
              <a:t>  - </a:t>
            </a:r>
            <a:r>
              <a:rPr lang="en-NL" dirty="0" err="1"/>
              <a:t>md.f_vec</a:t>
            </a:r>
            <a:r>
              <a:rPr lang="en-NL" dirty="0"/>
              <a:t> — the modal direction vector, e.g. [1, 1, 0] for common mode. Used here as a projection: (</a:t>
            </a:r>
            <a:r>
              <a:rPr lang="en-NL" dirty="0" err="1"/>
              <a:t>q_ms</a:t>
            </a:r>
            <a:r>
              <a:rPr lang="en-NL" dirty="0"/>
              <a:t> -</a:t>
            </a:r>
          </a:p>
          <a:p>
            <a:r>
              <a:rPr lang="en-NL" dirty="0"/>
              <a:t>  </a:t>
            </a:r>
            <a:r>
              <a:rPr lang="en-NL" dirty="0" err="1"/>
              <a:t>q_nom</a:t>
            </a:r>
            <a:r>
              <a:rPr lang="en-NL" dirty="0"/>
              <a:t>) * [1,1,0]' gives a scalar signal = X1_diff + X2_diff, projecting the 3-axis perturbation onto the</a:t>
            </a:r>
          </a:p>
          <a:p>
            <a:r>
              <a:rPr lang="en-NL" dirty="0"/>
              <a:t>  active mode direction</a:t>
            </a:r>
          </a:p>
          <a:p>
            <a:r>
              <a:rPr lang="en-NL" dirty="0"/>
              <a:t>  - rms(...) — RMS of that scalar perturbation signal over time</a:t>
            </a:r>
          </a:p>
          <a:p>
            <a:r>
              <a:rPr lang="en-NL" dirty="0"/>
              <a:t>  - </a:t>
            </a:r>
            <a:r>
              <a:rPr lang="en-NL" dirty="0" err="1"/>
              <a:t>B_sweep</a:t>
            </a:r>
            <a:r>
              <a:rPr lang="en-NL" dirty="0"/>
              <a:t>(</a:t>
            </a:r>
            <a:r>
              <a:rPr lang="en-NL" dirty="0" err="1"/>
              <a:t>i</a:t>
            </a:r>
            <a:r>
              <a:rPr lang="en-NL" dirty="0"/>
              <a:t>, </a:t>
            </a:r>
            <a:r>
              <a:rPr lang="en-NL" dirty="0" err="1"/>
              <a:t>r_idx</a:t>
            </a:r>
            <a:r>
              <a:rPr lang="en-NL" dirty="0"/>
              <a:t>) — the result: how much the </a:t>
            </a:r>
            <a:r>
              <a:rPr lang="en-NL" dirty="0" err="1"/>
              <a:t>multisine</a:t>
            </a:r>
            <a:r>
              <a:rPr lang="en-NL" dirty="0"/>
              <a:t> moves the system in the active modal direction, for</a:t>
            </a:r>
          </a:p>
          <a:p>
            <a:r>
              <a:rPr lang="en-NL" dirty="0"/>
              <a:t>  trajectory </a:t>
            </a:r>
            <a:r>
              <a:rPr lang="en-NL" dirty="0" err="1"/>
              <a:t>i</a:t>
            </a:r>
            <a:r>
              <a:rPr lang="en-NL" dirty="0"/>
              <a:t> at rho candidate </a:t>
            </a:r>
            <a:r>
              <a:rPr lang="en-NL" dirty="0" err="1"/>
              <a:t>r_idx</a:t>
            </a:r>
            <a:endParaRPr lang="en-NL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64070A2-69F2-821B-EE1C-6F00DB374EAD}"/>
              </a:ext>
            </a:extLst>
          </p:cNvPr>
          <p:cNvGrpSpPr/>
          <p:nvPr/>
        </p:nvGrpSpPr>
        <p:grpSpPr>
          <a:xfrm>
            <a:off x="4800600" y="4724400"/>
            <a:ext cx="7391400" cy="2049463"/>
            <a:chOff x="912058" y="3749317"/>
            <a:chExt cx="9345329" cy="25625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FB3C580-1F97-C7C0-52B9-EAED152E5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2058" y="3749317"/>
              <a:ext cx="9345329" cy="25625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192C42-0341-295C-81EF-5FFAD14B70AC}"/>
                </a:ext>
              </a:extLst>
            </p:cNvPr>
            <p:cNvSpPr/>
            <p:nvPr/>
          </p:nvSpPr>
          <p:spPr>
            <a:xfrm>
              <a:off x="9419303" y="4532671"/>
              <a:ext cx="717755" cy="5506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1604713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5975-290F-4EFB-B1D0-D8056D2EE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Plots </a:t>
            </a:r>
            <a:r>
              <a:rPr lang="en-US" dirty="0" err="1"/>
              <a:t>multisine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7091D-22BF-8325-6AED-27A2E2F24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Row 1 - Position overlay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The commanded trajectory position vs the actual simulated position, with and without </a:t>
            </a:r>
            <a:r>
              <a:rPr lang="en-US" dirty="0" err="1"/>
              <a:t>multisine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Row 2 - Position perturbation   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The difference </a:t>
            </a:r>
            <a:r>
              <a:rPr lang="en-US" dirty="0" err="1"/>
              <a:t>q_ms</a:t>
            </a:r>
            <a:r>
              <a:rPr lang="en-US" dirty="0"/>
              <a:t> - </a:t>
            </a:r>
            <a:r>
              <a:rPr lang="en-US" dirty="0" err="1"/>
              <a:t>q_nom</a:t>
            </a:r>
            <a:r>
              <a:rPr lang="en-US" dirty="0"/>
              <a:t>. Isolates exactly what the </a:t>
            </a:r>
            <a:r>
              <a:rPr lang="en-US" dirty="0" err="1"/>
              <a:t>multisine</a:t>
            </a:r>
            <a:r>
              <a:rPr lang="en-US" dirty="0"/>
              <a:t> adds to the position. For inactive channels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Row 3 – Additional Force</a:t>
            </a:r>
          </a:p>
          <a:p>
            <a:pPr marL="0" indent="0">
              <a:buNone/>
            </a:pPr>
            <a:r>
              <a:rPr lang="en-US" dirty="0"/>
              <a:t>Input force to the plant</a:t>
            </a:r>
          </a:p>
          <a:p>
            <a:pPr marL="0" indent="0">
              <a:buNone/>
            </a:pPr>
            <a:r>
              <a:rPr lang="en-US" dirty="0"/>
              <a:t>Row 4 - Force spectrum</a:t>
            </a:r>
          </a:p>
          <a:p>
            <a:pPr marL="0" indent="0">
              <a:buNone/>
            </a:pPr>
            <a:r>
              <a:rPr lang="en-US" dirty="0"/>
              <a:t>The frequency content of the actuator force in the active modal channel, before and after </a:t>
            </a:r>
            <a:r>
              <a:rPr lang="en-US" dirty="0" err="1"/>
              <a:t>multisine</a:t>
            </a:r>
            <a:r>
              <a:rPr lang="en-US" dirty="0"/>
              <a:t> injection.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447478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7895-7C14-044A-4284-6256CD5A0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3920C-A8AF-2721-0C3B-9A3FAC57F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DC20F3-55AC-64D7-0EA6-B2818D0FD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2421"/>
            <a:ext cx="12192000" cy="581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8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20514-413A-4326-00E2-D299748D1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78226-AE09-02B5-56E6-431F73957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Yes, that's a reasonable simplification. Let me work out what the system </a:t>
            </a:r>
          </a:p>
          <a:p>
            <a:pPr marL="0" indent="0">
              <a:buNone/>
            </a:pPr>
            <a:r>
              <a:rPr lang="en-US" dirty="0"/>
              <a:t>  actually gives you.                                       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Yaw resonance from M(Y)(2,2):                                            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 M(Y)(2,2) = </a:t>
            </a:r>
            <a:r>
              <a:rPr lang="en-US" dirty="0" err="1"/>
              <a:t>Jb</a:t>
            </a:r>
            <a:r>
              <a:rPr lang="en-US" dirty="0"/>
              <a:t> + </a:t>
            </a:r>
            <a:r>
              <a:rPr lang="en-US" dirty="0" err="1"/>
              <a:t>Jh</a:t>
            </a:r>
            <a:r>
              <a:rPr lang="en-US" dirty="0"/>
              <a:t> + (m1+m2)·Lb²/4 + mh·d² + mh·Y²                      </a:t>
            </a:r>
          </a:p>
          <a:p>
            <a:pPr marL="0" indent="0">
              <a:buNone/>
            </a:pPr>
            <a:r>
              <a:rPr lang="en-US" dirty="0"/>
              <a:t>  = 1.0 + 0.05 + 20.9·(0.725²)/4 + 10.1·(0.1²) + 10.1·Y²</a:t>
            </a:r>
          </a:p>
          <a:p>
            <a:pPr marL="0" indent="0">
              <a:buNone/>
            </a:pPr>
            <a:r>
              <a:rPr lang="en-US" dirty="0"/>
              <a:t>  ≈ 3.90 + 10.1·Y²                                         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At Y=0:    </a:t>
            </a:r>
            <a:r>
              <a:rPr lang="en-US" dirty="0" err="1"/>
              <a:t>f_res</a:t>
            </a:r>
            <a:r>
              <a:rPr lang="en-US" dirty="0"/>
              <a:t> ≈ (1/2π)·√(3975/3.90) ≈ 5.1 Hz</a:t>
            </a:r>
          </a:p>
          <a:p>
            <a:pPr marL="0" indent="0">
              <a:buNone/>
            </a:pPr>
            <a:r>
              <a:rPr lang="en-US" dirty="0"/>
              <a:t>  At Y=±0.35: </a:t>
            </a:r>
            <a:r>
              <a:rPr lang="en-US" dirty="0" err="1"/>
              <a:t>f_res</a:t>
            </a:r>
            <a:r>
              <a:rPr lang="en-US" dirty="0"/>
              <a:t> ≈ (1/2π)·√(3975/5.13) ≈ 4.4 Hz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So the yaw resonance sits around 4–5 Hz and barely moves with Y (the</a:t>
            </a:r>
          </a:p>
          <a:p>
            <a:pPr marL="0" indent="0">
              <a:buNone/>
            </a:pPr>
            <a:r>
              <a:rPr lang="en-US" dirty="0"/>
              <a:t>  mh·Y² term adds at most ~30% to the inertia). The variation is small.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The other dynamics: The X and Y translations have no stiffness, so no</a:t>
            </a:r>
          </a:p>
          <a:p>
            <a:pPr marL="0" indent="0">
              <a:buNone/>
            </a:pPr>
            <a:r>
              <a:rPr lang="en-US" dirty="0"/>
              <a:t>  resonance there — just mass-dominated </a:t>
            </a:r>
            <a:r>
              <a:rPr lang="en-US" dirty="0" err="1"/>
              <a:t>rolloff</a:t>
            </a:r>
            <a:r>
              <a:rPr lang="en-US" dirty="0"/>
              <a:t>. The only resonance in the</a:t>
            </a:r>
          </a:p>
          <a:p>
            <a:pPr marL="0" indent="0">
              <a:buNone/>
            </a:pPr>
            <a:r>
              <a:rPr lang="en-US" dirty="0"/>
              <a:t>  whole system is this one.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What the bandwidth gives you: The controller is designed at </a:t>
            </a:r>
            <a:r>
              <a:rPr lang="en-US" dirty="0" err="1"/>
              <a:t>fbw</a:t>
            </a:r>
            <a:r>
              <a:rPr lang="en-US" dirty="0"/>
              <a:t> = 100 Hz.</a:t>
            </a:r>
          </a:p>
          <a:p>
            <a:pPr marL="0" indent="0">
              <a:buNone/>
            </a:pPr>
            <a:r>
              <a:rPr lang="en-US" dirty="0"/>
              <a:t>   Below ~100 Hz the controller shapes the closed-loop; above that the</a:t>
            </a:r>
          </a:p>
          <a:p>
            <a:pPr marL="0" indent="0">
              <a:buNone/>
            </a:pPr>
            <a:r>
              <a:rPr lang="en-US" dirty="0"/>
              <a:t>  plant rolls off at -40 dB/dec (double integrator for the rigid modes).</a:t>
            </a:r>
          </a:p>
          <a:p>
            <a:pPr marL="0" indent="0">
              <a:buNone/>
            </a:pPr>
            <a:r>
              <a:rPr lang="en-US" dirty="0"/>
              <a:t>  The identifiable content — where the FP model's M(Y) approximation</a:t>
            </a:r>
          </a:p>
          <a:p>
            <a:pPr marL="0" indent="0">
              <a:buNone/>
            </a:pPr>
            <a:r>
              <a:rPr lang="en-US" dirty="0"/>
              <a:t>  actually matters for augmentation — lives below a few hundred Hz.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59296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B97F0-F2C6-01DF-DD3F-4539DA66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recovery</a:t>
            </a:r>
            <a:br>
              <a:rPr lang="en-US" dirty="0"/>
            </a:br>
            <a:r>
              <a:rPr lang="en-US" dirty="0" err="1"/>
              <a:t>Multisine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76C2A-AC09-9739-AC0B-B52DFC524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CE6B8-AF06-92B8-5C25-1E6F49754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68" y="1922098"/>
            <a:ext cx="9666293" cy="449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602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 recovery without </a:t>
            </a:r>
            <a:r>
              <a:rPr lang="en-US" dirty="0" err="1"/>
              <a:t>multisine</a:t>
            </a:r>
            <a:r>
              <a:rPr lang="en-US" dirty="0"/>
              <a:t> is able to match the system</a:t>
            </a:r>
          </a:p>
          <a:p>
            <a:pPr lvl="1"/>
            <a:r>
              <a:rPr lang="en-US" dirty="0"/>
              <a:t>Need to determine what to do with non-identifiable parameters</a:t>
            </a:r>
          </a:p>
          <a:p>
            <a:r>
              <a:rPr lang="en-US" dirty="0" err="1"/>
              <a:t>Multisine</a:t>
            </a:r>
            <a:r>
              <a:rPr lang="en-US" dirty="0"/>
              <a:t> design</a:t>
            </a:r>
          </a:p>
          <a:p>
            <a:pPr lvl="1"/>
            <a:r>
              <a:rPr lang="en-US" dirty="0"/>
              <a:t>What is causing the issue for identifiability</a:t>
            </a:r>
          </a:p>
          <a:p>
            <a:pPr lvl="1"/>
            <a:r>
              <a:rPr lang="en-US" dirty="0"/>
              <a:t>Feedback Maarten not Schroeder but random </a:t>
            </a:r>
            <a:r>
              <a:rPr lang="en-US" dirty="0" err="1"/>
              <a:t>multisines</a:t>
            </a:r>
            <a:r>
              <a:rPr lang="en-US" dirty="0"/>
              <a:t> generate choose with low crest factor</a:t>
            </a:r>
          </a:p>
          <a:p>
            <a:r>
              <a:rPr lang="en-US" dirty="0"/>
              <a:t>Resampling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 Determine highest frequency in the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1218</TotalTime>
  <Words>1162</Words>
  <Application>Microsoft Office PowerPoint</Application>
  <PresentationFormat>Widescreen</PresentationFormat>
  <Paragraphs>131</Paragraphs>
  <Slides>19</Slides>
  <Notes>5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Segoe WPC</vt:lpstr>
      <vt:lpstr>Wingdings</vt:lpstr>
      <vt:lpstr>Office Theme</vt:lpstr>
      <vt:lpstr>Meeting Week 16</vt:lpstr>
      <vt:lpstr>Last week summary</vt:lpstr>
      <vt:lpstr>Frequency range multisine</vt:lpstr>
      <vt:lpstr>Trajectories</vt:lpstr>
      <vt:lpstr>Trajectories</vt:lpstr>
      <vt:lpstr>Trajectories</vt:lpstr>
      <vt:lpstr>Trajectory – parameter recovery</vt:lpstr>
      <vt:lpstr>Trajectory – parameter recovery</vt:lpstr>
      <vt:lpstr>Trajectory – parameter recovery</vt:lpstr>
      <vt:lpstr>Print additional table for each matrix index</vt:lpstr>
      <vt:lpstr>PowerPoint Presentation</vt:lpstr>
      <vt:lpstr>Design around system</vt:lpstr>
      <vt:lpstr>PowerPoint Presentation</vt:lpstr>
      <vt:lpstr>Multisine</vt:lpstr>
      <vt:lpstr>Plots multisine</vt:lpstr>
      <vt:lpstr>PowerPoint Presentation</vt:lpstr>
      <vt:lpstr>PowerPoint Presentation</vt:lpstr>
      <vt:lpstr>Parameter recovery Multisine</vt:lpstr>
      <vt:lpstr>Outline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2026-05-18T08:55:28Z</dcterms:modified>
</cp:coreProperties>
</file>