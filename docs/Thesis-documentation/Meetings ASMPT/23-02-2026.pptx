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43"/>
  </p:notesMasterIdLst>
  <p:sldIdLst>
    <p:sldId id="257" r:id="rId2"/>
    <p:sldId id="286" r:id="rId3"/>
    <p:sldId id="258" r:id="rId4"/>
    <p:sldId id="289" r:id="rId5"/>
    <p:sldId id="287" r:id="rId6"/>
    <p:sldId id="290" r:id="rId7"/>
    <p:sldId id="288" r:id="rId8"/>
    <p:sldId id="284" r:id="rId9"/>
    <p:sldId id="293" r:id="rId10"/>
    <p:sldId id="292" r:id="rId11"/>
    <p:sldId id="301" r:id="rId12"/>
    <p:sldId id="298" r:id="rId13"/>
    <p:sldId id="294" r:id="rId14"/>
    <p:sldId id="299" r:id="rId15"/>
    <p:sldId id="295" r:id="rId16"/>
    <p:sldId id="300" r:id="rId17"/>
    <p:sldId id="297" r:id="rId18"/>
    <p:sldId id="296" r:id="rId19"/>
    <p:sldId id="263" r:id="rId20"/>
    <p:sldId id="264" r:id="rId21"/>
    <p:sldId id="265" r:id="rId22"/>
    <p:sldId id="266" r:id="rId23"/>
    <p:sldId id="269" r:id="rId24"/>
    <p:sldId id="270" r:id="rId25"/>
    <p:sldId id="271" r:id="rId26"/>
    <p:sldId id="274" r:id="rId27"/>
    <p:sldId id="276" r:id="rId28"/>
    <p:sldId id="278" r:id="rId29"/>
    <p:sldId id="279" r:id="rId30"/>
    <p:sldId id="281" r:id="rId31"/>
    <p:sldId id="282" r:id="rId32"/>
    <p:sldId id="283" r:id="rId33"/>
    <p:sldId id="280" r:id="rId34"/>
    <p:sldId id="277" r:id="rId35"/>
    <p:sldId id="273" r:id="rId36"/>
    <p:sldId id="272" r:id="rId37"/>
    <p:sldId id="267" r:id="rId38"/>
    <p:sldId id="302" r:id="rId39"/>
    <p:sldId id="303" r:id="rId40"/>
    <p:sldId id="304" r:id="rId41"/>
    <p:sldId id="261" r:id="rId42"/>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61E72C-ECEF-4FA6-9DC1-2A823CA8B68F}" v="12" dt="2026-03-02T07:19:16.1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78" d="100"/>
          <a:sy n="78" d="100"/>
        </p:scale>
        <p:origin x="78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redo custSel addSld delSld modSld sldOrd">
      <pc:chgData name="Berg, Dirk van den" userId="035ecb32-01d9-4b47-a105-eacf059a4647" providerId="ADAL" clId="{F7FF961E-CF96-44AC-93C2-93612F62D46D}" dt="2026-03-02T07:19:20.847" v="7720" actId="15"/>
      <pc:docMkLst>
        <pc:docMk/>
      </pc:docMkLst>
      <pc:sldChg chg="delSp modSp mod">
        <pc:chgData name="Berg, Dirk van den" userId="035ecb32-01d9-4b47-a105-eacf059a4647" providerId="ADAL" clId="{F7FF961E-CF96-44AC-93C2-93612F62D46D}" dt="2026-02-23T08:20:39.462" v="6958" actId="20577"/>
        <pc:sldMkLst>
          <pc:docMk/>
          <pc:sldMk cId="2679595137" sldId="257"/>
        </pc:sldMkLst>
        <pc:spChg chg="mod">
          <ac:chgData name="Berg, Dirk van den" userId="035ecb32-01d9-4b47-a105-eacf059a4647" providerId="ADAL" clId="{F7FF961E-CF96-44AC-93C2-93612F62D46D}" dt="2026-02-22T19:18:29.006" v="2411" actId="20577"/>
          <ac:spMkLst>
            <pc:docMk/>
            <pc:sldMk cId="2679595137" sldId="257"/>
            <ac:spMk id="2" creationId="{1CA58346-11EF-AF16-3F7E-D4AE642D6182}"/>
          </ac:spMkLst>
        </pc:spChg>
        <pc:spChg chg="mod">
          <ac:chgData name="Berg, Dirk van den" userId="035ecb32-01d9-4b47-a105-eacf059a4647" providerId="ADAL" clId="{F7FF961E-CF96-44AC-93C2-93612F62D46D}" dt="2026-02-23T08:20:39.462" v="6958" actId="20577"/>
          <ac:spMkLst>
            <pc:docMk/>
            <pc:sldMk cId="2679595137" sldId="257"/>
            <ac:spMk id="3" creationId="{DAAEF679-3C39-E36C-B710-9B50CBAE487E}"/>
          </ac:spMkLst>
        </pc:spChg>
      </pc:sldChg>
      <pc:sldChg chg="addSp delSp modSp mod">
        <pc:chgData name="Berg, Dirk van den" userId="035ecb32-01d9-4b47-a105-eacf059a4647" providerId="ADAL" clId="{F7FF961E-CF96-44AC-93C2-93612F62D46D}" dt="2026-02-22T21:07:04.848" v="4303" actId="1076"/>
        <pc:sldMkLst>
          <pc:docMk/>
          <pc:sldMk cId="1617226886" sldId="258"/>
        </pc:sldMkLst>
        <pc:spChg chg="mod">
          <ac:chgData name="Berg, Dirk van den" userId="035ecb32-01d9-4b47-a105-eacf059a4647" providerId="ADAL" clId="{F7FF961E-CF96-44AC-93C2-93612F62D46D}" dt="2026-02-22T21:07:04.848" v="4303" actId="1076"/>
          <ac:spMkLst>
            <pc:docMk/>
            <pc:sldMk cId="1617226886" sldId="258"/>
            <ac:spMk id="2" creationId="{4509700D-FF42-415C-9519-CE16CBBB575A}"/>
          </ac:spMkLst>
        </pc:spChg>
        <pc:spChg chg="mod">
          <ac:chgData name="Berg, Dirk van den" userId="035ecb32-01d9-4b47-a105-eacf059a4647" providerId="ADAL" clId="{F7FF961E-CF96-44AC-93C2-93612F62D46D}" dt="2026-02-22T21:07:01.330" v="4302" actId="1076"/>
          <ac:spMkLst>
            <pc:docMk/>
            <pc:sldMk cId="1617226886" sldId="258"/>
            <ac:spMk id="3" creationId="{1B16F991-22E1-98ED-FDA2-6483679AE450}"/>
          </ac:spMkLst>
        </pc:spChg>
        <pc:spChg chg="add mod">
          <ac:chgData name="Berg, Dirk van den" userId="035ecb32-01d9-4b47-a105-eacf059a4647" providerId="ADAL" clId="{F7FF961E-CF96-44AC-93C2-93612F62D46D}" dt="2026-02-22T20:02:48.579" v="3700" actId="14100"/>
          <ac:spMkLst>
            <pc:docMk/>
            <pc:sldMk cId="1617226886" sldId="258"/>
            <ac:spMk id="7" creationId="{4208640E-9C73-E745-4D4C-DA63BBB9F13C}"/>
          </ac:spMkLst>
        </pc:spChg>
        <pc:picChg chg="add mod modCrop">
          <ac:chgData name="Berg, Dirk van den" userId="035ecb32-01d9-4b47-a105-eacf059a4647" providerId="ADAL" clId="{F7FF961E-CF96-44AC-93C2-93612F62D46D}" dt="2026-02-22T20:02:38.485" v="3699" actId="1076"/>
          <ac:picMkLst>
            <pc:docMk/>
            <pc:sldMk cId="1617226886" sldId="258"/>
            <ac:picMk id="6" creationId="{5E833E8D-00E4-1B71-0EAD-730EF71F7048}"/>
          </ac:picMkLst>
        </pc:picChg>
      </pc:sldChg>
      <pc:sldChg chg="modSp mod">
        <pc:chgData name="Berg, Dirk van den" userId="035ecb32-01d9-4b47-a105-eacf059a4647" providerId="ADAL" clId="{F7FF961E-CF96-44AC-93C2-93612F62D46D}" dt="2026-02-23T07:55:21.497" v="6649" actId="20577"/>
        <pc:sldMkLst>
          <pc:docMk/>
          <pc:sldMk cId="4133975854" sldId="261"/>
        </pc:sldMkLst>
        <pc:spChg chg="mod">
          <ac:chgData name="Berg, Dirk van den" userId="035ecb32-01d9-4b47-a105-eacf059a4647" providerId="ADAL" clId="{F7FF961E-CF96-44AC-93C2-93612F62D46D}" dt="2026-02-23T07:55:21.497" v="6649" actId="20577"/>
          <ac:spMkLst>
            <pc:docMk/>
            <pc:sldMk cId="4133975854" sldId="261"/>
            <ac:spMk id="3" creationId="{78179DB8-2509-8E4F-14E4-B0B6B2FE756A}"/>
          </ac:spMkLst>
        </pc:spChg>
      </pc:sldChg>
      <pc:sldChg chg="modSp mod modShow">
        <pc:chgData name="Berg, Dirk van den" userId="035ecb32-01d9-4b47-a105-eacf059a4647" providerId="ADAL" clId="{F7FF961E-CF96-44AC-93C2-93612F62D46D}" dt="2026-02-22T21:29:32.371" v="4376" actId="729"/>
        <pc:sldMkLst>
          <pc:docMk/>
          <pc:sldMk cId="3942518179" sldId="263"/>
        </pc:sldMkLst>
        <pc:picChg chg="mod">
          <ac:chgData name="Berg, Dirk van den" userId="035ecb32-01d9-4b47-a105-eacf059a4647" providerId="ADAL" clId="{F7FF961E-CF96-44AC-93C2-93612F62D46D}" dt="2026-02-22T21:29:30.462" v="4375" actId="1076"/>
          <ac:picMkLst>
            <pc:docMk/>
            <pc:sldMk cId="3942518179" sldId="263"/>
            <ac:picMk id="6" creationId="{0FE7EC14-4CD9-54FF-EA51-B0F42D9FE95A}"/>
          </ac:picMkLst>
        </pc:picChg>
        <pc:picChg chg="mod">
          <ac:chgData name="Berg, Dirk van den" userId="035ecb32-01d9-4b47-a105-eacf059a4647" providerId="ADAL" clId="{F7FF961E-CF96-44AC-93C2-93612F62D46D}" dt="2026-02-22T21:29:30.055" v="4374" actId="1076"/>
          <ac:picMkLst>
            <pc:docMk/>
            <pc:sldMk cId="3942518179" sldId="263"/>
            <ac:picMk id="8" creationId="{E81956B4-448A-9CA9-6B80-2B858459845C}"/>
          </ac:picMkLst>
        </pc:picChg>
      </pc:sldChg>
      <pc:sldChg chg="modSp mod modShow">
        <pc:chgData name="Berg, Dirk van den" userId="035ecb32-01d9-4b47-a105-eacf059a4647" providerId="ADAL" clId="{F7FF961E-CF96-44AC-93C2-93612F62D46D}" dt="2026-02-22T21:29:39.985" v="4378" actId="729"/>
        <pc:sldMkLst>
          <pc:docMk/>
          <pc:sldMk cId="1815601047" sldId="264"/>
        </pc:sldMkLst>
        <pc:picChg chg="mod">
          <ac:chgData name="Berg, Dirk van den" userId="035ecb32-01d9-4b47-a105-eacf059a4647" providerId="ADAL" clId="{F7FF961E-CF96-44AC-93C2-93612F62D46D}" dt="2026-02-22T21:29:36.799" v="4377" actId="1076"/>
          <ac:picMkLst>
            <pc:docMk/>
            <pc:sldMk cId="1815601047" sldId="264"/>
            <ac:picMk id="5" creationId="{82C96B3D-D6EA-FFE6-E5D2-A211A08EFAAB}"/>
          </ac:picMkLst>
        </pc:picChg>
      </pc:sldChg>
      <pc:sldChg chg="mod modShow">
        <pc:chgData name="Berg, Dirk van den" userId="035ecb32-01d9-4b47-a105-eacf059a4647" providerId="ADAL" clId="{F7FF961E-CF96-44AC-93C2-93612F62D46D}" dt="2026-02-22T21:29:45.208" v="4379" actId="729"/>
        <pc:sldMkLst>
          <pc:docMk/>
          <pc:sldMk cId="3438033161" sldId="265"/>
        </pc:sldMkLst>
      </pc:sldChg>
      <pc:sldChg chg="addSp delSp modSp new mod modShow">
        <pc:chgData name="Berg, Dirk van den" userId="035ecb32-01d9-4b47-a105-eacf059a4647" providerId="ADAL" clId="{F7FF961E-CF96-44AC-93C2-93612F62D46D}" dt="2026-02-23T08:08:58.892" v="6718" actId="729"/>
        <pc:sldMkLst>
          <pc:docMk/>
          <pc:sldMk cId="3955997240" sldId="266"/>
        </pc:sldMkLst>
        <pc:spChg chg="mod">
          <ac:chgData name="Berg, Dirk van den" userId="035ecb32-01d9-4b47-a105-eacf059a4647" providerId="ADAL" clId="{F7FF961E-CF96-44AC-93C2-93612F62D46D}" dt="2026-02-19T10:36:51.123" v="455" actId="20577"/>
          <ac:spMkLst>
            <pc:docMk/>
            <pc:sldMk cId="3955997240" sldId="266"/>
            <ac:spMk id="2" creationId="{6DA35903-B34C-AF9B-7298-CD61080477AB}"/>
          </ac:spMkLst>
        </pc:spChg>
        <pc:spChg chg="mod">
          <ac:chgData name="Berg, Dirk van den" userId="035ecb32-01d9-4b47-a105-eacf059a4647" providerId="ADAL" clId="{F7FF961E-CF96-44AC-93C2-93612F62D46D}" dt="2026-02-20T08:11:42.135" v="501"/>
          <ac:spMkLst>
            <pc:docMk/>
            <pc:sldMk cId="3955997240" sldId="266"/>
            <ac:spMk id="3" creationId="{556CA084-4DEA-5469-2A71-C8316BEFE961}"/>
          </ac:spMkLst>
        </pc:spChg>
        <pc:picChg chg="add mod">
          <ac:chgData name="Berg, Dirk van den" userId="035ecb32-01d9-4b47-a105-eacf059a4647" providerId="ADAL" clId="{F7FF961E-CF96-44AC-93C2-93612F62D46D}" dt="2026-02-19T10:53:44.890" v="490" actId="1076"/>
          <ac:picMkLst>
            <pc:docMk/>
            <pc:sldMk cId="3955997240" sldId="266"/>
            <ac:picMk id="5" creationId="{648D2956-C720-2685-46DD-2A55257C562E}"/>
          </ac:picMkLst>
        </pc:picChg>
      </pc:sldChg>
      <pc:sldChg chg="modSp new mod">
        <pc:chgData name="Berg, Dirk van den" userId="035ecb32-01d9-4b47-a105-eacf059a4647" providerId="ADAL" clId="{F7FF961E-CF96-44AC-93C2-93612F62D46D}" dt="2026-02-23T07:53:45.521" v="6570" actId="1076"/>
        <pc:sldMkLst>
          <pc:docMk/>
          <pc:sldMk cId="3125315886" sldId="267"/>
        </pc:sldMkLst>
        <pc:spChg chg="mod">
          <ac:chgData name="Berg, Dirk van den" userId="035ecb32-01d9-4b47-a105-eacf059a4647" providerId="ADAL" clId="{F7FF961E-CF96-44AC-93C2-93612F62D46D}" dt="2026-02-23T07:53:45.521" v="6570" actId="1076"/>
          <ac:spMkLst>
            <pc:docMk/>
            <pc:sldMk cId="3125315886" sldId="267"/>
            <ac:spMk id="2" creationId="{19D1EB37-587A-9B10-69E9-A1FC178AEE08}"/>
          </ac:spMkLst>
        </pc:spChg>
        <pc:spChg chg="mod">
          <ac:chgData name="Berg, Dirk van den" userId="035ecb32-01d9-4b47-a105-eacf059a4647" providerId="ADAL" clId="{F7FF961E-CF96-44AC-93C2-93612F62D46D}" dt="2026-02-23T07:53:42.918" v="6569" actId="1076"/>
          <ac:spMkLst>
            <pc:docMk/>
            <pc:sldMk cId="3125315886" sldId="267"/>
            <ac:spMk id="3" creationId="{4CEB9D55-87E9-B8D1-7EA4-E9111E8ADFC6}"/>
          </ac:spMkLst>
        </pc:spChg>
      </pc:sldChg>
      <pc:sldChg chg="addSp modSp new mod modShow">
        <pc:chgData name="Berg, Dirk van den" userId="035ecb32-01d9-4b47-a105-eacf059a4647" providerId="ADAL" clId="{F7FF961E-CF96-44AC-93C2-93612F62D46D}" dt="2026-02-23T08:09:01.284" v="6719" actId="729"/>
        <pc:sldMkLst>
          <pc:docMk/>
          <pc:sldMk cId="1005052575" sldId="269"/>
        </pc:sldMkLst>
        <pc:spChg chg="mod">
          <ac:chgData name="Berg, Dirk van den" userId="035ecb32-01d9-4b47-a105-eacf059a4647" providerId="ADAL" clId="{F7FF961E-CF96-44AC-93C2-93612F62D46D}" dt="2026-02-20T08:17:34.478" v="628" actId="5793"/>
          <ac:spMkLst>
            <pc:docMk/>
            <pc:sldMk cId="1005052575" sldId="269"/>
            <ac:spMk id="3" creationId="{3E2853CA-E014-028D-8787-F5FC4F694E5B}"/>
          </ac:spMkLst>
        </pc:spChg>
        <pc:picChg chg="add mod">
          <ac:chgData name="Berg, Dirk van den" userId="035ecb32-01d9-4b47-a105-eacf059a4647" providerId="ADAL" clId="{F7FF961E-CF96-44AC-93C2-93612F62D46D}" dt="2026-02-22T21:51:15.744" v="4585" actId="1076"/>
          <ac:picMkLst>
            <pc:docMk/>
            <pc:sldMk cId="1005052575" sldId="269"/>
            <ac:picMk id="5" creationId="{7E605DB6-EA21-C601-5F48-4A02E3AD8097}"/>
          </ac:picMkLst>
        </pc:picChg>
        <pc:picChg chg="add mod">
          <ac:chgData name="Berg, Dirk van den" userId="035ecb32-01d9-4b47-a105-eacf059a4647" providerId="ADAL" clId="{F7FF961E-CF96-44AC-93C2-93612F62D46D}" dt="2026-02-22T21:51:14.937" v="4584" actId="1076"/>
          <ac:picMkLst>
            <pc:docMk/>
            <pc:sldMk cId="1005052575" sldId="269"/>
            <ac:picMk id="7" creationId="{04881DD5-479E-7C8E-A331-F34705702193}"/>
          </ac:picMkLst>
        </pc:picChg>
        <pc:picChg chg="add mod">
          <ac:chgData name="Berg, Dirk van den" userId="035ecb32-01d9-4b47-a105-eacf059a4647" providerId="ADAL" clId="{F7FF961E-CF96-44AC-93C2-93612F62D46D}" dt="2026-02-20T08:18:55.711" v="633" actId="1076"/>
          <ac:picMkLst>
            <pc:docMk/>
            <pc:sldMk cId="1005052575" sldId="269"/>
            <ac:picMk id="9" creationId="{0A61B71C-F38A-374D-C658-ACED1CBC0526}"/>
          </ac:picMkLst>
        </pc:picChg>
      </pc:sldChg>
      <pc:sldChg chg="addSp delSp modSp new mod setBg modShow">
        <pc:chgData name="Berg, Dirk van den" userId="035ecb32-01d9-4b47-a105-eacf059a4647" providerId="ADAL" clId="{F7FF961E-CF96-44AC-93C2-93612F62D46D}" dt="2026-02-23T08:09:02.961" v="6720" actId="729"/>
        <pc:sldMkLst>
          <pc:docMk/>
          <pc:sldMk cId="4093790507" sldId="270"/>
        </pc:sldMkLst>
        <pc:spChg chg="add del">
          <ac:chgData name="Berg, Dirk van den" userId="035ecb32-01d9-4b47-a105-eacf059a4647" providerId="ADAL" clId="{F7FF961E-CF96-44AC-93C2-93612F62D46D}" dt="2026-02-20T10:00:51.107" v="638" actId="26606"/>
          <ac:spMkLst>
            <pc:docMk/>
            <pc:sldMk cId="4093790507" sldId="270"/>
            <ac:spMk id="2" creationId="{9B8C465E-1557-398B-7408-37271132A277}"/>
          </ac:spMkLst>
        </pc:spChg>
        <pc:spChg chg="add del mod">
          <ac:chgData name="Berg, Dirk van den" userId="035ecb32-01d9-4b47-a105-eacf059a4647" providerId="ADAL" clId="{F7FF961E-CF96-44AC-93C2-93612F62D46D}" dt="2026-02-20T10:02:08.416" v="645" actId="27636"/>
          <ac:spMkLst>
            <pc:docMk/>
            <pc:sldMk cId="4093790507" sldId="270"/>
            <ac:spMk id="3" creationId="{39DB397E-975C-3B12-FA10-D16B3DBDBC12}"/>
          </ac:spMkLst>
        </pc:spChg>
        <pc:picChg chg="add mod">
          <ac:chgData name="Berg, Dirk van den" userId="035ecb32-01d9-4b47-a105-eacf059a4647" providerId="ADAL" clId="{F7FF961E-CF96-44AC-93C2-93612F62D46D}" dt="2026-02-20T10:01:58.683" v="642" actId="1076"/>
          <ac:picMkLst>
            <pc:docMk/>
            <pc:sldMk cId="4093790507" sldId="270"/>
            <ac:picMk id="5" creationId="{759B14CD-46FD-9210-ADF7-AC33428D594A}"/>
          </ac:picMkLst>
        </pc:picChg>
      </pc:sldChg>
      <pc:sldChg chg="addSp delSp modSp new mod modShow">
        <pc:chgData name="Berg, Dirk van den" userId="035ecb32-01d9-4b47-a105-eacf059a4647" providerId="ADAL" clId="{F7FF961E-CF96-44AC-93C2-93612F62D46D}" dt="2026-02-23T08:09:05.127" v="6721" actId="729"/>
        <pc:sldMkLst>
          <pc:docMk/>
          <pc:sldMk cId="159631859" sldId="271"/>
        </pc:sldMkLst>
        <pc:spChg chg="mod">
          <ac:chgData name="Berg, Dirk van den" userId="035ecb32-01d9-4b47-a105-eacf059a4647" providerId="ADAL" clId="{F7FF961E-CF96-44AC-93C2-93612F62D46D}" dt="2026-02-20T10:05:10.183" v="648" actId="27636"/>
          <ac:spMkLst>
            <pc:docMk/>
            <pc:sldMk cId="159631859" sldId="271"/>
            <ac:spMk id="3" creationId="{F59D6227-5B63-5E79-38EC-066386E7E518}"/>
          </ac:spMkLst>
        </pc:spChg>
      </pc:sldChg>
      <pc:sldChg chg="addSp modSp new mod modShow">
        <pc:chgData name="Berg, Dirk van den" userId="035ecb32-01d9-4b47-a105-eacf059a4647" providerId="ADAL" clId="{F7FF961E-CF96-44AC-93C2-93612F62D46D}" dt="2026-02-23T08:11:32.851" v="6884" actId="729"/>
        <pc:sldMkLst>
          <pc:docMk/>
          <pc:sldMk cId="4117459713" sldId="272"/>
        </pc:sldMkLst>
        <pc:spChg chg="mod">
          <ac:chgData name="Berg, Dirk van den" userId="035ecb32-01d9-4b47-a105-eacf059a4647" providerId="ADAL" clId="{F7FF961E-CF96-44AC-93C2-93612F62D46D}" dt="2026-02-20T10:11:25.013" v="692" actId="313"/>
          <ac:spMkLst>
            <pc:docMk/>
            <pc:sldMk cId="4117459713" sldId="272"/>
            <ac:spMk id="2" creationId="{5CF9E8BB-825D-7713-575A-48785E3B0421}"/>
          </ac:spMkLst>
        </pc:spChg>
        <pc:picChg chg="add mod">
          <ac:chgData name="Berg, Dirk van den" userId="035ecb32-01d9-4b47-a105-eacf059a4647" providerId="ADAL" clId="{F7FF961E-CF96-44AC-93C2-93612F62D46D}" dt="2026-02-20T10:11:29.745" v="696" actId="1076"/>
          <ac:picMkLst>
            <pc:docMk/>
            <pc:sldMk cId="4117459713" sldId="272"/>
            <ac:picMk id="5" creationId="{23589686-B502-50D1-2D81-3134D1AE096B}"/>
          </ac:picMkLst>
        </pc:picChg>
      </pc:sldChg>
      <pc:sldChg chg="addSp modSp new mod modShow">
        <pc:chgData name="Berg, Dirk van den" userId="035ecb32-01d9-4b47-a105-eacf059a4647" providerId="ADAL" clId="{F7FF961E-CF96-44AC-93C2-93612F62D46D}" dt="2026-02-23T08:11:31.356" v="6883" actId="729"/>
        <pc:sldMkLst>
          <pc:docMk/>
          <pc:sldMk cId="443035203" sldId="273"/>
        </pc:sldMkLst>
        <pc:spChg chg="mod">
          <ac:chgData name="Berg, Dirk van den" userId="035ecb32-01d9-4b47-a105-eacf059a4647" providerId="ADAL" clId="{F7FF961E-CF96-44AC-93C2-93612F62D46D}" dt="2026-02-20T10:12:39.267" v="702"/>
          <ac:spMkLst>
            <pc:docMk/>
            <pc:sldMk cId="443035203" sldId="273"/>
            <ac:spMk id="3" creationId="{427B27FF-CB1B-0173-B534-8C4C217FBC10}"/>
          </ac:spMkLst>
        </pc:spChg>
        <pc:picChg chg="add mod">
          <ac:chgData name="Berg, Dirk van den" userId="035ecb32-01d9-4b47-a105-eacf059a4647" providerId="ADAL" clId="{F7FF961E-CF96-44AC-93C2-93612F62D46D}" dt="2026-02-20T10:12:29.945" v="701" actId="1076"/>
          <ac:picMkLst>
            <pc:docMk/>
            <pc:sldMk cId="443035203" sldId="273"/>
            <ac:picMk id="5" creationId="{E404784E-1DC9-AF6F-EE9E-4DBDC9E6AF6A}"/>
          </ac:picMkLst>
        </pc:picChg>
      </pc:sldChg>
      <pc:sldChg chg="addSp modSp new mod modShow">
        <pc:chgData name="Berg, Dirk van den" userId="035ecb32-01d9-4b47-a105-eacf059a4647" providerId="ADAL" clId="{F7FF961E-CF96-44AC-93C2-93612F62D46D}" dt="2026-02-23T08:09:06.635" v="6722" actId="729"/>
        <pc:sldMkLst>
          <pc:docMk/>
          <pc:sldMk cId="3169427992" sldId="274"/>
        </pc:sldMkLst>
        <pc:spChg chg="mod">
          <ac:chgData name="Berg, Dirk van den" userId="035ecb32-01d9-4b47-a105-eacf059a4647" providerId="ADAL" clId="{F7FF961E-CF96-44AC-93C2-93612F62D46D}" dt="2026-02-20T10:14:40.933" v="744" actId="20577"/>
          <ac:spMkLst>
            <pc:docMk/>
            <pc:sldMk cId="3169427992" sldId="274"/>
            <ac:spMk id="2" creationId="{FDC161B7-0FD7-92A8-00C4-23F5F3C2BD1B}"/>
          </ac:spMkLst>
        </pc:spChg>
        <pc:spChg chg="mod">
          <ac:chgData name="Berg, Dirk van den" userId="035ecb32-01d9-4b47-a105-eacf059a4647" providerId="ADAL" clId="{F7FF961E-CF96-44AC-93C2-93612F62D46D}" dt="2026-02-20T10:22:03.380" v="1383" actId="20577"/>
          <ac:spMkLst>
            <pc:docMk/>
            <pc:sldMk cId="3169427992" sldId="274"/>
            <ac:spMk id="3" creationId="{D98AB7F8-D639-F9CB-C759-2B5AFB8BF353}"/>
          </ac:spMkLst>
        </pc:spChg>
        <pc:picChg chg="add mod">
          <ac:chgData name="Berg, Dirk van den" userId="035ecb32-01d9-4b47-a105-eacf059a4647" providerId="ADAL" clId="{F7FF961E-CF96-44AC-93C2-93612F62D46D}" dt="2026-02-20T10:15:26.423" v="897" actId="1076"/>
          <ac:picMkLst>
            <pc:docMk/>
            <pc:sldMk cId="3169427992" sldId="274"/>
            <ac:picMk id="5" creationId="{752ECA93-60AB-660C-A765-8D0545137A68}"/>
          </ac:picMkLst>
        </pc:picChg>
      </pc:sldChg>
      <pc:sldChg chg="modSp new mod modShow">
        <pc:chgData name="Berg, Dirk van den" userId="035ecb32-01d9-4b47-a105-eacf059a4647" providerId="ADAL" clId="{F7FF961E-CF96-44AC-93C2-93612F62D46D}" dt="2026-02-23T08:09:09.170" v="6723" actId="729"/>
        <pc:sldMkLst>
          <pc:docMk/>
          <pc:sldMk cId="1051617198" sldId="276"/>
        </pc:sldMkLst>
        <pc:spChg chg="mod">
          <ac:chgData name="Berg, Dirk van den" userId="035ecb32-01d9-4b47-a105-eacf059a4647" providerId="ADAL" clId="{F7FF961E-CF96-44AC-93C2-93612F62D46D}" dt="2026-02-20T10:53:38.669" v="1458" actId="27636"/>
          <ac:spMkLst>
            <pc:docMk/>
            <pc:sldMk cId="1051617198" sldId="276"/>
            <ac:spMk id="3" creationId="{CC7F36FF-59CA-B162-F98B-4FE813A72CD4}"/>
          </ac:spMkLst>
        </pc:spChg>
      </pc:sldChg>
      <pc:sldChg chg="modSp new mod modShow">
        <pc:chgData name="Berg, Dirk van den" userId="035ecb32-01d9-4b47-a105-eacf059a4647" providerId="ADAL" clId="{F7FF961E-CF96-44AC-93C2-93612F62D46D}" dt="2026-02-23T08:11:28.712" v="6882" actId="729"/>
        <pc:sldMkLst>
          <pc:docMk/>
          <pc:sldMk cId="1032692642" sldId="277"/>
        </pc:sldMkLst>
        <pc:spChg chg="mod">
          <ac:chgData name="Berg, Dirk van den" userId="035ecb32-01d9-4b47-a105-eacf059a4647" providerId="ADAL" clId="{F7FF961E-CF96-44AC-93C2-93612F62D46D}" dt="2026-02-20T10:54:38.149" v="1546" actId="20577"/>
          <ac:spMkLst>
            <pc:docMk/>
            <pc:sldMk cId="1032692642" sldId="277"/>
            <ac:spMk id="2" creationId="{DA3757FC-17C0-E76F-778C-2518BF4A588D}"/>
          </ac:spMkLst>
        </pc:spChg>
        <pc:spChg chg="mod">
          <ac:chgData name="Berg, Dirk van den" userId="035ecb32-01d9-4b47-a105-eacf059a4647" providerId="ADAL" clId="{F7FF961E-CF96-44AC-93C2-93612F62D46D}" dt="2026-02-20T10:54:07.937" v="1460"/>
          <ac:spMkLst>
            <pc:docMk/>
            <pc:sldMk cId="1032692642" sldId="277"/>
            <ac:spMk id="3" creationId="{369A4AA2-3742-6268-ACC1-2660BF1C34EC}"/>
          </ac:spMkLst>
        </pc:spChg>
      </pc:sldChg>
      <pc:sldChg chg="modSp new mod ord modShow">
        <pc:chgData name="Berg, Dirk van den" userId="035ecb32-01d9-4b47-a105-eacf059a4647" providerId="ADAL" clId="{F7FF961E-CF96-44AC-93C2-93612F62D46D}" dt="2026-02-23T08:09:10.735" v="6724" actId="729"/>
        <pc:sldMkLst>
          <pc:docMk/>
          <pc:sldMk cId="1509563035" sldId="278"/>
        </pc:sldMkLst>
        <pc:spChg chg="mod">
          <ac:chgData name="Berg, Dirk van den" userId="035ecb32-01d9-4b47-a105-eacf059a4647" providerId="ADAL" clId="{F7FF961E-CF96-44AC-93C2-93612F62D46D}" dt="2026-02-20T10:59:20.224" v="1606" actId="20577"/>
          <ac:spMkLst>
            <pc:docMk/>
            <pc:sldMk cId="1509563035" sldId="278"/>
            <ac:spMk id="2" creationId="{5BF319CD-740F-D311-6163-C761A112C813}"/>
          </ac:spMkLst>
        </pc:spChg>
        <pc:spChg chg="mod">
          <ac:chgData name="Berg, Dirk van den" userId="035ecb32-01d9-4b47-a105-eacf059a4647" providerId="ADAL" clId="{F7FF961E-CF96-44AC-93C2-93612F62D46D}" dt="2026-02-20T12:00:50.732" v="1612" actId="27636"/>
          <ac:spMkLst>
            <pc:docMk/>
            <pc:sldMk cId="1509563035" sldId="278"/>
            <ac:spMk id="3" creationId="{FB6644DA-B9A7-F9B8-CBFF-8A430B64ED28}"/>
          </ac:spMkLst>
        </pc:spChg>
      </pc:sldChg>
      <pc:sldChg chg="modSp new mod modShow">
        <pc:chgData name="Berg, Dirk van den" userId="035ecb32-01d9-4b47-a105-eacf059a4647" providerId="ADAL" clId="{F7FF961E-CF96-44AC-93C2-93612F62D46D}" dt="2026-02-23T08:09:13.678" v="6725" actId="729"/>
        <pc:sldMkLst>
          <pc:docMk/>
          <pc:sldMk cId="1988434359" sldId="279"/>
        </pc:sldMkLst>
        <pc:spChg chg="mod">
          <ac:chgData name="Berg, Dirk van den" userId="035ecb32-01d9-4b47-a105-eacf059a4647" providerId="ADAL" clId="{F7FF961E-CF96-44AC-93C2-93612F62D46D}" dt="2026-02-20T12:03:10.613" v="1614"/>
          <ac:spMkLst>
            <pc:docMk/>
            <pc:sldMk cId="1988434359" sldId="279"/>
            <ac:spMk id="3" creationId="{6B79302D-4945-84D0-BA39-D57222680BB3}"/>
          </ac:spMkLst>
        </pc:spChg>
      </pc:sldChg>
      <pc:sldChg chg="modSp new mod">
        <pc:chgData name="Berg, Dirk van den" userId="035ecb32-01d9-4b47-a105-eacf059a4647" providerId="ADAL" clId="{F7FF961E-CF96-44AC-93C2-93612F62D46D}" dt="2026-02-23T08:11:10.769" v="6881" actId="20577"/>
        <pc:sldMkLst>
          <pc:docMk/>
          <pc:sldMk cId="2683377742" sldId="280"/>
        </pc:sldMkLst>
        <pc:spChg chg="mod">
          <ac:chgData name="Berg, Dirk van den" userId="035ecb32-01d9-4b47-a105-eacf059a4647" providerId="ADAL" clId="{F7FF961E-CF96-44AC-93C2-93612F62D46D}" dt="2026-02-23T08:09:27.785" v="6730" actId="20577"/>
          <ac:spMkLst>
            <pc:docMk/>
            <pc:sldMk cId="2683377742" sldId="280"/>
            <ac:spMk id="2" creationId="{765C0028-2D3A-09EC-D35F-3E0D73540206}"/>
          </ac:spMkLst>
        </pc:spChg>
        <pc:spChg chg="mod">
          <ac:chgData name="Berg, Dirk van den" userId="035ecb32-01d9-4b47-a105-eacf059a4647" providerId="ADAL" clId="{F7FF961E-CF96-44AC-93C2-93612F62D46D}" dt="2026-02-23T08:11:10.769" v="6881" actId="20577"/>
          <ac:spMkLst>
            <pc:docMk/>
            <pc:sldMk cId="2683377742" sldId="280"/>
            <ac:spMk id="3" creationId="{6B21616A-5707-3F2F-EAB0-D5CA22FB88DC}"/>
          </ac:spMkLst>
        </pc:spChg>
      </pc:sldChg>
      <pc:sldChg chg="addSp modSp new mod modShow">
        <pc:chgData name="Berg, Dirk van den" userId="035ecb32-01d9-4b47-a105-eacf059a4647" providerId="ADAL" clId="{F7FF961E-CF96-44AC-93C2-93612F62D46D}" dt="2026-02-23T08:09:15.569" v="6726" actId="729"/>
        <pc:sldMkLst>
          <pc:docMk/>
          <pc:sldMk cId="875318156" sldId="281"/>
        </pc:sldMkLst>
        <pc:spChg chg="mod">
          <ac:chgData name="Berg, Dirk van den" userId="035ecb32-01d9-4b47-a105-eacf059a4647" providerId="ADAL" clId="{F7FF961E-CF96-44AC-93C2-93612F62D46D}" dt="2026-02-20T12:18:26.912" v="2268" actId="20577"/>
          <ac:spMkLst>
            <pc:docMk/>
            <pc:sldMk cId="875318156" sldId="281"/>
            <ac:spMk id="2" creationId="{6CCC7819-1567-41C4-4C79-7664FF7331AD}"/>
          </ac:spMkLst>
        </pc:spChg>
        <pc:spChg chg="mod">
          <ac:chgData name="Berg, Dirk van den" userId="035ecb32-01d9-4b47-a105-eacf059a4647" providerId="ADAL" clId="{F7FF961E-CF96-44AC-93C2-93612F62D46D}" dt="2026-02-20T12:18:49.768" v="2270" actId="27636"/>
          <ac:spMkLst>
            <pc:docMk/>
            <pc:sldMk cId="875318156" sldId="281"/>
            <ac:spMk id="3" creationId="{0051E82A-A0BB-FAB5-A59F-3F877CB75AA8}"/>
          </ac:spMkLst>
        </pc:spChg>
        <pc:spChg chg="add mod">
          <ac:chgData name="Berg, Dirk van den" userId="035ecb32-01d9-4b47-a105-eacf059a4647" providerId="ADAL" clId="{F7FF961E-CF96-44AC-93C2-93612F62D46D}" dt="2026-02-20T12:19:22.999" v="2275" actId="207"/>
          <ac:spMkLst>
            <pc:docMk/>
            <pc:sldMk cId="875318156" sldId="281"/>
            <ac:spMk id="5" creationId="{73D696BC-0311-6EFA-C173-DB485932C0BF}"/>
          </ac:spMkLst>
        </pc:spChg>
      </pc:sldChg>
      <pc:sldChg chg="modSp new mod modShow">
        <pc:chgData name="Berg, Dirk van den" userId="035ecb32-01d9-4b47-a105-eacf059a4647" providerId="ADAL" clId="{F7FF961E-CF96-44AC-93C2-93612F62D46D}" dt="2026-02-23T08:09:19.681" v="6727" actId="729"/>
        <pc:sldMkLst>
          <pc:docMk/>
          <pc:sldMk cId="2584821421" sldId="282"/>
        </pc:sldMkLst>
        <pc:spChg chg="mod">
          <ac:chgData name="Berg, Dirk van den" userId="035ecb32-01d9-4b47-a105-eacf059a4647" providerId="ADAL" clId="{F7FF961E-CF96-44AC-93C2-93612F62D46D}" dt="2026-02-20T12:31:41.574" v="2299" actId="20577"/>
          <ac:spMkLst>
            <pc:docMk/>
            <pc:sldMk cId="2584821421" sldId="282"/>
            <ac:spMk id="2" creationId="{DDEE0A3B-31CF-339E-B4E4-5FF54EFD7225}"/>
          </ac:spMkLst>
        </pc:spChg>
        <pc:spChg chg="mod">
          <ac:chgData name="Berg, Dirk van den" userId="035ecb32-01d9-4b47-a105-eacf059a4647" providerId="ADAL" clId="{F7FF961E-CF96-44AC-93C2-93612F62D46D}" dt="2026-02-20T12:26:59.101" v="2278" actId="27636"/>
          <ac:spMkLst>
            <pc:docMk/>
            <pc:sldMk cId="2584821421" sldId="282"/>
            <ac:spMk id="3" creationId="{12D50F80-41DD-4178-C266-A7BBFC30EAC5}"/>
          </ac:spMkLst>
        </pc:spChg>
      </pc:sldChg>
      <pc:sldChg chg="modSp new mod modShow">
        <pc:chgData name="Berg, Dirk van den" userId="035ecb32-01d9-4b47-a105-eacf059a4647" providerId="ADAL" clId="{F7FF961E-CF96-44AC-93C2-93612F62D46D}" dt="2026-02-23T08:09:22.723" v="6728" actId="729"/>
        <pc:sldMkLst>
          <pc:docMk/>
          <pc:sldMk cId="2602705661" sldId="283"/>
        </pc:sldMkLst>
        <pc:spChg chg="mod">
          <ac:chgData name="Berg, Dirk van den" userId="035ecb32-01d9-4b47-a105-eacf059a4647" providerId="ADAL" clId="{F7FF961E-CF96-44AC-93C2-93612F62D46D}" dt="2026-02-20T12:32:42.686" v="2409" actId="20577"/>
          <ac:spMkLst>
            <pc:docMk/>
            <pc:sldMk cId="2602705661" sldId="283"/>
            <ac:spMk id="2" creationId="{598A0DBD-9426-AED6-5285-F1BF801367B6}"/>
          </ac:spMkLst>
        </pc:spChg>
      </pc:sldChg>
      <pc:sldChg chg="addSp delSp modSp new mod">
        <pc:chgData name="Berg, Dirk van den" userId="035ecb32-01d9-4b47-a105-eacf059a4647" providerId="ADAL" clId="{F7FF961E-CF96-44AC-93C2-93612F62D46D}" dt="2026-02-23T08:19:29.559" v="6920" actId="20577"/>
        <pc:sldMkLst>
          <pc:docMk/>
          <pc:sldMk cId="3581336851" sldId="284"/>
        </pc:sldMkLst>
        <pc:spChg chg="mod">
          <ac:chgData name="Berg, Dirk van den" userId="035ecb32-01d9-4b47-a105-eacf059a4647" providerId="ADAL" clId="{F7FF961E-CF96-44AC-93C2-93612F62D46D}" dt="2026-02-22T21:44:20.593" v="4422" actId="20577"/>
          <ac:spMkLst>
            <pc:docMk/>
            <pc:sldMk cId="3581336851" sldId="284"/>
            <ac:spMk id="2" creationId="{1D11F7D3-0B3B-0A23-C22B-6AA38287474E}"/>
          </ac:spMkLst>
        </pc:spChg>
        <pc:spChg chg="mod">
          <ac:chgData name="Berg, Dirk van den" userId="035ecb32-01d9-4b47-a105-eacf059a4647" providerId="ADAL" clId="{F7FF961E-CF96-44AC-93C2-93612F62D46D}" dt="2026-02-23T08:19:29.559" v="6920" actId="20577"/>
          <ac:spMkLst>
            <pc:docMk/>
            <pc:sldMk cId="3581336851" sldId="284"/>
            <ac:spMk id="3" creationId="{1B2E3C58-8AB0-4B38-AFCF-1EC29BCFD7D9}"/>
          </ac:spMkLst>
        </pc:spChg>
        <pc:picChg chg="add mod">
          <ac:chgData name="Berg, Dirk van den" userId="035ecb32-01d9-4b47-a105-eacf059a4647" providerId="ADAL" clId="{F7FF961E-CF96-44AC-93C2-93612F62D46D}" dt="2026-02-23T08:19:13.385" v="6918" actId="1076"/>
          <ac:picMkLst>
            <pc:docMk/>
            <pc:sldMk cId="3581336851" sldId="284"/>
            <ac:picMk id="7" creationId="{6B9993EA-5BB0-E764-AFDB-887F41E812F4}"/>
          </ac:picMkLst>
        </pc:picChg>
      </pc:sldChg>
      <pc:sldChg chg="delSp modSp add mod ord">
        <pc:chgData name="Berg, Dirk van den" userId="035ecb32-01d9-4b47-a105-eacf059a4647" providerId="ADAL" clId="{F7FF961E-CF96-44AC-93C2-93612F62D46D}" dt="2026-02-22T21:09:31.080" v="4362" actId="20577"/>
        <pc:sldMkLst>
          <pc:docMk/>
          <pc:sldMk cId="684564015" sldId="286"/>
        </pc:sldMkLst>
        <pc:spChg chg="mod">
          <ac:chgData name="Berg, Dirk van den" userId="035ecb32-01d9-4b47-a105-eacf059a4647" providerId="ADAL" clId="{F7FF961E-CF96-44AC-93C2-93612F62D46D}" dt="2026-02-22T21:09:31.080" v="4362" actId="20577"/>
          <ac:spMkLst>
            <pc:docMk/>
            <pc:sldMk cId="684564015" sldId="286"/>
            <ac:spMk id="3" creationId="{79C0EE02-C369-E541-479E-FC3F9BEB881B}"/>
          </ac:spMkLst>
        </pc:spChg>
      </pc:sldChg>
      <pc:sldChg chg="addSp delSp modSp add mod">
        <pc:chgData name="Berg, Dirk van den" userId="035ecb32-01d9-4b47-a105-eacf059a4647" providerId="ADAL" clId="{F7FF961E-CF96-44AC-93C2-93612F62D46D}" dt="2026-02-23T08:07:36.055" v="6714" actId="403"/>
        <pc:sldMkLst>
          <pc:docMk/>
          <pc:sldMk cId="733777746" sldId="287"/>
        </pc:sldMkLst>
        <pc:spChg chg="mod">
          <ac:chgData name="Berg, Dirk van den" userId="035ecb32-01d9-4b47-a105-eacf059a4647" providerId="ADAL" clId="{F7FF961E-CF96-44AC-93C2-93612F62D46D}" dt="2026-02-23T08:07:36.055" v="6714" actId="403"/>
          <ac:spMkLst>
            <pc:docMk/>
            <pc:sldMk cId="733777746" sldId="287"/>
            <ac:spMk id="3" creationId="{6D10D74E-0C9A-F461-8EDA-A5C4B745433E}"/>
          </ac:spMkLst>
        </pc:spChg>
      </pc:sldChg>
      <pc:sldChg chg="addSp modSp new mod modShow">
        <pc:chgData name="Berg, Dirk van den" userId="035ecb32-01d9-4b47-a105-eacf059a4647" providerId="ADAL" clId="{F7FF961E-CF96-44AC-93C2-93612F62D46D}" dt="2026-02-22T21:32:45.352" v="4380" actId="729"/>
        <pc:sldMkLst>
          <pc:docMk/>
          <pc:sldMk cId="458227723" sldId="288"/>
        </pc:sldMkLst>
        <pc:spChg chg="add mod">
          <ac:chgData name="Berg, Dirk van den" userId="035ecb32-01d9-4b47-a105-eacf059a4647" providerId="ADAL" clId="{F7FF961E-CF96-44AC-93C2-93612F62D46D}" dt="2026-02-22T20:20:11.835" v="3789"/>
          <ac:spMkLst>
            <pc:docMk/>
            <pc:sldMk cId="458227723" sldId="288"/>
            <ac:spMk id="6" creationId="{8C629FE4-EF3B-07D5-419F-F4C143B8F05A}"/>
          </ac:spMkLst>
        </pc:spChg>
        <pc:picChg chg="add mod">
          <ac:chgData name="Berg, Dirk van den" userId="035ecb32-01d9-4b47-a105-eacf059a4647" providerId="ADAL" clId="{F7FF961E-CF96-44AC-93C2-93612F62D46D}" dt="2026-02-22T21:22:09.789" v="4367" actId="1076"/>
          <ac:picMkLst>
            <pc:docMk/>
            <pc:sldMk cId="458227723" sldId="288"/>
            <ac:picMk id="5" creationId="{C7FBABD4-56D8-4E37-B953-861808CD66F4}"/>
          </ac:picMkLst>
        </pc:picChg>
      </pc:sldChg>
      <pc:sldChg chg="addSp delSp modSp new mod">
        <pc:chgData name="Berg, Dirk van den" userId="035ecb32-01d9-4b47-a105-eacf059a4647" providerId="ADAL" clId="{F7FF961E-CF96-44AC-93C2-93612F62D46D}" dt="2026-02-22T21:01:57.236" v="4228" actId="20577"/>
        <pc:sldMkLst>
          <pc:docMk/>
          <pc:sldMk cId="2563026226" sldId="289"/>
        </pc:sldMkLst>
        <pc:spChg chg="mod">
          <ac:chgData name="Berg, Dirk van den" userId="035ecb32-01d9-4b47-a105-eacf059a4647" providerId="ADAL" clId="{F7FF961E-CF96-44AC-93C2-93612F62D46D}" dt="2026-02-22T20:43:38.277" v="3893" actId="20577"/>
          <ac:spMkLst>
            <pc:docMk/>
            <pc:sldMk cId="2563026226" sldId="289"/>
            <ac:spMk id="2" creationId="{EEA62535-115E-C5C6-7D8F-FA65D0BEA68E}"/>
          </ac:spMkLst>
        </pc:spChg>
        <pc:spChg chg="add del mod">
          <ac:chgData name="Berg, Dirk van den" userId="035ecb32-01d9-4b47-a105-eacf059a4647" providerId="ADAL" clId="{F7FF961E-CF96-44AC-93C2-93612F62D46D}" dt="2026-02-22T21:01:57.236" v="4228" actId="20577"/>
          <ac:spMkLst>
            <pc:docMk/>
            <pc:sldMk cId="2563026226" sldId="289"/>
            <ac:spMk id="3" creationId="{0D84C787-4B80-B275-27A8-CF634CAC23AD}"/>
          </ac:spMkLst>
        </pc:spChg>
      </pc:sldChg>
      <pc:sldChg chg="addSp delSp modSp new mod modShow">
        <pc:chgData name="Berg, Dirk van den" userId="035ecb32-01d9-4b47-a105-eacf059a4647" providerId="ADAL" clId="{F7FF961E-CF96-44AC-93C2-93612F62D46D}" dt="2026-02-23T08:07:46.133" v="6715" actId="729"/>
        <pc:sldMkLst>
          <pc:docMk/>
          <pc:sldMk cId="1260604902" sldId="290"/>
        </pc:sldMkLst>
        <pc:spChg chg="add del mod">
          <ac:chgData name="Berg, Dirk van den" userId="035ecb32-01d9-4b47-a105-eacf059a4647" providerId="ADAL" clId="{F7FF961E-CF96-44AC-93C2-93612F62D46D}" dt="2026-02-22T21:39:17.055" v="4411" actId="27636"/>
          <ac:spMkLst>
            <pc:docMk/>
            <pc:sldMk cId="1260604902" sldId="290"/>
            <ac:spMk id="3" creationId="{5992371E-F3E7-8852-5A52-EC96C74245A9}"/>
          </ac:spMkLst>
        </pc:spChg>
        <pc:spChg chg="add del mod">
          <ac:chgData name="Berg, Dirk van den" userId="035ecb32-01d9-4b47-a105-eacf059a4647" providerId="ADAL" clId="{F7FF961E-CF96-44AC-93C2-93612F62D46D}" dt="2026-02-22T21:38:36.744" v="4393" actId="47"/>
          <ac:spMkLst>
            <pc:docMk/>
            <pc:sldMk cId="1260604902" sldId="290"/>
            <ac:spMk id="6" creationId="{865F7ADB-92E8-3B80-011B-321413A27536}"/>
          </ac:spMkLst>
        </pc:spChg>
        <pc:picChg chg="add mod">
          <ac:chgData name="Berg, Dirk van den" userId="035ecb32-01d9-4b47-a105-eacf059a4647" providerId="ADAL" clId="{F7FF961E-CF96-44AC-93C2-93612F62D46D}" dt="2026-02-22T21:33:53.355" v="4388" actId="1076"/>
          <ac:picMkLst>
            <pc:docMk/>
            <pc:sldMk cId="1260604902" sldId="290"/>
            <ac:picMk id="5" creationId="{F9CD0EC6-963D-EA77-5F81-DBA2D71637DD}"/>
          </ac:picMkLst>
        </pc:picChg>
      </pc:sldChg>
      <pc:sldChg chg="modSp new mod">
        <pc:chgData name="Berg, Dirk van den" userId="035ecb32-01d9-4b47-a105-eacf059a4647" providerId="ADAL" clId="{F7FF961E-CF96-44AC-93C2-93612F62D46D}" dt="2026-02-22T21:58:03.392" v="4829" actId="20577"/>
        <pc:sldMkLst>
          <pc:docMk/>
          <pc:sldMk cId="3141712895" sldId="292"/>
        </pc:sldMkLst>
        <pc:spChg chg="mod">
          <ac:chgData name="Berg, Dirk van den" userId="035ecb32-01d9-4b47-a105-eacf059a4647" providerId="ADAL" clId="{F7FF961E-CF96-44AC-93C2-93612F62D46D}" dt="2026-02-22T21:53:09.655" v="4612"/>
          <ac:spMkLst>
            <pc:docMk/>
            <pc:sldMk cId="3141712895" sldId="292"/>
            <ac:spMk id="2" creationId="{435E0472-0A93-4485-CF33-11A8C55CB19E}"/>
          </ac:spMkLst>
        </pc:spChg>
        <pc:spChg chg="mod">
          <ac:chgData name="Berg, Dirk van den" userId="035ecb32-01d9-4b47-a105-eacf059a4647" providerId="ADAL" clId="{F7FF961E-CF96-44AC-93C2-93612F62D46D}" dt="2026-02-22T21:58:03.392" v="4829" actId="20577"/>
          <ac:spMkLst>
            <pc:docMk/>
            <pc:sldMk cId="3141712895" sldId="292"/>
            <ac:spMk id="3" creationId="{0297507E-7454-35B2-D48F-7ADD98266564}"/>
          </ac:spMkLst>
        </pc:spChg>
      </pc:sldChg>
      <pc:sldChg chg="modSp new mod modShow">
        <pc:chgData name="Berg, Dirk van den" userId="035ecb32-01d9-4b47-a105-eacf059a4647" providerId="ADAL" clId="{F7FF961E-CF96-44AC-93C2-93612F62D46D}" dt="2026-02-23T08:07:59.450" v="6716" actId="729"/>
        <pc:sldMkLst>
          <pc:docMk/>
          <pc:sldMk cId="1258506069" sldId="293"/>
        </pc:sldMkLst>
        <pc:spChg chg="mod">
          <ac:chgData name="Berg, Dirk van den" userId="035ecb32-01d9-4b47-a105-eacf059a4647" providerId="ADAL" clId="{F7FF961E-CF96-44AC-93C2-93612F62D46D}" dt="2026-02-22T21:55:19.438" v="4763" actId="20577"/>
          <ac:spMkLst>
            <pc:docMk/>
            <pc:sldMk cId="1258506069" sldId="293"/>
            <ac:spMk id="2" creationId="{A775DA42-D448-5989-61AD-1A39594CE452}"/>
          </ac:spMkLst>
        </pc:spChg>
      </pc:sldChg>
      <pc:sldChg chg="addSp modSp new mod">
        <pc:chgData name="Berg, Dirk van den" userId="035ecb32-01d9-4b47-a105-eacf059a4647" providerId="ADAL" clId="{F7FF961E-CF96-44AC-93C2-93612F62D46D}" dt="2026-02-23T06:58:18.805" v="5311" actId="27636"/>
        <pc:sldMkLst>
          <pc:docMk/>
          <pc:sldMk cId="204469149" sldId="294"/>
        </pc:sldMkLst>
        <pc:spChg chg="mod">
          <ac:chgData name="Berg, Dirk van den" userId="035ecb32-01d9-4b47-a105-eacf059a4647" providerId="ADAL" clId="{F7FF961E-CF96-44AC-93C2-93612F62D46D}" dt="2026-02-23T06:39:50.932" v="4840" actId="20577"/>
          <ac:spMkLst>
            <pc:docMk/>
            <pc:sldMk cId="204469149" sldId="294"/>
            <ac:spMk id="2" creationId="{F6B2EC01-B18F-0F88-B29B-23F2FF2F32F3}"/>
          </ac:spMkLst>
        </pc:spChg>
        <pc:spChg chg="mod">
          <ac:chgData name="Berg, Dirk van den" userId="035ecb32-01d9-4b47-a105-eacf059a4647" providerId="ADAL" clId="{F7FF961E-CF96-44AC-93C2-93612F62D46D}" dt="2026-02-23T06:58:18.805" v="5311" actId="27636"/>
          <ac:spMkLst>
            <pc:docMk/>
            <pc:sldMk cId="204469149" sldId="294"/>
            <ac:spMk id="3" creationId="{E75136A0-B3AE-93AC-6F3F-0F25AF091E48}"/>
          </ac:spMkLst>
        </pc:spChg>
        <pc:picChg chg="add mod">
          <ac:chgData name="Berg, Dirk van den" userId="035ecb32-01d9-4b47-a105-eacf059a4647" providerId="ADAL" clId="{F7FF961E-CF96-44AC-93C2-93612F62D46D}" dt="2026-02-23T06:58:01.790" v="5308" actId="1076"/>
          <ac:picMkLst>
            <pc:docMk/>
            <pc:sldMk cId="204469149" sldId="294"/>
            <ac:picMk id="5" creationId="{2EF37739-76F7-6290-A43F-93929C4A8AF4}"/>
          </ac:picMkLst>
        </pc:picChg>
      </pc:sldChg>
      <pc:sldChg chg="addSp modSp new mod">
        <pc:chgData name="Berg, Dirk van den" userId="035ecb32-01d9-4b47-a105-eacf059a4647" providerId="ADAL" clId="{F7FF961E-CF96-44AC-93C2-93612F62D46D}" dt="2026-02-23T07:28:44.844" v="6165" actId="20577"/>
        <pc:sldMkLst>
          <pc:docMk/>
          <pc:sldMk cId="3978926956" sldId="295"/>
        </pc:sldMkLst>
        <pc:spChg chg="mod">
          <ac:chgData name="Berg, Dirk van den" userId="035ecb32-01d9-4b47-a105-eacf059a4647" providerId="ADAL" clId="{F7FF961E-CF96-44AC-93C2-93612F62D46D}" dt="2026-02-23T07:28:44.844" v="6165" actId="20577"/>
          <ac:spMkLst>
            <pc:docMk/>
            <pc:sldMk cId="3978926956" sldId="295"/>
            <ac:spMk id="2" creationId="{34B643F7-DA44-F861-FEA3-8710CEDBCBD2}"/>
          </ac:spMkLst>
        </pc:spChg>
        <pc:spChg chg="mod">
          <ac:chgData name="Berg, Dirk van den" userId="035ecb32-01d9-4b47-a105-eacf059a4647" providerId="ADAL" clId="{F7FF961E-CF96-44AC-93C2-93612F62D46D}" dt="2026-02-23T07:25:07.594" v="6089" actId="1076"/>
          <ac:spMkLst>
            <pc:docMk/>
            <pc:sldMk cId="3978926956" sldId="295"/>
            <ac:spMk id="3" creationId="{0F12FB9C-7BA8-38B1-B7AB-C0322033226B}"/>
          </ac:spMkLst>
        </pc:spChg>
        <pc:picChg chg="add mod ord modCrop">
          <ac:chgData name="Berg, Dirk van den" userId="035ecb32-01d9-4b47-a105-eacf059a4647" providerId="ADAL" clId="{F7FF961E-CF96-44AC-93C2-93612F62D46D}" dt="2026-02-23T07:09:05.741" v="5685" actId="167"/>
          <ac:picMkLst>
            <pc:docMk/>
            <pc:sldMk cId="3978926956" sldId="295"/>
            <ac:picMk id="5" creationId="{821CB778-3B74-37DE-56C4-B926F5CE7B7C}"/>
          </ac:picMkLst>
        </pc:picChg>
      </pc:sldChg>
      <pc:sldChg chg="modSp new mod modShow">
        <pc:chgData name="Berg, Dirk van den" userId="035ecb32-01d9-4b47-a105-eacf059a4647" providerId="ADAL" clId="{F7FF961E-CF96-44AC-93C2-93612F62D46D}" dt="2026-02-23T07:47:13.911" v="6409" actId="729"/>
        <pc:sldMkLst>
          <pc:docMk/>
          <pc:sldMk cId="1476473259" sldId="296"/>
        </pc:sldMkLst>
        <pc:spChg chg="mod">
          <ac:chgData name="Berg, Dirk van den" userId="035ecb32-01d9-4b47-a105-eacf059a4647" providerId="ADAL" clId="{F7FF961E-CF96-44AC-93C2-93612F62D46D}" dt="2026-02-23T06:48:39.138" v="4923" actId="20577"/>
          <ac:spMkLst>
            <pc:docMk/>
            <pc:sldMk cId="1476473259" sldId="296"/>
            <ac:spMk id="2" creationId="{40C08FD9-FC1C-2256-22F9-F56B30E07ECD}"/>
          </ac:spMkLst>
        </pc:spChg>
        <pc:spChg chg="mod">
          <ac:chgData name="Berg, Dirk van den" userId="035ecb32-01d9-4b47-a105-eacf059a4647" providerId="ADAL" clId="{F7FF961E-CF96-44AC-93C2-93612F62D46D}" dt="2026-02-23T06:48:28.321" v="4896"/>
          <ac:spMkLst>
            <pc:docMk/>
            <pc:sldMk cId="1476473259" sldId="296"/>
            <ac:spMk id="3" creationId="{8C226DE6-D545-AD04-EE3A-174DA49D12D5}"/>
          </ac:spMkLst>
        </pc:spChg>
      </pc:sldChg>
      <pc:sldChg chg="addSp modSp new mod">
        <pc:chgData name="Berg, Dirk van den" userId="035ecb32-01d9-4b47-a105-eacf059a4647" providerId="ADAL" clId="{F7FF961E-CF96-44AC-93C2-93612F62D46D}" dt="2026-02-23T08:05:37.805" v="6711" actId="167"/>
        <pc:sldMkLst>
          <pc:docMk/>
          <pc:sldMk cId="4039426875" sldId="297"/>
        </pc:sldMkLst>
        <pc:spChg chg="mod">
          <ac:chgData name="Berg, Dirk van den" userId="035ecb32-01d9-4b47-a105-eacf059a4647" providerId="ADAL" clId="{F7FF961E-CF96-44AC-93C2-93612F62D46D}" dt="2026-02-23T07:45:47.346" v="6408" actId="20577"/>
          <ac:spMkLst>
            <pc:docMk/>
            <pc:sldMk cId="4039426875" sldId="297"/>
            <ac:spMk id="2" creationId="{591A6452-E195-F0B8-32F9-AEF734849B5A}"/>
          </ac:spMkLst>
        </pc:spChg>
        <pc:spChg chg="mod">
          <ac:chgData name="Berg, Dirk van den" userId="035ecb32-01d9-4b47-a105-eacf059a4647" providerId="ADAL" clId="{F7FF961E-CF96-44AC-93C2-93612F62D46D}" dt="2026-02-23T08:05:32.084" v="6710" actId="27636"/>
          <ac:spMkLst>
            <pc:docMk/>
            <pc:sldMk cId="4039426875" sldId="297"/>
            <ac:spMk id="3" creationId="{270C202D-27A6-D869-9F1F-F17E542868DB}"/>
          </ac:spMkLst>
        </pc:spChg>
        <pc:picChg chg="add mod ord">
          <ac:chgData name="Berg, Dirk van den" userId="035ecb32-01d9-4b47-a105-eacf059a4647" providerId="ADAL" clId="{F7FF961E-CF96-44AC-93C2-93612F62D46D}" dt="2026-02-23T08:05:37.805" v="6711" actId="167"/>
          <ac:picMkLst>
            <pc:docMk/>
            <pc:sldMk cId="4039426875" sldId="297"/>
            <ac:picMk id="5" creationId="{A5A5A32C-09A4-C024-1ED8-1E2831312196}"/>
          </ac:picMkLst>
        </pc:picChg>
      </pc:sldChg>
      <pc:sldChg chg="modSp new mod modShow">
        <pc:chgData name="Berg, Dirk van den" userId="035ecb32-01d9-4b47-a105-eacf059a4647" providerId="ADAL" clId="{F7FF961E-CF96-44AC-93C2-93612F62D46D}" dt="2026-02-23T08:17:57.119" v="6900" actId="729"/>
        <pc:sldMkLst>
          <pc:docMk/>
          <pc:sldMk cId="4130346140" sldId="298"/>
        </pc:sldMkLst>
        <pc:spChg chg="mod">
          <ac:chgData name="Berg, Dirk van den" userId="035ecb32-01d9-4b47-a105-eacf059a4647" providerId="ADAL" clId="{F7FF961E-CF96-44AC-93C2-93612F62D46D}" dt="2026-02-23T06:50:09.600" v="4964" actId="20577"/>
          <ac:spMkLst>
            <pc:docMk/>
            <pc:sldMk cId="4130346140" sldId="298"/>
            <ac:spMk id="2" creationId="{F2F3FCE6-7F0A-FB5C-827E-580A3BBB2705}"/>
          </ac:spMkLst>
        </pc:spChg>
        <pc:spChg chg="mod">
          <ac:chgData name="Berg, Dirk van den" userId="035ecb32-01d9-4b47-a105-eacf059a4647" providerId="ADAL" clId="{F7FF961E-CF96-44AC-93C2-93612F62D46D}" dt="2026-02-23T06:50:48.325" v="5070" actId="6549"/>
          <ac:spMkLst>
            <pc:docMk/>
            <pc:sldMk cId="4130346140" sldId="298"/>
            <ac:spMk id="3" creationId="{6F78E5CB-8EFC-8C5A-D586-5187CBA2516B}"/>
          </ac:spMkLst>
        </pc:spChg>
      </pc:sldChg>
      <pc:sldChg chg="modSp new mod">
        <pc:chgData name="Berg, Dirk van den" userId="035ecb32-01d9-4b47-a105-eacf059a4647" providerId="ADAL" clId="{F7FF961E-CF96-44AC-93C2-93612F62D46D}" dt="2026-02-23T07:04:19.124" v="5440" actId="6549"/>
        <pc:sldMkLst>
          <pc:docMk/>
          <pc:sldMk cId="2453237143" sldId="299"/>
        </pc:sldMkLst>
        <pc:spChg chg="mod">
          <ac:chgData name="Berg, Dirk van den" userId="035ecb32-01d9-4b47-a105-eacf059a4647" providerId="ADAL" clId="{F7FF961E-CF96-44AC-93C2-93612F62D46D}" dt="2026-02-23T06:58:39.428" v="5328" actId="20577"/>
          <ac:spMkLst>
            <pc:docMk/>
            <pc:sldMk cId="2453237143" sldId="299"/>
            <ac:spMk id="2" creationId="{822C3284-DCDA-9DFC-5BC6-9D508C91D3D4}"/>
          </ac:spMkLst>
        </pc:spChg>
        <pc:spChg chg="mod">
          <ac:chgData name="Berg, Dirk van den" userId="035ecb32-01d9-4b47-a105-eacf059a4647" providerId="ADAL" clId="{F7FF961E-CF96-44AC-93C2-93612F62D46D}" dt="2026-02-23T07:04:19.124" v="5440" actId="6549"/>
          <ac:spMkLst>
            <pc:docMk/>
            <pc:sldMk cId="2453237143" sldId="299"/>
            <ac:spMk id="3" creationId="{8B4505E7-A53E-6BB1-3057-34A950C151C2}"/>
          </ac:spMkLst>
        </pc:spChg>
      </pc:sldChg>
      <pc:sldChg chg="modSp new mod">
        <pc:chgData name="Berg, Dirk van den" userId="035ecb32-01d9-4b47-a105-eacf059a4647" providerId="ADAL" clId="{F7FF961E-CF96-44AC-93C2-93612F62D46D}" dt="2026-02-23T07:31:15.130" v="6283" actId="114"/>
        <pc:sldMkLst>
          <pc:docMk/>
          <pc:sldMk cId="310648352" sldId="300"/>
        </pc:sldMkLst>
        <pc:spChg chg="mod">
          <ac:chgData name="Berg, Dirk van den" userId="035ecb32-01d9-4b47-a105-eacf059a4647" providerId="ADAL" clId="{F7FF961E-CF96-44AC-93C2-93612F62D46D}" dt="2026-02-23T07:12:52.358" v="5791"/>
          <ac:spMkLst>
            <pc:docMk/>
            <pc:sldMk cId="310648352" sldId="300"/>
            <ac:spMk id="2" creationId="{597D4B36-521E-CDA6-D6D0-23C915489FA0}"/>
          </ac:spMkLst>
        </pc:spChg>
        <pc:spChg chg="mod">
          <ac:chgData name="Berg, Dirk van den" userId="035ecb32-01d9-4b47-a105-eacf059a4647" providerId="ADAL" clId="{F7FF961E-CF96-44AC-93C2-93612F62D46D}" dt="2026-02-23T07:31:15.130" v="6283" actId="114"/>
          <ac:spMkLst>
            <pc:docMk/>
            <pc:sldMk cId="310648352" sldId="300"/>
            <ac:spMk id="3" creationId="{255BAFF4-887C-CEBA-AC4C-C7C077227482}"/>
          </ac:spMkLst>
        </pc:spChg>
      </pc:sldChg>
      <pc:sldChg chg="modSp new mod modNotesTx">
        <pc:chgData name="Berg, Dirk van den" userId="035ecb32-01d9-4b47-a105-eacf059a4647" providerId="ADAL" clId="{F7FF961E-CF96-44AC-93C2-93612F62D46D}" dt="2026-02-23T08:27:30.290" v="7028" actId="20577"/>
        <pc:sldMkLst>
          <pc:docMk/>
          <pc:sldMk cId="158879424" sldId="301"/>
        </pc:sldMkLst>
        <pc:spChg chg="mod">
          <ac:chgData name="Berg, Dirk van den" userId="035ecb32-01d9-4b47-a105-eacf059a4647" providerId="ADAL" clId="{F7FF961E-CF96-44AC-93C2-93612F62D46D}" dt="2026-02-23T08:21:24.777" v="6968" actId="113"/>
          <ac:spMkLst>
            <pc:docMk/>
            <pc:sldMk cId="158879424" sldId="301"/>
            <ac:spMk id="2" creationId="{CF43C25D-6A39-84B3-076C-2A4A34312A27}"/>
          </ac:spMkLst>
        </pc:spChg>
        <pc:spChg chg="mod">
          <ac:chgData name="Berg, Dirk van den" userId="035ecb32-01d9-4b47-a105-eacf059a4647" providerId="ADAL" clId="{F7FF961E-CF96-44AC-93C2-93612F62D46D}" dt="2026-02-23T08:27:30.290" v="7028" actId="20577"/>
          <ac:spMkLst>
            <pc:docMk/>
            <pc:sldMk cId="158879424" sldId="301"/>
            <ac:spMk id="3" creationId="{164B1ADE-CC92-6C27-F59F-7FA33FF0458C}"/>
          </ac:spMkLst>
        </pc:spChg>
      </pc:sldChg>
      <pc:sldChg chg="modSp new mod">
        <pc:chgData name="Berg, Dirk van den" userId="035ecb32-01d9-4b47-a105-eacf059a4647" providerId="ADAL" clId="{F7FF961E-CF96-44AC-93C2-93612F62D46D}" dt="2026-03-02T07:12:22.758" v="7576" actId="20577"/>
        <pc:sldMkLst>
          <pc:docMk/>
          <pc:sldMk cId="4114858252" sldId="302"/>
        </pc:sldMkLst>
        <pc:spChg chg="mod">
          <ac:chgData name="Berg, Dirk van den" userId="035ecb32-01d9-4b47-a105-eacf059a4647" providerId="ADAL" clId="{F7FF961E-CF96-44AC-93C2-93612F62D46D}" dt="2026-03-02T06:59:49.129" v="7046" actId="20577"/>
          <ac:spMkLst>
            <pc:docMk/>
            <pc:sldMk cId="4114858252" sldId="302"/>
            <ac:spMk id="2" creationId="{8F161E9E-82B9-EF44-5D6D-30A6A613BAEC}"/>
          </ac:spMkLst>
        </pc:spChg>
        <pc:spChg chg="mod">
          <ac:chgData name="Berg, Dirk van den" userId="035ecb32-01d9-4b47-a105-eacf059a4647" providerId="ADAL" clId="{F7FF961E-CF96-44AC-93C2-93612F62D46D}" dt="2026-03-02T07:12:22.758" v="7576" actId="20577"/>
          <ac:spMkLst>
            <pc:docMk/>
            <pc:sldMk cId="4114858252" sldId="302"/>
            <ac:spMk id="3" creationId="{29CC3E17-4C4E-5CD3-7136-38DAB9B0AA34}"/>
          </ac:spMkLst>
        </pc:spChg>
      </pc:sldChg>
      <pc:sldChg chg="modSp new mod">
        <pc:chgData name="Berg, Dirk van den" userId="035ecb32-01d9-4b47-a105-eacf059a4647" providerId="ADAL" clId="{F7FF961E-CF96-44AC-93C2-93612F62D46D}" dt="2026-03-02T07:19:20.847" v="7720" actId="15"/>
        <pc:sldMkLst>
          <pc:docMk/>
          <pc:sldMk cId="1290507046" sldId="303"/>
        </pc:sldMkLst>
        <pc:spChg chg="mod">
          <ac:chgData name="Berg, Dirk van den" userId="035ecb32-01d9-4b47-a105-eacf059a4647" providerId="ADAL" clId="{F7FF961E-CF96-44AC-93C2-93612F62D46D}" dt="2026-03-02T07:19:20.847" v="7720" actId="15"/>
          <ac:spMkLst>
            <pc:docMk/>
            <pc:sldMk cId="1290507046" sldId="303"/>
            <ac:spMk id="3" creationId="{78B4DBC3-EDF4-1EC1-7A52-CE9903C4C189}"/>
          </ac:spMkLst>
        </pc:spChg>
      </pc:sldChg>
      <pc:sldChg chg="modSp new mod">
        <pc:chgData name="Berg, Dirk van den" userId="035ecb32-01d9-4b47-a105-eacf059a4647" providerId="ADAL" clId="{F7FF961E-CF96-44AC-93C2-93612F62D46D}" dt="2026-03-02T07:17:13.805" v="7618" actId="20577"/>
        <pc:sldMkLst>
          <pc:docMk/>
          <pc:sldMk cId="4106138596" sldId="304"/>
        </pc:sldMkLst>
        <pc:spChg chg="mod">
          <ac:chgData name="Berg, Dirk van den" userId="035ecb32-01d9-4b47-a105-eacf059a4647" providerId="ADAL" clId="{F7FF961E-CF96-44AC-93C2-93612F62D46D}" dt="2026-03-02T07:17:13.805" v="7618" actId="20577"/>
          <ac:spMkLst>
            <pc:docMk/>
            <pc:sldMk cId="4106138596" sldId="304"/>
            <ac:spMk id="3" creationId="{F011F178-DA54-8D2E-B5EE-C3F459B84C64}"/>
          </ac:spMkLst>
        </pc:spChg>
      </pc:sldChg>
    </pc:docChg>
  </pc:docChgLst>
  <pc:docChgLst>
    <pc:chgData name="Hoekstra, Jan" userId="5d496fe4-0c87-4596-89e4-7951f4c87ccb" providerId="ADAL" clId="{97D91625-A293-482C-B427-66C0286D47AF}"/>
    <pc:docChg chg="undo custSel addSld modSld">
      <pc:chgData name="Hoekstra, Jan" userId="5d496fe4-0c87-4596-89e4-7951f4c87ccb" providerId="ADAL" clId="{97D91625-A293-482C-B427-66C0286D47AF}" dt="2026-02-02T15:29:04.079" v="1141" actId="114"/>
      <pc:docMkLst>
        <pc:docMk/>
      </pc:docMkLst>
      <pc:sldChg chg="addSp modSp mod">
        <pc:chgData name="Hoekstra, Jan" userId="5d496fe4-0c87-4596-89e4-7951f4c87ccb" providerId="ADAL" clId="{97D91625-A293-482C-B427-66C0286D47AF}" dt="2026-02-02T15:29:04.079" v="1141" actId="114"/>
        <pc:sldMkLst>
          <pc:docMk/>
          <pc:sldMk cId="2679595137" sldId="257"/>
        </pc:sldMkLst>
        <pc:spChg chg="mod">
          <ac:chgData name="Hoekstra, Jan" userId="5d496fe4-0c87-4596-89e4-7951f4c87ccb" providerId="ADAL" clId="{97D91625-A293-482C-B427-66C0286D47AF}" dt="2026-02-02T15:25:52.790" v="826" actId="20577"/>
          <ac:spMkLst>
            <pc:docMk/>
            <pc:sldMk cId="2679595137" sldId="257"/>
            <ac:spMk id="3" creationId="{DAAEF679-3C39-E36C-B710-9B50CBAE487E}"/>
          </ac:spMkLst>
        </pc:spChg>
      </pc:sldChg>
      <pc:sldChg chg="modSp new mod">
        <pc:chgData name="Hoekstra, Jan" userId="5d496fe4-0c87-4596-89e4-7951f4c87ccb" providerId="ADAL" clId="{97D91625-A293-482C-B427-66C0286D47AF}" dt="2026-02-02T15:26:33.865" v="951" actId="20577"/>
        <pc:sldMkLst>
          <pc:docMk/>
          <pc:sldMk cId="4133975854" sldId="261"/>
        </pc:sldMkLst>
        <pc:spChg chg="mod">
          <ac:chgData name="Hoekstra, Jan" userId="5d496fe4-0c87-4596-89e4-7951f4c87ccb" providerId="ADAL" clId="{97D91625-A293-482C-B427-66C0286D47AF}" dt="2026-02-02T15:24:51.240" v="639" actId="20577"/>
          <ac:spMkLst>
            <pc:docMk/>
            <pc:sldMk cId="4133975854" sldId="261"/>
            <ac:spMk id="2" creationId="{CE8922FA-98D7-2929-D27F-810CECE6E8CA}"/>
          </ac:spMkLst>
        </pc:spChg>
        <pc:spChg chg="mod">
          <ac:chgData name="Hoekstra, Jan" userId="5d496fe4-0c87-4596-89e4-7951f4c87ccb" providerId="ADAL" clId="{97D91625-A293-482C-B427-66C0286D47AF}" dt="2026-02-02T15:26:33.865" v="951" actId="20577"/>
          <ac:spMkLst>
            <pc:docMk/>
            <pc:sldMk cId="4133975854" sldId="261"/>
            <ac:spMk id="3" creationId="{78179DB8-2509-8E4F-14E4-B0B6B2FE756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642682-855F-4265-9925-21E363BFA725}" type="datetimeFigureOut">
              <a:rPr lang="en-NL" smtClean="0"/>
              <a:t>02/03/2026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C4EECF-7CFE-4F6E-9B3B-50F8DF1D9DC3}" type="slidenum">
              <a:rPr lang="en-NL" smtClean="0"/>
              <a:t>‹#›</a:t>
            </a:fld>
            <a:endParaRPr lang="en-NL"/>
          </a:p>
        </p:txBody>
      </p:sp>
    </p:spTree>
    <p:extLst>
      <p:ext uri="{BB962C8B-B14F-4D97-AF65-F5344CB8AC3E}">
        <p14:creationId xmlns:p14="http://schemas.microsoft.com/office/powerpoint/2010/main" val="413663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Can be executed </a:t>
            </a:r>
            <a:r>
              <a:rPr lang="en-US" sz="1200" b="1" i="0" kern="1200" dirty="0">
                <a:solidFill>
                  <a:schemeClr val="tx1"/>
                </a:solidFill>
                <a:effectLst/>
                <a:latin typeface="+mn-lt"/>
                <a:ea typeface="+mn-ea"/>
                <a:cs typeface="+mn-cs"/>
              </a:rPr>
              <a:t>Offline</a:t>
            </a:r>
            <a:r>
              <a:rPr lang="en-US" sz="1200" b="0" i="0" kern="1200" dirty="0">
                <a:solidFill>
                  <a:schemeClr val="tx1"/>
                </a:solidFill>
                <a:effectLst/>
                <a:latin typeface="+mn-lt"/>
                <a:ea typeface="+mn-ea"/>
                <a:cs typeface="+mn-cs"/>
              </a:rPr>
              <a:t> (using a fixed, coarse surrogate model) or </a:t>
            </a:r>
            <a:r>
              <a:rPr lang="en-US" sz="1200" b="1" i="0" kern="1200" dirty="0">
                <a:solidFill>
                  <a:schemeClr val="tx1"/>
                </a:solidFill>
                <a:effectLst/>
                <a:latin typeface="+mn-lt"/>
                <a:ea typeface="+mn-ea"/>
                <a:cs typeface="+mn-cs"/>
              </a:rPr>
              <a:t>Online</a:t>
            </a:r>
            <a:r>
              <a:rPr lang="en-US" sz="1200" b="0" i="0" kern="1200" dirty="0">
                <a:solidFill>
                  <a:schemeClr val="tx1"/>
                </a:solidFill>
                <a:effectLst/>
                <a:latin typeface="+mn-lt"/>
                <a:ea typeface="+mn-ea"/>
                <a:cs typeface="+mn-cs"/>
              </a:rPr>
              <a:t> (adaptively updating the model as data is collected)</a:t>
            </a:r>
          </a:p>
          <a:p>
            <a:endParaRPr lang="en-US" sz="1200" b="0" i="0" kern="1200" dirty="0">
              <a:solidFill>
                <a:schemeClr val="tx1"/>
              </a:solidFill>
              <a:effectLst/>
              <a:latin typeface="+mn-lt"/>
              <a:ea typeface="+mn-ea"/>
              <a:cs typeface="+mn-cs"/>
            </a:endParaRPr>
          </a:p>
          <a:p>
            <a:r>
              <a:rPr lang="en-US" b="1" dirty="0">
                <a:effectLst/>
              </a:rPr>
              <a:t>Introduction &amp; The Problem</a:t>
            </a:r>
            <a:r>
              <a:rPr lang="en-US" dirty="0">
                <a:effectLst/>
              </a:rPr>
              <a:t> "This paper addresses a major flaw in traditional data-driven modeling: the </a:t>
            </a:r>
            <a:r>
              <a:rPr lang="en-US" i="1" dirty="0">
                <a:effectLst/>
              </a:rPr>
              <a:t>generalization error</a:t>
            </a:r>
            <a:r>
              <a:rPr lang="en-US" dirty="0">
                <a:effectLst/>
              </a:rPr>
              <a:t>. If our excitation signal doesn't visit a specific region of the operating space, our nonlinear model will likely fail in that region. We need a signal that explicitly explores everywhere."</a:t>
            </a:r>
          </a:p>
          <a:p>
            <a:r>
              <a:rPr lang="en-US" b="1" dirty="0">
                <a:effectLst/>
              </a:rPr>
              <a:t>The Methodology</a:t>
            </a:r>
            <a:r>
              <a:rPr lang="en-US" dirty="0">
                <a:effectLst/>
              </a:rPr>
              <a:t> "To solve this, the authors propose a 'space-filling' design. Instead of just injecting random noise, they use a Receding Horizon Control (RHC) optimization framework. Essentially, the algorithm looks at the data points it has already collected, looks at a grid of target 'anchor points' distributed evenly across the desired operating space, and mathematically calculates the optimal next inputs to fill in the empty gaps."</a:t>
            </a:r>
          </a:p>
          <a:p>
            <a:r>
              <a:rPr lang="en-US" b="1" dirty="0">
                <a:effectLst/>
              </a:rPr>
              <a:t>Why it Matters for Our System (Safety &amp; Flexibility)</a:t>
            </a:r>
            <a:r>
              <a:rPr lang="en-US" dirty="0">
                <a:effectLst/>
              </a:rPr>
              <a:t> "There are two massive benefits to this approach for our specific needs. First, because it uses RHC, we can define strict, mathematical hard constraints on both the inputs and the system states. This guarantees the system will not try to drive into a physical collision or a blocked region. Second, it is highly flexible; we can run it purely offline using a rough baseline model, or we can run it online so it adapts its exploration as it learns the true system dynamics."</a:t>
            </a:r>
          </a:p>
          <a:p>
            <a:r>
              <a:rPr lang="en-US" b="1" dirty="0">
                <a:effectLst/>
              </a:rPr>
              <a:t>Conclusion</a:t>
            </a:r>
            <a:r>
              <a:rPr lang="en-US" dirty="0">
                <a:effectLst/>
              </a:rPr>
              <a:t> "Ultimately, the paper proves that this method significantly outperforms standard excitation signals—like APRBS—in uniformly mapping a nonlinear system's dynamics, resulting in a robust model that generalizes safely across the entire operational envelope."</a:t>
            </a:r>
          </a:p>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11</a:t>
            </a:fld>
            <a:endParaRPr lang="en-NL"/>
          </a:p>
        </p:txBody>
      </p:sp>
    </p:spTree>
    <p:extLst>
      <p:ext uri="{BB962C8B-B14F-4D97-AF65-F5344CB8AC3E}">
        <p14:creationId xmlns:p14="http://schemas.microsoft.com/office/powerpoint/2010/main" val="1737679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 </a:t>
            </a:r>
            <a:r>
              <a:rPr lang="en-US" b="1" dirty="0">
                <a:effectLst/>
              </a:rPr>
              <a:t>Concept:</a:t>
            </a:r>
            <a:r>
              <a:rPr lang="en-US" dirty="0">
                <a:effectLst/>
              </a:rPr>
              <a:t> </a:t>
            </a:r>
            <a:r>
              <a:rPr lang="en-US" dirty="0" err="1">
                <a:effectLst/>
              </a:rPr>
              <a:t>Kessels</a:t>
            </a:r>
            <a:r>
              <a:rPr lang="en-US" dirty="0">
                <a:effectLst/>
              </a:rPr>
              <a:t> defines these unmodeled phenomena as </a:t>
            </a:r>
            <a:r>
              <a:rPr lang="en-US" b="1" dirty="0">
                <a:effectLst/>
              </a:rPr>
              <a:t>"missing states"</a:t>
            </a:r>
            <a:r>
              <a:rPr lang="en-US" dirty="0">
                <a:effectLst/>
              </a:rPr>
              <a:t>. A state, by definition, summarizes the past history of the system [Source 5, 206].</a:t>
            </a:r>
          </a:p>
          <a:p>
            <a:r>
              <a:rPr lang="en-US" dirty="0">
                <a:effectLst/>
              </a:rPr>
              <a:t>• </a:t>
            </a:r>
            <a:r>
              <a:rPr lang="en-US" b="1" dirty="0">
                <a:effectLst/>
              </a:rPr>
              <a:t>Justification:</a:t>
            </a:r>
            <a:r>
              <a:rPr lang="en-US" dirty="0">
                <a:effectLst/>
              </a:rPr>
              <a:t> If you simply map Input </a:t>
            </a:r>
            <a:r>
              <a:rPr lang="en-US" sz="1200" kern="1200" dirty="0">
                <a:solidFill>
                  <a:schemeClr val="tx1"/>
                </a:solidFill>
                <a:effectLst/>
                <a:latin typeface="+mn-lt"/>
                <a:ea typeface="+mn-ea"/>
                <a:cs typeface="+mn-cs"/>
              </a:rPr>
              <a:t>→</a:t>
            </a:r>
            <a:r>
              <a:rPr lang="en-US" dirty="0">
                <a:effectLst/>
              </a:rPr>
              <a:t> Output (Feedforward), you assume the system reacts instantly or with a fixed finite delay. However, a flexible mode continues to oscillate </a:t>
            </a:r>
            <a:r>
              <a:rPr lang="en-US" i="1" dirty="0">
                <a:effectLst/>
              </a:rPr>
              <a:t>after</a:t>
            </a:r>
            <a:r>
              <a:rPr lang="en-US" dirty="0">
                <a:effectLst/>
              </a:rPr>
              <a:t> the input has stopped. To model this, the system must know its </a:t>
            </a:r>
            <a:r>
              <a:rPr lang="en-US" i="1" dirty="0">
                <a:effectLst/>
              </a:rPr>
              <a:t>current</a:t>
            </a:r>
            <a:r>
              <a:rPr lang="en-US" dirty="0">
                <a:effectLst/>
              </a:rPr>
              <a:t> status (position/velocity of the vibration) to calculate its </a:t>
            </a:r>
            <a:r>
              <a:rPr lang="en-US" i="1" dirty="0">
                <a:effectLst/>
              </a:rPr>
              <a:t>next</a:t>
            </a:r>
            <a:r>
              <a:rPr lang="en-US" dirty="0">
                <a:effectLst/>
              </a:rPr>
              <a:t> step.</a:t>
            </a:r>
          </a:p>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19</a:t>
            </a:fld>
            <a:endParaRPr lang="en-NL"/>
          </a:p>
        </p:txBody>
      </p:sp>
    </p:spTree>
    <p:extLst>
      <p:ext uri="{BB962C8B-B14F-4D97-AF65-F5344CB8AC3E}">
        <p14:creationId xmlns:p14="http://schemas.microsoft.com/office/powerpoint/2010/main" val="1413764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30</a:t>
            </a:fld>
            <a:endParaRPr lang="en-NL"/>
          </a:p>
        </p:txBody>
      </p:sp>
    </p:spTree>
    <p:extLst>
      <p:ext uri="{BB962C8B-B14F-4D97-AF65-F5344CB8AC3E}">
        <p14:creationId xmlns:p14="http://schemas.microsoft.com/office/powerpoint/2010/main" val="4162649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Always has the same starting position </a:t>
            </a:r>
            <a:r>
              <a:rPr lang="en-US" dirty="0">
                <a:sym typeface="Wingdings" panose="05000000000000000000" pitchFamily="2" charset="2"/>
              </a:rPr>
              <a:t> So constraints are less important to take into account, will only need to capture the dynamics for the nominal dual-gantry use. And since it always has the same starting position, it will have the exact same constraints as during experiment design.</a:t>
            </a:r>
          </a:p>
          <a:p>
            <a:endParaRPr lang="en-NL" dirty="0"/>
          </a:p>
        </p:txBody>
      </p:sp>
      <p:sp>
        <p:nvSpPr>
          <p:cNvPr id="4" name="Slide Number Placeholder 3"/>
          <p:cNvSpPr>
            <a:spLocks noGrp="1"/>
          </p:cNvSpPr>
          <p:nvPr>
            <p:ph type="sldNum" sz="quarter" idx="5"/>
          </p:nvPr>
        </p:nvSpPr>
        <p:spPr/>
        <p:txBody>
          <a:bodyPr/>
          <a:lstStyle/>
          <a:p>
            <a:fld id="{8BC4EECF-7CFE-4F6E-9B3B-50F8DF1D9DC3}" type="slidenum">
              <a:rPr lang="en-NL" smtClean="0"/>
              <a:t>33</a:t>
            </a:fld>
            <a:endParaRPr lang="en-NL"/>
          </a:p>
        </p:txBody>
      </p:sp>
    </p:spTree>
    <p:extLst>
      <p:ext uri="{BB962C8B-B14F-4D97-AF65-F5344CB8AC3E}">
        <p14:creationId xmlns:p14="http://schemas.microsoft.com/office/powerpoint/2010/main" val="1989662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02/03/2026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02/03/2026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02/03/2026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4</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lstStyle/>
          <a:p>
            <a:r>
              <a:rPr lang="en-US" dirty="0"/>
              <a:t>Last week summary</a:t>
            </a:r>
          </a:p>
          <a:p>
            <a:r>
              <a:rPr lang="en-US" dirty="0"/>
              <a:t>OMNIPUS and alternative</a:t>
            </a:r>
          </a:p>
          <a:p>
            <a:r>
              <a:rPr lang="en-US" dirty="0"/>
              <a:t>Simulation</a:t>
            </a:r>
          </a:p>
          <a:p>
            <a:r>
              <a:rPr lang="en-US" dirty="0"/>
              <a:t>Question 1</a:t>
            </a:r>
          </a:p>
          <a:p>
            <a:r>
              <a:rPr lang="en-US" dirty="0"/>
              <a:t>Outline </a:t>
            </a:r>
            <a:r>
              <a:rPr lang="en-US" dirty="0" err="1"/>
              <a:t>ToDo</a:t>
            </a:r>
            <a:r>
              <a:rPr lang="en-US" dirty="0"/>
              <a:t> next week</a:t>
            </a:r>
            <a:endParaRPr lang="en-NL"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BAB10-E766-830C-F531-7FE1BDEAE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65E8C-EA73-EC0F-2039-CFE18C52A7EB}"/>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79C0EE02-C369-E541-479E-FC3F9BEB881B}"/>
              </a:ext>
            </a:extLst>
          </p:cNvPr>
          <p:cNvSpPr>
            <a:spLocks noGrp="1"/>
          </p:cNvSpPr>
          <p:nvPr>
            <p:ph idx="1"/>
          </p:nvPr>
        </p:nvSpPr>
        <p:spPr/>
        <p:txBody>
          <a:bodyPr>
            <a:normAutofit/>
          </a:bodyPr>
          <a:lstStyle/>
          <a:p>
            <a:r>
              <a:rPr lang="en-US" dirty="0"/>
              <a:t>Combining Bas </a:t>
            </a:r>
            <a:r>
              <a:rPr lang="en-US" dirty="0" err="1"/>
              <a:t>Kessels</a:t>
            </a:r>
            <a:r>
              <a:rPr lang="en-US" dirty="0"/>
              <a:t> his Extension and Augmentation with Orthogonality Regularization</a:t>
            </a:r>
          </a:p>
          <a:p>
            <a:pPr lvl="1"/>
            <a:r>
              <a:rPr lang="en-US" b="1" dirty="0"/>
              <a:t>Extension</a:t>
            </a:r>
            <a:r>
              <a:rPr lang="en-US" dirty="0"/>
              <a:t>: New states are added to the model to capture unmodeled dynamics </a:t>
            </a:r>
          </a:p>
          <a:p>
            <a:pPr lvl="1"/>
            <a:r>
              <a:rPr lang="en-US" b="1" dirty="0"/>
              <a:t>Augmentation: </a:t>
            </a:r>
            <a:r>
              <a:rPr lang="en-US" dirty="0"/>
              <a:t>Existing state derivative and output equations of the FP model are augmented with NNs</a:t>
            </a:r>
            <a:endParaRPr lang="en-US" b="1" dirty="0"/>
          </a:p>
          <a:p>
            <a:pPr lvl="1"/>
            <a:r>
              <a:rPr lang="en-US" b="1" dirty="0"/>
              <a:t>Orthogonality Regularization</a:t>
            </a:r>
            <a:r>
              <a:rPr lang="en-US" dirty="0"/>
              <a:t>: Penalizes the neural network from learning dynamics explained by the FP model</a:t>
            </a:r>
          </a:p>
          <a:p>
            <a:pPr lvl="2"/>
            <a:r>
              <a:rPr lang="en-US" dirty="0"/>
              <a:t>Restricts the NN so it is forced to learn unmodeled "leftover" dynamics</a:t>
            </a:r>
          </a:p>
          <a:p>
            <a:pPr lvl="2"/>
            <a:r>
              <a:rPr lang="en-US" dirty="0"/>
              <a:t>Preservers interpretability</a:t>
            </a:r>
          </a:p>
          <a:p>
            <a:endParaRPr lang="en-US" dirty="0"/>
          </a:p>
        </p:txBody>
      </p:sp>
    </p:spTree>
    <p:extLst>
      <p:ext uri="{BB962C8B-B14F-4D97-AF65-F5344CB8AC3E}">
        <p14:creationId xmlns:p14="http://schemas.microsoft.com/office/powerpoint/2010/main" val="684564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700D-FF42-415C-9519-CE16CBBB575A}"/>
              </a:ext>
            </a:extLst>
          </p:cNvPr>
          <p:cNvSpPr>
            <a:spLocks noGrp="1"/>
          </p:cNvSpPr>
          <p:nvPr>
            <p:ph type="title"/>
          </p:nvPr>
        </p:nvSpPr>
        <p:spPr>
          <a:xfrm>
            <a:off x="0" y="0"/>
            <a:ext cx="10515600" cy="1325563"/>
          </a:xfrm>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1B16F991-22E1-98ED-FDA2-6483679AE450}"/>
              </a:ext>
            </a:extLst>
          </p:cNvPr>
          <p:cNvSpPr>
            <a:spLocks noGrp="1"/>
          </p:cNvSpPr>
          <p:nvPr>
            <p:ph idx="1"/>
          </p:nvPr>
        </p:nvSpPr>
        <p:spPr>
          <a:xfrm>
            <a:off x="9358" y="1057402"/>
            <a:ext cx="8583930" cy="5497829"/>
          </a:xfrm>
        </p:spPr>
        <p:txBody>
          <a:bodyPr>
            <a:normAutofit/>
          </a:bodyPr>
          <a:lstStyle/>
          <a:p>
            <a:r>
              <a:rPr lang="en-US" sz="3600" dirty="0"/>
              <a:t>Key metric to design experiments around: settling error bounds</a:t>
            </a:r>
          </a:p>
          <a:p>
            <a:pPr lvl="1"/>
            <a:r>
              <a:rPr lang="en-US" sz="3200" dirty="0"/>
              <a:t>Weighting function to tell the optimizer where accuracy matters </a:t>
            </a:r>
            <a:r>
              <a:rPr lang="en-US" sz="3200" dirty="0">
                <a:sym typeface="Wingdings" panose="05000000000000000000" pitchFamily="2" charset="2"/>
              </a:rPr>
              <a:t> acts as prefilter</a:t>
            </a:r>
          </a:p>
          <a:p>
            <a:pPr lvl="2"/>
            <a:r>
              <a:rPr lang="en-US" sz="2800" dirty="0">
                <a:sym typeface="Wingdings" panose="05000000000000000000" pitchFamily="2" charset="2"/>
              </a:rPr>
              <a:t>Specify frequencies where accuracy matters most</a:t>
            </a:r>
          </a:p>
          <a:p>
            <a:pPr lvl="1"/>
            <a:r>
              <a:rPr lang="en-US" sz="3200" dirty="0">
                <a:sym typeface="Wingdings" panose="05000000000000000000" pitchFamily="2" charset="2"/>
              </a:rPr>
              <a:t>Proposed cost function instead of Feature selection from </a:t>
            </a:r>
            <a:r>
              <a:rPr lang="en-US" sz="3200" dirty="0" err="1">
                <a:sym typeface="Wingdings" panose="05000000000000000000" pitchFamily="2" charset="2"/>
              </a:rPr>
              <a:t>Kessels</a:t>
            </a:r>
            <a:r>
              <a:rPr lang="en-US" sz="3200" dirty="0">
                <a:sym typeface="Wingdings" panose="05000000000000000000" pitchFamily="2" charset="2"/>
              </a:rPr>
              <a:t> for the peaks</a:t>
            </a:r>
          </a:p>
          <a:p>
            <a:pPr lvl="2"/>
            <a:r>
              <a:rPr lang="en-US" sz="2800" dirty="0"/>
              <a:t>Can we actually rule out Time Extremum (peaks and valley) features for dual-gantry?</a:t>
            </a:r>
          </a:p>
        </p:txBody>
      </p:sp>
      <p:pic>
        <p:nvPicPr>
          <p:cNvPr id="6" name="Picture 5">
            <a:extLst>
              <a:ext uri="{FF2B5EF4-FFF2-40B4-BE49-F238E27FC236}">
                <a16:creationId xmlns:a16="http://schemas.microsoft.com/office/drawing/2014/main" id="{5E833E8D-00E4-1B71-0EAD-730EF71F7048}"/>
              </a:ext>
            </a:extLst>
          </p:cNvPr>
          <p:cNvPicPr>
            <a:picLocks noChangeAspect="1"/>
          </p:cNvPicPr>
          <p:nvPr/>
        </p:nvPicPr>
        <p:blipFill>
          <a:blip r:embed="rId2"/>
          <a:srcRect l="5035" t="4007" r="7223" b="2007"/>
          <a:stretch>
            <a:fillRect/>
          </a:stretch>
        </p:blipFill>
        <p:spPr>
          <a:xfrm>
            <a:off x="8593288" y="0"/>
            <a:ext cx="3598712" cy="5604018"/>
          </a:xfrm>
          <a:prstGeom prst="rect">
            <a:avLst/>
          </a:prstGeom>
        </p:spPr>
      </p:pic>
      <p:sp>
        <p:nvSpPr>
          <p:cNvPr id="7" name="TextBox 6">
            <a:extLst>
              <a:ext uri="{FF2B5EF4-FFF2-40B4-BE49-F238E27FC236}">
                <a16:creationId xmlns:a16="http://schemas.microsoft.com/office/drawing/2014/main" id="{4208640E-9C73-E745-4D4C-DA63BBB9F13C}"/>
              </a:ext>
            </a:extLst>
          </p:cNvPr>
          <p:cNvSpPr txBox="1"/>
          <p:nvPr/>
        </p:nvSpPr>
        <p:spPr>
          <a:xfrm>
            <a:off x="9439274" y="5436473"/>
            <a:ext cx="3076576" cy="1754326"/>
          </a:xfrm>
          <a:prstGeom prst="rect">
            <a:avLst/>
          </a:prstGeom>
          <a:noFill/>
        </p:spPr>
        <p:txBody>
          <a:bodyPr wrap="square" rtlCol="0">
            <a:spAutoFit/>
          </a:bodyPr>
          <a:lstStyle/>
          <a:p>
            <a:r>
              <a:rPr lang="en-US" dirty="0"/>
              <a:t>Measured system – black</a:t>
            </a:r>
          </a:p>
          <a:p>
            <a:r>
              <a:rPr lang="en-US" dirty="0"/>
              <a:t>FP model – blue</a:t>
            </a:r>
          </a:p>
          <a:p>
            <a:r>
              <a:rPr lang="en-US" dirty="0"/>
              <a:t>EA model – red</a:t>
            </a:r>
          </a:p>
          <a:p>
            <a:r>
              <a:rPr lang="en-US" dirty="0"/>
              <a:t>Reference profile – green</a:t>
            </a:r>
          </a:p>
          <a:p>
            <a:r>
              <a:rPr lang="en-US" dirty="0"/>
              <a:t>Error bounds – yellow</a:t>
            </a:r>
          </a:p>
          <a:p>
            <a:endParaRPr lang="en-NL" dirty="0"/>
          </a:p>
        </p:txBody>
      </p:sp>
    </p:spTree>
    <p:extLst>
      <p:ext uri="{BB962C8B-B14F-4D97-AF65-F5344CB8AC3E}">
        <p14:creationId xmlns:p14="http://schemas.microsoft.com/office/powerpoint/2010/main" val="1617226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62535-115E-C5C6-7D8F-FA65D0BEA68E}"/>
              </a:ext>
            </a:extLst>
          </p:cNvPr>
          <p:cNvSpPr>
            <a:spLocks noGrp="1"/>
          </p:cNvSpPr>
          <p:nvPr>
            <p:ph type="title"/>
          </p:nvPr>
        </p:nvSpPr>
        <p:spPr/>
        <p:txBody>
          <a:bodyPr/>
          <a:lstStyle/>
          <a:p>
            <a:r>
              <a:rPr lang="en-US" dirty="0"/>
              <a:t>Feature selection not applicable</a:t>
            </a:r>
            <a:endParaRPr lang="en-NL" dirty="0"/>
          </a:p>
        </p:txBody>
      </p:sp>
      <p:sp>
        <p:nvSpPr>
          <p:cNvPr id="3" name="Content Placeholder 2">
            <a:extLst>
              <a:ext uri="{FF2B5EF4-FFF2-40B4-BE49-F238E27FC236}">
                <a16:creationId xmlns:a16="http://schemas.microsoft.com/office/drawing/2014/main" id="{0D84C787-4B80-B275-27A8-CF634CAC23AD}"/>
              </a:ext>
            </a:extLst>
          </p:cNvPr>
          <p:cNvSpPr>
            <a:spLocks noGrp="1"/>
          </p:cNvSpPr>
          <p:nvPr>
            <p:ph idx="1"/>
          </p:nvPr>
        </p:nvSpPr>
        <p:spPr/>
        <p:txBody>
          <a:bodyPr>
            <a:normAutofit/>
          </a:bodyPr>
          <a:lstStyle/>
          <a:p>
            <a:r>
              <a:rPr lang="en-US" dirty="0"/>
              <a:t>FS is made for a “one-shot” model (IMPU): Compress a full measurement into a few features and predict parameters.</a:t>
            </a:r>
          </a:p>
          <a:p>
            <a:r>
              <a:rPr lang="en-US" dirty="0"/>
              <a:t>EA is a “step-by-step” simulator: at every time step it needs the current state and input ((</a:t>
            </a:r>
            <a:r>
              <a:rPr lang="en-US" dirty="0" err="1"/>
              <a:t>x_k</a:t>
            </a:r>
            <a:r>
              <a:rPr lang="en-US" dirty="0"/>
              <a:t>, </a:t>
            </a:r>
            <a:r>
              <a:rPr lang="en-US" dirty="0" err="1"/>
              <a:t>u_k</a:t>
            </a:r>
            <a:r>
              <a:rPr lang="en-US" dirty="0"/>
              <a:t>)) to compute the next state (x_{k+1}). Replacing the time series by a few features, the simulator no longer has the information it needs to run.</a:t>
            </a:r>
          </a:p>
          <a:p>
            <a:r>
              <a:rPr lang="en-US" dirty="0"/>
              <a:t>Orthogonality works per time step: it checks at each ((</a:t>
            </a:r>
            <a:r>
              <a:rPr lang="en-US" dirty="0" err="1"/>
              <a:t>x_k,u_k</a:t>
            </a:r>
            <a:r>
              <a:rPr lang="en-US" dirty="0"/>
              <a:t>)), that the NN adds </a:t>
            </a:r>
            <a:r>
              <a:rPr lang="en-US" b="1" dirty="0"/>
              <a:t>only</a:t>
            </a:r>
            <a:r>
              <a:rPr lang="en-US" dirty="0"/>
              <a:t> what the FP model cannot explain. With only global features, we can’t do this point-by-point check.</a:t>
            </a:r>
          </a:p>
          <a:p>
            <a:r>
              <a:rPr lang="en-US" b="1" dirty="0"/>
              <a:t>In short: </a:t>
            </a:r>
            <a:r>
              <a:rPr lang="en-US" dirty="0"/>
              <a:t>architectural mismatch</a:t>
            </a:r>
          </a:p>
          <a:p>
            <a:endParaRPr lang="en-NL" dirty="0"/>
          </a:p>
        </p:txBody>
      </p:sp>
    </p:spTree>
    <p:extLst>
      <p:ext uri="{BB962C8B-B14F-4D97-AF65-F5344CB8AC3E}">
        <p14:creationId xmlns:p14="http://schemas.microsoft.com/office/powerpoint/2010/main" val="2563026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D9718-4FD5-428C-DB82-E13D5EA9DE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2ABC3-0B7B-98E1-FFE2-80B0F590F2B4}"/>
              </a:ext>
            </a:extLst>
          </p:cNvPr>
          <p:cNvSpPr>
            <a:spLocks noGrp="1"/>
          </p:cNvSpPr>
          <p:nvPr>
            <p:ph type="title"/>
          </p:nvPr>
        </p:nvSpPr>
        <p:spPr>
          <a:xfrm>
            <a:off x="285750" y="0"/>
            <a:ext cx="10515600" cy="1325563"/>
          </a:xfrm>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6D10D74E-0C9A-F461-8EDA-A5C4B745433E}"/>
              </a:ext>
            </a:extLst>
          </p:cNvPr>
          <p:cNvSpPr>
            <a:spLocks noGrp="1"/>
          </p:cNvSpPr>
          <p:nvPr>
            <p:ph idx="1"/>
          </p:nvPr>
        </p:nvSpPr>
        <p:spPr>
          <a:xfrm>
            <a:off x="102870" y="1360170"/>
            <a:ext cx="8583930" cy="5497829"/>
          </a:xfrm>
        </p:spPr>
        <p:txBody>
          <a:bodyPr>
            <a:normAutofit/>
          </a:bodyPr>
          <a:lstStyle/>
          <a:p>
            <a:r>
              <a:rPr lang="en-US" sz="3600" dirty="0"/>
              <a:t>Experiment design</a:t>
            </a:r>
          </a:p>
          <a:p>
            <a:pPr lvl="1"/>
            <a:r>
              <a:rPr lang="en-US" sz="3200" dirty="0"/>
              <a:t>Wet-clutch “spike” signal to capture local dynamics</a:t>
            </a:r>
          </a:p>
          <a:p>
            <a:pPr lvl="1"/>
            <a:r>
              <a:rPr lang="en-US" sz="3200" dirty="0"/>
              <a:t>OMNIPUS for global movement to cover full operating space</a:t>
            </a:r>
          </a:p>
        </p:txBody>
      </p:sp>
    </p:spTree>
    <p:extLst>
      <p:ext uri="{BB962C8B-B14F-4D97-AF65-F5344CB8AC3E}">
        <p14:creationId xmlns:p14="http://schemas.microsoft.com/office/powerpoint/2010/main" val="733777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6E53F-1251-27C6-B2C6-A13D6B09B7DD}"/>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5992371E-F3E7-8852-5A52-EC96C74245A9}"/>
              </a:ext>
            </a:extLst>
          </p:cNvPr>
          <p:cNvSpPr>
            <a:spLocks noGrp="1"/>
          </p:cNvSpPr>
          <p:nvPr>
            <p:ph idx="1"/>
          </p:nvPr>
        </p:nvSpPr>
        <p:spPr>
          <a:xfrm>
            <a:off x="8898544" y="-1"/>
            <a:ext cx="3293456" cy="6492875"/>
          </a:xfrm>
        </p:spPr>
        <p:txBody>
          <a:bodyPr>
            <a:normAutofit/>
          </a:bodyPr>
          <a:lstStyle/>
          <a:p>
            <a:r>
              <a:rPr lang="en-US" dirty="0"/>
              <a:t>Random </a:t>
            </a:r>
            <a:r>
              <a:rPr lang="en-US" dirty="0" err="1"/>
              <a:t>multisine</a:t>
            </a:r>
            <a:r>
              <a:rPr lang="en-US" dirty="0"/>
              <a:t> (a) is smooth/gaussian → not like real wet-clutch spikes → model fails on spikes.</a:t>
            </a:r>
          </a:p>
          <a:p>
            <a:r>
              <a:rPr lang="en-US" dirty="0"/>
              <a:t>Fix (b–c): use band-limited spike-like input + small flat </a:t>
            </a:r>
            <a:r>
              <a:rPr lang="en-US" dirty="0" err="1"/>
              <a:t>multisine</a:t>
            </a:r>
            <a:r>
              <a:rPr lang="en-US" dirty="0"/>
              <a:t> (red) to excite extra frequencies around the spike path.</a:t>
            </a:r>
            <a:endParaRPr lang="en-NL" dirty="0"/>
          </a:p>
        </p:txBody>
      </p:sp>
      <p:pic>
        <p:nvPicPr>
          <p:cNvPr id="5" name="Picture 4">
            <a:extLst>
              <a:ext uri="{FF2B5EF4-FFF2-40B4-BE49-F238E27FC236}">
                <a16:creationId xmlns:a16="http://schemas.microsoft.com/office/drawing/2014/main" id="{F9CD0EC6-963D-EA77-5F81-DBA2D71637DD}"/>
              </a:ext>
            </a:extLst>
          </p:cNvPr>
          <p:cNvPicPr>
            <a:picLocks noChangeAspect="1"/>
          </p:cNvPicPr>
          <p:nvPr/>
        </p:nvPicPr>
        <p:blipFill>
          <a:blip r:embed="rId2"/>
          <a:stretch>
            <a:fillRect/>
          </a:stretch>
        </p:blipFill>
        <p:spPr>
          <a:xfrm>
            <a:off x="0" y="0"/>
            <a:ext cx="8898544" cy="6935199"/>
          </a:xfrm>
          <a:prstGeom prst="rect">
            <a:avLst/>
          </a:prstGeom>
        </p:spPr>
      </p:pic>
      <p:sp>
        <p:nvSpPr>
          <p:cNvPr id="6" name="TextBox 5">
            <a:extLst>
              <a:ext uri="{FF2B5EF4-FFF2-40B4-BE49-F238E27FC236}">
                <a16:creationId xmlns:a16="http://schemas.microsoft.com/office/drawing/2014/main" id="{865F7ADB-92E8-3B80-011B-321413A27536}"/>
              </a:ext>
            </a:extLst>
          </p:cNvPr>
          <p:cNvSpPr txBox="1"/>
          <p:nvPr/>
        </p:nvSpPr>
        <p:spPr>
          <a:xfrm>
            <a:off x="10972800" y="2692400"/>
            <a:ext cx="184731" cy="369332"/>
          </a:xfrm>
          <a:prstGeom prst="rect">
            <a:avLst/>
          </a:prstGeom>
          <a:noFill/>
        </p:spPr>
        <p:txBody>
          <a:bodyPr wrap="none" rtlCol="0">
            <a:spAutoFit/>
          </a:bodyPr>
          <a:lstStyle/>
          <a:p>
            <a:endParaRPr lang="en-NL" dirty="0"/>
          </a:p>
        </p:txBody>
      </p:sp>
    </p:spTree>
    <p:extLst>
      <p:ext uri="{BB962C8B-B14F-4D97-AF65-F5344CB8AC3E}">
        <p14:creationId xmlns:p14="http://schemas.microsoft.com/office/powerpoint/2010/main" val="1260604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D83C2-54D5-20E3-35F2-E8E3548D015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6C4833F-9D09-CCFF-FDE9-1C085799A5E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7FBABD4-56D8-4E37-B953-861808CD66F4}"/>
              </a:ext>
            </a:extLst>
          </p:cNvPr>
          <p:cNvPicPr>
            <a:picLocks noChangeAspect="1"/>
          </p:cNvPicPr>
          <p:nvPr/>
        </p:nvPicPr>
        <p:blipFill>
          <a:blip r:embed="rId2"/>
          <a:stretch>
            <a:fillRect/>
          </a:stretch>
        </p:blipFill>
        <p:spPr>
          <a:xfrm>
            <a:off x="1297798" y="52208"/>
            <a:ext cx="10515600" cy="6124755"/>
          </a:xfrm>
          <a:prstGeom prst="rect">
            <a:avLst/>
          </a:prstGeom>
        </p:spPr>
      </p:pic>
      <p:sp>
        <p:nvSpPr>
          <p:cNvPr id="6" name="TextBox 5">
            <a:extLst>
              <a:ext uri="{FF2B5EF4-FFF2-40B4-BE49-F238E27FC236}">
                <a16:creationId xmlns:a16="http://schemas.microsoft.com/office/drawing/2014/main" id="{8C629FE4-EF3B-07D5-419F-F4C143B8F05A}"/>
              </a:ext>
            </a:extLst>
          </p:cNvPr>
          <p:cNvSpPr txBox="1"/>
          <p:nvPr/>
        </p:nvSpPr>
        <p:spPr>
          <a:xfrm>
            <a:off x="1546698" y="6342434"/>
            <a:ext cx="101947717" cy="369332"/>
          </a:xfrm>
          <a:prstGeom prst="rect">
            <a:avLst/>
          </a:prstGeom>
          <a:noFill/>
        </p:spPr>
        <p:txBody>
          <a:bodyPr wrap="none" rtlCol="0">
            <a:spAutoFit/>
          </a:bodyPr>
          <a:lstStyle/>
          <a:p>
            <a:r>
              <a:rPr lang="en-US" dirty="0"/>
              <a:t>FIGURE S3 The design of excitation signals for the wet-clutch setup in Figure S2 [20]. (a) A random-phase </a:t>
            </a:r>
            <a:r>
              <a:rPr lang="en-US" dirty="0" err="1"/>
              <a:t>multisine</a:t>
            </a:r>
            <a:r>
              <a:rPr lang="en-US" dirty="0"/>
              <a:t> has a Gaussian amplitude distribution. This does not fit with the spiky signals typically applied to the wet clutch as shown in Figure S2. The nonlinear state-space models identified with these signals failed to simulate the system for the spiky signals that were applied during the iterative learning control design. The models even became unstable. For that reason, (b) a band-limited periodic signal was designed that consists of the sum of two signals. The first signal is a band-limited approximation of the spiky signal [see the blue spectrum in (c)]. A </a:t>
            </a:r>
            <a:r>
              <a:rPr lang="en-US" dirty="0" err="1"/>
              <a:t>multisine</a:t>
            </a:r>
            <a:r>
              <a:rPr lang="en-US" dirty="0"/>
              <a:t> with a flat and small-amplitude spectrum [red in (c)] is added to it. The red components excite the dynamics around the spiky profile. This results in a rich excitation that mimics the future use of the model very well. This guarantees that the structural model errors will be small for the intended application. (Source: W.D. </a:t>
            </a:r>
            <a:r>
              <a:rPr lang="en-US" dirty="0" err="1"/>
              <a:t>Widanage</a:t>
            </a:r>
            <a:r>
              <a:rPr lang="en-US" dirty="0"/>
              <a:t> et al. [20]; used with permission.)</a:t>
            </a:r>
            <a:endParaRPr lang="en-NL" dirty="0"/>
          </a:p>
        </p:txBody>
      </p:sp>
    </p:spTree>
    <p:extLst>
      <p:ext uri="{BB962C8B-B14F-4D97-AF65-F5344CB8AC3E}">
        <p14:creationId xmlns:p14="http://schemas.microsoft.com/office/powerpoint/2010/main" val="458227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1F7D3-0B3B-0A23-C22B-6AA38287474E}"/>
              </a:ext>
            </a:extLst>
          </p:cNvPr>
          <p:cNvSpPr>
            <a:spLocks noGrp="1"/>
          </p:cNvSpPr>
          <p:nvPr>
            <p:ph type="title"/>
          </p:nvPr>
        </p:nvSpPr>
        <p:spPr/>
        <p:txBody>
          <a:bodyPr/>
          <a:lstStyle/>
          <a:p>
            <a:r>
              <a:rPr lang="en-US" dirty="0"/>
              <a:t>OMNIPUS for MIMO?</a:t>
            </a:r>
            <a:endParaRPr lang="en-NL" dirty="0"/>
          </a:p>
        </p:txBody>
      </p:sp>
      <p:sp>
        <p:nvSpPr>
          <p:cNvPr id="3" name="Content Placeholder 2">
            <a:extLst>
              <a:ext uri="{FF2B5EF4-FFF2-40B4-BE49-F238E27FC236}">
                <a16:creationId xmlns:a16="http://schemas.microsoft.com/office/drawing/2014/main" id="{1B2E3C58-8AB0-4B38-AFCF-1EC29BCFD7D9}"/>
              </a:ext>
            </a:extLst>
          </p:cNvPr>
          <p:cNvSpPr>
            <a:spLocks noGrp="1"/>
          </p:cNvSpPr>
          <p:nvPr>
            <p:ph idx="1"/>
          </p:nvPr>
        </p:nvSpPr>
        <p:spPr>
          <a:xfrm>
            <a:off x="109220" y="1531428"/>
            <a:ext cx="5478780" cy="4539172"/>
          </a:xfrm>
        </p:spPr>
        <p:txBody>
          <a:bodyPr>
            <a:normAutofit fontScale="70000" lnSpcReduction="20000"/>
          </a:bodyPr>
          <a:lstStyle/>
          <a:p>
            <a:r>
              <a:rPr lang="en-US" sz="3600" dirty="0"/>
              <a:t>Book Schoukens: only discussed OMNIPUS in the context of MISO</a:t>
            </a:r>
          </a:p>
          <a:p>
            <a:r>
              <a:rPr lang="en-US" sz="3600" dirty="0"/>
              <a:t> Book provides a general principle for nonlinear system identification handles multiple outputs</a:t>
            </a:r>
          </a:p>
          <a:p>
            <a:r>
              <a:rPr lang="en-US" sz="3600" dirty="0"/>
              <a:t>For multiple outputs, we often just fit one MISO nonlinear model per output; the outputs may need different model orders, and sometimes we can share parameters across outputs for efficiency, but the basic MIMO behavior is already captured by the set of MISO models</a:t>
            </a:r>
          </a:p>
          <a:p>
            <a:pPr marL="0" indent="0">
              <a:buNone/>
            </a:pPr>
            <a:endParaRPr lang="en-NL" sz="3600" dirty="0"/>
          </a:p>
        </p:txBody>
      </p:sp>
      <p:pic>
        <p:nvPicPr>
          <p:cNvPr id="7" name="Picture 6">
            <a:extLst>
              <a:ext uri="{FF2B5EF4-FFF2-40B4-BE49-F238E27FC236}">
                <a16:creationId xmlns:a16="http://schemas.microsoft.com/office/drawing/2014/main" id="{6B9993EA-5BB0-E764-AFDB-887F41E812F4}"/>
              </a:ext>
            </a:extLst>
          </p:cNvPr>
          <p:cNvPicPr>
            <a:picLocks noChangeAspect="1"/>
          </p:cNvPicPr>
          <p:nvPr/>
        </p:nvPicPr>
        <p:blipFill>
          <a:blip r:embed="rId2"/>
          <a:stretch>
            <a:fillRect/>
          </a:stretch>
        </p:blipFill>
        <p:spPr>
          <a:xfrm>
            <a:off x="5791640" y="1531428"/>
            <a:ext cx="6291140" cy="4276215"/>
          </a:xfrm>
          <a:prstGeom prst="rect">
            <a:avLst/>
          </a:prstGeom>
        </p:spPr>
      </p:pic>
    </p:spTree>
    <p:extLst>
      <p:ext uri="{BB962C8B-B14F-4D97-AF65-F5344CB8AC3E}">
        <p14:creationId xmlns:p14="http://schemas.microsoft.com/office/powerpoint/2010/main" val="3581336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5DA42-D448-5989-61AD-1A39594CE452}"/>
              </a:ext>
            </a:extLst>
          </p:cNvPr>
          <p:cNvSpPr>
            <a:spLocks noGrp="1"/>
          </p:cNvSpPr>
          <p:nvPr>
            <p:ph type="title"/>
          </p:nvPr>
        </p:nvSpPr>
        <p:spPr/>
        <p:txBody>
          <a:bodyPr/>
          <a:lstStyle/>
          <a:p>
            <a:r>
              <a:rPr lang="en-US" dirty="0"/>
              <a:t>OMNIPUS with constraints</a:t>
            </a:r>
            <a:endParaRPr lang="en-NL" dirty="0"/>
          </a:p>
        </p:txBody>
      </p:sp>
      <p:sp>
        <p:nvSpPr>
          <p:cNvPr id="3" name="Content Placeholder 2">
            <a:extLst>
              <a:ext uri="{FF2B5EF4-FFF2-40B4-BE49-F238E27FC236}">
                <a16:creationId xmlns:a16="http://schemas.microsoft.com/office/drawing/2014/main" id="{5265A5BA-E291-1B21-DB7A-A56C3A5ECE89}"/>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258506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E0472-0A93-4485-CF33-11A8C55CB19E}"/>
              </a:ext>
            </a:extLst>
          </p:cNvPr>
          <p:cNvSpPr>
            <a:spLocks noGrp="1"/>
          </p:cNvSpPr>
          <p:nvPr>
            <p:ph type="title"/>
          </p:nvPr>
        </p:nvSpPr>
        <p:spPr/>
        <p:txBody>
          <a:bodyPr/>
          <a:lstStyle/>
          <a:p>
            <a:r>
              <a:rPr lang="en-US" dirty="0"/>
              <a:t>Alternatives to OMNIPUS</a:t>
            </a:r>
            <a:endParaRPr lang="en-NL" dirty="0"/>
          </a:p>
        </p:txBody>
      </p:sp>
      <p:sp>
        <p:nvSpPr>
          <p:cNvPr id="3" name="Content Placeholder 2">
            <a:extLst>
              <a:ext uri="{FF2B5EF4-FFF2-40B4-BE49-F238E27FC236}">
                <a16:creationId xmlns:a16="http://schemas.microsoft.com/office/drawing/2014/main" id="{0297507E-7454-35B2-D48F-7ADD98266564}"/>
              </a:ext>
            </a:extLst>
          </p:cNvPr>
          <p:cNvSpPr>
            <a:spLocks noGrp="1"/>
          </p:cNvSpPr>
          <p:nvPr>
            <p:ph idx="1"/>
          </p:nvPr>
        </p:nvSpPr>
        <p:spPr/>
        <p:txBody>
          <a:bodyPr/>
          <a:lstStyle/>
          <a:p>
            <a:r>
              <a:rPr lang="en-US" dirty="0"/>
              <a:t>For the dual-gantry system need a method that keeps collisions and thus input constraints into account for global excitation.</a:t>
            </a:r>
          </a:p>
          <a:p>
            <a:pPr lvl="1"/>
            <a:r>
              <a:rPr lang="en-US" dirty="0"/>
              <a:t>MIMO methods designed for this?</a:t>
            </a:r>
            <a:endParaRPr lang="en-NL" dirty="0"/>
          </a:p>
        </p:txBody>
      </p:sp>
    </p:spTree>
    <p:extLst>
      <p:ext uri="{BB962C8B-B14F-4D97-AF65-F5344CB8AC3E}">
        <p14:creationId xmlns:p14="http://schemas.microsoft.com/office/powerpoint/2010/main" val="3141712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C25D-6A39-84B3-076C-2A4A34312A27}"/>
              </a:ext>
            </a:extLst>
          </p:cNvPr>
          <p:cNvSpPr>
            <a:spLocks noGrp="1"/>
          </p:cNvSpPr>
          <p:nvPr>
            <p:ph type="title"/>
          </p:nvPr>
        </p:nvSpPr>
        <p:spPr/>
        <p:txBody>
          <a:bodyPr>
            <a:noAutofit/>
          </a:bodyPr>
          <a:lstStyle/>
          <a:p>
            <a:r>
              <a:rPr lang="en-US" sz="3600" dirty="0"/>
              <a:t>RHC-Based Space-Filling Input Design for Nonlinear Systems</a:t>
            </a:r>
          </a:p>
        </p:txBody>
      </p:sp>
      <p:sp>
        <p:nvSpPr>
          <p:cNvPr id="3" name="Content Placeholder 2">
            <a:extLst>
              <a:ext uri="{FF2B5EF4-FFF2-40B4-BE49-F238E27FC236}">
                <a16:creationId xmlns:a16="http://schemas.microsoft.com/office/drawing/2014/main" id="{164B1ADE-CC92-6C27-F59F-7FA33FF0458C}"/>
              </a:ext>
            </a:extLst>
          </p:cNvPr>
          <p:cNvSpPr>
            <a:spLocks noGrp="1"/>
          </p:cNvSpPr>
          <p:nvPr>
            <p:ph idx="1"/>
          </p:nvPr>
        </p:nvSpPr>
        <p:spPr/>
        <p:txBody>
          <a:bodyPr>
            <a:normAutofit fontScale="85000" lnSpcReduction="10000"/>
          </a:bodyPr>
          <a:lstStyle/>
          <a:p>
            <a:r>
              <a:rPr lang="en-US" b="1" dirty="0"/>
              <a:t>Problem:</a:t>
            </a:r>
            <a:r>
              <a:rPr lang="en-US" dirty="0"/>
              <a:t> standard input designs overlook the </a:t>
            </a:r>
            <a:r>
              <a:rPr lang="en-US" i="1" dirty="0"/>
              <a:t>generalization error</a:t>
            </a:r>
            <a:r>
              <a:rPr lang="en-US" dirty="0"/>
              <a:t> (model inaccuracies in unexplored operating regions)</a:t>
            </a:r>
          </a:p>
          <a:p>
            <a:r>
              <a:rPr lang="en-US" b="1" dirty="0"/>
              <a:t>Core solution:</a:t>
            </a:r>
            <a:r>
              <a:rPr lang="en-US" dirty="0"/>
              <a:t> optimization framework that actively drives the system to "fill the space" of a user-defined region of interest, minimizing knowledge gaps</a:t>
            </a:r>
          </a:p>
          <a:p>
            <a:pPr lvl="1"/>
            <a:r>
              <a:rPr lang="en-US" dirty="0"/>
              <a:t>Uses a </a:t>
            </a:r>
            <a:r>
              <a:rPr lang="en-US" b="1" dirty="0"/>
              <a:t>Receding Horizon Control (RHC)</a:t>
            </a:r>
            <a:r>
              <a:rPr lang="en-US" dirty="0"/>
              <a:t> strategy to iteratively predict and optimize future input sequences</a:t>
            </a:r>
          </a:p>
          <a:p>
            <a:pPr lvl="1"/>
            <a:r>
              <a:rPr lang="en-US" dirty="0"/>
              <a:t>Minimizes the distance between the signal's data points and a uniformly distributed "supporting dataset“ (acts as an ideal target map or grid that guides the algorithm to ensure it explores the entire operational space of the system) within the model's input space</a:t>
            </a:r>
          </a:p>
          <a:p>
            <a:pPr lvl="1"/>
            <a:r>
              <a:rPr lang="en-US" b="1" dirty="0"/>
              <a:t>Strict safety guarantees:</a:t>
            </a:r>
            <a:r>
              <a:rPr lang="en-US" dirty="0"/>
              <a:t> Mathematically enforces hard constraints on both inputs and system states, preventing operation in undesirable or blocked regions</a:t>
            </a:r>
          </a:p>
          <a:p>
            <a:r>
              <a:rPr lang="en-US" dirty="0"/>
              <a:t>Paper: Online and Offline Space-Filling Input Design for Nonlinear System Identification: A Receding Horizon Control-Based Approach</a:t>
            </a:r>
            <a:endParaRPr lang="en-NL" dirty="0"/>
          </a:p>
        </p:txBody>
      </p:sp>
    </p:spTree>
    <p:extLst>
      <p:ext uri="{BB962C8B-B14F-4D97-AF65-F5344CB8AC3E}">
        <p14:creationId xmlns:p14="http://schemas.microsoft.com/office/powerpoint/2010/main" val="158879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3FCE6-7F0A-FB5C-827E-580A3BBB2705}"/>
              </a:ext>
            </a:extLst>
          </p:cNvPr>
          <p:cNvSpPr>
            <a:spLocks noGrp="1"/>
          </p:cNvSpPr>
          <p:nvPr>
            <p:ph type="title"/>
          </p:nvPr>
        </p:nvSpPr>
        <p:spPr/>
        <p:txBody>
          <a:bodyPr/>
          <a:lstStyle/>
          <a:p>
            <a:r>
              <a:rPr lang="en-US" dirty="0"/>
              <a:t>FRF method</a:t>
            </a:r>
            <a:endParaRPr lang="en-NL" dirty="0"/>
          </a:p>
        </p:txBody>
      </p:sp>
      <p:sp>
        <p:nvSpPr>
          <p:cNvPr id="3" name="Content Placeholder 2">
            <a:extLst>
              <a:ext uri="{FF2B5EF4-FFF2-40B4-BE49-F238E27FC236}">
                <a16:creationId xmlns:a16="http://schemas.microsoft.com/office/drawing/2014/main" id="{6F78E5CB-8EFC-8C5A-D586-5187CBA2516B}"/>
              </a:ext>
            </a:extLst>
          </p:cNvPr>
          <p:cNvSpPr>
            <a:spLocks noGrp="1"/>
          </p:cNvSpPr>
          <p:nvPr>
            <p:ph idx="1"/>
          </p:nvPr>
        </p:nvSpPr>
        <p:spPr/>
        <p:txBody>
          <a:bodyPr/>
          <a:lstStyle/>
          <a:p>
            <a:r>
              <a:rPr lang="en-US" dirty="0"/>
              <a:t>FRF not as useful for finding global dynamics</a:t>
            </a:r>
          </a:p>
          <a:p>
            <a:pPr lvl="1"/>
            <a:r>
              <a:rPr lang="en-US" dirty="0"/>
              <a:t>Because </a:t>
            </a:r>
          </a:p>
          <a:p>
            <a:r>
              <a:rPr lang="en-US" dirty="0"/>
              <a:t>Constraints could be used</a:t>
            </a:r>
            <a:endParaRPr lang="en-NL" dirty="0"/>
          </a:p>
        </p:txBody>
      </p:sp>
    </p:spTree>
    <p:extLst>
      <p:ext uri="{BB962C8B-B14F-4D97-AF65-F5344CB8AC3E}">
        <p14:creationId xmlns:p14="http://schemas.microsoft.com/office/powerpoint/2010/main" val="4130346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2EC01-B18F-0F88-B29B-23F2FF2F32F3}"/>
              </a:ext>
            </a:extLst>
          </p:cNvPr>
          <p:cNvSpPr>
            <a:spLocks noGrp="1"/>
          </p:cNvSpPr>
          <p:nvPr>
            <p:ph type="title"/>
          </p:nvPr>
        </p:nvSpPr>
        <p:spPr/>
        <p:txBody>
          <a:bodyPr/>
          <a:lstStyle/>
          <a:p>
            <a:r>
              <a:rPr lang="en-US" dirty="0"/>
              <a:t>Simulation</a:t>
            </a:r>
            <a:endParaRPr lang="en-NL" dirty="0"/>
          </a:p>
        </p:txBody>
      </p:sp>
      <p:sp>
        <p:nvSpPr>
          <p:cNvPr id="3" name="Content Placeholder 2">
            <a:extLst>
              <a:ext uri="{FF2B5EF4-FFF2-40B4-BE49-F238E27FC236}">
                <a16:creationId xmlns:a16="http://schemas.microsoft.com/office/drawing/2014/main" id="{E75136A0-B3AE-93AC-6F3F-0F25AF091E48}"/>
              </a:ext>
            </a:extLst>
          </p:cNvPr>
          <p:cNvSpPr>
            <a:spLocks noGrp="1"/>
          </p:cNvSpPr>
          <p:nvPr>
            <p:ph idx="1"/>
          </p:nvPr>
        </p:nvSpPr>
        <p:spPr>
          <a:xfrm>
            <a:off x="838200" y="1825625"/>
            <a:ext cx="11353800" cy="2187575"/>
          </a:xfrm>
        </p:spPr>
        <p:txBody>
          <a:bodyPr>
            <a:normAutofit fontScale="92500"/>
          </a:bodyPr>
          <a:lstStyle/>
          <a:p>
            <a:r>
              <a:rPr lang="en-US" dirty="0"/>
              <a:t>Mass Spring Damper system: dynamics of the third (red) mass block and a nonlinear cubic spring (a1) attached to the known modeled system.</a:t>
            </a:r>
          </a:p>
          <a:p>
            <a:r>
              <a:rPr lang="en-US" dirty="0"/>
              <a:t>Baseline Model: The code assumes we only have an imperfect, simplified physical model: linear 2-DOF system that only takes the first two masses into account</a:t>
            </a:r>
          </a:p>
          <a:p>
            <a:endParaRPr lang="en-US" dirty="0"/>
          </a:p>
          <a:p>
            <a:endParaRPr lang="en-NL" dirty="0"/>
          </a:p>
        </p:txBody>
      </p:sp>
      <p:pic>
        <p:nvPicPr>
          <p:cNvPr id="5" name="Picture 4">
            <a:extLst>
              <a:ext uri="{FF2B5EF4-FFF2-40B4-BE49-F238E27FC236}">
                <a16:creationId xmlns:a16="http://schemas.microsoft.com/office/drawing/2014/main" id="{2EF37739-76F7-6290-A43F-93929C4A8AF4}"/>
              </a:ext>
            </a:extLst>
          </p:cNvPr>
          <p:cNvPicPr>
            <a:picLocks noChangeAspect="1"/>
          </p:cNvPicPr>
          <p:nvPr/>
        </p:nvPicPr>
        <p:blipFill>
          <a:blip r:embed="rId2"/>
          <a:stretch>
            <a:fillRect/>
          </a:stretch>
        </p:blipFill>
        <p:spPr>
          <a:xfrm>
            <a:off x="3973999" y="3552364"/>
            <a:ext cx="7887801" cy="3305636"/>
          </a:xfrm>
          <a:prstGeom prst="rect">
            <a:avLst/>
          </a:prstGeom>
        </p:spPr>
      </p:pic>
    </p:spTree>
    <p:extLst>
      <p:ext uri="{BB962C8B-B14F-4D97-AF65-F5344CB8AC3E}">
        <p14:creationId xmlns:p14="http://schemas.microsoft.com/office/powerpoint/2010/main" val="204469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3284-DCDA-9DFC-5BC6-9D508C91D3D4}"/>
              </a:ext>
            </a:extLst>
          </p:cNvPr>
          <p:cNvSpPr>
            <a:spLocks noGrp="1"/>
          </p:cNvSpPr>
          <p:nvPr>
            <p:ph type="title"/>
          </p:nvPr>
        </p:nvSpPr>
        <p:spPr/>
        <p:txBody>
          <a:bodyPr/>
          <a:lstStyle/>
          <a:p>
            <a:r>
              <a:rPr lang="en-US" dirty="0"/>
              <a:t>Model </a:t>
            </a:r>
            <a:r>
              <a:rPr lang="en-US" dirty="0" err="1"/>
              <a:t>augmenation</a:t>
            </a:r>
            <a:endParaRPr lang="en-NL" dirty="0"/>
          </a:p>
        </p:txBody>
      </p:sp>
      <p:sp>
        <p:nvSpPr>
          <p:cNvPr id="3" name="Content Placeholder 2">
            <a:extLst>
              <a:ext uri="{FF2B5EF4-FFF2-40B4-BE49-F238E27FC236}">
                <a16:creationId xmlns:a16="http://schemas.microsoft.com/office/drawing/2014/main" id="{8B4505E7-A53E-6BB1-3057-34A950C151C2}"/>
              </a:ext>
            </a:extLst>
          </p:cNvPr>
          <p:cNvSpPr>
            <a:spLocks noGrp="1"/>
          </p:cNvSpPr>
          <p:nvPr>
            <p:ph idx="1"/>
          </p:nvPr>
        </p:nvSpPr>
        <p:spPr/>
        <p:txBody>
          <a:bodyPr>
            <a:normAutofit lnSpcReduction="10000"/>
          </a:bodyPr>
          <a:lstStyle/>
          <a:p>
            <a:r>
              <a:rPr lang="en-US" dirty="0"/>
              <a:t>Model augmentation: combines the simplified physics model with Artificial Neural Networks (ANNs) to bridge the gap between data and FP model</a:t>
            </a:r>
          </a:p>
          <a:p>
            <a:pPr lvl="1"/>
            <a:r>
              <a:rPr lang="en-US" dirty="0"/>
              <a:t>Adds two new mathematical states to the baseline model for the missing third mass</a:t>
            </a:r>
          </a:p>
          <a:p>
            <a:pPr lvl="1"/>
            <a:r>
              <a:rPr lang="en-US" dirty="0"/>
              <a:t>It uses neural networks to learn </a:t>
            </a:r>
            <a:r>
              <a:rPr lang="en-US" b="1" dirty="0"/>
              <a:t>only</a:t>
            </a:r>
            <a:r>
              <a:rPr lang="en-US" dirty="0"/>
              <a:t> the unmodeled dynamics. Prevents this with </a:t>
            </a:r>
            <a:r>
              <a:rPr lang="en-US" b="1" dirty="0"/>
              <a:t>Parameter Regularization: </a:t>
            </a:r>
            <a:r>
              <a:rPr lang="en-US" dirty="0"/>
              <a:t>penalizes the model if the parameters of the baseline physics model (the known masses and springs) drift too far from their initial values</a:t>
            </a:r>
          </a:p>
          <a:p>
            <a:pPr lvl="1"/>
            <a:r>
              <a:rPr lang="en-US" b="1" dirty="0"/>
              <a:t>LFR Structure:</a:t>
            </a:r>
            <a:r>
              <a:rPr lang="en-US" dirty="0"/>
              <a:t> Connects the neural networks and the physical model using a Linear Fractional Representation (LFR) structure</a:t>
            </a:r>
          </a:p>
          <a:p>
            <a:pPr lvl="2"/>
            <a:r>
              <a:rPr lang="en-US" dirty="0"/>
              <a:t>Allows to operate in parallel or series</a:t>
            </a:r>
            <a:endParaRPr lang="en-NL" dirty="0"/>
          </a:p>
        </p:txBody>
      </p:sp>
    </p:spTree>
    <p:extLst>
      <p:ext uri="{BB962C8B-B14F-4D97-AF65-F5344CB8AC3E}">
        <p14:creationId xmlns:p14="http://schemas.microsoft.com/office/powerpoint/2010/main" val="2453237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1CB778-3B74-37DE-56C4-B926F5CE7B7C}"/>
              </a:ext>
            </a:extLst>
          </p:cNvPr>
          <p:cNvPicPr>
            <a:picLocks noChangeAspect="1"/>
          </p:cNvPicPr>
          <p:nvPr/>
        </p:nvPicPr>
        <p:blipFill>
          <a:blip r:embed="rId2"/>
          <a:srcRect r="8359"/>
          <a:stretch>
            <a:fillRect/>
          </a:stretch>
        </p:blipFill>
        <p:spPr>
          <a:xfrm>
            <a:off x="6622701" y="1217510"/>
            <a:ext cx="5569299" cy="5161065"/>
          </a:xfrm>
          <a:prstGeom prst="rect">
            <a:avLst/>
          </a:prstGeom>
        </p:spPr>
      </p:pic>
      <p:sp>
        <p:nvSpPr>
          <p:cNvPr id="2" name="Title 1">
            <a:extLst>
              <a:ext uri="{FF2B5EF4-FFF2-40B4-BE49-F238E27FC236}">
                <a16:creationId xmlns:a16="http://schemas.microsoft.com/office/drawing/2014/main" id="{34B643F7-DA44-F861-FEA3-8710CEDBCBD2}"/>
              </a:ext>
            </a:extLst>
          </p:cNvPr>
          <p:cNvSpPr>
            <a:spLocks noGrp="1"/>
          </p:cNvSpPr>
          <p:nvPr>
            <p:ph type="title"/>
          </p:nvPr>
        </p:nvSpPr>
        <p:spPr/>
        <p:txBody>
          <a:bodyPr/>
          <a:lstStyle/>
          <a:p>
            <a:r>
              <a:rPr lang="en-US" dirty="0"/>
              <a:t>Linear Fractional Representation (LFR)</a:t>
            </a:r>
            <a:endParaRPr lang="en-NL" dirty="0"/>
          </a:p>
        </p:txBody>
      </p:sp>
      <p:sp>
        <p:nvSpPr>
          <p:cNvPr id="3" name="Content Placeholder 2">
            <a:extLst>
              <a:ext uri="{FF2B5EF4-FFF2-40B4-BE49-F238E27FC236}">
                <a16:creationId xmlns:a16="http://schemas.microsoft.com/office/drawing/2014/main" id="{0F12FB9C-7BA8-38B1-B7AB-C0322033226B}"/>
              </a:ext>
            </a:extLst>
          </p:cNvPr>
          <p:cNvSpPr>
            <a:spLocks noGrp="1"/>
          </p:cNvSpPr>
          <p:nvPr>
            <p:ph idx="1"/>
          </p:nvPr>
        </p:nvSpPr>
        <p:spPr>
          <a:xfrm>
            <a:off x="190499" y="1533524"/>
            <a:ext cx="6807201" cy="5324476"/>
          </a:xfrm>
        </p:spPr>
        <p:txBody>
          <a:bodyPr>
            <a:normAutofit fontScale="92500" lnSpcReduction="20000"/>
          </a:bodyPr>
          <a:lstStyle/>
          <a:p>
            <a:r>
              <a:rPr lang="en-US" dirty="0"/>
              <a:t>Learning components = neural network</a:t>
            </a:r>
          </a:p>
          <a:p>
            <a:r>
              <a:rPr lang="en-US" dirty="0"/>
              <a:t>Interconnection matrix: acts as routing switchboard, determines how the physics and NN interact with each other</a:t>
            </a:r>
          </a:p>
          <a:p>
            <a:r>
              <a:rPr lang="en-US" b="1" dirty="0"/>
              <a:t>LFR switchboard: </a:t>
            </a:r>
            <a:r>
              <a:rPr lang="en-US" dirty="0"/>
              <a:t>at each time step</a:t>
            </a:r>
          </a:p>
          <a:p>
            <a:pPr lvl="1"/>
            <a:r>
              <a:rPr lang="en-US" dirty="0"/>
              <a:t>Inputs: takes the current state of the system (</a:t>
            </a:r>
            <a:r>
              <a:rPr lang="en-US" i="1" dirty="0" err="1"/>
              <a:t>x</a:t>
            </a:r>
            <a:r>
              <a:rPr lang="en-US" dirty="0" err="1"/>
              <a:t>^</a:t>
            </a:r>
            <a:r>
              <a:rPr lang="en-US" i="1" dirty="0" err="1"/>
              <a:t>k</a:t>
            </a:r>
            <a:r>
              <a:rPr lang="en-US" dirty="0"/>
              <a:t>​), the external force/input (</a:t>
            </a:r>
            <a:r>
              <a:rPr lang="en-US" i="1" dirty="0" err="1"/>
              <a:t>uk</a:t>
            </a:r>
            <a:r>
              <a:rPr lang="en-US" dirty="0"/>
              <a:t>​), and the outputs generated by </a:t>
            </a:r>
            <a:r>
              <a:rPr lang="en-US" b="1" i="1" dirty="0"/>
              <a:t>both</a:t>
            </a:r>
            <a:r>
              <a:rPr lang="en-US" dirty="0"/>
              <a:t> the physics model (</a:t>
            </a:r>
            <a:r>
              <a:rPr lang="en-US" i="1" dirty="0"/>
              <a:t>w</a:t>
            </a:r>
            <a:r>
              <a:rPr lang="en-US" dirty="0"/>
              <a:t>1,</a:t>
            </a:r>
            <a:r>
              <a:rPr lang="en-US" i="1" dirty="0"/>
              <a:t>k</a:t>
            </a:r>
            <a:r>
              <a:rPr lang="en-US" dirty="0"/>
              <a:t>​) and the neural networks (</a:t>
            </a:r>
            <a:r>
              <a:rPr lang="en-US" i="1" dirty="0"/>
              <a:t>w</a:t>
            </a:r>
            <a:r>
              <a:rPr lang="en-US" dirty="0"/>
              <a:t>2,</a:t>
            </a:r>
            <a:r>
              <a:rPr lang="en-US" i="1" dirty="0"/>
              <a:t>k</a:t>
            </a:r>
            <a:r>
              <a:rPr lang="en-US" dirty="0"/>
              <a:t>​)</a:t>
            </a:r>
          </a:p>
          <a:p>
            <a:pPr lvl="1"/>
            <a:r>
              <a:rPr lang="en-US" dirty="0"/>
              <a:t>Routing: Based on matrix configuration, it decides what signals to feed back into the physics model (</a:t>
            </a:r>
            <a:r>
              <a:rPr lang="en-US" i="1" dirty="0"/>
              <a:t>z</a:t>
            </a:r>
            <a:r>
              <a:rPr lang="en-US" dirty="0"/>
              <a:t>1,</a:t>
            </a:r>
            <a:r>
              <a:rPr lang="en-US" i="1" dirty="0"/>
              <a:t>k</a:t>
            </a:r>
            <a:r>
              <a:rPr lang="en-US" dirty="0"/>
              <a:t>​) and what signals to feed into the neural networks (</a:t>
            </a:r>
            <a:r>
              <a:rPr lang="en-US" i="1" dirty="0"/>
              <a:t>z</a:t>
            </a:r>
            <a:r>
              <a:rPr lang="en-US" dirty="0"/>
              <a:t>2,</a:t>
            </a:r>
            <a:r>
              <a:rPr lang="en-US" i="1" dirty="0"/>
              <a:t>k</a:t>
            </a:r>
            <a:r>
              <a:rPr lang="en-US" dirty="0"/>
              <a:t>​) for the next calculation</a:t>
            </a:r>
          </a:p>
          <a:p>
            <a:pPr lvl="1"/>
            <a:r>
              <a:rPr lang="en-US" dirty="0"/>
              <a:t>Output</a:t>
            </a:r>
            <a:r>
              <a:rPr lang="en-US" b="1" dirty="0"/>
              <a:t>:</a:t>
            </a:r>
            <a:r>
              <a:rPr lang="en-US" dirty="0"/>
              <a:t> combines all these signals to calculate the system's overall next state (</a:t>
            </a:r>
            <a:r>
              <a:rPr lang="en-US" i="1" dirty="0"/>
              <a:t>x</a:t>
            </a:r>
            <a:r>
              <a:rPr lang="en-US" dirty="0"/>
              <a:t>^</a:t>
            </a:r>
            <a:r>
              <a:rPr lang="en-US" i="1" dirty="0"/>
              <a:t>k</a:t>
            </a:r>
            <a:r>
              <a:rPr lang="en-US" dirty="0"/>
              <a:t>+1​) and the predicted output (</a:t>
            </a:r>
            <a:r>
              <a:rPr lang="en-US" i="1" dirty="0"/>
              <a:t>y</a:t>
            </a:r>
            <a:r>
              <a:rPr lang="en-US" dirty="0"/>
              <a:t>^​</a:t>
            </a:r>
            <a:r>
              <a:rPr lang="en-US" i="1" dirty="0"/>
              <a:t>k</a:t>
            </a:r>
            <a:r>
              <a:rPr lang="en-US" dirty="0"/>
              <a:t>​)</a:t>
            </a:r>
            <a:br>
              <a:rPr lang="en-US" dirty="0"/>
            </a:br>
            <a:endParaRPr lang="en-US" dirty="0"/>
          </a:p>
          <a:p>
            <a:pPr marL="457200" lvl="1" indent="0">
              <a:buNone/>
            </a:pPr>
            <a:endParaRPr lang="en-NL" b="1" dirty="0"/>
          </a:p>
        </p:txBody>
      </p:sp>
    </p:spTree>
    <p:extLst>
      <p:ext uri="{BB962C8B-B14F-4D97-AF65-F5344CB8AC3E}">
        <p14:creationId xmlns:p14="http://schemas.microsoft.com/office/powerpoint/2010/main" val="3978926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D4B36-521E-CDA6-D6D0-23C915489FA0}"/>
              </a:ext>
            </a:extLst>
          </p:cNvPr>
          <p:cNvSpPr>
            <a:spLocks noGrp="1"/>
          </p:cNvSpPr>
          <p:nvPr>
            <p:ph type="title"/>
          </p:nvPr>
        </p:nvSpPr>
        <p:spPr/>
        <p:txBody>
          <a:bodyPr/>
          <a:lstStyle/>
          <a:p>
            <a:r>
              <a:rPr lang="en-US" dirty="0"/>
              <a:t>Interconnection Matrix (S)</a:t>
            </a:r>
            <a:endParaRPr lang="en-NL" dirty="0"/>
          </a:p>
        </p:txBody>
      </p:sp>
      <p:sp>
        <p:nvSpPr>
          <p:cNvPr id="3" name="Content Placeholder 2">
            <a:extLst>
              <a:ext uri="{FF2B5EF4-FFF2-40B4-BE49-F238E27FC236}">
                <a16:creationId xmlns:a16="http://schemas.microsoft.com/office/drawing/2014/main" id="{255BAFF4-887C-CEBA-AC4C-C7C077227482}"/>
              </a:ext>
            </a:extLst>
          </p:cNvPr>
          <p:cNvSpPr>
            <a:spLocks noGrp="1"/>
          </p:cNvSpPr>
          <p:nvPr>
            <p:ph idx="1"/>
          </p:nvPr>
        </p:nvSpPr>
        <p:spPr/>
        <p:txBody>
          <a:bodyPr>
            <a:normAutofit fontScale="92500" lnSpcReduction="10000"/>
          </a:bodyPr>
          <a:lstStyle/>
          <a:p>
            <a:r>
              <a:rPr lang="en-US" dirty="0"/>
              <a:t>Only job of S is to direct the flow of the data between the physical model and the neural network</a:t>
            </a:r>
          </a:p>
          <a:p>
            <a:r>
              <a:rPr lang="en-US" dirty="0"/>
              <a:t>Parallel </a:t>
            </a:r>
            <a:r>
              <a:rPr lang="en-US" i="1" dirty="0"/>
              <a:t>(allows to use orthogonality)</a:t>
            </a:r>
          </a:p>
          <a:p>
            <a:pPr lvl="1"/>
            <a:r>
              <a:rPr lang="en-US" b="1" dirty="0"/>
              <a:t>S</a:t>
            </a:r>
            <a:r>
              <a:rPr lang="en-US" dirty="0"/>
              <a:t> treats the physical model and the neural network as two independent workers tackling the same problem at the same time</a:t>
            </a:r>
          </a:p>
          <a:p>
            <a:pPr lvl="1"/>
            <a:r>
              <a:rPr lang="en-US" dirty="0"/>
              <a:t>ANN learns the </a:t>
            </a:r>
            <a:r>
              <a:rPr lang="en-US" b="1" dirty="0"/>
              <a:t>residual dynamics missing from the baseline</a:t>
            </a:r>
          </a:p>
          <a:p>
            <a:pPr lvl="1"/>
            <a:r>
              <a:rPr lang="en-US" dirty="0"/>
              <a:t>Outputs simply added together</a:t>
            </a:r>
          </a:p>
          <a:p>
            <a:r>
              <a:rPr lang="en-US" dirty="0"/>
              <a:t>Series </a:t>
            </a:r>
            <a:r>
              <a:rPr lang="en-US" i="1" dirty="0"/>
              <a:t>(sequential, not acting independently)</a:t>
            </a:r>
          </a:p>
          <a:p>
            <a:pPr lvl="1"/>
            <a:r>
              <a:rPr lang="en-US" b="1" dirty="0"/>
              <a:t>S</a:t>
            </a:r>
            <a:r>
              <a:rPr lang="en-US" dirty="0"/>
              <a:t> first sends the current state and input </a:t>
            </a:r>
            <a:r>
              <a:rPr lang="en-US" i="1" dirty="0"/>
              <a:t>only</a:t>
            </a:r>
            <a:r>
              <a:rPr lang="en-US" dirty="0"/>
              <a:t> to the physics model </a:t>
            </a:r>
            <a:r>
              <a:rPr lang="en-US" dirty="0">
                <a:sym typeface="Wingdings" panose="05000000000000000000" pitchFamily="2" charset="2"/>
              </a:rPr>
              <a:t> routes this output directly into the neural network as its inputs</a:t>
            </a:r>
            <a:endParaRPr lang="en-US" dirty="0"/>
          </a:p>
          <a:p>
            <a:pPr lvl="1"/>
            <a:r>
              <a:rPr lang="en-US" dirty="0"/>
              <a:t>ANN learns a </a:t>
            </a:r>
            <a:r>
              <a:rPr lang="en-US" b="1" dirty="0"/>
              <a:t>correction map</a:t>
            </a:r>
            <a:r>
              <a:rPr lang="en-US" dirty="0"/>
              <a:t> on top of the baseline’s predicted next-state, rather than an additive residual</a:t>
            </a:r>
            <a:endParaRPr lang="en-NL" dirty="0"/>
          </a:p>
        </p:txBody>
      </p:sp>
    </p:spTree>
    <p:extLst>
      <p:ext uri="{BB962C8B-B14F-4D97-AF65-F5344CB8AC3E}">
        <p14:creationId xmlns:p14="http://schemas.microsoft.com/office/powerpoint/2010/main" val="310648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A5A32C-09A4-C024-1ED8-1E2831312196}"/>
              </a:ext>
            </a:extLst>
          </p:cNvPr>
          <p:cNvPicPr>
            <a:picLocks noChangeAspect="1"/>
          </p:cNvPicPr>
          <p:nvPr/>
        </p:nvPicPr>
        <p:blipFill>
          <a:blip r:embed="rId2"/>
          <a:stretch>
            <a:fillRect/>
          </a:stretch>
        </p:blipFill>
        <p:spPr>
          <a:xfrm>
            <a:off x="8276679" y="1690688"/>
            <a:ext cx="3915321" cy="4029637"/>
          </a:xfrm>
          <a:prstGeom prst="rect">
            <a:avLst/>
          </a:prstGeom>
        </p:spPr>
      </p:pic>
      <p:sp>
        <p:nvSpPr>
          <p:cNvPr id="2" name="Title 1">
            <a:extLst>
              <a:ext uri="{FF2B5EF4-FFF2-40B4-BE49-F238E27FC236}">
                <a16:creationId xmlns:a16="http://schemas.microsoft.com/office/drawing/2014/main" id="{591A6452-E195-F0B8-32F9-AEF734849B5A}"/>
              </a:ext>
            </a:extLst>
          </p:cNvPr>
          <p:cNvSpPr>
            <a:spLocks noGrp="1"/>
          </p:cNvSpPr>
          <p:nvPr>
            <p:ph type="title"/>
          </p:nvPr>
        </p:nvSpPr>
        <p:spPr/>
        <p:txBody>
          <a:bodyPr/>
          <a:lstStyle/>
          <a:p>
            <a:r>
              <a:rPr lang="en-US" dirty="0"/>
              <a:t>Adapt simulation code for MIMO &amp; LPV</a:t>
            </a:r>
            <a:endParaRPr lang="en-NL" dirty="0"/>
          </a:p>
        </p:txBody>
      </p:sp>
      <p:sp>
        <p:nvSpPr>
          <p:cNvPr id="3" name="Content Placeholder 2">
            <a:extLst>
              <a:ext uri="{FF2B5EF4-FFF2-40B4-BE49-F238E27FC236}">
                <a16:creationId xmlns:a16="http://schemas.microsoft.com/office/drawing/2014/main" id="{270C202D-27A6-D869-9F1F-F17E542868DB}"/>
              </a:ext>
            </a:extLst>
          </p:cNvPr>
          <p:cNvSpPr>
            <a:spLocks noGrp="1"/>
          </p:cNvSpPr>
          <p:nvPr>
            <p:ph idx="1"/>
          </p:nvPr>
        </p:nvSpPr>
        <p:spPr>
          <a:xfrm>
            <a:off x="0" y="1414181"/>
            <a:ext cx="9055100" cy="5266019"/>
          </a:xfrm>
        </p:spPr>
        <p:txBody>
          <a:bodyPr>
            <a:normAutofit fontScale="92500" lnSpcReduction="10000"/>
          </a:bodyPr>
          <a:lstStyle/>
          <a:p>
            <a:r>
              <a:rPr lang="en-US" dirty="0"/>
              <a:t>Need to adapt the current SISO code to work for MIMO and adapt it to work for Linear Parameter Varying (LPV) </a:t>
            </a:r>
          </a:p>
          <a:p>
            <a:r>
              <a:rPr lang="en-US" dirty="0"/>
              <a:t>LPV</a:t>
            </a:r>
          </a:p>
          <a:p>
            <a:pPr lvl="1"/>
            <a:r>
              <a:rPr lang="en-US" b="1" dirty="0"/>
              <a:t>LPV-LFR (the physics):</a:t>
            </a:r>
            <a:r>
              <a:rPr lang="en-US" dirty="0"/>
              <a:t> Separates the system into a baseline linear model and a parameter-varying “delta block" (</a:t>
            </a:r>
            <a:r>
              <a:rPr lang="el-GR" dirty="0"/>
              <a:t>Δ(</a:t>
            </a:r>
            <a:r>
              <a:rPr lang="en-US" i="1" dirty="0"/>
              <a:t>pk</a:t>
            </a:r>
            <a:r>
              <a:rPr lang="en-US" dirty="0"/>
              <a:t>​)). The delta block continuously shifts the linear model's equations to capture nonlinear behavior</a:t>
            </a:r>
          </a:p>
          <a:p>
            <a:pPr lvl="1"/>
            <a:r>
              <a:rPr lang="en-US" b="1" dirty="0"/>
              <a:t>Scheduling Map Network (NN):</a:t>
            </a:r>
            <a:r>
              <a:rPr lang="en-US" dirty="0"/>
              <a:t> Additional Neural Network does not predicts the physical dynamics directly. Instead acts as a "conductor." </a:t>
            </a:r>
          </a:p>
          <a:p>
            <a:pPr lvl="2"/>
            <a:r>
              <a:rPr lang="en-US" i="1" dirty="0"/>
              <a:t>Input:</a:t>
            </a:r>
            <a:r>
              <a:rPr lang="en-US" dirty="0"/>
              <a:t> It observes the current environment (states, inputs, and exogenous signals).</a:t>
            </a:r>
          </a:p>
          <a:p>
            <a:pPr lvl="2"/>
            <a:r>
              <a:rPr lang="en-US" i="1" dirty="0"/>
              <a:t>Output:</a:t>
            </a:r>
            <a:r>
              <a:rPr lang="en-US" dirty="0"/>
              <a:t> It outputs dynamic tuning dials (scheduling variables, </a:t>
            </a:r>
            <a:r>
              <a:rPr lang="en-US" i="1" dirty="0"/>
              <a:t>pk</a:t>
            </a:r>
            <a:r>
              <a:rPr lang="en-US" dirty="0"/>
              <a:t>​)</a:t>
            </a:r>
          </a:p>
          <a:p>
            <a:pPr lvl="2"/>
            <a:r>
              <a:rPr lang="en-US" i="1" dirty="0"/>
              <a:t>Result:</a:t>
            </a:r>
            <a:r>
              <a:rPr lang="en-US" dirty="0"/>
              <a:t> These </a:t>
            </a:r>
            <a:r>
              <a:rPr lang="en-US" i="1" dirty="0"/>
              <a:t>pk</a:t>
            </a:r>
            <a:r>
              <a:rPr lang="en-US" dirty="0"/>
              <a:t>​ variables are fed directly into the delta block, telling the LPV-LFR model exactly how to adjust its physics for that time step</a:t>
            </a:r>
          </a:p>
          <a:p>
            <a:pPr lvl="2"/>
            <a:r>
              <a:rPr lang="en-US" dirty="0"/>
              <a:t>(can still have </a:t>
            </a:r>
            <a:r>
              <a:rPr lang="en-US" b="1" dirty="0"/>
              <a:t>another NN augmentation</a:t>
            </a:r>
            <a:r>
              <a:rPr lang="en-US" dirty="0"/>
              <a:t> in parallel/series predicting residual dynamics)</a:t>
            </a:r>
            <a:endParaRPr lang="en-NL" dirty="0"/>
          </a:p>
        </p:txBody>
      </p:sp>
    </p:spTree>
    <p:extLst>
      <p:ext uri="{BB962C8B-B14F-4D97-AF65-F5344CB8AC3E}">
        <p14:creationId xmlns:p14="http://schemas.microsoft.com/office/powerpoint/2010/main" val="4039426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08FD9-FC1C-2256-22F9-F56B30E07ECD}"/>
              </a:ext>
            </a:extLst>
          </p:cNvPr>
          <p:cNvSpPr>
            <a:spLocks noGrp="1"/>
          </p:cNvSpPr>
          <p:nvPr>
            <p:ph type="title"/>
          </p:nvPr>
        </p:nvSpPr>
        <p:spPr/>
        <p:txBody>
          <a:bodyPr/>
          <a:lstStyle/>
          <a:p>
            <a:r>
              <a:rPr lang="en-US" dirty="0"/>
              <a:t>Adapt to Linear Parameter Varying (LPV)</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226DE6-D545-AD04-EE3A-174DA49D12D5}"/>
                  </a:ext>
                </a:extLst>
              </p:cNvPr>
              <p:cNvSpPr>
                <a:spLocks noGrp="1"/>
              </p:cNvSpPr>
              <p:nvPr>
                <p:ph idx="1"/>
              </p:nvPr>
            </p:nvSpPr>
            <p:spPr/>
            <p:txBody>
              <a:bodyPr/>
              <a:lstStyle/>
              <a:p>
                <a:r>
                  <a:rPr lang="en-US" b="1" dirty="0"/>
                  <a:t>Have we chosen the most logical thing to vary with </a:t>
                </a:r>
                <a14:m>
                  <m:oMath xmlns:m="http://schemas.openxmlformats.org/officeDocument/2006/math">
                    <m:r>
                      <a:rPr lang="en-US" i="1">
                        <a:latin typeface="Cambria Math" panose="02040503050406030204" pitchFamily="18" charset="0"/>
                      </a:rPr>
                      <m:t>𝑝</m:t>
                    </m:r>
                  </m:oMath>
                </a14:m>
                <a:r>
                  <a:rPr lang="en-US" b="1" dirty="0"/>
                  <a:t> (LPV)? Honest answer.</a:t>
                </a:r>
              </a:p>
              <a:p>
                <a:r>
                  <a:rPr lang="en-US" b="1" dirty="0"/>
                  <a:t>Varying </a:t>
                </a:r>
                <a14:m>
                  <m:oMath xmlns:m="http://schemas.openxmlformats.org/officeDocument/2006/math">
                    <m:r>
                      <a:rPr lang="en-US" i="1">
                        <a:latin typeface="Cambria Math" panose="02040503050406030204" pitchFamily="18" charset="0"/>
                      </a:rPr>
                      <m:t>𝐴</m:t>
                    </m:r>
                  </m:oMath>
                </a14:m>
                <a:r>
                  <a:rPr lang="en-US" dirty="0"/>
                  <a:t> (i.e., letting the state-update dynamics depend on a scheduling variable) is the </a:t>
                </a:r>
                <a:r>
                  <a:rPr lang="en-US" i="1" dirty="0"/>
                  <a:t>most standard</a:t>
                </a:r>
                <a:r>
                  <a:rPr lang="en-US" dirty="0"/>
                  <a:t> and usually most defensible first LPV step for an MSD, especially for </a:t>
                </a:r>
                <a:r>
                  <a:rPr lang="en-US" b="1" dirty="0"/>
                  <a:t>hardening springs</a:t>
                </a:r>
                <a:r>
                  <a:rPr lang="en-US" dirty="0"/>
                  <a:t>: the nonlinearity effectively makes the “spring-force-to-acceleration” terms depend on displacement, which shows up as </a:t>
                </a:r>
                <a:r>
                  <a:rPr lang="en-US" b="1" dirty="0"/>
                  <a:t>state-dependent entries in </a:t>
                </a:r>
                <a14:m>
                  <m:oMath xmlns:m="http://schemas.openxmlformats.org/officeDocument/2006/math">
                    <m:r>
                      <a:rPr lang="en-US" i="1">
                        <a:latin typeface="Cambria Math" panose="02040503050406030204" pitchFamily="18" charset="0"/>
                      </a:rPr>
                      <m:t>𝐴</m:t>
                    </m:r>
                    <m:d>
                      <m:dPr>
                        <m:ctrlPr>
                          <a:rPr lang="ar-AE" i="1">
                            <a:latin typeface="Cambria Math" panose="02040503050406030204" pitchFamily="18" charset="0"/>
                          </a:rPr>
                        </m:ctrlPr>
                      </m:dPr>
                      <m:e>
                        <m:r>
                          <a:rPr lang="ar-AE">
                            <a:latin typeface="Cambria Math" panose="02040503050406030204" pitchFamily="18" charset="0"/>
                          </a:rPr>
                          <m:t>⋅</m:t>
                        </m:r>
                      </m:e>
                    </m:d>
                  </m:oMath>
                </a14:m>
                <a:r>
                  <a:rPr lang="ar-AE" dirty="0"/>
                  <a:t>.</a:t>
                </a:r>
              </a:p>
              <a:p>
                <a:endParaRPr lang="en-NL" dirty="0"/>
              </a:p>
            </p:txBody>
          </p:sp>
        </mc:Choice>
        <mc:Fallback xmlns="">
          <p:sp>
            <p:nvSpPr>
              <p:cNvPr id="3" name="Content Placeholder 2">
                <a:extLst>
                  <a:ext uri="{FF2B5EF4-FFF2-40B4-BE49-F238E27FC236}">
                    <a16:creationId xmlns:a16="http://schemas.microsoft.com/office/drawing/2014/main" id="{8C226DE6-D545-AD04-EE3A-174DA49D12D5}"/>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NL">
                    <a:noFill/>
                  </a:rPr>
                  <a:t> </a:t>
                </a:r>
              </a:p>
            </p:txBody>
          </p:sp>
        </mc:Fallback>
      </mc:AlternateContent>
    </p:spTree>
    <p:extLst>
      <p:ext uri="{BB962C8B-B14F-4D97-AF65-F5344CB8AC3E}">
        <p14:creationId xmlns:p14="http://schemas.microsoft.com/office/powerpoint/2010/main" val="1476473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A3F56A3-A88D-23A0-B41C-55AB3AD68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B98CA-5100-DBB8-CC83-7AA436C7C5F7}"/>
              </a:ext>
            </a:extLst>
          </p:cNvPr>
          <p:cNvSpPr>
            <a:spLocks noGrp="1"/>
          </p:cNvSpPr>
          <p:nvPr>
            <p:ph type="title"/>
          </p:nvPr>
        </p:nvSpPr>
        <p:spPr/>
        <p:txBody>
          <a:bodyPr/>
          <a:lstStyle/>
          <a:p>
            <a:r>
              <a:rPr lang="en-US" dirty="0"/>
              <a:t>Nonlinear Infinite Impulse Response (NIIR)</a:t>
            </a:r>
            <a:endParaRPr lang="en-NL" dirty="0"/>
          </a:p>
        </p:txBody>
      </p:sp>
      <p:sp>
        <p:nvSpPr>
          <p:cNvPr id="3" name="Content Placeholder 2">
            <a:extLst>
              <a:ext uri="{FF2B5EF4-FFF2-40B4-BE49-F238E27FC236}">
                <a16:creationId xmlns:a16="http://schemas.microsoft.com/office/drawing/2014/main" id="{F891A31E-8BF6-2FE9-F952-B48274566B3E}"/>
              </a:ext>
            </a:extLst>
          </p:cNvPr>
          <p:cNvSpPr>
            <a:spLocks noGrp="1"/>
          </p:cNvSpPr>
          <p:nvPr>
            <p:ph idx="1"/>
          </p:nvPr>
        </p:nvSpPr>
        <p:spPr>
          <a:xfrm>
            <a:off x="838200" y="1825625"/>
            <a:ext cx="7192919" cy="3901778"/>
          </a:xfrm>
        </p:spPr>
        <p:txBody>
          <a:bodyPr>
            <a:normAutofit fontScale="55000" lnSpcReduction="20000"/>
          </a:bodyPr>
          <a:lstStyle/>
          <a:p>
            <a:r>
              <a:rPr lang="en-US" dirty="0"/>
              <a:t>third type of model mismatch is missing states. In this case, the physical system exhibits dynamical behavior that operates on additional, different timescales (or for linear systems; eigenfrequencies) than those already present in the FP model. These may be caused by, among others, flexible dynamics and parasitic degrees of freedom. To account for this type of model mismatch, completely new states are required, which also require their own governing dynamical state equations, i.e., state extension is applied. To this end, again, NNs are employed.</a:t>
            </a:r>
          </a:p>
          <a:p>
            <a:r>
              <a:rPr lang="en-US" dirty="0"/>
              <a:t>The governing dynamical state equations are captured by separate NNs. Here, we have the choice to use physical knowledge and assume that these equations take on a second-order structure to limit the workload of the neural network. In this chapter, we indeed will assume a second-order structure for the extended states.</a:t>
            </a:r>
          </a:p>
          <a:p>
            <a:r>
              <a:rPr lang="en-US" b="1" dirty="0"/>
              <a:t>"Internal Dynamics"</a:t>
            </a:r>
            <a:r>
              <a:rPr lang="en-US" dirty="0"/>
              <a:t>—specifically </a:t>
            </a:r>
            <a:r>
              <a:rPr lang="en-US" b="1" dirty="0"/>
              <a:t>unmodeled resonances</a:t>
            </a:r>
            <a:r>
              <a:rPr lang="en-US" dirty="0"/>
              <a:t> or </a:t>
            </a:r>
            <a:r>
              <a:rPr lang="en-US" b="1" dirty="0"/>
              <a:t>flexible modes-</a:t>
            </a:r>
            <a:r>
              <a:rPr lang="en-US" dirty="0"/>
              <a:t>that cannot be represented by a simple history of inputs</a:t>
            </a:r>
          </a:p>
          <a:p>
            <a:r>
              <a:rPr lang="en-US" dirty="0"/>
              <a:t>The most direct justification is that the physical phenomena you are trying to learn (e.g., flexible modes of the gantry) have their own "memory" or inertia.</a:t>
            </a:r>
          </a:p>
          <a:p>
            <a:endParaRPr lang="en-NL" dirty="0"/>
          </a:p>
        </p:txBody>
      </p:sp>
      <p:pic>
        <p:nvPicPr>
          <p:cNvPr id="6" name="Picture 5">
            <a:extLst>
              <a:ext uri="{FF2B5EF4-FFF2-40B4-BE49-F238E27FC236}">
                <a16:creationId xmlns:a16="http://schemas.microsoft.com/office/drawing/2014/main" id="{0FE7EC14-4CD9-54FF-EA51-B0F42D9FE95A}"/>
              </a:ext>
            </a:extLst>
          </p:cNvPr>
          <p:cNvPicPr>
            <a:picLocks noChangeAspect="1"/>
          </p:cNvPicPr>
          <p:nvPr/>
        </p:nvPicPr>
        <p:blipFill>
          <a:blip r:embed="rId3"/>
          <a:stretch>
            <a:fillRect/>
          </a:stretch>
        </p:blipFill>
        <p:spPr>
          <a:xfrm>
            <a:off x="8031119" y="99516"/>
            <a:ext cx="4160881" cy="3901778"/>
          </a:xfrm>
          <a:prstGeom prst="rect">
            <a:avLst/>
          </a:prstGeom>
        </p:spPr>
      </p:pic>
      <p:pic>
        <p:nvPicPr>
          <p:cNvPr id="8" name="Picture 7">
            <a:extLst>
              <a:ext uri="{FF2B5EF4-FFF2-40B4-BE49-F238E27FC236}">
                <a16:creationId xmlns:a16="http://schemas.microsoft.com/office/drawing/2014/main" id="{E81956B4-448A-9CA9-6B80-2B858459845C}"/>
              </a:ext>
            </a:extLst>
          </p:cNvPr>
          <p:cNvPicPr>
            <a:picLocks noChangeAspect="1"/>
          </p:cNvPicPr>
          <p:nvPr/>
        </p:nvPicPr>
        <p:blipFill>
          <a:blip r:embed="rId4"/>
          <a:stretch>
            <a:fillRect/>
          </a:stretch>
        </p:blipFill>
        <p:spPr>
          <a:xfrm>
            <a:off x="8206395" y="4186363"/>
            <a:ext cx="3985605" cy="2453853"/>
          </a:xfrm>
          <a:prstGeom prst="rect">
            <a:avLst/>
          </a:prstGeom>
        </p:spPr>
      </p:pic>
    </p:spTree>
    <p:extLst>
      <p:ext uri="{BB962C8B-B14F-4D97-AF65-F5344CB8AC3E}">
        <p14:creationId xmlns:p14="http://schemas.microsoft.com/office/powerpoint/2010/main" val="3942518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F63F2-9FA3-B376-4880-8D87E38FF9E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76E3936-CCDF-5672-6036-EC8EE90B6BC2}"/>
              </a:ext>
            </a:extLst>
          </p:cNvPr>
          <p:cNvSpPr>
            <a:spLocks noGrp="1"/>
          </p:cNvSpPr>
          <p:nvPr>
            <p:ph idx="1"/>
          </p:nvPr>
        </p:nvSpPr>
        <p:spPr/>
        <p:txBody>
          <a:bodyPr>
            <a:normAutofit fontScale="85000" lnSpcReduction="20000"/>
          </a:bodyPr>
          <a:lstStyle/>
          <a:p>
            <a:r>
              <a:rPr lang="en-US" dirty="0" err="1"/>
              <a:t>lw</a:t>
            </a:r>
            <a:r>
              <a:rPr lang="en-US" dirty="0"/>
              <a:t>(</a:t>
            </a:r>
            <a:r>
              <a:rPr lang="en-US" dirty="0" err="1"/>
              <a:t>i</a:t>
            </a:r>
            <a:r>
              <a:rPr lang="en-US" dirty="0"/>
              <a:t>) represents a feedforward </a:t>
            </a:r>
            <a:r>
              <a:rPr lang="en-US" dirty="0" err="1"/>
              <a:t>nn</a:t>
            </a:r>
            <a:r>
              <a:rPr lang="en-US" dirty="0"/>
              <a:t> parameterized by weights w</a:t>
            </a:r>
          </a:p>
          <a:p>
            <a:r>
              <a:rPr lang="en-US" dirty="0"/>
              <a:t>Calculates how the system changes from one time step to the next</a:t>
            </a:r>
          </a:p>
          <a:p>
            <a:r>
              <a:rPr lang="en-US" dirty="0"/>
              <a:t>Since for a simulation, l (1) w1 , l (2) w2 , and l (3) w3 are used recurrently in sequential time steps, they are regarded as Recurrent Neural Networks (RNNs)</a:t>
            </a:r>
          </a:p>
          <a:p>
            <a:r>
              <a:rPr lang="en-US" dirty="0"/>
              <a:t>The "recurrent" label comes from </a:t>
            </a:r>
            <a:r>
              <a:rPr lang="en-US" i="1" dirty="0"/>
              <a:t>where</a:t>
            </a:r>
            <a:r>
              <a:rPr lang="en-US" dirty="0"/>
              <a:t> </a:t>
            </a:r>
            <a:r>
              <a:rPr lang="en-US" i="1" dirty="0"/>
              <a:t>l</a:t>
            </a:r>
            <a:r>
              <a:rPr lang="en-US" dirty="0"/>
              <a:t> is placed in the equations, not the internal architecture of the network itself. </a:t>
            </a:r>
            <a:r>
              <a:rPr lang="en-US" i="1" dirty="0"/>
              <a:t>l</a:t>
            </a:r>
            <a:r>
              <a:rPr lang="en-US" dirty="0"/>
              <a:t> acts as the </a:t>
            </a:r>
            <a:r>
              <a:rPr lang="en-US" b="1" dirty="0"/>
              <a:t>state transition function</a:t>
            </a:r>
            <a:r>
              <a:rPr lang="en-US" dirty="0"/>
              <a:t> (or discrete vector field) for the augmented parts of the model.</a:t>
            </a:r>
          </a:p>
          <a:p>
            <a:r>
              <a:rPr lang="en-US" dirty="0"/>
              <a:t>Update Xk+1 and update </a:t>
            </a:r>
            <a:r>
              <a:rPr lang="en-US" dirty="0" err="1"/>
              <a:t>lw</a:t>
            </a:r>
            <a:r>
              <a:rPr lang="en-US" dirty="0"/>
              <a:t> based on states. So why update twice?</a:t>
            </a:r>
          </a:p>
          <a:p>
            <a:r>
              <a:rPr lang="en-US" dirty="0"/>
              <a:t>The 3 l’s are trained static mapping. Feed forward </a:t>
            </a:r>
            <a:r>
              <a:rPr lang="en-US" dirty="0" err="1"/>
              <a:t>nn</a:t>
            </a:r>
            <a:r>
              <a:rPr lang="en-US" dirty="0"/>
              <a:t>, but because these 3 </a:t>
            </a:r>
            <a:r>
              <a:rPr lang="en-US" dirty="0" err="1"/>
              <a:t>nn</a:t>
            </a:r>
            <a:r>
              <a:rPr lang="en-US" dirty="0"/>
              <a:t> (l’s) keep looping back in (the total picture where all 3 are combined). He calls it a RNN. So for the augmentation step the l’s are a static mapping</a:t>
            </a:r>
          </a:p>
          <a:p>
            <a:r>
              <a:rPr lang="en-US" dirty="0" err="1"/>
              <a:t>Kijken</a:t>
            </a:r>
            <a:r>
              <a:rPr lang="en-US" dirty="0"/>
              <a:t> hoe de l’s </a:t>
            </a:r>
            <a:r>
              <a:rPr lang="en-US" dirty="0" err="1"/>
              <a:t>precies</a:t>
            </a:r>
            <a:r>
              <a:rPr lang="en-US" dirty="0"/>
              <a:t> </a:t>
            </a:r>
            <a:r>
              <a:rPr lang="en-US" dirty="0" err="1"/>
              <a:t>getraint</a:t>
            </a:r>
            <a:r>
              <a:rPr lang="en-US" dirty="0"/>
              <a:t>.</a:t>
            </a:r>
            <a:endParaRPr lang="en-NL" dirty="0"/>
          </a:p>
        </p:txBody>
      </p:sp>
      <p:pic>
        <p:nvPicPr>
          <p:cNvPr id="5" name="Picture 4">
            <a:extLst>
              <a:ext uri="{FF2B5EF4-FFF2-40B4-BE49-F238E27FC236}">
                <a16:creationId xmlns:a16="http://schemas.microsoft.com/office/drawing/2014/main" id="{82C96B3D-D6EA-FFE6-E5D2-A211A08EFAAB}"/>
              </a:ext>
            </a:extLst>
          </p:cNvPr>
          <p:cNvPicPr>
            <a:picLocks noChangeAspect="1"/>
          </p:cNvPicPr>
          <p:nvPr/>
        </p:nvPicPr>
        <p:blipFill>
          <a:blip r:embed="rId2"/>
          <a:stretch>
            <a:fillRect/>
          </a:stretch>
        </p:blipFill>
        <p:spPr>
          <a:xfrm>
            <a:off x="9986707" y="1027906"/>
            <a:ext cx="8512278" cy="2728196"/>
          </a:xfrm>
          <a:prstGeom prst="rect">
            <a:avLst/>
          </a:prstGeom>
        </p:spPr>
      </p:pic>
    </p:spTree>
    <p:extLst>
      <p:ext uri="{BB962C8B-B14F-4D97-AF65-F5344CB8AC3E}">
        <p14:creationId xmlns:p14="http://schemas.microsoft.com/office/powerpoint/2010/main" val="1815601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1E8F5-0400-E93C-04CE-8C2AA28D042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D386781-5BAA-58AE-19A7-71A6243D7FC0}"/>
              </a:ext>
            </a:extLst>
          </p:cNvPr>
          <p:cNvSpPr>
            <a:spLocks noGrp="1"/>
          </p:cNvSpPr>
          <p:nvPr>
            <p:ph idx="1"/>
          </p:nvPr>
        </p:nvSpPr>
        <p:spPr/>
        <p:txBody>
          <a:bodyPr>
            <a:normAutofit fontScale="62500" lnSpcReduction="20000"/>
          </a:bodyPr>
          <a:lstStyle/>
          <a:p>
            <a:r>
              <a:rPr lang="en-US" dirty="0"/>
              <a:t>3. Specific Roles of each </a:t>
            </a:r>
            <a:r>
              <a:rPr lang="en-US" i="1" dirty="0"/>
              <a:t>l</a:t>
            </a:r>
            <a:r>
              <a:rPr lang="en-US" dirty="0"/>
              <a:t> function</a:t>
            </a:r>
          </a:p>
          <a:p>
            <a:r>
              <a:rPr lang="en-US" dirty="0" err="1"/>
              <a:t>Kessels</a:t>
            </a:r>
            <a:r>
              <a:rPr lang="en-US" dirty="0"/>
              <a:t> defines three distinct </a:t>
            </a:r>
            <a:r>
              <a:rPr lang="en-US" i="1" dirty="0"/>
              <a:t>l</a:t>
            </a:r>
            <a:r>
              <a:rPr lang="en-US" dirty="0"/>
              <a:t> functions, each serving a different purpose in the Extension and Augmentation (EA) model [Source 5, 343, 344]:</a:t>
            </a:r>
          </a:p>
          <a:p>
            <a:r>
              <a:rPr lang="en-US" dirty="0"/>
              <a:t>• </a:t>
            </a:r>
            <a:r>
              <a:rPr lang="en-US" i="1" dirty="0"/>
              <a:t>lw</a:t>
            </a:r>
            <a:r>
              <a:rPr lang="en-US" dirty="0"/>
              <a:t>1​(1)​</a:t>
            </a:r>
            <a:r>
              <a:rPr lang="en-US" b="1" dirty="0"/>
              <a:t> (Augmentation):</a:t>
            </a:r>
            <a:endParaRPr lang="en-US" dirty="0"/>
          </a:p>
          <a:p>
            <a:r>
              <a:rPr lang="en-US" dirty="0"/>
              <a:t>    ◦ </a:t>
            </a:r>
            <a:r>
              <a:rPr lang="en-US" b="1" dirty="0"/>
              <a:t>Job:</a:t>
            </a:r>
            <a:r>
              <a:rPr lang="en-US" dirty="0"/>
              <a:t> Corrects the known physics.</a:t>
            </a:r>
          </a:p>
          <a:p>
            <a:r>
              <a:rPr lang="en-US" dirty="0"/>
              <a:t>    ◦ </a:t>
            </a:r>
            <a:r>
              <a:rPr lang="en-US" b="1" dirty="0"/>
              <a:t>Action:</a:t>
            </a:r>
            <a:r>
              <a:rPr lang="en-US" dirty="0"/>
              <a:t> It calculates a "correction force" that is added to the standard First Principles equation (</a:t>
            </a:r>
            <a:r>
              <a:rPr lang="en-US" i="1" dirty="0"/>
              <a:t>g</a:t>
            </a:r>
            <a:r>
              <a:rPr lang="en-US" dirty="0"/>
              <a:t>). For example, if the FP model predicts friction incorrectly, </a:t>
            </a:r>
            <a:r>
              <a:rPr lang="en-US" i="1" dirty="0"/>
              <a:t>l</a:t>
            </a:r>
            <a:r>
              <a:rPr lang="en-US" dirty="0"/>
              <a:t>(1) learns to output the missing friction force.</a:t>
            </a:r>
          </a:p>
          <a:p>
            <a:r>
              <a:rPr lang="en-US" dirty="0"/>
              <a:t>• </a:t>
            </a:r>
            <a:r>
              <a:rPr lang="en-US" i="1" dirty="0"/>
              <a:t>lw</a:t>
            </a:r>
            <a:r>
              <a:rPr lang="en-US" dirty="0"/>
              <a:t>2​(2)​</a:t>
            </a:r>
            <a:r>
              <a:rPr lang="en-US" b="1" dirty="0"/>
              <a:t> (Extension):</a:t>
            </a:r>
            <a:endParaRPr lang="en-US" dirty="0"/>
          </a:p>
          <a:p>
            <a:r>
              <a:rPr lang="en-US" dirty="0"/>
              <a:t>    ◦ </a:t>
            </a:r>
            <a:r>
              <a:rPr lang="en-US" b="1" dirty="0"/>
              <a:t>Job:</a:t>
            </a:r>
            <a:r>
              <a:rPr lang="en-US" dirty="0"/>
              <a:t> drives the </a:t>
            </a:r>
            <a:r>
              <a:rPr lang="en-US" i="1" dirty="0"/>
              <a:t>new</a:t>
            </a:r>
            <a:r>
              <a:rPr lang="en-US" dirty="0"/>
              <a:t> physics.</a:t>
            </a:r>
          </a:p>
          <a:p>
            <a:r>
              <a:rPr lang="en-US" dirty="0"/>
              <a:t>    ◦ </a:t>
            </a:r>
            <a:r>
              <a:rPr lang="en-US" b="1" dirty="0"/>
              <a:t>Action:</a:t>
            </a:r>
            <a:r>
              <a:rPr lang="en-US" dirty="0"/>
              <a:t> It acts as the entire physics engine for the "missing states" (like flexible modes). It calculates the acceleration of these invisible states based on the system's current motion.</a:t>
            </a:r>
          </a:p>
          <a:p>
            <a:r>
              <a:rPr lang="en-US" dirty="0"/>
              <a:t>• </a:t>
            </a:r>
            <a:r>
              <a:rPr lang="en-US" i="1" dirty="0"/>
              <a:t>lw</a:t>
            </a:r>
            <a:r>
              <a:rPr lang="en-US" dirty="0"/>
              <a:t>3​(3)​</a:t>
            </a:r>
            <a:r>
              <a:rPr lang="en-US" b="1" dirty="0"/>
              <a:t> (Output Correction):</a:t>
            </a:r>
            <a:endParaRPr lang="en-US" dirty="0"/>
          </a:p>
          <a:p>
            <a:r>
              <a:rPr lang="en-US" dirty="0"/>
              <a:t>    ◦ </a:t>
            </a:r>
            <a:r>
              <a:rPr lang="en-US" b="1" dirty="0"/>
              <a:t>Job:</a:t>
            </a:r>
            <a:r>
              <a:rPr lang="en-US" dirty="0"/>
              <a:t> Corrects the sensor reading.</a:t>
            </a:r>
          </a:p>
          <a:p>
            <a:r>
              <a:rPr lang="en-US" dirty="0"/>
              <a:t>    ◦ </a:t>
            </a:r>
            <a:r>
              <a:rPr lang="en-US" b="1" dirty="0"/>
              <a:t>Action:</a:t>
            </a:r>
            <a:r>
              <a:rPr lang="en-US" dirty="0"/>
              <a:t> It maps the internal states to the measured output. If the sensor has a nonlinearity not modeled by </a:t>
            </a:r>
            <a:r>
              <a:rPr lang="en-US" i="1" dirty="0"/>
              <a:t>h</a:t>
            </a:r>
            <a:r>
              <a:rPr lang="en-US" dirty="0"/>
              <a:t>, </a:t>
            </a:r>
            <a:r>
              <a:rPr lang="en-US" i="1" dirty="0"/>
              <a:t>l</a:t>
            </a:r>
            <a:r>
              <a:rPr lang="en-US" dirty="0"/>
              <a:t>(3) adds a correction value to the output </a:t>
            </a:r>
            <a:r>
              <a:rPr lang="en-US" i="1" dirty="0"/>
              <a:t>y</a:t>
            </a:r>
            <a:r>
              <a:rPr lang="en-US" dirty="0"/>
              <a:t>^​.</a:t>
            </a:r>
          </a:p>
          <a:p>
            <a:endParaRPr lang="en-NL" dirty="0"/>
          </a:p>
        </p:txBody>
      </p:sp>
    </p:spTree>
    <p:extLst>
      <p:ext uri="{BB962C8B-B14F-4D97-AF65-F5344CB8AC3E}">
        <p14:creationId xmlns:p14="http://schemas.microsoft.com/office/powerpoint/2010/main" val="3438033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35903-B34C-AF9B-7298-CD61080477AB}"/>
              </a:ext>
            </a:extLst>
          </p:cNvPr>
          <p:cNvSpPr>
            <a:spLocks noGrp="1"/>
          </p:cNvSpPr>
          <p:nvPr>
            <p:ph type="title"/>
          </p:nvPr>
        </p:nvSpPr>
        <p:spPr/>
        <p:txBody>
          <a:bodyPr/>
          <a:lstStyle/>
          <a:p>
            <a:r>
              <a:rPr lang="en-US" dirty="0"/>
              <a:t>Global movement</a:t>
            </a:r>
            <a:endParaRPr lang="en-NL" dirty="0"/>
          </a:p>
        </p:txBody>
      </p:sp>
      <p:sp>
        <p:nvSpPr>
          <p:cNvPr id="3" name="Content Placeholder 2">
            <a:extLst>
              <a:ext uri="{FF2B5EF4-FFF2-40B4-BE49-F238E27FC236}">
                <a16:creationId xmlns:a16="http://schemas.microsoft.com/office/drawing/2014/main" id="{556CA084-4DEA-5469-2A71-C8316BEFE961}"/>
              </a:ext>
            </a:extLst>
          </p:cNvPr>
          <p:cNvSpPr>
            <a:spLocks noGrp="1"/>
          </p:cNvSpPr>
          <p:nvPr>
            <p:ph idx="1"/>
          </p:nvPr>
        </p:nvSpPr>
        <p:spPr/>
        <p:txBody>
          <a:bodyPr>
            <a:normAutofit fontScale="85000" lnSpcReduction="20000"/>
          </a:bodyPr>
          <a:lstStyle/>
          <a:p>
            <a:r>
              <a:rPr lang="en-US" dirty="0"/>
              <a:t>OMNIPUS responsible for global movement for covering the full operating space. Combine with “Wet-Clutch Trick” for local excitation</a:t>
            </a:r>
          </a:p>
          <a:p>
            <a:r>
              <a:rPr lang="en-US" dirty="0"/>
              <a:t>OMNIPUS was for three inputs and one output </a:t>
            </a:r>
            <a:r>
              <a:rPr lang="en-US" dirty="0">
                <a:sym typeface="Wingdings" panose="05000000000000000000" pitchFamily="2" charset="2"/>
              </a:rPr>
              <a:t> MIMO</a:t>
            </a:r>
            <a:endParaRPr lang="en-US" dirty="0"/>
          </a:p>
          <a:p>
            <a:r>
              <a:rPr lang="en-US" dirty="0"/>
              <a:t>MIMO nonlinear </a:t>
            </a:r>
            <a:r>
              <a:rPr lang="en-US" dirty="0" err="1"/>
              <a:t>sytem</a:t>
            </a:r>
            <a:r>
              <a:rPr lang="en-US" dirty="0"/>
              <a:t> </a:t>
            </a:r>
            <a:r>
              <a:rPr lang="en-US" dirty="0" err="1"/>
              <a:t>identifciation</a:t>
            </a:r>
            <a:r>
              <a:rPr lang="en-US" dirty="0"/>
              <a:t> </a:t>
            </a:r>
            <a:r>
              <a:rPr lang="en-US" dirty="0" err="1"/>
              <a:t>literature.Compare</a:t>
            </a:r>
            <a:r>
              <a:rPr lang="en-US" dirty="0"/>
              <a:t> to how </a:t>
            </a:r>
            <a:r>
              <a:rPr lang="en-US" dirty="0" err="1"/>
              <a:t>Kessels</a:t>
            </a:r>
            <a:r>
              <a:rPr lang="en-US" dirty="0"/>
              <a:t> did it.</a:t>
            </a:r>
          </a:p>
          <a:p>
            <a:pPr lvl="1"/>
            <a:r>
              <a:rPr lang="en-US" b="1" dirty="0"/>
              <a:t>The "OMNIPUS" Aspect:</a:t>
            </a:r>
            <a:r>
              <a:rPr lang="en-US" dirty="0"/>
              <a:t> Instead of using a fixed repetitive cycle, </a:t>
            </a:r>
            <a:r>
              <a:rPr lang="en-US" dirty="0" err="1"/>
              <a:t>Kessels</a:t>
            </a:r>
            <a:r>
              <a:rPr lang="en-US" dirty="0"/>
              <a:t> explicitly randomizes the </a:t>
            </a:r>
            <a:r>
              <a:rPr lang="en-US" b="1" dirty="0"/>
              <a:t>"motion direction... as well as the magnitudes of the steps"</a:t>
            </a:r>
            <a:r>
              <a:rPr lang="en-US" dirty="0"/>
              <a:t>.</a:t>
            </a:r>
          </a:p>
          <a:p>
            <a:r>
              <a:rPr lang="en-US" b="1" dirty="0"/>
              <a:t>OMNIPUS:</a:t>
            </a:r>
            <a:r>
              <a:rPr lang="en-US" dirty="0"/>
              <a:t> As described in Source 0, OMNIPUS involves an </a:t>
            </a:r>
            <a:r>
              <a:rPr lang="en-US" b="1" dirty="0"/>
              <a:t>optimization</a:t>
            </a:r>
            <a:r>
              <a:rPr lang="en-US" dirty="0"/>
              <a:t> routine (often brute-force) to </a:t>
            </a:r>
            <a:r>
              <a:rPr lang="en-US" i="1" dirty="0"/>
              <a:t>select</a:t>
            </a:r>
            <a:r>
              <a:rPr lang="en-US" dirty="0"/>
              <a:t> the specific sequence of steps that maximizes the information content (Fisher information matrix)</a:t>
            </a:r>
          </a:p>
          <a:p>
            <a:r>
              <a:rPr lang="nl-NL" dirty="0"/>
              <a:t>Hoe experiment voor </a:t>
            </a:r>
            <a:r>
              <a:rPr lang="nl-NL" dirty="0" err="1"/>
              <a:t>dual</a:t>
            </a:r>
            <a:r>
              <a:rPr lang="nl-NL" dirty="0"/>
              <a:t> </a:t>
            </a:r>
            <a:r>
              <a:rPr lang="nl-NL" dirty="0" err="1"/>
              <a:t>gantry</a:t>
            </a:r>
            <a:r>
              <a:rPr lang="nl-NL" dirty="0"/>
              <a:t>. Hoe houd je rekening met dat het systeem niet botst. Kunt niet </a:t>
            </a:r>
            <a:r>
              <a:rPr lang="nl-NL" dirty="0" err="1"/>
              <a:t>omnipus</a:t>
            </a:r>
            <a:r>
              <a:rPr lang="nl-NL" dirty="0"/>
              <a:t> </a:t>
            </a:r>
            <a:r>
              <a:rPr lang="nl-NL" dirty="0" err="1"/>
              <a:t>gwn</a:t>
            </a:r>
            <a:r>
              <a:rPr lang="nl-NL" dirty="0"/>
              <a:t> random steps. </a:t>
            </a:r>
            <a:r>
              <a:rPr lang="nl-NL" dirty="0" err="1"/>
              <a:t>Constrain</a:t>
            </a:r>
            <a:r>
              <a:rPr lang="nl-NL" dirty="0"/>
              <a:t> </a:t>
            </a:r>
            <a:r>
              <a:rPr lang="nl-NL" dirty="0" err="1"/>
              <a:t>the</a:t>
            </a:r>
            <a:r>
              <a:rPr lang="nl-NL" dirty="0"/>
              <a:t> </a:t>
            </a:r>
            <a:r>
              <a:rPr lang="nl-NL" dirty="0" err="1"/>
              <a:t>inputs</a:t>
            </a:r>
            <a:r>
              <a:rPr lang="nl-NL" dirty="0"/>
              <a:t>, of iets </a:t>
            </a:r>
            <a:r>
              <a:rPr lang="nl-NL" dirty="0" err="1"/>
              <a:t>slimmers</a:t>
            </a:r>
            <a:r>
              <a:rPr lang="nl-NL" dirty="0"/>
              <a:t>?</a:t>
            </a:r>
            <a:endParaRPr lang="en-NL" dirty="0"/>
          </a:p>
        </p:txBody>
      </p:sp>
      <p:pic>
        <p:nvPicPr>
          <p:cNvPr id="5" name="Picture 4">
            <a:extLst>
              <a:ext uri="{FF2B5EF4-FFF2-40B4-BE49-F238E27FC236}">
                <a16:creationId xmlns:a16="http://schemas.microsoft.com/office/drawing/2014/main" id="{648D2956-C720-2685-46DD-2A55257C562E}"/>
              </a:ext>
            </a:extLst>
          </p:cNvPr>
          <p:cNvPicPr>
            <a:picLocks noChangeAspect="1"/>
          </p:cNvPicPr>
          <p:nvPr/>
        </p:nvPicPr>
        <p:blipFill>
          <a:blip r:embed="rId2"/>
          <a:stretch>
            <a:fillRect/>
          </a:stretch>
        </p:blipFill>
        <p:spPr>
          <a:xfrm>
            <a:off x="11920883" y="1825625"/>
            <a:ext cx="6005080" cy="2149026"/>
          </a:xfrm>
          <a:prstGeom prst="rect">
            <a:avLst/>
          </a:prstGeom>
        </p:spPr>
      </p:pic>
    </p:spTree>
    <p:extLst>
      <p:ext uri="{BB962C8B-B14F-4D97-AF65-F5344CB8AC3E}">
        <p14:creationId xmlns:p14="http://schemas.microsoft.com/office/powerpoint/2010/main" val="3955997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9569C-4F86-84E9-A7A8-371D7DEA867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E2853CA-E014-028D-8787-F5FC4F694E5B}"/>
              </a:ext>
            </a:extLst>
          </p:cNvPr>
          <p:cNvSpPr>
            <a:spLocks noGrp="1"/>
          </p:cNvSpPr>
          <p:nvPr>
            <p:ph idx="1"/>
          </p:nvPr>
        </p:nvSpPr>
        <p:spPr/>
        <p:txBody>
          <a:bodyPr/>
          <a:lstStyle/>
          <a:p>
            <a:r>
              <a:rPr lang="en-US" dirty="0"/>
              <a:t>The thing is </a:t>
            </a:r>
            <a:r>
              <a:rPr lang="en-US" dirty="0" err="1"/>
              <a:t>i</a:t>
            </a:r>
            <a:r>
              <a:rPr lang="en-US" dirty="0"/>
              <a:t> have two gantries (its a dual gantry system). So </a:t>
            </a:r>
            <a:r>
              <a:rPr lang="en-US" dirty="0" err="1"/>
              <a:t>i</a:t>
            </a:r>
            <a:r>
              <a:rPr lang="en-US" dirty="0"/>
              <a:t> cant just use </a:t>
            </a:r>
            <a:r>
              <a:rPr lang="en-US" dirty="0" err="1"/>
              <a:t>omnipus</a:t>
            </a:r>
            <a:r>
              <a:rPr lang="en-US" dirty="0"/>
              <a:t> </a:t>
            </a:r>
            <a:r>
              <a:rPr lang="en-US" dirty="0" err="1"/>
              <a:t>i</a:t>
            </a:r>
            <a:r>
              <a:rPr lang="en-US" dirty="0"/>
              <a:t> need an algorithm/method that keeps in mind they gantries can physically collide. So either </a:t>
            </a:r>
            <a:r>
              <a:rPr lang="en-US" dirty="0" err="1"/>
              <a:t>i</a:t>
            </a:r>
            <a:r>
              <a:rPr lang="en-US" dirty="0"/>
              <a:t> need to put constraints on the inputs, but this limits the search algorithm, or </a:t>
            </a:r>
            <a:r>
              <a:rPr lang="en-US" dirty="0" err="1"/>
              <a:t>i</a:t>
            </a:r>
            <a:r>
              <a:rPr lang="en-US" dirty="0"/>
              <a:t> need a smart algorithm that keeps this in mind.</a:t>
            </a:r>
          </a:p>
          <a:p>
            <a:r>
              <a:rPr lang="en-US" dirty="0"/>
              <a:t>But I cannot just ignore the coupling… so modal transformations don’t seem to be the solution…</a:t>
            </a:r>
            <a:endParaRPr lang="en-NL" dirty="0"/>
          </a:p>
        </p:txBody>
      </p:sp>
      <p:pic>
        <p:nvPicPr>
          <p:cNvPr id="5" name="Picture 4">
            <a:extLst>
              <a:ext uri="{FF2B5EF4-FFF2-40B4-BE49-F238E27FC236}">
                <a16:creationId xmlns:a16="http://schemas.microsoft.com/office/drawing/2014/main" id="{7E605DB6-EA21-C601-5F48-4A02E3AD8097}"/>
              </a:ext>
            </a:extLst>
          </p:cNvPr>
          <p:cNvPicPr>
            <a:picLocks noChangeAspect="1"/>
          </p:cNvPicPr>
          <p:nvPr/>
        </p:nvPicPr>
        <p:blipFill>
          <a:blip r:embed="rId2"/>
          <a:stretch>
            <a:fillRect/>
          </a:stretch>
        </p:blipFill>
        <p:spPr>
          <a:xfrm>
            <a:off x="11581755" y="-129104"/>
            <a:ext cx="5791702" cy="4130398"/>
          </a:xfrm>
          <a:prstGeom prst="rect">
            <a:avLst/>
          </a:prstGeom>
        </p:spPr>
      </p:pic>
      <p:pic>
        <p:nvPicPr>
          <p:cNvPr id="7" name="Picture 6">
            <a:extLst>
              <a:ext uri="{FF2B5EF4-FFF2-40B4-BE49-F238E27FC236}">
                <a16:creationId xmlns:a16="http://schemas.microsoft.com/office/drawing/2014/main" id="{04881DD5-479E-7C8E-A331-F34705702193}"/>
              </a:ext>
            </a:extLst>
          </p:cNvPr>
          <p:cNvPicPr>
            <a:picLocks noChangeAspect="1"/>
          </p:cNvPicPr>
          <p:nvPr/>
        </p:nvPicPr>
        <p:blipFill>
          <a:blip r:embed="rId3"/>
          <a:stretch>
            <a:fillRect/>
          </a:stretch>
        </p:blipFill>
        <p:spPr>
          <a:xfrm>
            <a:off x="10947402" y="3871368"/>
            <a:ext cx="5578323" cy="5243014"/>
          </a:xfrm>
          <a:prstGeom prst="rect">
            <a:avLst/>
          </a:prstGeom>
        </p:spPr>
      </p:pic>
      <p:pic>
        <p:nvPicPr>
          <p:cNvPr id="9" name="Picture 8">
            <a:extLst>
              <a:ext uri="{FF2B5EF4-FFF2-40B4-BE49-F238E27FC236}">
                <a16:creationId xmlns:a16="http://schemas.microsoft.com/office/drawing/2014/main" id="{0A61B71C-F38A-374D-C658-ACED1CBC0526}"/>
              </a:ext>
            </a:extLst>
          </p:cNvPr>
          <p:cNvPicPr>
            <a:picLocks noChangeAspect="1"/>
          </p:cNvPicPr>
          <p:nvPr/>
        </p:nvPicPr>
        <p:blipFill>
          <a:blip r:embed="rId4"/>
          <a:stretch>
            <a:fillRect/>
          </a:stretch>
        </p:blipFill>
        <p:spPr>
          <a:xfrm>
            <a:off x="4681380" y="5789885"/>
            <a:ext cx="5418290" cy="1044030"/>
          </a:xfrm>
          <a:prstGeom prst="rect">
            <a:avLst/>
          </a:prstGeom>
        </p:spPr>
      </p:pic>
    </p:spTree>
    <p:extLst>
      <p:ext uri="{BB962C8B-B14F-4D97-AF65-F5344CB8AC3E}">
        <p14:creationId xmlns:p14="http://schemas.microsoft.com/office/powerpoint/2010/main" val="1005052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C465E-1557-398B-7408-37271132A27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39DB397E-975C-3B12-FA10-D16B3DBDBC12}"/>
              </a:ext>
            </a:extLst>
          </p:cNvPr>
          <p:cNvSpPr>
            <a:spLocks noGrp="1"/>
          </p:cNvSpPr>
          <p:nvPr>
            <p:ph idx="1"/>
          </p:nvPr>
        </p:nvSpPr>
        <p:spPr>
          <a:xfrm>
            <a:off x="838200" y="1825625"/>
            <a:ext cx="3075039" cy="4351338"/>
          </a:xfrm>
        </p:spPr>
        <p:txBody>
          <a:bodyPr>
            <a:normAutofit fontScale="92500" lnSpcReduction="20000"/>
          </a:bodyPr>
          <a:lstStyle/>
          <a:p>
            <a:r>
              <a:rPr lang="en-US" dirty="0"/>
              <a:t>but if </a:t>
            </a:r>
            <a:r>
              <a:rPr lang="en-US" dirty="0" err="1"/>
              <a:t>i</a:t>
            </a:r>
            <a:r>
              <a:rPr lang="en-US" dirty="0"/>
              <a:t> just use a "filter" on the </a:t>
            </a:r>
            <a:r>
              <a:rPr lang="en-US" dirty="0" err="1"/>
              <a:t>omnipus</a:t>
            </a:r>
            <a:r>
              <a:rPr lang="en-US" dirty="0"/>
              <a:t> the algorithm might not cover all the space and miss important dynamics during training. so I should have a smarter method than just constraining the inputs.</a:t>
            </a:r>
          </a:p>
          <a:p>
            <a:endParaRPr lang="en-NL" dirty="0"/>
          </a:p>
        </p:txBody>
      </p:sp>
      <p:pic>
        <p:nvPicPr>
          <p:cNvPr id="5" name="Picture 4">
            <a:extLst>
              <a:ext uri="{FF2B5EF4-FFF2-40B4-BE49-F238E27FC236}">
                <a16:creationId xmlns:a16="http://schemas.microsoft.com/office/drawing/2014/main" id="{759B14CD-46FD-9210-ADF7-AC33428D594A}"/>
              </a:ext>
            </a:extLst>
          </p:cNvPr>
          <p:cNvPicPr>
            <a:picLocks noChangeAspect="1"/>
          </p:cNvPicPr>
          <p:nvPr/>
        </p:nvPicPr>
        <p:blipFill>
          <a:blip r:embed="rId2"/>
          <a:stretch>
            <a:fillRect/>
          </a:stretch>
        </p:blipFill>
        <p:spPr>
          <a:xfrm>
            <a:off x="4023014" y="365125"/>
            <a:ext cx="9528464" cy="6870266"/>
          </a:xfrm>
          <a:prstGeom prst="rect">
            <a:avLst/>
          </a:prstGeom>
        </p:spPr>
      </p:pic>
    </p:spTree>
    <p:extLst>
      <p:ext uri="{BB962C8B-B14F-4D97-AF65-F5344CB8AC3E}">
        <p14:creationId xmlns:p14="http://schemas.microsoft.com/office/powerpoint/2010/main" val="4093790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52CF5-0831-1034-A857-6AD4E08107F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59D6227-5B63-5E79-38EC-066386E7E518}"/>
              </a:ext>
            </a:extLst>
          </p:cNvPr>
          <p:cNvSpPr>
            <a:spLocks noGrp="1"/>
          </p:cNvSpPr>
          <p:nvPr>
            <p:ph idx="1"/>
          </p:nvPr>
        </p:nvSpPr>
        <p:spPr/>
        <p:txBody>
          <a:bodyPr>
            <a:normAutofit fontScale="62500" lnSpcReduction="20000"/>
          </a:bodyPr>
          <a:lstStyle/>
          <a:p>
            <a:r>
              <a:rPr lang="en-US" dirty="0"/>
              <a:t>Usefulness for your case:</a:t>
            </a:r>
          </a:p>
          <a:p>
            <a:r>
              <a:rPr lang="en-US" dirty="0" err="1"/>
              <a:t>Peak_Amplitude</a:t>
            </a:r>
            <a:r>
              <a:rPr lang="en-US" dirty="0"/>
              <a:t>-Constrained...: </a:t>
            </a:r>
            <a:r>
              <a:rPr lang="en-US" b="1" dirty="0"/>
              <a:t>very useful globally</a:t>
            </a:r>
            <a:r>
              <a:rPr lang="en-US" dirty="0"/>
              <a:t> for safe MIMO FRF campaigns (include collision-gap as constrained output).</a:t>
            </a:r>
          </a:p>
          <a:p>
            <a:r>
              <a:rPr lang="en-US" dirty="0" err="1"/>
              <a:t>Multisine</a:t>
            </a:r>
            <a:r>
              <a:rPr lang="en-US" dirty="0"/>
              <a:t> plant-friendly...: </a:t>
            </a:r>
            <a:r>
              <a:rPr lang="en-US" b="1" dirty="0"/>
              <a:t>useful globally/semi-global</a:t>
            </a:r>
            <a:r>
              <a:rPr lang="en-US" dirty="0"/>
              <a:t> for constrained nonlinear excitation design.</a:t>
            </a:r>
          </a:p>
          <a:p>
            <a:r>
              <a:rPr lang="en-US" dirty="0" err="1"/>
              <a:t>On_Space</a:t>
            </a:r>
            <a:r>
              <a:rPr lang="en-US" dirty="0"/>
              <a:t>-Filling...: </a:t>
            </a:r>
            <a:r>
              <a:rPr lang="en-US" b="1" dirty="0"/>
              <a:t>useful globally</a:t>
            </a:r>
            <a:r>
              <a:rPr lang="en-US" dirty="0"/>
              <a:t> for coverage strategy, but only after embedding your safe feasible set.</a:t>
            </a:r>
          </a:p>
          <a:p>
            <a:r>
              <a:rPr lang="en-US" dirty="0"/>
              <a:t>Designing positive excitation...: </a:t>
            </a:r>
            <a:r>
              <a:rPr lang="en-US" b="1" dirty="0"/>
              <a:t>situational</a:t>
            </a:r>
            <a:r>
              <a:rPr lang="en-US" dirty="0"/>
              <a:t>; useful if you have one-sided actuation/drift-like constraints, otherwise secondary.</a:t>
            </a:r>
          </a:p>
          <a:p>
            <a:r>
              <a:rPr lang="en-US" dirty="0"/>
              <a:t>And yes:</a:t>
            </a:r>
          </a:p>
          <a:p>
            <a:r>
              <a:rPr lang="en-US" dirty="0"/>
              <a:t>Use the above as </a:t>
            </a:r>
            <a:r>
              <a:rPr lang="en-US" b="1" dirty="0"/>
              <a:t>global safe excitation framework</a:t>
            </a:r>
            <a:r>
              <a:rPr lang="en-US" dirty="0"/>
              <a:t>.</a:t>
            </a:r>
          </a:p>
          <a:p>
            <a:r>
              <a:rPr lang="en-US" dirty="0"/>
              <a:t>Then use a </a:t>
            </a:r>
            <a:r>
              <a:rPr lang="en-US" b="1" dirty="0"/>
              <a:t>wet-clutch-style local excitation/refinement</a:t>
            </a:r>
            <a:r>
              <a:rPr lang="en-US" dirty="0"/>
              <a:t> near critical regions (small gap, high coupling, resonance zones, endpoint trajectories).</a:t>
            </a:r>
          </a:p>
          <a:p>
            <a:r>
              <a:rPr lang="en-US" dirty="0"/>
              <a:t>So your proposed architecture is solid:</a:t>
            </a:r>
          </a:p>
          <a:p>
            <a:r>
              <a:rPr lang="en-US" dirty="0"/>
              <a:t>Safe constrained global design.</a:t>
            </a:r>
          </a:p>
          <a:p>
            <a:r>
              <a:rPr lang="en-US" dirty="0"/>
              <a:t>Targeted local refinement for high-sensitivity dynamics.</a:t>
            </a:r>
          </a:p>
          <a:p>
            <a:endParaRPr lang="en-NL" dirty="0"/>
          </a:p>
        </p:txBody>
      </p:sp>
    </p:spTree>
    <p:extLst>
      <p:ext uri="{BB962C8B-B14F-4D97-AF65-F5344CB8AC3E}">
        <p14:creationId xmlns:p14="http://schemas.microsoft.com/office/powerpoint/2010/main" val="159631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161B7-0FD7-92A8-00C4-23F5F3C2BD1B}"/>
              </a:ext>
            </a:extLst>
          </p:cNvPr>
          <p:cNvSpPr>
            <a:spLocks noGrp="1"/>
          </p:cNvSpPr>
          <p:nvPr>
            <p:ph type="title"/>
          </p:nvPr>
        </p:nvSpPr>
        <p:spPr/>
        <p:txBody>
          <a:bodyPr/>
          <a:lstStyle/>
          <a:p>
            <a:r>
              <a:rPr lang="en-US" dirty="0"/>
              <a:t>Better than OMNIPUS for dual-gantry</a:t>
            </a:r>
            <a:endParaRPr lang="en-NL" dirty="0"/>
          </a:p>
        </p:txBody>
      </p:sp>
      <p:sp>
        <p:nvSpPr>
          <p:cNvPr id="3" name="Content Placeholder 2">
            <a:extLst>
              <a:ext uri="{FF2B5EF4-FFF2-40B4-BE49-F238E27FC236}">
                <a16:creationId xmlns:a16="http://schemas.microsoft.com/office/drawing/2014/main" id="{D98AB7F8-D639-F9CB-C759-2B5AFB8BF353}"/>
              </a:ext>
            </a:extLst>
          </p:cNvPr>
          <p:cNvSpPr>
            <a:spLocks noGrp="1"/>
          </p:cNvSpPr>
          <p:nvPr>
            <p:ph idx="1"/>
          </p:nvPr>
        </p:nvSpPr>
        <p:spPr/>
        <p:txBody>
          <a:bodyPr>
            <a:normAutofit fontScale="85000" lnSpcReduction="10000"/>
          </a:bodyPr>
          <a:lstStyle/>
          <a:p>
            <a:r>
              <a:rPr lang="en-US" dirty="0"/>
              <a:t>Problem with OMNIPUS: limit constrains</a:t>
            </a:r>
          </a:p>
          <a:p>
            <a:pPr lvl="1"/>
            <a:r>
              <a:rPr lang="en-US" dirty="0"/>
              <a:t>Could use modal decoupling for inputs </a:t>
            </a:r>
            <a:r>
              <a:rPr lang="en-US" dirty="0">
                <a:sym typeface="Wingdings" panose="05000000000000000000" pitchFamily="2" charset="2"/>
              </a:rPr>
              <a:t> still triggers coupled dynamics? Do I have a paper for this?</a:t>
            </a:r>
            <a:endParaRPr lang="en-US" dirty="0"/>
          </a:p>
          <a:p>
            <a:r>
              <a:rPr lang="en-US" dirty="0"/>
              <a:t>If we limited the inputs to OMNIPUS which does work for MIMO because: …</a:t>
            </a:r>
          </a:p>
          <a:p>
            <a:r>
              <a:rPr lang="en-US" dirty="0"/>
              <a:t>Just constraining the inputs might miss important dynamics, smarter methods: </a:t>
            </a:r>
          </a:p>
          <a:p>
            <a:endParaRPr lang="en-US" dirty="0"/>
          </a:p>
          <a:p>
            <a:endParaRPr lang="en-US" dirty="0"/>
          </a:p>
          <a:p>
            <a:pPr lvl="2"/>
            <a:r>
              <a:rPr lang="en-US" dirty="0"/>
              <a:t>Analysis of space-filling excitation signals and dynamic models for nonlinear </a:t>
            </a:r>
            <a:br>
              <a:rPr lang="en-US" dirty="0"/>
            </a:br>
            <a:r>
              <a:rPr lang="en-US" dirty="0"/>
              <a:t>system identification of dynamic processes of a Diesel engine. Finds </a:t>
            </a:r>
            <a:r>
              <a:rPr lang="en-US" dirty="0" err="1"/>
              <a:t>sGoats</a:t>
            </a:r>
            <a:r>
              <a:rPr lang="en-US" dirty="0"/>
              <a:t> to be better but this is not a coupled system </a:t>
            </a:r>
            <a:r>
              <a:rPr lang="en-US" dirty="0">
                <a:sym typeface="Wingdings" panose="05000000000000000000" pitchFamily="2" charset="2"/>
              </a:rPr>
              <a:t> should I do comparative excitation study?  better to pick one or two, since that is not the main goal of my project…</a:t>
            </a:r>
          </a:p>
          <a:p>
            <a:pPr lvl="2"/>
            <a:r>
              <a:rPr lang="en-US" dirty="0">
                <a:sym typeface="Wingdings" panose="05000000000000000000" pitchFamily="2" charset="2"/>
              </a:rPr>
              <a:t> </a:t>
            </a:r>
            <a:r>
              <a:rPr lang="en-US" dirty="0"/>
              <a:t>Pick a </a:t>
            </a:r>
            <a:r>
              <a:rPr lang="en-US" b="1" dirty="0"/>
              <a:t>literature-backed safe default</a:t>
            </a:r>
            <a:r>
              <a:rPr lang="en-US" dirty="0"/>
              <a:t> for global data collection. Goal of the project is model augmentation / grey box</a:t>
            </a:r>
            <a:endParaRPr lang="en-NL" dirty="0"/>
          </a:p>
        </p:txBody>
      </p:sp>
      <p:pic>
        <p:nvPicPr>
          <p:cNvPr id="5" name="Picture 4">
            <a:extLst>
              <a:ext uri="{FF2B5EF4-FFF2-40B4-BE49-F238E27FC236}">
                <a16:creationId xmlns:a16="http://schemas.microsoft.com/office/drawing/2014/main" id="{752ECA93-60AB-660C-A765-8D0545137A68}"/>
              </a:ext>
            </a:extLst>
          </p:cNvPr>
          <p:cNvPicPr>
            <a:picLocks noChangeAspect="1"/>
          </p:cNvPicPr>
          <p:nvPr/>
        </p:nvPicPr>
        <p:blipFill>
          <a:blip r:embed="rId2"/>
          <a:stretch>
            <a:fillRect/>
          </a:stretch>
        </p:blipFill>
        <p:spPr>
          <a:xfrm>
            <a:off x="11223723" y="1027906"/>
            <a:ext cx="3863675" cy="4366638"/>
          </a:xfrm>
          <a:prstGeom prst="rect">
            <a:avLst/>
          </a:prstGeom>
        </p:spPr>
      </p:pic>
    </p:spTree>
    <p:extLst>
      <p:ext uri="{BB962C8B-B14F-4D97-AF65-F5344CB8AC3E}">
        <p14:creationId xmlns:p14="http://schemas.microsoft.com/office/powerpoint/2010/main" val="3169427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8FAB6-F658-C363-59AC-3069F4B9115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C7F36FF-59CA-B162-F98B-4FE813A72CD4}"/>
              </a:ext>
            </a:extLst>
          </p:cNvPr>
          <p:cNvSpPr>
            <a:spLocks noGrp="1"/>
          </p:cNvSpPr>
          <p:nvPr>
            <p:ph idx="1"/>
          </p:nvPr>
        </p:nvSpPr>
        <p:spPr/>
        <p:txBody>
          <a:bodyPr>
            <a:normAutofit fontScale="62500" lnSpcReduction="20000"/>
          </a:bodyPr>
          <a:lstStyle/>
          <a:p>
            <a:r>
              <a:rPr lang="en-US" b="1" dirty="0"/>
              <a:t>Constrained MIMO FRF excitation design as the base</a:t>
            </a:r>
            <a:br>
              <a:rPr lang="en-US" dirty="0"/>
            </a:br>
            <a:r>
              <a:rPr lang="en-US" dirty="0"/>
              <a:t>Use </a:t>
            </a:r>
            <a:r>
              <a:rPr lang="en-US" dirty="0" err="1"/>
              <a:t>Peak_Amplitude</a:t>
            </a:r>
            <a:r>
              <a:rPr lang="en-US" dirty="0"/>
              <a:t>-Constrained_... style design (hard/penalized output constraints, including inter-gantry distance).</a:t>
            </a:r>
            <a:br>
              <a:rPr lang="en-US" dirty="0"/>
            </a:br>
            <a:r>
              <a:rPr lang="en-US" dirty="0"/>
              <a:t>This is better than “OMNIPUS + constraints” because safety is in the optimizer, not added afterward.</a:t>
            </a:r>
          </a:p>
          <a:p>
            <a:r>
              <a:rPr lang="en-US" b="1" dirty="0"/>
              <a:t>Apply in decoupled/modal coordinates</a:t>
            </a:r>
            <a:br>
              <a:rPr lang="en-US" dirty="0"/>
            </a:br>
            <a:r>
              <a:rPr lang="en-US" dirty="0"/>
              <a:t>Keep modal decoupling, but only as a coordinate transform for better conditioning.</a:t>
            </a:r>
            <a:br>
              <a:rPr lang="en-US" dirty="0"/>
            </a:br>
            <a:r>
              <a:rPr lang="en-US" dirty="0"/>
              <a:t>Decoupling alone is not enough; constrained OED is still needed.</a:t>
            </a:r>
          </a:p>
          <a:p>
            <a:r>
              <a:rPr lang="en-US" b="1" dirty="0"/>
              <a:t>Add sequential space-filling inside the safe set</a:t>
            </a:r>
            <a:br>
              <a:rPr lang="en-US" dirty="0"/>
            </a:br>
            <a:r>
              <a:rPr lang="en-US" dirty="0"/>
              <a:t>Use </a:t>
            </a:r>
            <a:r>
              <a:rPr lang="en-US" dirty="0" err="1"/>
              <a:t>On_Space</a:t>
            </a:r>
            <a:r>
              <a:rPr lang="en-US" dirty="0"/>
              <a:t>-Filling... / 2504.02653v2 logic to pick the next experiments where uncertainty is high but collision-safe.</a:t>
            </a:r>
            <a:br>
              <a:rPr lang="en-US" dirty="0"/>
            </a:br>
            <a:r>
              <a:rPr lang="en-US" dirty="0"/>
              <a:t>This avoids missing global dynamics while staying safe.</a:t>
            </a:r>
          </a:p>
          <a:p>
            <a:r>
              <a:rPr lang="en-US" dirty="0"/>
              <a:t>So the better approach is:</a:t>
            </a:r>
          </a:p>
          <a:p>
            <a:r>
              <a:rPr lang="en-US" b="1" dirty="0"/>
              <a:t>Constrained MIMO </a:t>
            </a:r>
            <a:r>
              <a:rPr lang="en-US" b="1" dirty="0" err="1"/>
              <a:t>multisine</a:t>
            </a:r>
            <a:r>
              <a:rPr lang="en-US" b="1" dirty="0"/>
              <a:t> OED + modal-coordinate implementation + sequential safe space-filling refinement</a:t>
            </a:r>
            <a:endParaRPr lang="en-US" dirty="0"/>
          </a:p>
          <a:p>
            <a:r>
              <a:rPr lang="en-US" dirty="0"/>
              <a:t>This is stronger than either:</a:t>
            </a:r>
          </a:p>
          <a:p>
            <a:r>
              <a:rPr lang="en-US" dirty="0"/>
              <a:t>OMNIPUS with clipped constraints, or</a:t>
            </a:r>
          </a:p>
          <a:p>
            <a:r>
              <a:rPr lang="en-US" dirty="0"/>
              <a:t>modal decoupling alone.</a:t>
            </a:r>
          </a:p>
          <a:p>
            <a:endParaRPr lang="en-NL" dirty="0"/>
          </a:p>
        </p:txBody>
      </p:sp>
    </p:spTree>
    <p:extLst>
      <p:ext uri="{BB962C8B-B14F-4D97-AF65-F5344CB8AC3E}">
        <p14:creationId xmlns:p14="http://schemas.microsoft.com/office/powerpoint/2010/main" val="1051617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319CD-740F-D311-6163-C761A112C813}"/>
              </a:ext>
            </a:extLst>
          </p:cNvPr>
          <p:cNvSpPr>
            <a:spLocks noGrp="1"/>
          </p:cNvSpPr>
          <p:nvPr>
            <p:ph type="title"/>
          </p:nvPr>
        </p:nvSpPr>
        <p:spPr/>
        <p:txBody>
          <a:bodyPr/>
          <a:lstStyle/>
          <a:p>
            <a:r>
              <a:rPr lang="en-US" dirty="0"/>
              <a:t>Global methods justification dual-gantry</a:t>
            </a:r>
            <a:br>
              <a:rPr lang="en-US" dirty="0"/>
            </a:br>
            <a:r>
              <a:rPr lang="en-US" dirty="0"/>
              <a:t>Like OMNIPUS</a:t>
            </a:r>
            <a:endParaRPr lang="en-NL" dirty="0"/>
          </a:p>
        </p:txBody>
      </p:sp>
      <p:sp>
        <p:nvSpPr>
          <p:cNvPr id="3" name="Content Placeholder 2">
            <a:extLst>
              <a:ext uri="{FF2B5EF4-FFF2-40B4-BE49-F238E27FC236}">
                <a16:creationId xmlns:a16="http://schemas.microsoft.com/office/drawing/2014/main" id="{FB6644DA-B9A7-F9B8-CBFF-8A430B64ED28}"/>
              </a:ext>
            </a:extLst>
          </p:cNvPr>
          <p:cNvSpPr>
            <a:spLocks noGrp="1"/>
          </p:cNvSpPr>
          <p:nvPr>
            <p:ph idx="1"/>
          </p:nvPr>
        </p:nvSpPr>
        <p:spPr/>
        <p:txBody>
          <a:bodyPr>
            <a:normAutofit fontScale="40000" lnSpcReduction="20000"/>
          </a:bodyPr>
          <a:lstStyle/>
          <a:p>
            <a:r>
              <a:rPr lang="en-US" dirty="0"/>
              <a:t>Space-filling-Optimization-of-Excitation-Signals-for-Nonlinear-System-Identification</a:t>
            </a:r>
          </a:p>
          <a:p>
            <a:endParaRPr lang="en-US" dirty="0"/>
          </a:p>
          <a:p>
            <a:endParaRPr lang="en-US" dirty="0"/>
          </a:p>
          <a:p>
            <a:r>
              <a:rPr lang="en-US" b="1" dirty="0"/>
              <a:t>What you can claim strongly</a:t>
            </a:r>
            <a:endParaRPr lang="en-US" dirty="0"/>
          </a:p>
          <a:p>
            <a:r>
              <a:rPr lang="en-US" dirty="0"/>
              <a:t>OMNIPUS/GOATS-style methods improve </a:t>
            </a:r>
            <a:r>
              <a:rPr lang="en-US" b="1" dirty="0"/>
              <a:t>global nonlinear identification data quality</a:t>
            </a:r>
            <a:r>
              <a:rPr lang="en-US" dirty="0"/>
              <a:t> via space-filling excitation compared to standard signals (APRBS/chirp/</a:t>
            </a:r>
            <a:r>
              <a:rPr lang="en-US" dirty="0" err="1"/>
              <a:t>multisine</a:t>
            </a:r>
            <a:r>
              <a:rPr lang="en-US" dirty="0"/>
              <a:t>).</a:t>
            </a:r>
          </a:p>
          <a:p>
            <a:r>
              <a:rPr lang="en-US" dirty="0"/>
              <a:t>The method is formulated in a joint input/output regressor space, so it is </a:t>
            </a:r>
            <a:r>
              <a:rPr lang="en-US" b="1" dirty="0"/>
              <a:t>methodologically compatible with multivariable systems</a:t>
            </a:r>
            <a:r>
              <a:rPr lang="en-US" dirty="0"/>
              <a:t>.</a:t>
            </a:r>
          </a:p>
          <a:p>
            <a:r>
              <a:rPr lang="en-US" b="1" dirty="0"/>
              <a:t>What you should not claim strongly</a:t>
            </a:r>
            <a:endParaRPr lang="en-US" dirty="0"/>
          </a:p>
          <a:p>
            <a:r>
              <a:rPr lang="en-US" dirty="0"/>
              <a:t>“OMNIPUS is already proven specifically for dual-gantry collision-constrained MIMO motion systems.”</a:t>
            </a:r>
            <a:br>
              <a:rPr lang="en-US" dirty="0"/>
            </a:br>
            <a:r>
              <a:rPr lang="en-US" dirty="0"/>
              <a:t>You don’t have that exact direct evidence.</a:t>
            </a:r>
          </a:p>
          <a:p>
            <a:r>
              <a:rPr lang="en-US" b="1" dirty="0"/>
              <a:t>Best defensible positioning for your thesis</a:t>
            </a:r>
            <a:endParaRPr lang="en-US" dirty="0"/>
          </a:p>
          <a:p>
            <a:r>
              <a:rPr lang="en-US" dirty="0"/>
              <a:t>Use OMNIPUS (or GOATS-like) as the </a:t>
            </a:r>
            <a:r>
              <a:rPr lang="en-US" b="1" dirty="0"/>
              <a:t>global coverage engine</a:t>
            </a:r>
            <a:r>
              <a:rPr lang="en-US" dirty="0"/>
              <a:t>.</a:t>
            </a:r>
          </a:p>
          <a:p>
            <a:r>
              <a:rPr lang="en-US" dirty="0"/>
              <a:t>Use constrained MIMO excitation design (peak-amplitude/plant-friendly papers) as the </a:t>
            </a:r>
            <a:r>
              <a:rPr lang="en-US" b="1" dirty="0"/>
              <a:t>safety layer</a:t>
            </a:r>
            <a:r>
              <a:rPr lang="en-US" dirty="0"/>
              <a:t> for dual-gantry collision constraints.</a:t>
            </a:r>
          </a:p>
          <a:p>
            <a:r>
              <a:rPr lang="en-US" dirty="0"/>
              <a:t>Then local wet-clutch-style refinement for local dynamics.</a:t>
            </a:r>
          </a:p>
          <a:p>
            <a:r>
              <a:rPr lang="en-US" dirty="0"/>
              <a:t>So your justification is:</a:t>
            </a:r>
          </a:p>
          <a:p>
            <a:r>
              <a:rPr lang="en-US" dirty="0"/>
              <a:t>OMNIPUS for informativeness/global coverage,</a:t>
            </a:r>
          </a:p>
          <a:p>
            <a:r>
              <a:rPr lang="en-US" dirty="0"/>
              <a:t>constrained MIMO design for hardware-safe feasibility,</a:t>
            </a:r>
          </a:p>
          <a:p>
            <a:r>
              <a:rPr lang="en-US" dirty="0"/>
              <a:t>combined framework for dual-gantry.</a:t>
            </a:r>
          </a:p>
          <a:p>
            <a:endParaRPr lang="en-NL" dirty="0"/>
          </a:p>
        </p:txBody>
      </p:sp>
    </p:spTree>
    <p:extLst>
      <p:ext uri="{BB962C8B-B14F-4D97-AF65-F5344CB8AC3E}">
        <p14:creationId xmlns:p14="http://schemas.microsoft.com/office/powerpoint/2010/main" val="15095630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5A4C4-6AFF-2271-2E8A-1C1585630FF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B79302D-4945-84D0-BA39-D57222680BB3}"/>
              </a:ext>
            </a:extLst>
          </p:cNvPr>
          <p:cNvSpPr>
            <a:spLocks noGrp="1"/>
          </p:cNvSpPr>
          <p:nvPr>
            <p:ph idx="1"/>
          </p:nvPr>
        </p:nvSpPr>
        <p:spPr/>
        <p:txBody>
          <a:bodyPr/>
          <a:lstStyle/>
          <a:p>
            <a:r>
              <a:rPr lang="en-US" dirty="0"/>
              <a:t>but the problem is still </a:t>
            </a:r>
            <a:r>
              <a:rPr lang="en-US" dirty="0" err="1"/>
              <a:t>omnipus</a:t>
            </a:r>
            <a:r>
              <a:rPr lang="en-US" dirty="0"/>
              <a:t> does not take into account constraints. What are you basing on that this: constrained MIMO design for hardware-safe feasibility, works with </a:t>
            </a:r>
            <a:r>
              <a:rPr lang="en-US" dirty="0" err="1"/>
              <a:t>omnipus</a:t>
            </a:r>
            <a:endParaRPr lang="en-NL" dirty="0"/>
          </a:p>
        </p:txBody>
      </p:sp>
    </p:spTree>
    <p:extLst>
      <p:ext uri="{BB962C8B-B14F-4D97-AF65-F5344CB8AC3E}">
        <p14:creationId xmlns:p14="http://schemas.microsoft.com/office/powerpoint/2010/main" val="19884343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C7819-1567-41C4-4C79-7664FF7331AD}"/>
              </a:ext>
            </a:extLst>
          </p:cNvPr>
          <p:cNvSpPr>
            <a:spLocks noGrp="1"/>
          </p:cNvSpPr>
          <p:nvPr>
            <p:ph type="title"/>
          </p:nvPr>
        </p:nvSpPr>
        <p:spPr/>
        <p:txBody>
          <a:bodyPr/>
          <a:lstStyle/>
          <a:p>
            <a:r>
              <a:rPr lang="en-US" dirty="0"/>
              <a:t>Experiment Design – Global methods with constraints</a:t>
            </a:r>
            <a:endParaRPr lang="en-NL" dirty="0"/>
          </a:p>
        </p:txBody>
      </p:sp>
      <p:sp>
        <p:nvSpPr>
          <p:cNvPr id="3" name="Content Placeholder 2">
            <a:extLst>
              <a:ext uri="{FF2B5EF4-FFF2-40B4-BE49-F238E27FC236}">
                <a16:creationId xmlns:a16="http://schemas.microsoft.com/office/drawing/2014/main" id="{0051E82A-A0BB-FAB5-A59F-3F877CB75AA8}"/>
              </a:ext>
            </a:extLst>
          </p:cNvPr>
          <p:cNvSpPr>
            <a:spLocks noGrp="1"/>
          </p:cNvSpPr>
          <p:nvPr>
            <p:ph idx="1"/>
          </p:nvPr>
        </p:nvSpPr>
        <p:spPr/>
        <p:txBody>
          <a:bodyPr>
            <a:normAutofit fontScale="92500" lnSpcReduction="10000"/>
          </a:bodyPr>
          <a:lstStyle/>
          <a:p>
            <a:r>
              <a:rPr lang="en-US" b="1" dirty="0" err="1"/>
              <a:t>Peak_Amplitude</a:t>
            </a:r>
            <a:r>
              <a:rPr lang="en-US" b="1" dirty="0"/>
              <a:t>-Constrained_...</a:t>
            </a:r>
            <a:endParaRPr lang="en-US" dirty="0"/>
          </a:p>
          <a:p>
            <a:pPr lvl="1"/>
            <a:r>
              <a:rPr lang="en-US" dirty="0"/>
              <a:t>Explicitly constraint-native (peak/input-output bounds in MIMO FRF design).</a:t>
            </a:r>
          </a:p>
          <a:p>
            <a:r>
              <a:rPr lang="en-US" b="1" dirty="0" err="1"/>
              <a:t>Multisine</a:t>
            </a:r>
            <a:r>
              <a:rPr lang="en-US" b="1" dirty="0"/>
              <a:t> input signal design for constrained, plant-friendly...</a:t>
            </a:r>
            <a:endParaRPr lang="en-US" dirty="0"/>
          </a:p>
          <a:p>
            <a:pPr lvl="1"/>
            <a:r>
              <a:rPr lang="en-US" dirty="0"/>
              <a:t>Explicitly constraint-native (input/output penalties and iterative redesign).</a:t>
            </a:r>
          </a:p>
          <a:p>
            <a:r>
              <a:rPr lang="en-US" b="1" dirty="0" err="1"/>
              <a:t>On_Space-Filling_Input_Design</a:t>
            </a:r>
            <a:r>
              <a:rPr lang="en-US" b="1" dirty="0"/>
              <a:t>... (GP)</a:t>
            </a:r>
            <a:endParaRPr lang="en-US" dirty="0"/>
          </a:p>
          <a:p>
            <a:pPr lvl="1"/>
            <a:r>
              <a:rPr lang="en-US" dirty="0"/>
              <a:t>Mentions/handles experiment constraints (mainly input-side constraints, e.g., spectral/input bounds).</a:t>
            </a:r>
          </a:p>
          <a:p>
            <a:r>
              <a:rPr lang="en-US" b="1" dirty="0"/>
              <a:t>OMNIPUS family (incl. GOATS/</a:t>
            </a:r>
            <a:r>
              <a:rPr lang="en-US" b="1" dirty="0" err="1"/>
              <a:t>sGOATS</a:t>
            </a:r>
            <a:r>
              <a:rPr lang="en-US" b="1" dirty="0"/>
              <a:t> papers)</a:t>
            </a:r>
            <a:endParaRPr lang="en-US" dirty="0"/>
          </a:p>
          <a:p>
            <a:r>
              <a:rPr lang="en-US" b="1" dirty="0"/>
              <a:t>Original OMNIPUS is not strongly collision-constraint-native</a:t>
            </a:r>
            <a:r>
              <a:rPr lang="en-US" dirty="0"/>
              <a:t>, but newer GOATS/</a:t>
            </a:r>
            <a:r>
              <a:rPr lang="en-US" dirty="0" err="1"/>
              <a:t>sGOATS</a:t>
            </a:r>
            <a:r>
              <a:rPr lang="en-US" dirty="0"/>
              <a:t>-style variants discuss feasible-region handling/scaling and practical constraints.</a:t>
            </a:r>
          </a:p>
          <a:p>
            <a:endParaRPr lang="en-NL" dirty="0"/>
          </a:p>
        </p:txBody>
      </p:sp>
      <p:sp>
        <p:nvSpPr>
          <p:cNvPr id="5" name="TextBox 4">
            <a:extLst>
              <a:ext uri="{FF2B5EF4-FFF2-40B4-BE49-F238E27FC236}">
                <a16:creationId xmlns:a16="http://schemas.microsoft.com/office/drawing/2014/main" id="{73D696BC-0311-6EFA-C173-DB485932C0BF}"/>
              </a:ext>
            </a:extLst>
          </p:cNvPr>
          <p:cNvSpPr txBox="1"/>
          <p:nvPr/>
        </p:nvSpPr>
        <p:spPr>
          <a:xfrm>
            <a:off x="12311175" y="1058463"/>
            <a:ext cx="6096000" cy="1264449"/>
          </a:xfrm>
          <a:prstGeom prst="rect">
            <a:avLst/>
          </a:prstGeom>
          <a:noFill/>
        </p:spPr>
        <p:txBody>
          <a:bodyPr wrap="square">
            <a:spAutoFit/>
          </a:bodyPr>
          <a:lstStyle/>
          <a:p>
            <a:pPr algn="l">
              <a:spcAft>
                <a:spcPts val="450"/>
              </a:spcAft>
              <a:buFont typeface="Arial" panose="020B0604020202020204" pitchFamily="34" charset="0"/>
              <a:buChar char="•"/>
            </a:pPr>
            <a:r>
              <a:rPr lang="en-US" b="0" i="0" dirty="0">
                <a:effectLst/>
                <a:latin typeface="Segoe WPC"/>
              </a:rPr>
              <a:t>If you need guaranteed constraint handling, use </a:t>
            </a:r>
            <a:r>
              <a:rPr lang="en-US" b="1" i="0" dirty="0">
                <a:effectLst/>
                <a:latin typeface="Segoe WPC"/>
              </a:rPr>
              <a:t>(1) or (2)</a:t>
            </a:r>
            <a:r>
              <a:rPr lang="en-US" b="0" i="0" dirty="0">
                <a:effectLst/>
                <a:latin typeface="Segoe WPC"/>
              </a:rPr>
              <a:t> as the core.</a:t>
            </a:r>
          </a:p>
          <a:p>
            <a:pPr algn="l">
              <a:spcAft>
                <a:spcPts val="450"/>
              </a:spcAft>
              <a:buFont typeface="Arial" panose="020B0604020202020204" pitchFamily="34" charset="0"/>
              <a:buChar char="•"/>
            </a:pPr>
            <a:r>
              <a:rPr lang="en-US" b="0" i="0" dirty="0">
                <a:effectLst/>
                <a:latin typeface="Segoe WPC"/>
              </a:rPr>
              <a:t>Use </a:t>
            </a:r>
            <a:r>
              <a:rPr lang="en-US" b="1" i="0" dirty="0">
                <a:effectLst/>
                <a:latin typeface="Segoe WPC"/>
              </a:rPr>
              <a:t>OMNIPUS/GOATS</a:t>
            </a:r>
            <a:r>
              <a:rPr lang="en-US" b="0" i="0" dirty="0">
                <a:effectLst/>
                <a:latin typeface="Segoe WPC"/>
              </a:rPr>
              <a:t> as coverage engine only after adding explicit feasible-set constraints.</a:t>
            </a:r>
          </a:p>
        </p:txBody>
      </p:sp>
    </p:spTree>
    <p:extLst>
      <p:ext uri="{BB962C8B-B14F-4D97-AF65-F5344CB8AC3E}">
        <p14:creationId xmlns:p14="http://schemas.microsoft.com/office/powerpoint/2010/main" val="875318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E0A3B-31CF-339E-B4E4-5FF54EFD7225}"/>
              </a:ext>
            </a:extLst>
          </p:cNvPr>
          <p:cNvSpPr>
            <a:spLocks noGrp="1"/>
          </p:cNvSpPr>
          <p:nvPr>
            <p:ph type="title"/>
          </p:nvPr>
        </p:nvSpPr>
        <p:spPr/>
        <p:txBody>
          <a:bodyPr/>
          <a:lstStyle/>
          <a:p>
            <a:r>
              <a:rPr lang="en-US" dirty="0"/>
              <a:t>Experiment - Overview</a:t>
            </a:r>
            <a:endParaRPr lang="en-NL" dirty="0"/>
          </a:p>
        </p:txBody>
      </p:sp>
      <p:sp>
        <p:nvSpPr>
          <p:cNvPr id="3" name="Content Placeholder 2">
            <a:extLst>
              <a:ext uri="{FF2B5EF4-FFF2-40B4-BE49-F238E27FC236}">
                <a16:creationId xmlns:a16="http://schemas.microsoft.com/office/drawing/2014/main" id="{12D50F80-41DD-4178-C266-A7BBFC30EAC5}"/>
              </a:ext>
            </a:extLst>
          </p:cNvPr>
          <p:cNvSpPr>
            <a:spLocks noGrp="1"/>
          </p:cNvSpPr>
          <p:nvPr>
            <p:ph idx="1"/>
          </p:nvPr>
        </p:nvSpPr>
        <p:spPr/>
        <p:txBody>
          <a:bodyPr>
            <a:normAutofit fontScale="92500" lnSpcReduction="10000"/>
          </a:bodyPr>
          <a:lstStyle/>
          <a:p>
            <a:r>
              <a:rPr lang="en-US" dirty="0"/>
              <a:t>Role:</a:t>
            </a:r>
          </a:p>
          <a:p>
            <a:r>
              <a:rPr lang="en-US" b="1" dirty="0"/>
              <a:t>Constrained MIMO FRF paper</a:t>
            </a:r>
            <a:r>
              <a:rPr lang="en-US" dirty="0"/>
              <a:t>: hard/explicit amplitude-aware experiment design for motion systems (very relevant to collision-risk hardware testing).</a:t>
            </a:r>
          </a:p>
          <a:p>
            <a:r>
              <a:rPr lang="en-US" b="1" dirty="0"/>
              <a:t>GP method</a:t>
            </a:r>
            <a:r>
              <a:rPr lang="en-US" dirty="0"/>
              <a:t>: adaptive region selection/space-filling.</a:t>
            </a:r>
          </a:p>
          <a:p>
            <a:r>
              <a:rPr lang="en-US" b="1" dirty="0"/>
              <a:t>OMNIPUS/GOATS</a:t>
            </a:r>
            <a:r>
              <a:rPr lang="en-US" dirty="0"/>
              <a:t>: candidate global excitation structures.</a:t>
            </a:r>
          </a:p>
          <a:p>
            <a:r>
              <a:rPr lang="en-US" dirty="0"/>
              <a:t>So for you:</a:t>
            </a:r>
          </a:p>
          <a:p>
            <a:r>
              <a:rPr lang="en-US" dirty="0"/>
              <a:t>Use the </a:t>
            </a:r>
            <a:r>
              <a:rPr lang="en-US" b="1" dirty="0"/>
              <a:t>peak-constrained MIMO FRF approach as the safety/feasibility backbone</a:t>
            </a:r>
            <a:r>
              <a:rPr lang="en-US" dirty="0"/>
              <a:t>.</a:t>
            </a:r>
          </a:p>
          <a:p>
            <a:r>
              <a:rPr lang="en-US" dirty="0"/>
              <a:t>Use GP (and/or OMNIPUS-style ideas) on top for exploration efficiency and nonlinear coverage.</a:t>
            </a:r>
          </a:p>
          <a:p>
            <a:endParaRPr lang="en-NL" dirty="0"/>
          </a:p>
        </p:txBody>
      </p:sp>
    </p:spTree>
    <p:extLst>
      <p:ext uri="{BB962C8B-B14F-4D97-AF65-F5344CB8AC3E}">
        <p14:creationId xmlns:p14="http://schemas.microsoft.com/office/powerpoint/2010/main" val="25848214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A0DBD-9426-AED6-5285-F1BF801367B6}"/>
              </a:ext>
            </a:extLst>
          </p:cNvPr>
          <p:cNvSpPr>
            <a:spLocks noGrp="1"/>
          </p:cNvSpPr>
          <p:nvPr>
            <p:ph type="title"/>
          </p:nvPr>
        </p:nvSpPr>
        <p:spPr/>
        <p:txBody>
          <a:bodyPr>
            <a:normAutofit fontScale="90000"/>
          </a:bodyPr>
          <a:lstStyle/>
          <a:p>
            <a:r>
              <a:rPr lang="en-US" dirty="0"/>
              <a:t>For each method clearly state if its applicable to MIMO and Dual-Gantry, and WHY/justify choices.</a:t>
            </a:r>
            <a:endParaRPr lang="en-NL" dirty="0"/>
          </a:p>
        </p:txBody>
      </p:sp>
      <p:sp>
        <p:nvSpPr>
          <p:cNvPr id="3" name="Content Placeholder 2">
            <a:extLst>
              <a:ext uri="{FF2B5EF4-FFF2-40B4-BE49-F238E27FC236}">
                <a16:creationId xmlns:a16="http://schemas.microsoft.com/office/drawing/2014/main" id="{D4F7975C-D565-EE25-B905-DBA77F6B258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602705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C0028-2D3A-09EC-D35F-3E0D73540206}"/>
              </a:ext>
            </a:extLst>
          </p:cNvPr>
          <p:cNvSpPr>
            <a:spLocks noGrp="1"/>
          </p:cNvSpPr>
          <p:nvPr>
            <p:ph type="title"/>
          </p:nvPr>
        </p:nvSpPr>
        <p:spPr/>
        <p:txBody>
          <a:bodyPr/>
          <a:lstStyle/>
          <a:p>
            <a:r>
              <a:rPr lang="en-US" dirty="0"/>
              <a:t>Question1</a:t>
            </a:r>
            <a:endParaRPr lang="en-NL" dirty="0"/>
          </a:p>
        </p:txBody>
      </p:sp>
      <p:sp>
        <p:nvSpPr>
          <p:cNvPr id="3" name="Content Placeholder 2">
            <a:extLst>
              <a:ext uri="{FF2B5EF4-FFF2-40B4-BE49-F238E27FC236}">
                <a16:creationId xmlns:a16="http://schemas.microsoft.com/office/drawing/2014/main" id="{6B21616A-5707-3F2F-EAB0-D5CA22FB88DC}"/>
              </a:ext>
            </a:extLst>
          </p:cNvPr>
          <p:cNvSpPr>
            <a:spLocks noGrp="1"/>
          </p:cNvSpPr>
          <p:nvPr>
            <p:ph idx="1"/>
          </p:nvPr>
        </p:nvSpPr>
        <p:spPr/>
        <p:txBody>
          <a:bodyPr>
            <a:normAutofit/>
          </a:bodyPr>
          <a:lstStyle/>
          <a:p>
            <a:r>
              <a:rPr lang="en-US" dirty="0"/>
              <a:t>For the dual-gantry system is it a on the spot collision check, or predefined map of what actions are possible?</a:t>
            </a:r>
          </a:p>
          <a:p>
            <a:pPr lvl="1"/>
            <a:r>
              <a:rPr lang="en-US" dirty="0"/>
              <a:t>Always has the same starting position </a:t>
            </a:r>
            <a:r>
              <a:rPr lang="en-US" dirty="0">
                <a:sym typeface="Wingdings" panose="05000000000000000000" pitchFamily="2" charset="2"/>
              </a:rPr>
              <a:t> So constraints are less important to take into account, will only need to capture the dynamics for the nominal dual-gantry use. And since it always has the same starting position, it will have the exact same constraints as during experiment design.</a:t>
            </a:r>
            <a:br>
              <a:rPr lang="en-US" dirty="0"/>
            </a:br>
            <a:endParaRPr lang="en-US" dirty="0"/>
          </a:p>
          <a:p>
            <a:pPr lvl="1"/>
            <a:endParaRPr lang="en-NL" dirty="0"/>
          </a:p>
        </p:txBody>
      </p:sp>
    </p:spTree>
    <p:extLst>
      <p:ext uri="{BB962C8B-B14F-4D97-AF65-F5344CB8AC3E}">
        <p14:creationId xmlns:p14="http://schemas.microsoft.com/office/powerpoint/2010/main" val="26833777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757FC-17C0-E76F-778C-2518BF4A588D}"/>
              </a:ext>
            </a:extLst>
          </p:cNvPr>
          <p:cNvSpPr>
            <a:spLocks noGrp="1"/>
          </p:cNvSpPr>
          <p:nvPr>
            <p:ph type="title"/>
          </p:nvPr>
        </p:nvSpPr>
        <p:spPr/>
        <p:txBody>
          <a:bodyPr/>
          <a:lstStyle/>
          <a:p>
            <a:r>
              <a:rPr lang="en-US" dirty="0"/>
              <a:t>GP method for finding choose next excitation where information gain is high.</a:t>
            </a:r>
            <a:endParaRPr lang="en-NL" dirty="0"/>
          </a:p>
        </p:txBody>
      </p:sp>
      <p:sp>
        <p:nvSpPr>
          <p:cNvPr id="3" name="Content Placeholder 2">
            <a:extLst>
              <a:ext uri="{FF2B5EF4-FFF2-40B4-BE49-F238E27FC236}">
                <a16:creationId xmlns:a16="http://schemas.microsoft.com/office/drawing/2014/main" id="{369A4AA2-3742-6268-ACC1-2660BF1C34EC}"/>
              </a:ext>
            </a:extLst>
          </p:cNvPr>
          <p:cNvSpPr>
            <a:spLocks noGrp="1"/>
          </p:cNvSpPr>
          <p:nvPr>
            <p:ph idx="1"/>
          </p:nvPr>
        </p:nvSpPr>
        <p:spPr/>
        <p:txBody>
          <a:bodyPr/>
          <a:lstStyle/>
          <a:p>
            <a:r>
              <a:rPr lang="en-US" dirty="0"/>
              <a:t>“Sequential space-filling inside the safe set” is the GP-style approach:</a:t>
            </a:r>
          </a:p>
          <a:p>
            <a:r>
              <a:rPr lang="en-US" dirty="0"/>
              <a:t>use a GP surrogate/uncertainty metric,</a:t>
            </a:r>
          </a:p>
          <a:p>
            <a:r>
              <a:rPr lang="en-US" dirty="0"/>
              <a:t>choose next excitation where information gain is high,</a:t>
            </a:r>
          </a:p>
          <a:p>
            <a:r>
              <a:rPr lang="en-US" dirty="0"/>
              <a:t>enforce safety constraints (collision gap, actuator/velocity/acc limits) during candidate selection.</a:t>
            </a:r>
          </a:p>
          <a:p>
            <a:r>
              <a:rPr lang="en-US" dirty="0"/>
              <a:t>So it is GP-based sequential design, constrained to your feasible safe region.</a:t>
            </a:r>
          </a:p>
          <a:p>
            <a:endParaRPr lang="en-NL" dirty="0"/>
          </a:p>
        </p:txBody>
      </p:sp>
    </p:spTree>
    <p:extLst>
      <p:ext uri="{BB962C8B-B14F-4D97-AF65-F5344CB8AC3E}">
        <p14:creationId xmlns:p14="http://schemas.microsoft.com/office/powerpoint/2010/main" val="1032692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47621-5A8F-AB40-ADCB-3C358DAD679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27B27FF-CB1B-0173-B534-8C4C217FBC10}"/>
              </a:ext>
            </a:extLst>
          </p:cNvPr>
          <p:cNvSpPr>
            <a:spLocks noGrp="1"/>
          </p:cNvSpPr>
          <p:nvPr>
            <p:ph idx="1"/>
          </p:nvPr>
        </p:nvSpPr>
        <p:spPr/>
        <p:txBody>
          <a:bodyPr/>
          <a:lstStyle/>
          <a:p>
            <a:r>
              <a:rPr lang="en-US" dirty="0"/>
              <a:t>how useful is this paper compared or in combination with </a:t>
            </a:r>
            <a:r>
              <a:rPr lang="en-US" dirty="0" err="1"/>
              <a:t>omnipus</a:t>
            </a:r>
            <a:r>
              <a:rPr lang="en-US" dirty="0"/>
              <a:t>?: On Space-Filling Input Design for Nonlinear Dynamic Model Learning: A Gaussian Process </a:t>
            </a:r>
            <a:r>
              <a:rPr lang="en-US" dirty="0" err="1"/>
              <a:t>ApproachYuhan</a:t>
            </a:r>
            <a:endParaRPr lang="en-NL" dirty="0"/>
          </a:p>
        </p:txBody>
      </p:sp>
      <p:pic>
        <p:nvPicPr>
          <p:cNvPr id="5" name="Picture 4">
            <a:extLst>
              <a:ext uri="{FF2B5EF4-FFF2-40B4-BE49-F238E27FC236}">
                <a16:creationId xmlns:a16="http://schemas.microsoft.com/office/drawing/2014/main" id="{E404784E-1DC9-AF6F-EE9E-4DBDC9E6AF6A}"/>
              </a:ext>
            </a:extLst>
          </p:cNvPr>
          <p:cNvPicPr>
            <a:picLocks noChangeAspect="1"/>
          </p:cNvPicPr>
          <p:nvPr/>
        </p:nvPicPr>
        <p:blipFill>
          <a:blip r:embed="rId2"/>
          <a:stretch>
            <a:fillRect/>
          </a:stretch>
        </p:blipFill>
        <p:spPr>
          <a:xfrm>
            <a:off x="6928144" y="1486101"/>
            <a:ext cx="3863675" cy="5006774"/>
          </a:xfrm>
          <a:prstGeom prst="rect">
            <a:avLst/>
          </a:prstGeom>
        </p:spPr>
      </p:pic>
    </p:spTree>
    <p:extLst>
      <p:ext uri="{BB962C8B-B14F-4D97-AF65-F5344CB8AC3E}">
        <p14:creationId xmlns:p14="http://schemas.microsoft.com/office/powerpoint/2010/main" val="4430352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9E8BB-825D-7713-575A-48785E3B0421}"/>
              </a:ext>
            </a:extLst>
          </p:cNvPr>
          <p:cNvSpPr>
            <a:spLocks noGrp="1"/>
          </p:cNvSpPr>
          <p:nvPr>
            <p:ph type="title"/>
          </p:nvPr>
        </p:nvSpPr>
        <p:spPr/>
        <p:txBody>
          <a:bodyPr/>
          <a:lstStyle/>
          <a:p>
            <a:r>
              <a:rPr lang="en-US" dirty="0"/>
              <a:t>Similar to “Wet-Clutch trick”</a:t>
            </a:r>
            <a:endParaRPr lang="en-NL" dirty="0"/>
          </a:p>
        </p:txBody>
      </p:sp>
      <p:sp>
        <p:nvSpPr>
          <p:cNvPr id="3" name="Content Placeholder 2">
            <a:extLst>
              <a:ext uri="{FF2B5EF4-FFF2-40B4-BE49-F238E27FC236}">
                <a16:creationId xmlns:a16="http://schemas.microsoft.com/office/drawing/2014/main" id="{F5C98CDF-5621-159B-5249-1D0566CE4F7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3589686-B502-50D1-2D81-3134D1AE096B}"/>
              </a:ext>
            </a:extLst>
          </p:cNvPr>
          <p:cNvPicPr>
            <a:picLocks noChangeAspect="1"/>
          </p:cNvPicPr>
          <p:nvPr/>
        </p:nvPicPr>
        <p:blipFill>
          <a:blip r:embed="rId2"/>
          <a:stretch>
            <a:fillRect/>
          </a:stretch>
        </p:blipFill>
        <p:spPr>
          <a:xfrm>
            <a:off x="6587385" y="1612491"/>
            <a:ext cx="4692346" cy="4493678"/>
          </a:xfrm>
          <a:prstGeom prst="rect">
            <a:avLst/>
          </a:prstGeom>
        </p:spPr>
      </p:pic>
    </p:spTree>
    <p:extLst>
      <p:ext uri="{BB962C8B-B14F-4D97-AF65-F5344CB8AC3E}">
        <p14:creationId xmlns:p14="http://schemas.microsoft.com/office/powerpoint/2010/main" val="41174597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1EB37-587A-9B10-69E9-A1FC178AEE08}"/>
              </a:ext>
            </a:extLst>
          </p:cNvPr>
          <p:cNvSpPr>
            <a:spLocks noGrp="1"/>
          </p:cNvSpPr>
          <p:nvPr>
            <p:ph type="title"/>
          </p:nvPr>
        </p:nvSpPr>
        <p:spPr>
          <a:xfrm>
            <a:off x="838200" y="228600"/>
            <a:ext cx="10515600" cy="1325563"/>
          </a:xfrm>
        </p:spPr>
        <p:txBody>
          <a:bodyPr/>
          <a:lstStyle/>
          <a:p>
            <a:r>
              <a:rPr lang="en-US" dirty="0"/>
              <a:t>Phase 1 Overview: Literature research</a:t>
            </a:r>
            <a:endParaRPr lang="en-NL" dirty="0"/>
          </a:p>
        </p:txBody>
      </p:sp>
      <p:sp>
        <p:nvSpPr>
          <p:cNvPr id="3" name="Content Placeholder 2">
            <a:extLst>
              <a:ext uri="{FF2B5EF4-FFF2-40B4-BE49-F238E27FC236}">
                <a16:creationId xmlns:a16="http://schemas.microsoft.com/office/drawing/2014/main" id="{4CEB9D55-87E9-B8D1-7EA4-E9111E8ADFC6}"/>
              </a:ext>
            </a:extLst>
          </p:cNvPr>
          <p:cNvSpPr>
            <a:spLocks noGrp="1"/>
          </p:cNvSpPr>
          <p:nvPr>
            <p:ph idx="1"/>
          </p:nvPr>
        </p:nvSpPr>
        <p:spPr>
          <a:xfrm>
            <a:off x="107950" y="1333500"/>
            <a:ext cx="11976100" cy="5295900"/>
          </a:xfrm>
        </p:spPr>
        <p:txBody>
          <a:bodyPr>
            <a:normAutofit fontScale="92500" lnSpcReduction="20000"/>
          </a:bodyPr>
          <a:lstStyle/>
          <a:p>
            <a:r>
              <a:rPr lang="en-US" dirty="0"/>
              <a:t>Deliverable Phase 1 ~6 weeks</a:t>
            </a:r>
          </a:p>
          <a:p>
            <a:pPr lvl="1"/>
            <a:r>
              <a:rPr lang="en-US" dirty="0"/>
              <a:t>1. Background and already obtained results in the topic</a:t>
            </a:r>
          </a:p>
          <a:p>
            <a:pPr lvl="1"/>
            <a:r>
              <a:rPr lang="en-US" dirty="0"/>
              <a:t>2. Literature survey </a:t>
            </a:r>
          </a:p>
          <a:p>
            <a:pPr lvl="1"/>
            <a:r>
              <a:rPr lang="en-US" dirty="0"/>
              <a:t>3. Research questions </a:t>
            </a:r>
          </a:p>
          <a:p>
            <a:pPr lvl="1"/>
            <a:r>
              <a:rPr lang="en-US" dirty="0"/>
              <a:t>4. AI&amp;ES relevance </a:t>
            </a:r>
          </a:p>
          <a:p>
            <a:pPr lvl="1"/>
            <a:r>
              <a:rPr lang="en-US" dirty="0"/>
              <a:t>5. Research methods </a:t>
            </a:r>
          </a:p>
          <a:p>
            <a:pPr lvl="1"/>
            <a:r>
              <a:rPr lang="en-US" dirty="0"/>
              <a:t>6. Expected outcomes of the project </a:t>
            </a:r>
          </a:p>
          <a:p>
            <a:pPr lvl="1"/>
            <a:r>
              <a:rPr lang="en-US" dirty="0"/>
              <a:t>7. Time planning phase 2 </a:t>
            </a:r>
          </a:p>
          <a:p>
            <a:r>
              <a:rPr lang="en-US" dirty="0"/>
              <a:t>Starting mockup. Will be focusing on 5. and 7.</a:t>
            </a:r>
          </a:p>
          <a:p>
            <a:pPr lvl="1"/>
            <a:r>
              <a:rPr lang="en-US" dirty="0"/>
              <a:t>5. How are you going to answer your research questions? Provide a sufficient description of the research methods and materials you will use during your project so that your supervisor can assess the appropriateness of your research approach, methods and materials, and of the quality and reliability of your data. What resources will you use or require? If an external party, such as a company, is involved, state what you need from this external party. </a:t>
            </a:r>
          </a:p>
          <a:p>
            <a:r>
              <a:rPr lang="en-US" dirty="0"/>
              <a:t>Phase 2</a:t>
            </a:r>
          </a:p>
          <a:p>
            <a:pPr lvl="1"/>
            <a:r>
              <a:rPr lang="en-US" dirty="0"/>
              <a:t>Start simple, adapt Hoekstra’s code to LPV and MIMO</a:t>
            </a:r>
          </a:p>
        </p:txBody>
      </p:sp>
    </p:spTree>
    <p:extLst>
      <p:ext uri="{BB962C8B-B14F-4D97-AF65-F5344CB8AC3E}">
        <p14:creationId xmlns:p14="http://schemas.microsoft.com/office/powerpoint/2010/main" val="31253158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61E9E-82B9-EF44-5D6D-30A6A613BAEC}"/>
              </a:ext>
            </a:extLst>
          </p:cNvPr>
          <p:cNvSpPr>
            <a:spLocks noGrp="1"/>
          </p:cNvSpPr>
          <p:nvPr>
            <p:ph type="title"/>
          </p:nvPr>
        </p:nvSpPr>
        <p:spPr/>
        <p:txBody>
          <a:bodyPr/>
          <a:lstStyle/>
          <a:p>
            <a:r>
              <a:rPr lang="en-US" dirty="0"/>
              <a:t>Simulation - MIMO</a:t>
            </a:r>
            <a:endParaRPr lang="en-NL" dirty="0"/>
          </a:p>
        </p:txBody>
      </p:sp>
      <p:sp>
        <p:nvSpPr>
          <p:cNvPr id="3" name="Content Placeholder 2">
            <a:extLst>
              <a:ext uri="{FF2B5EF4-FFF2-40B4-BE49-F238E27FC236}">
                <a16:creationId xmlns:a16="http://schemas.microsoft.com/office/drawing/2014/main" id="{29CC3E17-4C4E-5CD3-7136-38DAB9B0AA34}"/>
              </a:ext>
            </a:extLst>
          </p:cNvPr>
          <p:cNvSpPr>
            <a:spLocks noGrp="1"/>
          </p:cNvSpPr>
          <p:nvPr>
            <p:ph idx="1"/>
          </p:nvPr>
        </p:nvSpPr>
        <p:spPr/>
        <p:txBody>
          <a:bodyPr>
            <a:normAutofit/>
          </a:bodyPr>
          <a:lstStyle/>
          <a:p>
            <a:r>
              <a:rPr lang="en-US" dirty="0"/>
              <a:t>Asked other PhD student for adapted MIMO code</a:t>
            </a:r>
          </a:p>
          <a:p>
            <a:r>
              <a:rPr lang="en-US" dirty="0"/>
              <a:t>Compared it to the code of Jan</a:t>
            </a:r>
          </a:p>
          <a:p>
            <a:r>
              <a:rPr lang="en-US" dirty="0"/>
              <a:t>To change the structure to MIMO have to change two lines of code</a:t>
            </a:r>
          </a:p>
          <a:p>
            <a:r>
              <a:rPr lang="en-US" dirty="0"/>
              <a:t>Important Encoder function:</a:t>
            </a:r>
          </a:p>
          <a:p>
            <a:pPr lvl="1"/>
            <a:r>
              <a:rPr lang="en-US" dirty="0"/>
              <a:t>Neural network that estimates the </a:t>
            </a:r>
            <a:r>
              <a:rPr lang="en-US" b="1" dirty="0"/>
              <a:t>initial latent state</a:t>
            </a:r>
            <a:r>
              <a:rPr lang="en-US" dirty="0"/>
              <a:t> </a:t>
            </a:r>
            <a:r>
              <a:rPr lang="en-US" b="1" dirty="0"/>
              <a:t>X0</a:t>
            </a:r>
            <a:r>
              <a:rPr lang="en-US" dirty="0"/>
              <a:t> of the state‑space model from a short history of measured data.</a:t>
            </a:r>
          </a:p>
          <a:p>
            <a:pPr lvl="1"/>
            <a:r>
              <a:rPr lang="en-US" dirty="0"/>
              <a:t>Enables us to train a state‑space model from only input/output data (</a:t>
            </a:r>
            <a:r>
              <a:rPr lang="en-US" dirty="0" err="1"/>
              <a:t>u,y</a:t>
            </a:r>
            <a:r>
              <a:rPr lang="en-US" dirty="0"/>
              <a:t>)</a:t>
            </a:r>
          </a:p>
        </p:txBody>
      </p:sp>
    </p:spTree>
    <p:extLst>
      <p:ext uri="{BB962C8B-B14F-4D97-AF65-F5344CB8AC3E}">
        <p14:creationId xmlns:p14="http://schemas.microsoft.com/office/powerpoint/2010/main" val="41148582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6B0E4-2045-8849-74FB-5E43FADBF6A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8B4DBC3-EDF4-1EC1-7A52-CE9903C4C189}"/>
              </a:ext>
            </a:extLst>
          </p:cNvPr>
          <p:cNvSpPr>
            <a:spLocks noGrp="1"/>
          </p:cNvSpPr>
          <p:nvPr>
            <p:ph idx="1"/>
          </p:nvPr>
        </p:nvSpPr>
        <p:spPr/>
        <p:txBody>
          <a:bodyPr>
            <a:normAutofit/>
          </a:bodyPr>
          <a:lstStyle/>
          <a:p>
            <a:r>
              <a:rPr lang="en-US" b="1" dirty="0"/>
              <a:t>Fix </a:t>
            </a:r>
            <a:r>
              <a:rPr lang="en-US" b="1" dirty="0" err="1"/>
              <a:t>ny</a:t>
            </a:r>
            <a:r>
              <a:rPr lang="en-US" b="1" dirty="0"/>
              <a:t> so the encoder input includes all output channels (MIMO)</a:t>
            </a:r>
          </a:p>
          <a:p>
            <a:pPr lvl="1"/>
            <a:r>
              <a:rPr lang="en-US" dirty="0"/>
              <a:t>Before (public repo): modified_encoder_net.__</a:t>
            </a:r>
            <a:r>
              <a:rPr lang="en-US" dirty="0" err="1"/>
              <a:t>init</a:t>
            </a:r>
            <a:r>
              <a:rPr lang="en-US" dirty="0"/>
              <a:t>__ hardcoded </a:t>
            </a:r>
          </a:p>
          <a:p>
            <a:pPr marL="457200" lvl="1" indent="0">
              <a:buNone/>
            </a:pPr>
            <a:r>
              <a:rPr lang="en-US" dirty="0" err="1"/>
              <a:t>self.ny</a:t>
            </a:r>
            <a:r>
              <a:rPr lang="en-US" dirty="0"/>
              <a:t> = tuple() </a:t>
            </a:r>
            <a:r>
              <a:rPr lang="en-US" dirty="0">
                <a:sym typeface="Wingdings" panose="05000000000000000000" pitchFamily="2" charset="2"/>
              </a:rPr>
              <a:t></a:t>
            </a:r>
            <a:r>
              <a:rPr lang="en-US" dirty="0"/>
              <a:t> treats output-history size as 0</a:t>
            </a:r>
          </a:p>
          <a:p>
            <a:pPr lvl="1"/>
            <a:r>
              <a:rPr lang="en-US" dirty="0"/>
              <a:t>Easy way to not scale the encoder with the number of outputs (SISO only shortcut)</a:t>
            </a:r>
            <a:endParaRPr lang="en-US" b="1" dirty="0"/>
          </a:p>
          <a:p>
            <a:r>
              <a:rPr lang="en-US" b="1" dirty="0"/>
              <a:t>Effect</a:t>
            </a:r>
            <a:r>
              <a:rPr lang="en-US" dirty="0"/>
              <a:t>: the network input size becomes </a:t>
            </a:r>
            <a:r>
              <a:rPr lang="en-US" dirty="0" err="1"/>
              <a:t>nb</a:t>
            </a:r>
            <a:r>
              <a:rPr lang="en-US" dirty="0"/>
              <a:t>*nu + </a:t>
            </a:r>
            <a:r>
              <a:rPr lang="en-US" dirty="0" err="1"/>
              <a:t>na</a:t>
            </a:r>
            <a:r>
              <a:rPr lang="en-US" dirty="0"/>
              <a:t>*</a:t>
            </a:r>
            <a:r>
              <a:rPr lang="en-US" dirty="0" err="1"/>
              <a:t>ny</a:t>
            </a:r>
            <a:r>
              <a:rPr lang="en-US" dirty="0"/>
              <a:t> instead of </a:t>
            </a:r>
            <a:r>
              <a:rPr lang="en-US" dirty="0" err="1"/>
              <a:t>nb</a:t>
            </a:r>
            <a:r>
              <a:rPr lang="en-US" dirty="0"/>
              <a:t>*nu + 0, so it matches the flattened </a:t>
            </a:r>
            <a:r>
              <a:rPr lang="en-US" dirty="0" err="1"/>
              <a:t>ypast</a:t>
            </a:r>
            <a:r>
              <a:rPr lang="en-US" dirty="0"/>
              <a:t> for </a:t>
            </a:r>
            <a:r>
              <a:rPr lang="en-US" dirty="0" err="1"/>
              <a:t>ny</a:t>
            </a:r>
            <a:r>
              <a:rPr lang="en-US" dirty="0"/>
              <a:t>&gt;1</a:t>
            </a:r>
          </a:p>
          <a:p>
            <a:r>
              <a:rPr lang="en-US" b="1" dirty="0"/>
              <a:t>Optional: </a:t>
            </a:r>
            <a:r>
              <a:rPr lang="en-US" dirty="0"/>
              <a:t>Instead of using custom encoder switch to imported one from </a:t>
            </a:r>
            <a:r>
              <a:rPr lang="en-US" dirty="0" err="1"/>
              <a:t>DeepSI</a:t>
            </a:r>
            <a:r>
              <a:rPr lang="en-US" dirty="0"/>
              <a:t> library (adapted for MIMO)</a:t>
            </a:r>
          </a:p>
          <a:p>
            <a:endParaRPr lang="en-US" b="1" dirty="0"/>
          </a:p>
          <a:p>
            <a:endParaRPr lang="en-NL" dirty="0"/>
          </a:p>
        </p:txBody>
      </p:sp>
    </p:spTree>
    <p:extLst>
      <p:ext uri="{BB962C8B-B14F-4D97-AF65-F5344CB8AC3E}">
        <p14:creationId xmlns:p14="http://schemas.microsoft.com/office/powerpoint/2010/main" val="1290507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C9EAB-5A72-1037-CF7D-68CD4E9A826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011F178-DA54-8D2E-B5EE-C3F459B84C64}"/>
              </a:ext>
            </a:extLst>
          </p:cNvPr>
          <p:cNvSpPr>
            <a:spLocks noGrp="1"/>
          </p:cNvSpPr>
          <p:nvPr>
            <p:ph idx="1"/>
          </p:nvPr>
        </p:nvSpPr>
        <p:spPr/>
        <p:txBody>
          <a:bodyPr/>
          <a:lstStyle/>
          <a:p>
            <a:r>
              <a:rPr lang="en-US" dirty="0" err="1"/>
              <a:t>na</a:t>
            </a:r>
            <a:r>
              <a:rPr lang="en-US" dirty="0"/>
              <a:t> is the number of past time steps you feed in, and </a:t>
            </a:r>
            <a:r>
              <a:rPr lang="en-US" dirty="0" err="1"/>
              <a:t>ny</a:t>
            </a:r>
            <a:r>
              <a:rPr lang="en-US" dirty="0"/>
              <a:t> is how many outputs you have at each time step.</a:t>
            </a:r>
            <a:endParaRPr lang="nn-NO" dirty="0"/>
          </a:p>
          <a:p>
            <a:r>
              <a:rPr lang="nn-NO" dirty="0"/>
              <a:t>For SISO, ny=1, so na*ny = na.</a:t>
            </a:r>
          </a:p>
          <a:p>
            <a:pPr lvl="1"/>
            <a:r>
              <a:rPr lang="en-US" dirty="0"/>
              <a:t>Each past time step contributes </a:t>
            </a:r>
            <a:r>
              <a:rPr lang="en-US" b="1" dirty="0"/>
              <a:t>1 output value</a:t>
            </a:r>
            <a:r>
              <a:rPr lang="en-US" dirty="0"/>
              <a:t>. With </a:t>
            </a:r>
            <a:r>
              <a:rPr lang="en-US" dirty="0" err="1"/>
              <a:t>na</a:t>
            </a:r>
            <a:r>
              <a:rPr lang="en-US" dirty="0"/>
              <a:t> time steps, you have </a:t>
            </a:r>
            <a:r>
              <a:rPr lang="en-US" dirty="0" err="1"/>
              <a:t>na</a:t>
            </a:r>
            <a:r>
              <a:rPr lang="en-US" dirty="0"/>
              <a:t> x 1 = </a:t>
            </a:r>
            <a:r>
              <a:rPr lang="en-US" dirty="0" err="1"/>
              <a:t>na</a:t>
            </a:r>
            <a:r>
              <a:rPr lang="en-US" dirty="0"/>
              <a:t> output numbers.</a:t>
            </a:r>
            <a:endParaRPr lang="nn-NO" dirty="0"/>
          </a:p>
          <a:p>
            <a:r>
              <a:rPr lang="nn-NO" dirty="0"/>
              <a:t>For MIMO, ny&gt;1, so na*ny grows.</a:t>
            </a:r>
          </a:p>
          <a:p>
            <a:pPr lvl="1"/>
            <a:r>
              <a:rPr lang="en-US" dirty="0"/>
              <a:t>Each past time step contributes </a:t>
            </a:r>
            <a:r>
              <a:rPr lang="en-US" b="1" dirty="0"/>
              <a:t>multiple output values</a:t>
            </a:r>
            <a:r>
              <a:rPr lang="en-US" dirty="0"/>
              <a:t>. With </a:t>
            </a:r>
            <a:r>
              <a:rPr lang="en-US" dirty="0" err="1"/>
              <a:t>na</a:t>
            </a:r>
            <a:r>
              <a:rPr lang="en-US" dirty="0"/>
              <a:t> time steps, you have </a:t>
            </a:r>
            <a:r>
              <a:rPr lang="en-US" dirty="0" err="1"/>
              <a:t>na</a:t>
            </a:r>
            <a:r>
              <a:rPr lang="en-US" dirty="0"/>
              <a:t> x </a:t>
            </a:r>
            <a:r>
              <a:rPr lang="en-US" dirty="0" err="1"/>
              <a:t>ny</a:t>
            </a:r>
            <a:r>
              <a:rPr lang="en-US" dirty="0"/>
              <a:t> output numbers.</a:t>
            </a:r>
            <a:endParaRPr lang="nn-NO" dirty="0"/>
          </a:p>
          <a:p>
            <a:endParaRPr lang="en-NL" dirty="0"/>
          </a:p>
        </p:txBody>
      </p:sp>
    </p:spTree>
    <p:extLst>
      <p:ext uri="{BB962C8B-B14F-4D97-AF65-F5344CB8AC3E}">
        <p14:creationId xmlns:p14="http://schemas.microsoft.com/office/powerpoint/2010/main" val="41061385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Start writing mockup for Phase 1 deliverable</a:t>
            </a:r>
          </a:p>
          <a:p>
            <a:pPr lvl="1"/>
            <a:endParaRPr lang="en-US" dirty="0"/>
          </a:p>
          <a:p>
            <a:r>
              <a:rPr lang="en-US" dirty="0"/>
              <a:t>Simulation</a:t>
            </a:r>
          </a:p>
          <a:p>
            <a:pPr lvl="1"/>
            <a:endParaRPr lang="en-US" dirty="0"/>
          </a:p>
        </p:txBody>
      </p:sp>
    </p:spTree>
    <p:extLst>
      <p:ext uri="{BB962C8B-B14F-4D97-AF65-F5344CB8AC3E}">
        <p14:creationId xmlns:p14="http://schemas.microsoft.com/office/powerpoint/2010/main" val="4133975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4198</TotalTime>
  <Words>4385</Words>
  <Application>Microsoft Office PowerPoint</Application>
  <PresentationFormat>Widescreen</PresentationFormat>
  <Paragraphs>250</Paragraphs>
  <Slides>41</Slides>
  <Notes>4</Notes>
  <HiddenSlides>22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Aptos</vt:lpstr>
      <vt:lpstr>Aptos Display</vt:lpstr>
      <vt:lpstr>Arial</vt:lpstr>
      <vt:lpstr>Cambria Math</vt:lpstr>
      <vt:lpstr>Segoe WPC</vt:lpstr>
      <vt:lpstr>Wingdings</vt:lpstr>
      <vt:lpstr>Office Theme</vt:lpstr>
      <vt:lpstr>Meeting Week 4</vt:lpstr>
      <vt:lpstr>Last week summary</vt:lpstr>
      <vt:lpstr>Last week summary</vt:lpstr>
      <vt:lpstr>Feature selection not applicable</vt:lpstr>
      <vt:lpstr>Last week summary</vt:lpstr>
      <vt:lpstr>PowerPoint Presentation</vt:lpstr>
      <vt:lpstr>PowerPoint Presentation</vt:lpstr>
      <vt:lpstr>OMNIPUS for MIMO?</vt:lpstr>
      <vt:lpstr>OMNIPUS with constraints</vt:lpstr>
      <vt:lpstr>Alternatives to OMNIPUS</vt:lpstr>
      <vt:lpstr>RHC-Based Space-Filling Input Design for Nonlinear Systems</vt:lpstr>
      <vt:lpstr>FRF method</vt:lpstr>
      <vt:lpstr>Simulation</vt:lpstr>
      <vt:lpstr>Model augmenation</vt:lpstr>
      <vt:lpstr>Linear Fractional Representation (LFR)</vt:lpstr>
      <vt:lpstr>Interconnection Matrix (S)</vt:lpstr>
      <vt:lpstr>Adapt simulation code for MIMO &amp; LPV</vt:lpstr>
      <vt:lpstr>Adapt to Linear Parameter Varying (LPV)</vt:lpstr>
      <vt:lpstr>Nonlinear Infinite Impulse Response (NIIR)</vt:lpstr>
      <vt:lpstr>PowerPoint Presentation</vt:lpstr>
      <vt:lpstr>PowerPoint Presentation</vt:lpstr>
      <vt:lpstr>Global movement</vt:lpstr>
      <vt:lpstr>PowerPoint Presentation</vt:lpstr>
      <vt:lpstr>PowerPoint Presentation</vt:lpstr>
      <vt:lpstr>PowerPoint Presentation</vt:lpstr>
      <vt:lpstr>Better than OMNIPUS for dual-gantry</vt:lpstr>
      <vt:lpstr>PowerPoint Presentation</vt:lpstr>
      <vt:lpstr>Global methods justification dual-gantry Like OMNIPUS</vt:lpstr>
      <vt:lpstr>PowerPoint Presentation</vt:lpstr>
      <vt:lpstr>Experiment Design – Global methods with constraints</vt:lpstr>
      <vt:lpstr>Experiment - Overview</vt:lpstr>
      <vt:lpstr>For each method clearly state if its applicable to MIMO and Dual-Gantry, and WHY/justify choices.</vt:lpstr>
      <vt:lpstr>Question1</vt:lpstr>
      <vt:lpstr>GP method for finding choose next excitation where information gain is high.</vt:lpstr>
      <vt:lpstr>PowerPoint Presentation</vt:lpstr>
      <vt:lpstr>Similar to “Wet-Clutch trick”</vt:lpstr>
      <vt:lpstr>Phase 1 Overview: Literature research</vt:lpstr>
      <vt:lpstr>Simulation - MIMO</vt:lpstr>
      <vt:lpstr>PowerPoint Presentation</vt:lpstr>
      <vt:lpstr>PowerPoint Presentation</vt:lpstr>
      <vt:lpstr>Outline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23</cp:revision>
  <dcterms:created xsi:type="dcterms:W3CDTF">2026-02-02T15:14:22Z</dcterms:created>
  <dcterms:modified xsi:type="dcterms:W3CDTF">2026-03-02T07:19:22Z</dcterms:modified>
</cp:coreProperties>
</file>