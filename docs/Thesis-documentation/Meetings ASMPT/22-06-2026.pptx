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77"/>
  </p:notesMasterIdLst>
  <p:sldIdLst>
    <p:sldId id="257" r:id="rId2"/>
    <p:sldId id="258" r:id="rId3"/>
    <p:sldId id="527" r:id="rId4"/>
    <p:sldId id="528" r:id="rId5"/>
    <p:sldId id="529" r:id="rId6"/>
    <p:sldId id="530" r:id="rId7"/>
    <p:sldId id="531" r:id="rId8"/>
    <p:sldId id="532" r:id="rId9"/>
    <p:sldId id="524" r:id="rId10"/>
    <p:sldId id="520" r:id="rId11"/>
    <p:sldId id="523" r:id="rId12"/>
    <p:sldId id="517" r:id="rId13"/>
    <p:sldId id="525" r:id="rId14"/>
    <p:sldId id="526" r:id="rId15"/>
    <p:sldId id="519" r:id="rId16"/>
    <p:sldId id="545" r:id="rId17"/>
    <p:sldId id="543" r:id="rId18"/>
    <p:sldId id="546" r:id="rId19"/>
    <p:sldId id="544" r:id="rId20"/>
    <p:sldId id="533" r:id="rId21"/>
    <p:sldId id="536" r:id="rId22"/>
    <p:sldId id="537" r:id="rId23"/>
    <p:sldId id="538" r:id="rId24"/>
    <p:sldId id="539" r:id="rId25"/>
    <p:sldId id="540" r:id="rId26"/>
    <p:sldId id="541" r:id="rId27"/>
    <p:sldId id="542" r:id="rId28"/>
    <p:sldId id="261" r:id="rId29"/>
    <p:sldId id="547" r:id="rId30"/>
    <p:sldId id="548" r:id="rId31"/>
    <p:sldId id="550" r:id="rId32"/>
    <p:sldId id="551" r:id="rId33"/>
    <p:sldId id="552" r:id="rId34"/>
    <p:sldId id="549" r:id="rId35"/>
    <p:sldId id="555" r:id="rId36"/>
    <p:sldId id="554" r:id="rId37"/>
    <p:sldId id="558" r:id="rId38"/>
    <p:sldId id="556" r:id="rId39"/>
    <p:sldId id="563" r:id="rId40"/>
    <p:sldId id="557" r:id="rId41"/>
    <p:sldId id="561" r:id="rId42"/>
    <p:sldId id="562" r:id="rId43"/>
    <p:sldId id="567" r:id="rId44"/>
    <p:sldId id="560" r:id="rId45"/>
    <p:sldId id="574" r:id="rId46"/>
    <p:sldId id="573" r:id="rId47"/>
    <p:sldId id="572" r:id="rId48"/>
    <p:sldId id="570" r:id="rId49"/>
    <p:sldId id="571" r:id="rId50"/>
    <p:sldId id="565" r:id="rId51"/>
    <p:sldId id="569" r:id="rId52"/>
    <p:sldId id="568" r:id="rId53"/>
    <p:sldId id="457" r:id="rId54"/>
    <p:sldId id="468" r:id="rId55"/>
    <p:sldId id="575" r:id="rId56"/>
    <p:sldId id="576" r:id="rId57"/>
    <p:sldId id="577" r:id="rId58"/>
    <p:sldId id="578" r:id="rId59"/>
    <p:sldId id="579" r:id="rId60"/>
    <p:sldId id="580" r:id="rId61"/>
    <p:sldId id="581" r:id="rId62"/>
    <p:sldId id="582" r:id="rId63"/>
    <p:sldId id="583" r:id="rId64"/>
    <p:sldId id="584" r:id="rId65"/>
    <p:sldId id="585" r:id="rId66"/>
    <p:sldId id="586" r:id="rId67"/>
    <p:sldId id="589" r:id="rId68"/>
    <p:sldId id="587" r:id="rId69"/>
    <p:sldId id="588" r:id="rId70"/>
    <p:sldId id="595" r:id="rId71"/>
    <p:sldId id="590" r:id="rId72"/>
    <p:sldId id="591" r:id="rId73"/>
    <p:sldId id="592" r:id="rId74"/>
    <p:sldId id="593" r:id="rId75"/>
    <p:sldId id="594" r:id="rId7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2E1A7E-3A3A-4747-A3B3-BA51E484EA6B}" v="23" dt="2026-06-23T20:34:08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2418" autoAdjust="0"/>
  </p:normalViewPr>
  <p:slideViewPr>
    <p:cSldViewPr snapToGrid="0">
      <p:cViewPr>
        <p:scale>
          <a:sx n="100" d="100"/>
          <a:sy n="100" d="100"/>
        </p:scale>
        <p:origin x="-211" y="-10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6-23T22:06:32.160" v="7058" actId="20577"/>
      <pc:docMkLst>
        <pc:docMk/>
      </pc:docMkLst>
      <pc:sldChg chg="modSp mod">
        <pc:chgData name="Berg, Dirk van den" userId="035ecb32-01d9-4b47-a105-eacf059a4647" providerId="ADAL" clId="{F7FF961E-CF96-44AC-93C2-93612F62D46D}" dt="2026-06-21T18:42:14.962" v="3379" actId="20577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6-21T18:42:14.962" v="3379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6-15T07:36:29.934" v="2246" actId="20577"/>
          <ac:spMkLst>
            <pc:docMk/>
            <pc:sldMk cId="2679595137" sldId="257"/>
            <ac:spMk id="3" creationId="{DAAEF679-3C39-E36C-B710-9B50CBAE487E}"/>
          </ac:spMkLst>
        </pc:spChg>
      </pc:sldChg>
      <pc:sldChg chg="modSp mod">
        <pc:chgData name="Berg, Dirk van den" userId="035ecb32-01d9-4b47-a105-eacf059a4647" providerId="ADAL" clId="{F7FF961E-CF96-44AC-93C2-93612F62D46D}" dt="2026-06-22T07:43:58.358" v="5702" actId="20577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6-22T07:43:58.358" v="5702" actId="20577"/>
          <ac:spMkLst>
            <pc:docMk/>
            <pc:sldMk cId="1617226886" sldId="258"/>
            <ac:spMk id="3" creationId="{1B16F991-22E1-98ED-FDA2-6483679AE450}"/>
          </ac:spMkLst>
        </pc:spChg>
      </pc:sldChg>
      <pc:sldChg chg="modSp mod ord modShow">
        <pc:chgData name="Berg, Dirk van den" userId="035ecb32-01d9-4b47-a105-eacf059a4647" providerId="ADAL" clId="{F7FF961E-CF96-44AC-93C2-93612F62D46D}" dt="2026-06-22T07:45:00.567" v="5709" actId="729"/>
        <pc:sldMkLst>
          <pc:docMk/>
          <pc:sldMk cId="1644103483" sldId="261"/>
        </pc:sldMkLst>
        <pc:spChg chg="mod">
          <ac:chgData name="Berg, Dirk van den" userId="035ecb32-01d9-4b47-a105-eacf059a4647" providerId="ADAL" clId="{F7FF961E-CF96-44AC-93C2-93612F62D46D}" dt="2026-06-15T07:42:51.350" v="2561" actId="20577"/>
          <ac:spMkLst>
            <pc:docMk/>
            <pc:sldMk cId="1644103483" sldId="261"/>
            <ac:spMk id="3" creationId="{E47102AD-2110-0E10-35E2-1C476B0C66B2}"/>
          </ac:spMkLst>
        </pc:spChg>
      </pc:sldChg>
      <pc:sldChg chg="del ord">
        <pc:chgData name="Berg, Dirk van den" userId="035ecb32-01d9-4b47-a105-eacf059a4647" providerId="ADAL" clId="{F7FF961E-CF96-44AC-93C2-93612F62D46D}" dt="2026-06-22T07:44:07.562" v="5705" actId="2696"/>
        <pc:sldMkLst>
          <pc:docMk/>
          <pc:sldMk cId="205556035" sldId="457"/>
        </pc:sldMkLst>
      </pc:sldChg>
      <pc:sldChg chg="add">
        <pc:chgData name="Berg, Dirk van den" userId="035ecb32-01d9-4b47-a105-eacf059a4647" providerId="ADAL" clId="{F7FF961E-CF96-44AC-93C2-93612F62D46D}" dt="2026-06-22T07:44:10.221" v="5706"/>
        <pc:sldMkLst>
          <pc:docMk/>
          <pc:sldMk cId="1744048149" sldId="457"/>
        </pc:sldMkLst>
      </pc:sldChg>
      <pc:sldChg chg="add">
        <pc:chgData name="Berg, Dirk van den" userId="035ecb32-01d9-4b47-a105-eacf059a4647" providerId="ADAL" clId="{F7FF961E-CF96-44AC-93C2-93612F62D46D}" dt="2026-06-22T07:44:10.221" v="5706"/>
        <pc:sldMkLst>
          <pc:docMk/>
          <pc:sldMk cId="1042286521" sldId="468"/>
        </pc:sldMkLst>
      </pc:sldChg>
      <pc:sldChg chg="del ord">
        <pc:chgData name="Berg, Dirk van den" userId="035ecb32-01d9-4b47-a105-eacf059a4647" providerId="ADAL" clId="{F7FF961E-CF96-44AC-93C2-93612F62D46D}" dt="2026-06-22T07:44:07.562" v="5705" actId="2696"/>
        <pc:sldMkLst>
          <pc:docMk/>
          <pc:sldMk cId="1330280161" sldId="468"/>
        </pc:sldMkLst>
      </pc:sldChg>
      <pc:sldChg chg="modSp mod or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1625811901" sldId="517"/>
        </pc:sldMkLst>
        <pc:spChg chg="mod">
          <ac:chgData name="Berg, Dirk van den" userId="035ecb32-01d9-4b47-a105-eacf059a4647" providerId="ADAL" clId="{F7FF961E-CF96-44AC-93C2-93612F62D46D}" dt="2026-06-11T10:23:59.835" v="814" actId="20577"/>
          <ac:spMkLst>
            <pc:docMk/>
            <pc:sldMk cId="1625811901" sldId="517"/>
            <ac:spMk id="2" creationId="{EE51371B-B02A-6E17-5726-B381CB574E80}"/>
          </ac:spMkLst>
        </pc:spChg>
        <pc:spChg chg="mod">
          <ac:chgData name="Berg, Dirk van den" userId="035ecb32-01d9-4b47-a105-eacf059a4647" providerId="ADAL" clId="{F7FF961E-CF96-44AC-93C2-93612F62D46D}" dt="2026-06-11T10:26:48.456" v="970" actId="27636"/>
          <ac:spMkLst>
            <pc:docMk/>
            <pc:sldMk cId="1625811901" sldId="517"/>
            <ac:spMk id="3" creationId="{69DA0004-DAE6-BD80-CCC1-E4F440264748}"/>
          </ac:spMkLst>
        </pc:spChg>
      </pc:sldChg>
      <pc:sldChg chg="addSp delSp modSp new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650189645" sldId="519"/>
        </pc:sldMkLst>
        <pc:spChg chg="add del mod">
          <ac:chgData name="Berg, Dirk van den" userId="035ecb32-01d9-4b47-a105-eacf059a4647" providerId="ADAL" clId="{F7FF961E-CF96-44AC-93C2-93612F62D46D}" dt="2026-06-15T07:12:10.013" v="1842" actId="1076"/>
          <ac:spMkLst>
            <pc:docMk/>
            <pc:sldMk cId="650189645" sldId="519"/>
            <ac:spMk id="3" creationId="{9094C8CC-2B20-A313-C373-5B75118CA140}"/>
          </ac:spMkLst>
        </pc:spChg>
        <pc:spChg chg="add mod">
          <ac:chgData name="Berg, Dirk van den" userId="035ecb32-01d9-4b47-a105-eacf059a4647" providerId="ADAL" clId="{F7FF961E-CF96-44AC-93C2-93612F62D46D}" dt="2026-06-11T10:19:49.579" v="786" actId="1076"/>
          <ac:spMkLst>
            <pc:docMk/>
            <pc:sldMk cId="650189645" sldId="519"/>
            <ac:spMk id="7" creationId="{D2ED8309-553D-9BDE-A44E-1E81EAD19BC0}"/>
          </ac:spMkLst>
        </pc:spChg>
        <pc:spChg chg="add mod">
          <ac:chgData name="Berg, Dirk van den" userId="035ecb32-01d9-4b47-a105-eacf059a4647" providerId="ADAL" clId="{F7FF961E-CF96-44AC-93C2-93612F62D46D}" dt="2026-06-11T10:20:17.826" v="794"/>
          <ac:spMkLst>
            <pc:docMk/>
            <pc:sldMk cId="650189645" sldId="519"/>
            <ac:spMk id="9" creationId="{5F1F9380-802A-2120-18F2-FE3440C543C2}"/>
          </ac:spMkLst>
        </pc:spChg>
        <pc:spChg chg="add mod">
          <ac:chgData name="Berg, Dirk van den" userId="035ecb32-01d9-4b47-a105-eacf059a4647" providerId="ADAL" clId="{F7FF961E-CF96-44AC-93C2-93612F62D46D}" dt="2026-06-11T10:20:21.163" v="795"/>
          <ac:spMkLst>
            <pc:docMk/>
            <pc:sldMk cId="650189645" sldId="519"/>
            <ac:spMk id="11" creationId="{C23AD40C-BE2C-C163-8ADB-B09665B6F54E}"/>
          </ac:spMkLst>
        </pc:spChg>
        <pc:spChg chg="add mod">
          <ac:chgData name="Berg, Dirk van den" userId="035ecb32-01d9-4b47-a105-eacf059a4647" providerId="ADAL" clId="{F7FF961E-CF96-44AC-93C2-93612F62D46D}" dt="2026-06-11T10:20:13.660" v="793"/>
          <ac:spMkLst>
            <pc:docMk/>
            <pc:sldMk cId="650189645" sldId="519"/>
            <ac:spMk id="13" creationId="{DF17A2CD-DBF5-BA39-F777-61D5B2581DF2}"/>
          </ac:spMkLst>
        </pc:spChg>
        <pc:picChg chg="add mod">
          <ac:chgData name="Berg, Dirk van den" userId="035ecb32-01d9-4b47-a105-eacf059a4647" providerId="ADAL" clId="{F7FF961E-CF96-44AC-93C2-93612F62D46D}" dt="2026-06-11T08:29:40.437" v="426" actId="1076"/>
          <ac:picMkLst>
            <pc:docMk/>
            <pc:sldMk cId="650189645" sldId="519"/>
            <ac:picMk id="5" creationId="{9D7FE0D4-EA0B-A666-9032-3D476F38A20D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1666835567" sldId="520"/>
        </pc:sldMkLst>
        <pc:spChg chg="mod">
          <ac:chgData name="Berg, Dirk van den" userId="035ecb32-01d9-4b47-a105-eacf059a4647" providerId="ADAL" clId="{F7FF961E-CF96-44AC-93C2-93612F62D46D}" dt="2026-06-11T09:02:38.017" v="670" actId="20577"/>
          <ac:spMkLst>
            <pc:docMk/>
            <pc:sldMk cId="1666835567" sldId="520"/>
            <ac:spMk id="2" creationId="{60F89EEE-D863-8A54-348F-83BFED3DEC8C}"/>
          </ac:spMkLst>
        </pc:spChg>
        <pc:spChg chg="mod">
          <ac:chgData name="Berg, Dirk van den" userId="035ecb32-01d9-4b47-a105-eacf059a4647" providerId="ADAL" clId="{F7FF961E-CF96-44AC-93C2-93612F62D46D}" dt="2026-06-11T09:34:31.785" v="695" actId="20577"/>
          <ac:spMkLst>
            <pc:docMk/>
            <pc:sldMk cId="1666835567" sldId="520"/>
            <ac:spMk id="3" creationId="{C0DE0E97-2F38-A1AF-6914-7295B783CCA4}"/>
          </ac:spMkLst>
        </pc:spChg>
      </pc:sldChg>
      <pc:sldChg chg="addSp modSp add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3179903391" sldId="523"/>
        </pc:sldMkLst>
        <pc:picChg chg="add mod">
          <ac:chgData name="Berg, Dirk van den" userId="035ecb32-01d9-4b47-a105-eacf059a4647" providerId="ADAL" clId="{F7FF961E-CF96-44AC-93C2-93612F62D46D}" dt="2026-06-11T09:58:21.358" v="703" actId="1076"/>
          <ac:picMkLst>
            <pc:docMk/>
            <pc:sldMk cId="3179903391" sldId="523"/>
            <ac:picMk id="5" creationId="{671472D3-0BA1-E2E6-8C35-FC2ADC6A0C0D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6-22T07:44:37.575" v="5707" actId="729"/>
        <pc:sldMkLst>
          <pc:docMk/>
          <pc:sldMk cId="1250517572" sldId="524"/>
        </pc:sldMkLst>
        <pc:spChg chg="mod">
          <ac:chgData name="Berg, Dirk van den" userId="035ecb32-01d9-4b47-a105-eacf059a4647" providerId="ADAL" clId="{F7FF961E-CF96-44AC-93C2-93612F62D46D}" dt="2026-06-11T10:09:16.848" v="706"/>
          <ac:spMkLst>
            <pc:docMk/>
            <pc:sldMk cId="1250517572" sldId="524"/>
            <ac:spMk id="2" creationId="{3E34CA5E-DE7F-EEE8-2F5F-739610A4F0F4}"/>
          </ac:spMkLst>
        </pc:spChg>
        <pc:spChg chg="mod">
          <ac:chgData name="Berg, Dirk van den" userId="035ecb32-01d9-4b47-a105-eacf059a4647" providerId="ADAL" clId="{F7FF961E-CF96-44AC-93C2-93612F62D46D}" dt="2026-06-11T10:12:15.311" v="746" actId="20577"/>
          <ac:spMkLst>
            <pc:docMk/>
            <pc:sldMk cId="1250517572" sldId="524"/>
            <ac:spMk id="3" creationId="{E292BF38-7FD7-C320-3F1B-D2597FAAC5BD}"/>
          </ac:spMkLst>
        </pc:spChg>
      </pc:sldChg>
      <pc:sldChg chg="modSp add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4208264051" sldId="525"/>
        </pc:sldMkLst>
        <pc:spChg chg="mod">
          <ac:chgData name="Berg, Dirk van den" userId="035ecb32-01d9-4b47-a105-eacf059a4647" providerId="ADAL" clId="{F7FF961E-CF96-44AC-93C2-93612F62D46D}" dt="2026-06-11T10:26:56.889" v="989" actId="20577"/>
          <ac:spMkLst>
            <pc:docMk/>
            <pc:sldMk cId="4208264051" sldId="525"/>
            <ac:spMk id="2" creationId="{7B7D5E04-74B5-A837-4A80-8A5430452EB3}"/>
          </ac:spMkLst>
        </pc:spChg>
        <pc:spChg chg="mod">
          <ac:chgData name="Berg, Dirk van den" userId="035ecb32-01d9-4b47-a105-eacf059a4647" providerId="ADAL" clId="{F7FF961E-CF96-44AC-93C2-93612F62D46D}" dt="2026-06-11T10:27:22.468" v="1090" actId="20577"/>
          <ac:spMkLst>
            <pc:docMk/>
            <pc:sldMk cId="4208264051" sldId="525"/>
            <ac:spMk id="3" creationId="{F3D26948-5FFD-5B9D-70A0-B65F000547F4}"/>
          </ac:spMkLst>
        </pc:spChg>
      </pc:sldChg>
      <pc:sldChg chg="addSp delSp modSp new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2486601122" sldId="526"/>
        </pc:sldMkLst>
        <pc:picChg chg="add mod modCrop">
          <ac:chgData name="Berg, Dirk van den" userId="035ecb32-01d9-4b47-a105-eacf059a4647" providerId="ADAL" clId="{F7FF961E-CF96-44AC-93C2-93612F62D46D}" dt="2026-06-15T07:11:57.277" v="1841" actId="1076"/>
          <ac:picMkLst>
            <pc:docMk/>
            <pc:sldMk cId="2486601122" sldId="526"/>
            <ac:picMk id="7" creationId="{786DE012-473C-2BC7-F158-0FF76364F8D0}"/>
          </ac:picMkLst>
        </pc:picChg>
      </pc:sldChg>
      <pc:sldChg chg="add mod modShow">
        <pc:chgData name="Berg, Dirk van den" userId="035ecb32-01d9-4b47-a105-eacf059a4647" providerId="ADAL" clId="{F7FF961E-CF96-44AC-93C2-93612F62D46D}" dt="2026-06-22T07:44:37.575" v="5707" actId="729"/>
        <pc:sldMkLst>
          <pc:docMk/>
          <pc:sldMk cId="989358158" sldId="527"/>
        </pc:sldMkLst>
      </pc:sldChg>
      <pc:sldChg chg="add mod modShow">
        <pc:chgData name="Berg, Dirk van den" userId="035ecb32-01d9-4b47-a105-eacf059a4647" providerId="ADAL" clId="{F7FF961E-CF96-44AC-93C2-93612F62D46D}" dt="2026-06-22T07:44:37.575" v="5707" actId="729"/>
        <pc:sldMkLst>
          <pc:docMk/>
          <pc:sldMk cId="3803936289" sldId="528"/>
        </pc:sldMkLst>
      </pc:sldChg>
      <pc:sldChg chg="add mod modShow">
        <pc:chgData name="Berg, Dirk van den" userId="035ecb32-01d9-4b47-a105-eacf059a4647" providerId="ADAL" clId="{F7FF961E-CF96-44AC-93C2-93612F62D46D}" dt="2026-06-22T07:44:37.575" v="5707" actId="729"/>
        <pc:sldMkLst>
          <pc:docMk/>
          <pc:sldMk cId="1442079541" sldId="529"/>
        </pc:sldMkLst>
      </pc:sldChg>
      <pc:sldChg chg="add mod modShow">
        <pc:chgData name="Berg, Dirk van den" userId="035ecb32-01d9-4b47-a105-eacf059a4647" providerId="ADAL" clId="{F7FF961E-CF96-44AC-93C2-93612F62D46D}" dt="2026-06-22T07:44:37.575" v="5707" actId="729"/>
        <pc:sldMkLst>
          <pc:docMk/>
          <pc:sldMk cId="3829793679" sldId="530"/>
        </pc:sldMkLst>
      </pc:sldChg>
      <pc:sldChg chg="add mod modShow">
        <pc:chgData name="Berg, Dirk van den" userId="035ecb32-01d9-4b47-a105-eacf059a4647" providerId="ADAL" clId="{F7FF961E-CF96-44AC-93C2-93612F62D46D}" dt="2026-06-22T07:44:37.575" v="5707" actId="729"/>
        <pc:sldMkLst>
          <pc:docMk/>
          <pc:sldMk cId="3020532205" sldId="531"/>
        </pc:sldMkLst>
      </pc:sldChg>
      <pc:sldChg chg="add mod modShow">
        <pc:chgData name="Berg, Dirk van den" userId="035ecb32-01d9-4b47-a105-eacf059a4647" providerId="ADAL" clId="{F7FF961E-CF96-44AC-93C2-93612F62D46D}" dt="2026-06-22T07:44:37.575" v="5707" actId="729"/>
        <pc:sldMkLst>
          <pc:docMk/>
          <pc:sldMk cId="721880702" sldId="532"/>
        </pc:sldMkLst>
      </pc:sldChg>
      <pc:sldChg chg="modSp new mod or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1740145444" sldId="533"/>
        </pc:sldMkLst>
        <pc:spChg chg="mod">
          <ac:chgData name="Berg, Dirk van den" userId="035ecb32-01d9-4b47-a105-eacf059a4647" providerId="ADAL" clId="{F7FF961E-CF96-44AC-93C2-93612F62D46D}" dt="2026-06-15T07:16:15.854" v="1910" actId="20577"/>
          <ac:spMkLst>
            <pc:docMk/>
            <pc:sldMk cId="1740145444" sldId="533"/>
            <ac:spMk id="2" creationId="{78F099C2-2F12-A424-91EC-AFECD784F82C}"/>
          </ac:spMkLst>
        </pc:spChg>
        <pc:spChg chg="mod">
          <ac:chgData name="Berg, Dirk van den" userId="035ecb32-01d9-4b47-a105-eacf059a4647" providerId="ADAL" clId="{F7FF961E-CF96-44AC-93C2-93612F62D46D}" dt="2026-06-15T07:30:07.872" v="2142" actId="20577"/>
          <ac:spMkLst>
            <pc:docMk/>
            <pc:sldMk cId="1740145444" sldId="533"/>
            <ac:spMk id="3" creationId="{45EE5B97-D3A2-3682-D645-7819104E0E83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2470557905" sldId="536"/>
        </pc:sldMkLst>
        <pc:spChg chg="add mod">
          <ac:chgData name="Berg, Dirk van den" userId="035ecb32-01d9-4b47-a105-eacf059a4647" providerId="ADAL" clId="{F7FF961E-CF96-44AC-93C2-93612F62D46D}" dt="2026-06-15T07:28:17.620" v="1998" actId="1076"/>
          <ac:spMkLst>
            <pc:docMk/>
            <pc:sldMk cId="2470557905" sldId="536"/>
            <ac:spMk id="5" creationId="{AADB3B10-74C5-E810-D694-4FB5F5164FAC}"/>
          </ac:spMkLst>
        </pc:spChg>
        <pc:spChg chg="add mod">
          <ac:chgData name="Berg, Dirk van den" userId="035ecb32-01d9-4b47-a105-eacf059a4647" providerId="ADAL" clId="{F7FF961E-CF96-44AC-93C2-93612F62D46D}" dt="2026-06-15T07:28:01.095" v="1995" actId="1076"/>
          <ac:spMkLst>
            <pc:docMk/>
            <pc:sldMk cId="2470557905" sldId="536"/>
            <ac:spMk id="7" creationId="{75F29854-13EA-26CA-615D-145CD281DDB6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330750968" sldId="537"/>
        </pc:sldMkLst>
        <pc:spChg chg="add mod">
          <ac:chgData name="Berg, Dirk van den" userId="035ecb32-01d9-4b47-a105-eacf059a4647" providerId="ADAL" clId="{F7FF961E-CF96-44AC-93C2-93612F62D46D}" dt="2026-06-15T07:30:23.011" v="2144" actId="1076"/>
          <ac:spMkLst>
            <pc:docMk/>
            <pc:sldMk cId="330750968" sldId="537"/>
            <ac:spMk id="5" creationId="{7C08145B-4962-403E-2A6F-CD49F4FA81A1}"/>
          </ac:spMkLst>
        </pc:spChg>
        <pc:spChg chg="add mod">
          <ac:chgData name="Berg, Dirk van den" userId="035ecb32-01d9-4b47-a105-eacf059a4647" providerId="ADAL" clId="{F7FF961E-CF96-44AC-93C2-93612F62D46D}" dt="2026-06-15T07:30:32.215" v="2146" actId="1076"/>
          <ac:spMkLst>
            <pc:docMk/>
            <pc:sldMk cId="330750968" sldId="537"/>
            <ac:spMk id="7" creationId="{E4E15E31-F71D-3628-7616-FD444B54A82B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3061189902" sldId="538"/>
        </pc:sldMkLst>
        <pc:spChg chg="add mod">
          <ac:chgData name="Berg, Dirk van den" userId="035ecb32-01d9-4b47-a105-eacf059a4647" providerId="ADAL" clId="{F7FF961E-CF96-44AC-93C2-93612F62D46D}" dt="2026-06-15T07:31:59.891" v="2163" actId="6549"/>
          <ac:spMkLst>
            <pc:docMk/>
            <pc:sldMk cId="3061189902" sldId="538"/>
            <ac:spMk id="5" creationId="{648E3FDD-1397-B562-ADC7-AD1184410EEB}"/>
          </ac:spMkLst>
        </pc:spChg>
        <pc:spChg chg="add mod">
          <ac:chgData name="Berg, Dirk van den" userId="035ecb32-01d9-4b47-a105-eacf059a4647" providerId="ADAL" clId="{F7FF961E-CF96-44AC-93C2-93612F62D46D}" dt="2026-06-15T07:32:03.219" v="2164" actId="1076"/>
          <ac:spMkLst>
            <pc:docMk/>
            <pc:sldMk cId="3061189902" sldId="538"/>
            <ac:spMk id="7" creationId="{D54DFDCB-4675-53E2-CDF1-F6D112125C4B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3739911938" sldId="539"/>
        </pc:sldMkLst>
        <pc:spChg chg="add mod">
          <ac:chgData name="Berg, Dirk van den" userId="035ecb32-01d9-4b47-a105-eacf059a4647" providerId="ADAL" clId="{F7FF961E-CF96-44AC-93C2-93612F62D46D}" dt="2026-06-15T07:33:14.800" v="2170" actId="1076"/>
          <ac:spMkLst>
            <pc:docMk/>
            <pc:sldMk cId="3739911938" sldId="539"/>
            <ac:spMk id="5" creationId="{1150DB79-8924-0ACD-C350-81483BEF2745}"/>
          </ac:spMkLst>
        </pc:spChg>
        <pc:spChg chg="add mod">
          <ac:chgData name="Berg, Dirk van den" userId="035ecb32-01d9-4b47-a105-eacf059a4647" providerId="ADAL" clId="{F7FF961E-CF96-44AC-93C2-93612F62D46D}" dt="2026-06-15T07:33:09.079" v="2169" actId="1076"/>
          <ac:spMkLst>
            <pc:docMk/>
            <pc:sldMk cId="3739911938" sldId="539"/>
            <ac:spMk id="7" creationId="{1F7A0A0C-AE76-FA86-5646-F16E7F103A53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4230576912" sldId="540"/>
        </pc:sldMkLst>
        <pc:picChg chg="add mod">
          <ac:chgData name="Berg, Dirk van den" userId="035ecb32-01d9-4b47-a105-eacf059a4647" providerId="ADAL" clId="{F7FF961E-CF96-44AC-93C2-93612F62D46D}" dt="2026-06-15T07:34:50.912" v="2175" actId="1076"/>
          <ac:picMkLst>
            <pc:docMk/>
            <pc:sldMk cId="4230576912" sldId="540"/>
            <ac:picMk id="5" creationId="{7487C2CC-4377-502B-8427-40F66694805B}"/>
          </ac:picMkLst>
        </pc:picChg>
      </pc:sldChg>
      <pc:sldChg chg="addSp modSp add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2782236938" sldId="541"/>
        </pc:sldMkLst>
        <pc:spChg chg="mod">
          <ac:chgData name="Berg, Dirk van den" userId="035ecb32-01d9-4b47-a105-eacf059a4647" providerId="ADAL" clId="{F7FF961E-CF96-44AC-93C2-93612F62D46D}" dt="2026-06-15T07:42:05.505" v="2417" actId="20577"/>
          <ac:spMkLst>
            <pc:docMk/>
            <pc:sldMk cId="2782236938" sldId="541"/>
            <ac:spMk id="3" creationId="{5A4CEDD4-99FC-3A05-88F2-898201E898F9}"/>
          </ac:spMkLst>
        </pc:spChg>
        <pc:spChg chg="add mod">
          <ac:chgData name="Berg, Dirk van den" userId="035ecb32-01d9-4b47-a105-eacf059a4647" providerId="ADAL" clId="{F7FF961E-CF96-44AC-93C2-93612F62D46D}" dt="2026-06-15T07:40:22.881" v="2253" actId="14100"/>
          <ac:spMkLst>
            <pc:docMk/>
            <pc:sldMk cId="2782236938" sldId="541"/>
            <ac:spMk id="4" creationId="{31805D8B-808F-56F0-6E72-BA987C9E4B98}"/>
          </ac:spMkLst>
        </pc:spChg>
        <pc:spChg chg="add mod">
          <ac:chgData name="Berg, Dirk van den" userId="035ecb32-01d9-4b47-a105-eacf059a4647" providerId="ADAL" clId="{F7FF961E-CF96-44AC-93C2-93612F62D46D}" dt="2026-06-15T07:40:55.686" v="2260" actId="14100"/>
          <ac:spMkLst>
            <pc:docMk/>
            <pc:sldMk cId="2782236938" sldId="541"/>
            <ac:spMk id="6" creationId="{35A19DA9-BF10-4822-F621-6E976A82805D}"/>
          </ac:spMkLst>
        </pc:spChg>
        <pc:picChg chg="mod">
          <ac:chgData name="Berg, Dirk van den" userId="035ecb32-01d9-4b47-a105-eacf059a4647" providerId="ADAL" clId="{F7FF961E-CF96-44AC-93C2-93612F62D46D}" dt="2026-06-15T07:40:47.124" v="2257" actId="1076"/>
          <ac:picMkLst>
            <pc:docMk/>
            <pc:sldMk cId="2782236938" sldId="541"/>
            <ac:picMk id="5" creationId="{1CDE69AF-69CF-C74F-84CB-0ED2B9AAEDEF}"/>
          </ac:picMkLst>
        </pc:picChg>
      </pc:sldChg>
      <pc:sldChg chg="addSp modSp new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937491681" sldId="542"/>
        </pc:sldMkLst>
        <pc:picChg chg="add mod">
          <ac:chgData name="Berg, Dirk van den" userId="035ecb32-01d9-4b47-a105-eacf059a4647" providerId="ADAL" clId="{F7FF961E-CF96-44AC-93C2-93612F62D46D}" dt="2026-06-15T07:46:25.163" v="2571" actId="1076"/>
          <ac:picMkLst>
            <pc:docMk/>
            <pc:sldMk cId="937491681" sldId="542"/>
            <ac:picMk id="5" creationId="{5DB4910A-D790-4E94-2720-D23F39C39F36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3149329969" sldId="543"/>
        </pc:sldMkLst>
        <pc:spChg chg="mod">
          <ac:chgData name="Berg, Dirk van den" userId="035ecb32-01d9-4b47-a105-eacf059a4647" providerId="ADAL" clId="{F7FF961E-CF96-44AC-93C2-93612F62D46D}" dt="2026-06-15T07:50:59.166" v="2647" actId="20577"/>
          <ac:spMkLst>
            <pc:docMk/>
            <pc:sldMk cId="3149329969" sldId="543"/>
            <ac:spMk id="2" creationId="{CD925AA5-109B-A47B-64CE-CFFB0DFD1A11}"/>
          </ac:spMkLst>
        </pc:spChg>
        <pc:spChg chg="mod">
          <ac:chgData name="Berg, Dirk van den" userId="035ecb32-01d9-4b47-a105-eacf059a4647" providerId="ADAL" clId="{F7FF961E-CF96-44AC-93C2-93612F62D46D}" dt="2026-06-15T08:00:03.945" v="3042" actId="20577"/>
          <ac:spMkLst>
            <pc:docMk/>
            <pc:sldMk cId="3149329969" sldId="543"/>
            <ac:spMk id="3" creationId="{3D963AFB-1147-6583-011C-EB15E5E215F2}"/>
          </ac:spMkLst>
        </pc:spChg>
      </pc:sldChg>
      <pc:sldChg chg="addSp delSp modSp new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3739265353" sldId="544"/>
        </pc:sldMkLst>
        <pc:spChg chg="mod">
          <ac:chgData name="Berg, Dirk van den" userId="035ecb32-01d9-4b47-a105-eacf059a4647" providerId="ADAL" clId="{F7FF961E-CF96-44AC-93C2-93612F62D46D}" dt="2026-06-15T07:54:58.723" v="2874" actId="20577"/>
          <ac:spMkLst>
            <pc:docMk/>
            <pc:sldMk cId="3739265353" sldId="544"/>
            <ac:spMk id="2" creationId="{1569CAB9-D93D-E19A-DEB2-02E2D721BEE9}"/>
          </ac:spMkLst>
        </pc:spChg>
        <pc:spChg chg="mod">
          <ac:chgData name="Berg, Dirk van den" userId="035ecb32-01d9-4b47-a105-eacf059a4647" providerId="ADAL" clId="{F7FF961E-CF96-44AC-93C2-93612F62D46D}" dt="2026-06-15T07:50:08.456" v="2614" actId="6549"/>
          <ac:spMkLst>
            <pc:docMk/>
            <pc:sldMk cId="3739265353" sldId="544"/>
            <ac:spMk id="3" creationId="{683BCC99-D9BD-B04B-D4F3-0C9AE76D985C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15T07:52:33.255" v="2841" actId="729"/>
        <pc:sldMkLst>
          <pc:docMk/>
          <pc:sldMk cId="762699933" sldId="545"/>
        </pc:sldMkLst>
        <pc:spChg chg="mod">
          <ac:chgData name="Berg, Dirk van den" userId="035ecb32-01d9-4b47-a105-eacf059a4647" providerId="ADAL" clId="{F7FF961E-CF96-44AC-93C2-93612F62D46D}" dt="2026-06-15T07:51:09.769" v="2677" actId="20577"/>
          <ac:spMkLst>
            <pc:docMk/>
            <pc:sldMk cId="762699933" sldId="545"/>
            <ac:spMk id="2" creationId="{62A91C9C-2D90-6AD3-131E-8CBF4AF0CA12}"/>
          </ac:spMkLst>
        </pc:spChg>
        <pc:spChg chg="mod">
          <ac:chgData name="Berg, Dirk van den" userId="035ecb32-01d9-4b47-a105-eacf059a4647" providerId="ADAL" clId="{F7FF961E-CF96-44AC-93C2-93612F62D46D}" dt="2026-06-15T07:52:22.799" v="2840" actId="20577"/>
          <ac:spMkLst>
            <pc:docMk/>
            <pc:sldMk cId="762699933" sldId="545"/>
            <ac:spMk id="3" creationId="{06BF8250-9C82-85DC-484D-355175870A84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6-22T07:44:50.909" v="5708" actId="729"/>
        <pc:sldMkLst>
          <pc:docMk/>
          <pc:sldMk cId="2935092405" sldId="546"/>
        </pc:sldMkLst>
        <pc:spChg chg="mod">
          <ac:chgData name="Berg, Dirk van den" userId="035ecb32-01d9-4b47-a105-eacf059a4647" providerId="ADAL" clId="{F7FF961E-CF96-44AC-93C2-93612F62D46D}" dt="2026-06-15T07:55:06.216" v="2895" actId="20577"/>
          <ac:spMkLst>
            <pc:docMk/>
            <pc:sldMk cId="2935092405" sldId="546"/>
            <ac:spMk id="2" creationId="{0CF455E1-7CD3-08B9-2AA6-896988DC42F9}"/>
          </ac:spMkLst>
        </pc:spChg>
        <pc:spChg chg="add mod">
          <ac:chgData name="Berg, Dirk van den" userId="035ecb32-01d9-4b47-a105-eacf059a4647" providerId="ADAL" clId="{F7FF961E-CF96-44AC-93C2-93612F62D46D}" dt="2026-06-15T07:54:41.333" v="2850" actId="207"/>
          <ac:spMkLst>
            <pc:docMk/>
            <pc:sldMk cId="2935092405" sldId="546"/>
            <ac:spMk id="5" creationId="{14961716-3CD9-B7CC-09A5-1B6868651E8F}"/>
          </ac:spMkLst>
        </pc:spChg>
        <pc:spChg chg="add mod">
          <ac:chgData name="Berg, Dirk van den" userId="035ecb32-01d9-4b47-a105-eacf059a4647" providerId="ADAL" clId="{F7FF961E-CF96-44AC-93C2-93612F62D46D}" dt="2026-06-15T07:54:43.311" v="2851" actId="207"/>
          <ac:spMkLst>
            <pc:docMk/>
            <pc:sldMk cId="2935092405" sldId="546"/>
            <ac:spMk id="7" creationId="{4998B15E-2F4E-ADEF-F74B-DF9F0B5D826B}"/>
          </ac:spMkLst>
        </pc:spChg>
      </pc:sldChg>
      <pc:sldChg chg="new mod modShow">
        <pc:chgData name="Berg, Dirk van den" userId="035ecb32-01d9-4b47-a105-eacf059a4647" providerId="ADAL" clId="{F7FF961E-CF96-44AC-93C2-93612F62D46D}" dt="2026-06-22T07:45:00.567" v="5709" actId="729"/>
        <pc:sldMkLst>
          <pc:docMk/>
          <pc:sldMk cId="878492530" sldId="547"/>
        </pc:sldMkLst>
      </pc:sldChg>
      <pc:sldChg chg="addSp delSp modSp new mod modShow">
        <pc:chgData name="Berg, Dirk van den" userId="035ecb32-01d9-4b47-a105-eacf059a4647" providerId="ADAL" clId="{F7FF961E-CF96-44AC-93C2-93612F62D46D}" dt="2026-06-22T07:45:00.567" v="5709" actId="729"/>
        <pc:sldMkLst>
          <pc:docMk/>
          <pc:sldMk cId="3692655530" sldId="548"/>
        </pc:sldMkLst>
        <pc:spChg chg="add mod">
          <ac:chgData name="Berg, Dirk van den" userId="035ecb32-01d9-4b47-a105-eacf059a4647" providerId="ADAL" clId="{F7FF961E-CF96-44AC-93C2-93612F62D46D}" dt="2026-06-15T11:22:33.209" v="3064" actId="14100"/>
          <ac:spMkLst>
            <pc:docMk/>
            <pc:sldMk cId="3692655530" sldId="548"/>
            <ac:spMk id="5" creationId="{EEB73438-2565-BDBB-9D24-74B637640147}"/>
          </ac:spMkLst>
        </pc:spChg>
        <pc:spChg chg="add mod">
          <ac:chgData name="Berg, Dirk van den" userId="035ecb32-01d9-4b47-a105-eacf059a4647" providerId="ADAL" clId="{F7FF961E-CF96-44AC-93C2-93612F62D46D}" dt="2026-06-15T11:26:51.844" v="3076" actId="20577"/>
          <ac:spMkLst>
            <pc:docMk/>
            <pc:sldMk cId="3692655530" sldId="548"/>
            <ac:spMk id="7" creationId="{053CBA55-3B8C-830F-17E0-6DCF3681B5A6}"/>
          </ac:spMkLst>
        </pc:spChg>
        <pc:spChg chg="add mod">
          <ac:chgData name="Berg, Dirk van den" userId="035ecb32-01d9-4b47-a105-eacf059a4647" providerId="ADAL" clId="{F7FF961E-CF96-44AC-93C2-93612F62D46D}" dt="2026-06-15T11:25:59.645" v="3074" actId="14100"/>
          <ac:spMkLst>
            <pc:docMk/>
            <pc:sldMk cId="3692655530" sldId="548"/>
            <ac:spMk id="9" creationId="{28C0B651-94EE-7C91-684F-27D39114E8DE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6-22T07:45:00.567" v="5709" actId="729"/>
        <pc:sldMkLst>
          <pc:docMk/>
          <pc:sldMk cId="1534055114" sldId="549"/>
        </pc:sldMkLst>
        <pc:picChg chg="add mod">
          <ac:chgData name="Berg, Dirk van den" userId="035ecb32-01d9-4b47-a105-eacf059a4647" providerId="ADAL" clId="{F7FF961E-CF96-44AC-93C2-93612F62D46D}" dt="2026-06-15T11:43:25.887" v="3080" actId="1076"/>
          <ac:picMkLst>
            <pc:docMk/>
            <pc:sldMk cId="1534055114" sldId="549"/>
            <ac:picMk id="5" creationId="{51F1B479-D42A-0152-31E4-478930B0C7A7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6-22T07:45:00.567" v="5709" actId="729"/>
        <pc:sldMkLst>
          <pc:docMk/>
          <pc:sldMk cId="121936788" sldId="550"/>
        </pc:sldMkLst>
        <pc:spChg chg="mod">
          <ac:chgData name="Berg, Dirk van den" userId="035ecb32-01d9-4b47-a105-eacf059a4647" providerId="ADAL" clId="{F7FF961E-CF96-44AC-93C2-93612F62D46D}" dt="2026-06-15T12:17:32.497" v="3227" actId="20577"/>
          <ac:spMkLst>
            <pc:docMk/>
            <pc:sldMk cId="121936788" sldId="550"/>
            <ac:spMk id="3" creationId="{E536DF86-B27F-328F-4D82-423FCFA92B64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22T07:45:00.567" v="5709" actId="729"/>
        <pc:sldMkLst>
          <pc:docMk/>
          <pc:sldMk cId="1497227004" sldId="551"/>
        </pc:sldMkLst>
        <pc:spChg chg="mod">
          <ac:chgData name="Berg, Dirk van den" userId="035ecb32-01d9-4b47-a105-eacf059a4647" providerId="ADAL" clId="{F7FF961E-CF96-44AC-93C2-93612F62D46D}" dt="2026-06-15T12:39:49.988" v="3261" actId="20577"/>
          <ac:spMkLst>
            <pc:docMk/>
            <pc:sldMk cId="1497227004" sldId="551"/>
            <ac:spMk id="2" creationId="{E1077047-FD87-8AD9-BA7B-76377ECAB3C6}"/>
          </ac:spMkLst>
        </pc:spChg>
        <pc:spChg chg="mod">
          <ac:chgData name="Berg, Dirk van den" userId="035ecb32-01d9-4b47-a105-eacf059a4647" providerId="ADAL" clId="{F7FF961E-CF96-44AC-93C2-93612F62D46D}" dt="2026-06-15T12:40:04.932" v="3340" actId="5793"/>
          <ac:spMkLst>
            <pc:docMk/>
            <pc:sldMk cId="1497227004" sldId="551"/>
            <ac:spMk id="3" creationId="{69A6B27E-364B-8AC1-AF26-FFDCC78B5F7E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6-22T07:45:00.567" v="5709" actId="729"/>
        <pc:sldMkLst>
          <pc:docMk/>
          <pc:sldMk cId="3217624811" sldId="552"/>
        </pc:sldMkLst>
        <pc:spChg chg="mod">
          <ac:chgData name="Berg, Dirk van den" userId="035ecb32-01d9-4b47-a105-eacf059a4647" providerId="ADAL" clId="{F7FF961E-CF96-44AC-93C2-93612F62D46D}" dt="2026-06-15T12:58:51.704" v="3377" actId="20577"/>
          <ac:spMkLst>
            <pc:docMk/>
            <pc:sldMk cId="3217624811" sldId="552"/>
            <ac:spMk id="2" creationId="{0F9A509A-5867-084C-56A0-7B0A38D6D8FE}"/>
          </ac:spMkLst>
        </pc:spChg>
        <pc:picChg chg="add mod">
          <ac:chgData name="Berg, Dirk van den" userId="035ecb32-01d9-4b47-a105-eacf059a4647" providerId="ADAL" clId="{F7FF961E-CF96-44AC-93C2-93612F62D46D}" dt="2026-06-15T12:58:40.391" v="3343" actId="1076"/>
          <ac:picMkLst>
            <pc:docMk/>
            <pc:sldMk cId="3217624811" sldId="552"/>
            <ac:picMk id="5" creationId="{A7516FFC-50BE-E329-7994-F9683BB09C96}"/>
          </ac:picMkLst>
        </pc:picChg>
      </pc:sldChg>
      <pc:sldChg chg="new del">
        <pc:chgData name="Berg, Dirk van den" userId="035ecb32-01d9-4b47-a105-eacf059a4647" providerId="ADAL" clId="{F7FF961E-CF96-44AC-93C2-93612F62D46D}" dt="2026-06-22T07:45:03.098" v="5710" actId="47"/>
        <pc:sldMkLst>
          <pc:docMk/>
          <pc:sldMk cId="1969309320" sldId="553"/>
        </pc:sldMkLst>
      </pc:sldChg>
      <pc:sldChg chg="addSp delSp modSp new mod">
        <pc:chgData name="Berg, Dirk van den" userId="035ecb32-01d9-4b47-a105-eacf059a4647" providerId="ADAL" clId="{F7FF961E-CF96-44AC-93C2-93612F62D46D}" dt="2026-06-21T19:02:48.817" v="4604" actId="20577"/>
        <pc:sldMkLst>
          <pc:docMk/>
          <pc:sldMk cId="761401441" sldId="554"/>
        </pc:sldMkLst>
        <pc:spChg chg="mod">
          <ac:chgData name="Berg, Dirk van den" userId="035ecb32-01d9-4b47-a105-eacf059a4647" providerId="ADAL" clId="{F7FF961E-CF96-44AC-93C2-93612F62D46D}" dt="2026-06-21T18:53:51.209" v="3839" actId="20577"/>
          <ac:spMkLst>
            <pc:docMk/>
            <pc:sldMk cId="761401441" sldId="554"/>
            <ac:spMk id="2" creationId="{4318DA3C-565A-A37D-AE51-CD65C523E256}"/>
          </ac:spMkLst>
        </pc:spChg>
        <pc:spChg chg="mod">
          <ac:chgData name="Berg, Dirk van den" userId="035ecb32-01d9-4b47-a105-eacf059a4647" providerId="ADAL" clId="{F7FF961E-CF96-44AC-93C2-93612F62D46D}" dt="2026-06-21T19:02:48.817" v="4604" actId="20577"/>
          <ac:spMkLst>
            <pc:docMk/>
            <pc:sldMk cId="761401441" sldId="554"/>
            <ac:spMk id="3" creationId="{BA3D5EC7-19E8-BEB2-7E24-9E9E69703CA0}"/>
          </ac:spMkLst>
        </pc:spChg>
      </pc:sldChg>
      <pc:sldChg chg="modSp new mod">
        <pc:chgData name="Berg, Dirk van den" userId="035ecb32-01d9-4b47-a105-eacf059a4647" providerId="ADAL" clId="{F7FF961E-CF96-44AC-93C2-93612F62D46D}" dt="2026-06-21T18:53:39.210" v="3814" actId="20577"/>
        <pc:sldMkLst>
          <pc:docMk/>
          <pc:sldMk cId="817636748" sldId="555"/>
        </pc:sldMkLst>
        <pc:spChg chg="mod">
          <ac:chgData name="Berg, Dirk van den" userId="035ecb32-01d9-4b47-a105-eacf059a4647" providerId="ADAL" clId="{F7FF961E-CF96-44AC-93C2-93612F62D46D}" dt="2026-06-21T18:51:33.643" v="3432" actId="20577"/>
          <ac:spMkLst>
            <pc:docMk/>
            <pc:sldMk cId="817636748" sldId="555"/>
            <ac:spMk id="2" creationId="{BE56A4E7-6D5B-6F98-7697-B8791AB46A61}"/>
          </ac:spMkLst>
        </pc:spChg>
        <pc:spChg chg="mod">
          <ac:chgData name="Berg, Dirk van den" userId="035ecb32-01d9-4b47-a105-eacf059a4647" providerId="ADAL" clId="{F7FF961E-CF96-44AC-93C2-93612F62D46D}" dt="2026-06-21T18:53:39.210" v="3814" actId="20577"/>
          <ac:spMkLst>
            <pc:docMk/>
            <pc:sldMk cId="817636748" sldId="555"/>
            <ac:spMk id="3" creationId="{D8D4D2C6-AB87-FF7D-BF0A-C68CBEC0EAE6}"/>
          </ac:spMkLst>
        </pc:spChg>
      </pc:sldChg>
      <pc:sldChg chg="addSp delSp modSp new mod modShow">
        <pc:chgData name="Berg, Dirk van den" userId="035ecb32-01d9-4b47-a105-eacf059a4647" providerId="ADAL" clId="{F7FF961E-CF96-44AC-93C2-93612F62D46D}" dt="2026-06-22T07:46:00.852" v="5715" actId="732"/>
        <pc:sldMkLst>
          <pc:docMk/>
          <pc:sldMk cId="3091823423" sldId="556"/>
        </pc:sldMkLst>
        <pc:picChg chg="add mod modCrop">
          <ac:chgData name="Berg, Dirk van den" userId="035ecb32-01d9-4b47-a105-eacf059a4647" providerId="ADAL" clId="{F7FF961E-CF96-44AC-93C2-93612F62D46D}" dt="2026-06-22T07:46:00.852" v="5715" actId="732"/>
          <ac:picMkLst>
            <pc:docMk/>
            <pc:sldMk cId="3091823423" sldId="556"/>
            <ac:picMk id="5" creationId="{47D5E5BD-8525-135F-D02D-317152F96EA3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6-22T07:46:11.062" v="5717" actId="732"/>
        <pc:sldMkLst>
          <pc:docMk/>
          <pc:sldMk cId="2689891577" sldId="557"/>
        </pc:sldMkLst>
        <pc:picChg chg="add mod modCrop">
          <ac:chgData name="Berg, Dirk van den" userId="035ecb32-01d9-4b47-a105-eacf059a4647" providerId="ADAL" clId="{F7FF961E-CF96-44AC-93C2-93612F62D46D}" dt="2026-06-22T07:46:11.062" v="5717" actId="732"/>
          <ac:picMkLst>
            <pc:docMk/>
            <pc:sldMk cId="2689891577" sldId="557"/>
            <ac:picMk id="5" creationId="{227F2B94-25A7-EF84-12CF-09E80767C953}"/>
          </ac:picMkLst>
        </pc:picChg>
      </pc:sldChg>
      <pc:sldChg chg="modSp add mod">
        <pc:chgData name="Berg, Dirk van den" userId="035ecb32-01d9-4b47-a105-eacf059a4647" providerId="ADAL" clId="{F7FF961E-CF96-44AC-93C2-93612F62D46D}" dt="2026-06-22T08:18:03.190" v="5737" actId="20577"/>
        <pc:sldMkLst>
          <pc:docMk/>
          <pc:sldMk cId="837981882" sldId="558"/>
        </pc:sldMkLst>
        <pc:spChg chg="mod">
          <ac:chgData name="Berg, Dirk van den" userId="035ecb32-01d9-4b47-a105-eacf059a4647" providerId="ADAL" clId="{F7FF961E-CF96-44AC-93C2-93612F62D46D}" dt="2026-06-22T08:18:03.190" v="5737" actId="20577"/>
          <ac:spMkLst>
            <pc:docMk/>
            <pc:sldMk cId="837981882" sldId="558"/>
            <ac:spMk id="3" creationId="{7FAA30ED-BD8D-AD23-80B3-0BE7721D9584}"/>
          </ac:spMkLst>
        </pc:spChg>
      </pc:sldChg>
      <pc:sldChg chg="modSp new del mod">
        <pc:chgData name="Berg, Dirk van den" userId="035ecb32-01d9-4b47-a105-eacf059a4647" providerId="ADAL" clId="{F7FF961E-CF96-44AC-93C2-93612F62D46D}" dt="2026-06-22T08:18:43.046" v="5739" actId="47"/>
        <pc:sldMkLst>
          <pc:docMk/>
          <pc:sldMk cId="2649572884" sldId="559"/>
        </pc:sldMkLst>
      </pc:sldChg>
      <pc:sldChg chg="addSp delSp modSp new mod">
        <pc:chgData name="Berg, Dirk van den" userId="035ecb32-01d9-4b47-a105-eacf059a4647" providerId="ADAL" clId="{F7FF961E-CF96-44AC-93C2-93612F62D46D}" dt="2026-06-22T07:34:56.183" v="5369" actId="20577"/>
        <pc:sldMkLst>
          <pc:docMk/>
          <pc:sldMk cId="2068415035" sldId="560"/>
        </pc:sldMkLst>
        <pc:spChg chg="mod">
          <ac:chgData name="Berg, Dirk van den" userId="035ecb32-01d9-4b47-a105-eacf059a4647" providerId="ADAL" clId="{F7FF961E-CF96-44AC-93C2-93612F62D46D}" dt="2026-06-21T18:58:48.853" v="4323" actId="20577"/>
          <ac:spMkLst>
            <pc:docMk/>
            <pc:sldMk cId="2068415035" sldId="560"/>
            <ac:spMk id="2" creationId="{AAF39187-9996-6E54-104F-DFBF4A08FF46}"/>
          </ac:spMkLst>
        </pc:spChg>
        <pc:spChg chg="add del mod">
          <ac:chgData name="Berg, Dirk van den" userId="035ecb32-01d9-4b47-a105-eacf059a4647" providerId="ADAL" clId="{F7FF961E-CF96-44AC-93C2-93612F62D46D}" dt="2026-06-22T07:34:56.183" v="5369" actId="20577"/>
          <ac:spMkLst>
            <pc:docMk/>
            <pc:sldMk cId="2068415035" sldId="560"/>
            <ac:spMk id="3" creationId="{E7996ED4-D4D9-D9FC-D54E-D91DD62ECF34}"/>
          </ac:spMkLst>
        </pc:spChg>
        <pc:picChg chg="add del mod ord">
          <ac:chgData name="Berg, Dirk van den" userId="035ecb32-01d9-4b47-a105-eacf059a4647" providerId="ADAL" clId="{F7FF961E-CF96-44AC-93C2-93612F62D46D}" dt="2026-06-22T07:30:32.039" v="5254" actId="931"/>
          <ac:picMkLst>
            <pc:docMk/>
            <pc:sldMk cId="2068415035" sldId="560"/>
            <ac:picMk id="5" creationId="{6749933C-521A-0D4C-CF06-8E82EFBDE837}"/>
          </ac:picMkLst>
        </pc:picChg>
        <pc:picChg chg="add del mod ord">
          <ac:chgData name="Berg, Dirk van den" userId="035ecb32-01d9-4b47-a105-eacf059a4647" providerId="ADAL" clId="{F7FF961E-CF96-44AC-93C2-93612F62D46D}" dt="2026-06-22T07:30:42.004" v="5261" actId="931"/>
          <ac:picMkLst>
            <pc:docMk/>
            <pc:sldMk cId="2068415035" sldId="560"/>
            <ac:picMk id="7" creationId="{3507C8EB-D71C-2DA3-420F-8A5A39AA20DA}"/>
          </ac:picMkLst>
        </pc:picChg>
        <pc:picChg chg="add mod">
          <ac:chgData name="Berg, Dirk van den" userId="035ecb32-01d9-4b47-a105-eacf059a4647" providerId="ADAL" clId="{F7FF961E-CF96-44AC-93C2-93612F62D46D}" dt="2026-06-22T07:31:18.858" v="5342" actId="1076"/>
          <ac:picMkLst>
            <pc:docMk/>
            <pc:sldMk cId="2068415035" sldId="560"/>
            <ac:picMk id="9" creationId="{0C69C264-3B09-F381-51BD-634273F6A762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6-22T08:18:19.872" v="5738" actId="729"/>
        <pc:sldMkLst>
          <pc:docMk/>
          <pc:sldMk cId="3510983759" sldId="561"/>
        </pc:sldMkLst>
        <pc:spChg chg="mod">
          <ac:chgData name="Berg, Dirk van den" userId="035ecb32-01d9-4b47-a105-eacf059a4647" providerId="ADAL" clId="{F7FF961E-CF96-44AC-93C2-93612F62D46D}" dt="2026-06-21T18:59:16.696" v="4338" actId="20577"/>
          <ac:spMkLst>
            <pc:docMk/>
            <pc:sldMk cId="3510983759" sldId="561"/>
            <ac:spMk id="2" creationId="{6C78C463-55C6-BEB7-413D-E730BB804A37}"/>
          </ac:spMkLst>
        </pc:spChg>
        <pc:spChg chg="mod">
          <ac:chgData name="Berg, Dirk van den" userId="035ecb32-01d9-4b47-a105-eacf059a4647" providerId="ADAL" clId="{F7FF961E-CF96-44AC-93C2-93612F62D46D}" dt="2026-06-21T19:00:59.773" v="4579" actId="20577"/>
          <ac:spMkLst>
            <pc:docMk/>
            <pc:sldMk cId="3510983759" sldId="561"/>
            <ac:spMk id="3" creationId="{1F2B710A-676D-4986-8F17-154BE915FC9E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22T08:18:19.872" v="5738" actId="729"/>
        <pc:sldMkLst>
          <pc:docMk/>
          <pc:sldMk cId="693247171" sldId="562"/>
        </pc:sldMkLst>
        <pc:spChg chg="mod">
          <ac:chgData name="Berg, Dirk van den" userId="035ecb32-01d9-4b47-a105-eacf059a4647" providerId="ADAL" clId="{F7FF961E-CF96-44AC-93C2-93612F62D46D}" dt="2026-06-21T18:59:39.144" v="4387" actId="20577"/>
          <ac:spMkLst>
            <pc:docMk/>
            <pc:sldMk cId="693247171" sldId="562"/>
            <ac:spMk id="2" creationId="{6BB1AB46-18A9-CA01-3515-B6788B49DA89}"/>
          </ac:spMkLst>
        </pc:spChg>
      </pc:sldChg>
      <pc:sldChg chg="addSp delSp modSp add mod modShow">
        <pc:chgData name="Berg, Dirk van den" userId="035ecb32-01d9-4b47-a105-eacf059a4647" providerId="ADAL" clId="{F7FF961E-CF96-44AC-93C2-93612F62D46D}" dt="2026-06-22T07:46:15.549" v="5718" actId="729"/>
        <pc:sldMkLst>
          <pc:docMk/>
          <pc:sldMk cId="3496270245" sldId="563"/>
        </pc:sldMkLst>
        <pc:spChg chg="add del mod">
          <ac:chgData name="Berg, Dirk van den" userId="035ecb32-01d9-4b47-a105-eacf059a4647" providerId="ADAL" clId="{F7FF961E-CF96-44AC-93C2-93612F62D46D}" dt="2026-06-22T07:45:41.578" v="5713" actId="478"/>
          <ac:spMkLst>
            <pc:docMk/>
            <pc:sldMk cId="3496270245" sldId="563"/>
            <ac:spMk id="6" creationId="{6942D002-DFBB-CC07-59A4-806EBD92D771}"/>
          </ac:spMkLst>
        </pc:spChg>
        <pc:picChg chg="mod modCrop">
          <ac:chgData name="Berg, Dirk van den" userId="035ecb32-01d9-4b47-a105-eacf059a4647" providerId="ADAL" clId="{F7FF961E-CF96-44AC-93C2-93612F62D46D}" dt="2026-06-22T07:45:52.735" v="5714" actId="732"/>
          <ac:picMkLst>
            <pc:docMk/>
            <pc:sldMk cId="3496270245" sldId="563"/>
            <ac:picMk id="5" creationId="{BCF90B66-6E77-C910-8727-71E8E74D6FB5}"/>
          </ac:picMkLst>
        </pc:picChg>
      </pc:sldChg>
      <pc:sldChg chg="modSp new del mod">
        <pc:chgData name="Berg, Dirk van den" userId="035ecb32-01d9-4b47-a105-eacf059a4647" providerId="ADAL" clId="{F7FF961E-CF96-44AC-93C2-93612F62D46D}" dt="2026-06-22T08:18:44.646" v="5740" actId="47"/>
        <pc:sldMkLst>
          <pc:docMk/>
          <pc:sldMk cId="2483104387" sldId="564"/>
        </pc:sldMkLst>
      </pc:sldChg>
      <pc:sldChg chg="modSp new mod">
        <pc:chgData name="Berg, Dirk van den" userId="035ecb32-01d9-4b47-a105-eacf059a4647" providerId="ADAL" clId="{F7FF961E-CF96-44AC-93C2-93612F62D46D}" dt="2026-06-22T07:29:43.961" v="5239" actId="20577"/>
        <pc:sldMkLst>
          <pc:docMk/>
          <pc:sldMk cId="3979323314" sldId="565"/>
        </pc:sldMkLst>
        <pc:spChg chg="mod">
          <ac:chgData name="Berg, Dirk van den" userId="035ecb32-01d9-4b47-a105-eacf059a4647" providerId="ADAL" clId="{F7FF961E-CF96-44AC-93C2-93612F62D46D}" dt="2026-06-21T19:18:25.381" v="4633"/>
          <ac:spMkLst>
            <pc:docMk/>
            <pc:sldMk cId="3979323314" sldId="565"/>
            <ac:spMk id="2" creationId="{1BCB0E9F-EE3C-2DB6-6691-303D86109221}"/>
          </ac:spMkLst>
        </pc:spChg>
        <pc:spChg chg="mod">
          <ac:chgData name="Berg, Dirk van den" userId="035ecb32-01d9-4b47-a105-eacf059a4647" providerId="ADAL" clId="{F7FF961E-CF96-44AC-93C2-93612F62D46D}" dt="2026-06-22T07:29:43.961" v="5239" actId="20577"/>
          <ac:spMkLst>
            <pc:docMk/>
            <pc:sldMk cId="3979323314" sldId="565"/>
            <ac:spMk id="3" creationId="{9FA67A8A-5C42-4ABA-C524-260D141C9E51}"/>
          </ac:spMkLst>
        </pc:spChg>
      </pc:sldChg>
      <pc:sldChg chg="addSp delSp modSp new del mod">
        <pc:chgData name="Berg, Dirk van den" userId="035ecb32-01d9-4b47-a105-eacf059a4647" providerId="ADAL" clId="{F7FF961E-CF96-44AC-93C2-93612F62D46D}" dt="2026-06-22T07:24:00.580" v="4959" actId="47"/>
        <pc:sldMkLst>
          <pc:docMk/>
          <pc:sldMk cId="2117746451" sldId="566"/>
        </pc:sldMkLst>
        <pc:spChg chg="add del mod">
          <ac:chgData name="Berg, Dirk van den" userId="035ecb32-01d9-4b47-a105-eacf059a4647" providerId="ADAL" clId="{F7FF961E-CF96-44AC-93C2-93612F62D46D}" dt="2026-06-22T07:23:40.076" v="4952" actId="478"/>
          <ac:spMkLst>
            <pc:docMk/>
            <pc:sldMk cId="2117746451" sldId="566"/>
            <ac:spMk id="2" creationId="{9AD48A8E-CCAD-FD83-3D98-3F4FAE2C1FEB}"/>
          </ac:spMkLst>
        </pc:spChg>
        <pc:spChg chg="del mod">
          <ac:chgData name="Berg, Dirk van den" userId="035ecb32-01d9-4b47-a105-eacf059a4647" providerId="ADAL" clId="{F7FF961E-CF96-44AC-93C2-93612F62D46D}" dt="2026-06-22T07:23:09.853" v="4940"/>
          <ac:spMkLst>
            <pc:docMk/>
            <pc:sldMk cId="2117746451" sldId="566"/>
            <ac:spMk id="3" creationId="{1EC260AB-9318-8392-C560-FF0902AF3CDD}"/>
          </ac:spMkLst>
        </pc:spChg>
        <pc:spChg chg="add del mod">
          <ac:chgData name="Berg, Dirk van den" userId="035ecb32-01d9-4b47-a105-eacf059a4647" providerId="ADAL" clId="{F7FF961E-CF96-44AC-93C2-93612F62D46D}" dt="2026-06-22T07:23:12.136" v="4942" actId="478"/>
          <ac:spMkLst>
            <pc:docMk/>
            <pc:sldMk cId="2117746451" sldId="566"/>
            <ac:spMk id="7" creationId="{6C300A64-0266-1A03-4B34-A8E889E56E8D}"/>
          </ac:spMkLst>
        </pc:spChg>
        <pc:spChg chg="add del mod">
          <ac:chgData name="Berg, Dirk van den" userId="035ecb32-01d9-4b47-a105-eacf059a4647" providerId="ADAL" clId="{F7FF961E-CF96-44AC-93C2-93612F62D46D}" dt="2026-06-22T07:23:40.076" v="4952" actId="478"/>
          <ac:spMkLst>
            <pc:docMk/>
            <pc:sldMk cId="2117746451" sldId="566"/>
            <ac:spMk id="11" creationId="{53979B92-AD4C-C804-E949-0BE7C5CEE22B}"/>
          </ac:spMkLst>
        </pc:spChg>
        <pc:picChg chg="add del mod ord">
          <ac:chgData name="Berg, Dirk van den" userId="035ecb32-01d9-4b47-a105-eacf059a4647" providerId="ADAL" clId="{F7FF961E-CF96-44AC-93C2-93612F62D46D}" dt="2026-06-22T07:23:11.352" v="4941" actId="478"/>
          <ac:picMkLst>
            <pc:docMk/>
            <pc:sldMk cId="2117746451" sldId="566"/>
            <ac:picMk id="5" creationId="{35B5381D-2A0D-5793-EB81-C41986744CD7}"/>
          </ac:picMkLst>
        </pc:picChg>
        <pc:picChg chg="add del mod">
          <ac:chgData name="Berg, Dirk van den" userId="035ecb32-01d9-4b47-a105-eacf059a4647" providerId="ADAL" clId="{F7FF961E-CF96-44AC-93C2-93612F62D46D}" dt="2026-06-22T07:23:46.297" v="4955" actId="478"/>
          <ac:picMkLst>
            <pc:docMk/>
            <pc:sldMk cId="2117746451" sldId="566"/>
            <ac:picMk id="9" creationId="{0D574D1B-9756-14D1-ACE1-CBEBD345E44A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6-22T08:22:06.317" v="6046" actId="729"/>
        <pc:sldMkLst>
          <pc:docMk/>
          <pc:sldMk cId="1482672836" sldId="567"/>
        </pc:sldMkLst>
        <pc:spChg chg="mod">
          <ac:chgData name="Berg, Dirk van den" userId="035ecb32-01d9-4b47-a105-eacf059a4647" providerId="ADAL" clId="{F7FF961E-CF96-44AC-93C2-93612F62D46D}" dt="2026-06-21T19:59:38.259" v="4937" actId="20577"/>
          <ac:spMkLst>
            <pc:docMk/>
            <pc:sldMk cId="1482672836" sldId="567"/>
            <ac:spMk id="3" creationId="{2842D0AD-647A-53AC-8C6A-2D492C09E2FD}"/>
          </ac:spMkLst>
        </pc:spChg>
      </pc:sldChg>
      <pc:sldChg chg="addSp delSp modSp add mod ord">
        <pc:chgData name="Berg, Dirk van den" userId="035ecb32-01d9-4b47-a105-eacf059a4647" providerId="ADAL" clId="{F7FF961E-CF96-44AC-93C2-93612F62D46D}" dt="2026-06-22T07:23:49.131" v="4956" actId="478"/>
        <pc:sldMkLst>
          <pc:docMk/>
          <pc:sldMk cId="3610831844" sldId="568"/>
        </pc:sldMkLst>
        <pc:spChg chg="del">
          <ac:chgData name="Berg, Dirk van den" userId="035ecb32-01d9-4b47-a105-eacf059a4647" providerId="ADAL" clId="{F7FF961E-CF96-44AC-93C2-93612F62D46D}" dt="2026-06-22T07:23:49.131" v="4956" actId="478"/>
          <ac:spMkLst>
            <pc:docMk/>
            <pc:sldMk cId="3610831844" sldId="568"/>
            <ac:spMk id="2" creationId="{68D16969-534A-A2A2-3299-4F890932A883}"/>
          </ac:spMkLst>
        </pc:spChg>
        <pc:spChg chg="add mod">
          <ac:chgData name="Berg, Dirk van den" userId="035ecb32-01d9-4b47-a105-eacf059a4647" providerId="ADAL" clId="{F7FF961E-CF96-44AC-93C2-93612F62D46D}" dt="2026-06-22T07:23:49.131" v="4956" actId="478"/>
          <ac:spMkLst>
            <pc:docMk/>
            <pc:sldMk cId="3610831844" sldId="568"/>
            <ac:spMk id="4" creationId="{5FEDFBF5-8503-E92C-06F0-9B4E6BBF841F}"/>
          </ac:spMkLst>
        </pc:spChg>
        <pc:picChg chg="add del">
          <ac:chgData name="Berg, Dirk van den" userId="035ecb32-01d9-4b47-a105-eacf059a4647" providerId="ADAL" clId="{F7FF961E-CF96-44AC-93C2-93612F62D46D}" dt="2026-06-22T07:23:41.433" v="4954" actId="478"/>
          <ac:picMkLst>
            <pc:docMk/>
            <pc:sldMk cId="3610831844" sldId="568"/>
            <ac:picMk id="9" creationId="{6A55A197-1FAD-52EE-88DF-F5798DDD8DC0}"/>
          </ac:picMkLst>
        </pc:picChg>
      </pc:sldChg>
      <pc:sldChg chg="modSp new mod">
        <pc:chgData name="Berg, Dirk van den" userId="035ecb32-01d9-4b47-a105-eacf059a4647" providerId="ADAL" clId="{F7FF961E-CF96-44AC-93C2-93612F62D46D}" dt="2026-06-22T07:25:12.137" v="5178" actId="5793"/>
        <pc:sldMkLst>
          <pc:docMk/>
          <pc:sldMk cId="1155322034" sldId="569"/>
        </pc:sldMkLst>
        <pc:spChg chg="mod">
          <ac:chgData name="Berg, Dirk van den" userId="035ecb32-01d9-4b47-a105-eacf059a4647" providerId="ADAL" clId="{F7FF961E-CF96-44AC-93C2-93612F62D46D}" dt="2026-06-22T07:23:57.814" v="4958"/>
          <ac:spMkLst>
            <pc:docMk/>
            <pc:sldMk cId="1155322034" sldId="569"/>
            <ac:spMk id="2" creationId="{EB0CFE66-1B35-EB99-C744-96F634DCEB5C}"/>
          </ac:spMkLst>
        </pc:spChg>
        <pc:spChg chg="mod">
          <ac:chgData name="Berg, Dirk van den" userId="035ecb32-01d9-4b47-a105-eacf059a4647" providerId="ADAL" clId="{F7FF961E-CF96-44AC-93C2-93612F62D46D}" dt="2026-06-22T07:25:12.137" v="5178" actId="5793"/>
          <ac:spMkLst>
            <pc:docMk/>
            <pc:sldMk cId="1155322034" sldId="569"/>
            <ac:spMk id="3" creationId="{6B67C483-E0EE-5306-9CB7-15EC2DD774FC}"/>
          </ac:spMkLst>
        </pc:spChg>
      </pc:sldChg>
      <pc:sldChg chg="new del">
        <pc:chgData name="Berg, Dirk van den" userId="035ecb32-01d9-4b47-a105-eacf059a4647" providerId="ADAL" clId="{F7FF961E-CF96-44AC-93C2-93612F62D46D}" dt="2026-06-22T07:23:39.115" v="4951" actId="680"/>
        <pc:sldMkLst>
          <pc:docMk/>
          <pc:sldMk cId="2299164893" sldId="569"/>
        </pc:sldMkLst>
      </pc:sldChg>
      <pc:sldChg chg="modSp new mod modShow">
        <pc:chgData name="Berg, Dirk van den" userId="035ecb32-01d9-4b47-a105-eacf059a4647" providerId="ADAL" clId="{F7FF961E-CF96-44AC-93C2-93612F62D46D}" dt="2026-06-22T08:21:58.702" v="6045" actId="729"/>
        <pc:sldMkLst>
          <pc:docMk/>
          <pc:sldMk cId="2580914614" sldId="570"/>
        </pc:sldMkLst>
        <pc:spChg chg="mod">
          <ac:chgData name="Berg, Dirk van den" userId="035ecb32-01d9-4b47-a105-eacf059a4647" providerId="ADAL" clId="{F7FF961E-CF96-44AC-93C2-93612F62D46D}" dt="2026-06-22T07:33:37.743" v="5365"/>
          <ac:spMkLst>
            <pc:docMk/>
            <pc:sldMk cId="2580914614" sldId="570"/>
            <ac:spMk id="3" creationId="{AF453537-F6F7-E675-F924-50CF5C0E4244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22T08:21:58.702" v="6045" actId="729"/>
        <pc:sldMkLst>
          <pc:docMk/>
          <pc:sldMk cId="4066794315" sldId="571"/>
        </pc:sldMkLst>
        <pc:spChg chg="mod">
          <ac:chgData name="Berg, Dirk van den" userId="035ecb32-01d9-4b47-a105-eacf059a4647" providerId="ADAL" clId="{F7FF961E-CF96-44AC-93C2-93612F62D46D}" dt="2026-06-22T07:37:27.173" v="5371"/>
          <ac:spMkLst>
            <pc:docMk/>
            <pc:sldMk cId="4066794315" sldId="571"/>
            <ac:spMk id="3" creationId="{C7552477-7B2B-6B12-1B83-9760DE90BD8A}"/>
          </ac:spMkLst>
        </pc:spChg>
      </pc:sldChg>
      <pc:sldChg chg="modSp new mod">
        <pc:chgData name="Berg, Dirk van den" userId="035ecb32-01d9-4b47-a105-eacf059a4647" providerId="ADAL" clId="{F7FF961E-CF96-44AC-93C2-93612F62D46D}" dt="2026-06-22T08:21:48.951" v="6044" actId="20577"/>
        <pc:sldMkLst>
          <pc:docMk/>
          <pc:sldMk cId="2444471384" sldId="572"/>
        </pc:sldMkLst>
        <pc:spChg chg="mod">
          <ac:chgData name="Berg, Dirk van den" userId="035ecb32-01d9-4b47-a105-eacf059a4647" providerId="ADAL" clId="{F7FF961E-CF96-44AC-93C2-93612F62D46D}" dt="2026-06-22T08:19:17.013" v="5754" actId="20577"/>
          <ac:spMkLst>
            <pc:docMk/>
            <pc:sldMk cId="2444471384" sldId="572"/>
            <ac:spMk id="2" creationId="{B7DB160A-AE91-07BE-F954-FBEAD5C9591A}"/>
          </ac:spMkLst>
        </pc:spChg>
        <pc:spChg chg="mod">
          <ac:chgData name="Berg, Dirk van den" userId="035ecb32-01d9-4b47-a105-eacf059a4647" providerId="ADAL" clId="{F7FF961E-CF96-44AC-93C2-93612F62D46D}" dt="2026-06-22T08:21:48.951" v="6044" actId="20577"/>
          <ac:spMkLst>
            <pc:docMk/>
            <pc:sldMk cId="2444471384" sldId="572"/>
            <ac:spMk id="3" creationId="{E56F3997-7F6C-46C3-9D39-933BA280D441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6-22T08:30:19.411" v="6058" actId="1076"/>
        <pc:sldMkLst>
          <pc:docMk/>
          <pc:sldMk cId="1010966631" sldId="573"/>
        </pc:sldMkLst>
        <pc:spChg chg="del">
          <ac:chgData name="Berg, Dirk van den" userId="035ecb32-01d9-4b47-a105-eacf059a4647" providerId="ADAL" clId="{F7FF961E-CF96-44AC-93C2-93612F62D46D}" dt="2026-06-22T08:28:58.773" v="6049"/>
          <ac:spMkLst>
            <pc:docMk/>
            <pc:sldMk cId="1010966631" sldId="573"/>
            <ac:spMk id="3" creationId="{5AFF4620-D810-E939-FB40-8ABC03509ED7}"/>
          </ac:spMkLst>
        </pc:spChg>
        <pc:picChg chg="add mod ord">
          <ac:chgData name="Berg, Dirk van den" userId="035ecb32-01d9-4b47-a105-eacf059a4647" providerId="ADAL" clId="{F7FF961E-CF96-44AC-93C2-93612F62D46D}" dt="2026-06-22T08:30:19.411" v="6058" actId="1076"/>
          <ac:picMkLst>
            <pc:docMk/>
            <pc:sldMk cId="1010966631" sldId="573"/>
            <ac:picMk id="5" creationId="{03CED217-E1A0-C399-323D-EA3DC1D94BC5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6-22T08:32:43.145" v="6061" actId="1076"/>
        <pc:sldMkLst>
          <pc:docMk/>
          <pc:sldMk cId="1580149441" sldId="574"/>
        </pc:sldMkLst>
        <pc:spChg chg="del">
          <ac:chgData name="Berg, Dirk van den" userId="035ecb32-01d9-4b47-a105-eacf059a4647" providerId="ADAL" clId="{F7FF961E-CF96-44AC-93C2-93612F62D46D}" dt="2026-06-22T08:30:11.859" v="6052"/>
          <ac:spMkLst>
            <pc:docMk/>
            <pc:sldMk cId="1580149441" sldId="574"/>
            <ac:spMk id="3" creationId="{973535DD-E544-D795-A764-12F3F86E23CB}"/>
          </ac:spMkLst>
        </pc:spChg>
        <pc:picChg chg="add mod ord">
          <ac:chgData name="Berg, Dirk van den" userId="035ecb32-01d9-4b47-a105-eacf059a4647" providerId="ADAL" clId="{F7FF961E-CF96-44AC-93C2-93612F62D46D}" dt="2026-06-22T08:32:43.145" v="6061" actId="1076"/>
          <ac:picMkLst>
            <pc:docMk/>
            <pc:sldMk cId="1580149441" sldId="574"/>
            <ac:picMk id="5" creationId="{1C4011FC-54C7-08A8-7546-8FAF46115F77}"/>
          </ac:picMkLst>
        </pc:picChg>
      </pc:sldChg>
      <pc:sldChg chg="new">
        <pc:chgData name="Berg, Dirk van den" userId="035ecb32-01d9-4b47-a105-eacf059a4647" providerId="ADAL" clId="{F7FF961E-CF96-44AC-93C2-93612F62D46D}" dt="2026-06-22T11:15:01.290" v="6062" actId="680"/>
        <pc:sldMkLst>
          <pc:docMk/>
          <pc:sldMk cId="140383083" sldId="575"/>
        </pc:sldMkLst>
      </pc:sldChg>
      <pc:sldChg chg="addSp modSp new mod">
        <pc:chgData name="Berg, Dirk van den" userId="035ecb32-01d9-4b47-a105-eacf059a4647" providerId="ADAL" clId="{F7FF961E-CF96-44AC-93C2-93612F62D46D}" dt="2026-06-22T11:15:08.795" v="6085" actId="1076"/>
        <pc:sldMkLst>
          <pc:docMk/>
          <pc:sldMk cId="2321769400" sldId="576"/>
        </pc:sldMkLst>
        <pc:spChg chg="mod">
          <ac:chgData name="Berg, Dirk van den" userId="035ecb32-01d9-4b47-a105-eacf059a4647" providerId="ADAL" clId="{F7FF961E-CF96-44AC-93C2-93612F62D46D}" dt="2026-06-22T11:15:06.053" v="6083" actId="20577"/>
          <ac:spMkLst>
            <pc:docMk/>
            <pc:sldMk cId="2321769400" sldId="576"/>
            <ac:spMk id="2" creationId="{A56F1B74-214F-51F8-56B3-2B8DFF8DA747}"/>
          </ac:spMkLst>
        </pc:spChg>
        <pc:picChg chg="add mod">
          <ac:chgData name="Berg, Dirk van den" userId="035ecb32-01d9-4b47-a105-eacf059a4647" providerId="ADAL" clId="{F7FF961E-CF96-44AC-93C2-93612F62D46D}" dt="2026-06-22T11:15:08.795" v="6085" actId="1076"/>
          <ac:picMkLst>
            <pc:docMk/>
            <pc:sldMk cId="2321769400" sldId="576"/>
            <ac:picMk id="5" creationId="{7A00D54C-CF6C-8250-68FA-6697D242128E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6-22T12:50:36.490" v="6092" actId="1076"/>
        <pc:sldMkLst>
          <pc:docMk/>
          <pc:sldMk cId="813091127" sldId="577"/>
        </pc:sldMkLst>
        <pc:spChg chg="mod">
          <ac:chgData name="Berg, Dirk van den" userId="035ecb32-01d9-4b47-a105-eacf059a4647" providerId="ADAL" clId="{F7FF961E-CF96-44AC-93C2-93612F62D46D}" dt="2026-06-22T12:50:30.587" v="6089"/>
          <ac:spMkLst>
            <pc:docMk/>
            <pc:sldMk cId="813091127" sldId="577"/>
            <ac:spMk id="3" creationId="{BE790A54-187A-9432-5BCE-91A06333DFA9}"/>
          </ac:spMkLst>
        </pc:spChg>
        <pc:picChg chg="add mod">
          <ac:chgData name="Berg, Dirk van den" userId="035ecb32-01d9-4b47-a105-eacf059a4647" providerId="ADAL" clId="{F7FF961E-CF96-44AC-93C2-93612F62D46D}" dt="2026-06-22T12:50:36.490" v="6092" actId="1076"/>
          <ac:picMkLst>
            <pc:docMk/>
            <pc:sldMk cId="813091127" sldId="577"/>
            <ac:picMk id="5" creationId="{E1C54BE5-CF47-5783-E633-ECD14F377FE4}"/>
          </ac:picMkLst>
        </pc:picChg>
      </pc:sldChg>
      <pc:sldChg chg="modSp new mod">
        <pc:chgData name="Berg, Dirk van den" userId="035ecb32-01d9-4b47-a105-eacf059a4647" providerId="ADAL" clId="{F7FF961E-CF96-44AC-93C2-93612F62D46D}" dt="2026-06-22T13:45:15.696" v="6244" actId="20577"/>
        <pc:sldMkLst>
          <pc:docMk/>
          <pc:sldMk cId="393969879" sldId="578"/>
        </pc:sldMkLst>
        <pc:spChg chg="mod">
          <ac:chgData name="Berg, Dirk van den" userId="035ecb32-01d9-4b47-a105-eacf059a4647" providerId="ADAL" clId="{F7FF961E-CF96-44AC-93C2-93612F62D46D}" dt="2026-06-22T13:45:15.696" v="6244" actId="20577"/>
          <ac:spMkLst>
            <pc:docMk/>
            <pc:sldMk cId="393969879" sldId="578"/>
            <ac:spMk id="2" creationId="{04F797E2-3686-E80D-8EF9-F185B213FAD6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22T13:58:42.218" v="6266" actId="1076"/>
        <pc:sldMkLst>
          <pc:docMk/>
          <pc:sldMk cId="2681782951" sldId="579"/>
        </pc:sldMkLst>
        <pc:spChg chg="mod">
          <ac:chgData name="Berg, Dirk van den" userId="035ecb32-01d9-4b47-a105-eacf059a4647" providerId="ADAL" clId="{F7FF961E-CF96-44AC-93C2-93612F62D46D}" dt="2026-06-22T13:58:25.748" v="6262" actId="20577"/>
          <ac:spMkLst>
            <pc:docMk/>
            <pc:sldMk cId="2681782951" sldId="579"/>
            <ac:spMk id="2" creationId="{D019E930-6AD5-6D98-8A7B-3B04EF1563D2}"/>
          </ac:spMkLst>
        </pc:spChg>
        <pc:spChg chg="mod">
          <ac:chgData name="Berg, Dirk van den" userId="035ecb32-01d9-4b47-a105-eacf059a4647" providerId="ADAL" clId="{F7FF961E-CF96-44AC-93C2-93612F62D46D}" dt="2026-06-22T13:58:27.240" v="6264" actId="27636"/>
          <ac:spMkLst>
            <pc:docMk/>
            <pc:sldMk cId="2681782951" sldId="579"/>
            <ac:spMk id="3" creationId="{513C8C1C-EE36-1908-E4D2-E3AC61FAA17D}"/>
          </ac:spMkLst>
        </pc:spChg>
        <pc:spChg chg="add mod">
          <ac:chgData name="Berg, Dirk van den" userId="035ecb32-01d9-4b47-a105-eacf059a4647" providerId="ADAL" clId="{F7FF961E-CF96-44AC-93C2-93612F62D46D}" dt="2026-06-22T13:58:42.218" v="6266" actId="1076"/>
          <ac:spMkLst>
            <pc:docMk/>
            <pc:sldMk cId="2681782951" sldId="579"/>
            <ac:spMk id="5" creationId="{9D3FD8B8-6CCF-ACC4-AD7C-31220F9EA02C}"/>
          </ac:spMkLst>
        </pc:spChg>
      </pc:sldChg>
      <pc:sldChg chg="modSp new mod">
        <pc:chgData name="Berg, Dirk van den" userId="035ecb32-01d9-4b47-a105-eacf059a4647" providerId="ADAL" clId="{F7FF961E-CF96-44AC-93C2-93612F62D46D}" dt="2026-06-22T14:41:21.178" v="6408" actId="27636"/>
        <pc:sldMkLst>
          <pc:docMk/>
          <pc:sldMk cId="1596967763" sldId="580"/>
        </pc:sldMkLst>
        <pc:spChg chg="mod">
          <ac:chgData name="Berg, Dirk van den" userId="035ecb32-01d9-4b47-a105-eacf059a4647" providerId="ADAL" clId="{F7FF961E-CF96-44AC-93C2-93612F62D46D}" dt="2026-06-22T14:26:16.761" v="6306" actId="20577"/>
          <ac:spMkLst>
            <pc:docMk/>
            <pc:sldMk cId="1596967763" sldId="580"/>
            <ac:spMk id="2" creationId="{BF56F580-C3FE-E34B-4BEE-12E2D0DFB859}"/>
          </ac:spMkLst>
        </pc:spChg>
        <pc:spChg chg="mod">
          <ac:chgData name="Berg, Dirk van den" userId="035ecb32-01d9-4b47-a105-eacf059a4647" providerId="ADAL" clId="{F7FF961E-CF96-44AC-93C2-93612F62D46D}" dt="2026-06-22T14:41:21.178" v="6408" actId="27636"/>
          <ac:spMkLst>
            <pc:docMk/>
            <pc:sldMk cId="1596967763" sldId="580"/>
            <ac:spMk id="3" creationId="{E3598352-B73F-2D4D-8FEC-BE651F48AD07}"/>
          </ac:spMkLst>
        </pc:spChg>
      </pc:sldChg>
      <pc:sldChg chg="modSp new mod">
        <pc:chgData name="Berg, Dirk van den" userId="035ecb32-01d9-4b47-a105-eacf059a4647" providerId="ADAL" clId="{F7FF961E-CF96-44AC-93C2-93612F62D46D}" dt="2026-06-23T09:30:31.416" v="6430" actId="27636"/>
        <pc:sldMkLst>
          <pc:docMk/>
          <pc:sldMk cId="2000537512" sldId="581"/>
        </pc:sldMkLst>
        <pc:spChg chg="mod">
          <ac:chgData name="Berg, Dirk van den" userId="035ecb32-01d9-4b47-a105-eacf059a4647" providerId="ADAL" clId="{F7FF961E-CF96-44AC-93C2-93612F62D46D}" dt="2026-06-23T08:22:30.854" v="6423" actId="20577"/>
          <ac:spMkLst>
            <pc:docMk/>
            <pc:sldMk cId="2000537512" sldId="581"/>
            <ac:spMk id="2" creationId="{C6B2B6D4-A954-D63E-D1B7-E8CF68863118}"/>
          </ac:spMkLst>
        </pc:spChg>
        <pc:spChg chg="mod">
          <ac:chgData name="Berg, Dirk van den" userId="035ecb32-01d9-4b47-a105-eacf059a4647" providerId="ADAL" clId="{F7FF961E-CF96-44AC-93C2-93612F62D46D}" dt="2026-06-23T09:30:31.416" v="6430" actId="27636"/>
          <ac:spMkLst>
            <pc:docMk/>
            <pc:sldMk cId="2000537512" sldId="581"/>
            <ac:spMk id="3" creationId="{46117841-D0BA-348F-B3C7-CB74B8605B71}"/>
          </ac:spMkLst>
        </pc:spChg>
      </pc:sldChg>
      <pc:sldChg chg="modSp new mod">
        <pc:chgData name="Berg, Dirk van den" userId="035ecb32-01d9-4b47-a105-eacf059a4647" providerId="ADAL" clId="{F7FF961E-CF96-44AC-93C2-93612F62D46D}" dt="2026-06-23T12:34:52.968" v="6462" actId="20577"/>
        <pc:sldMkLst>
          <pc:docMk/>
          <pc:sldMk cId="3155280763" sldId="582"/>
        </pc:sldMkLst>
        <pc:spChg chg="mod">
          <ac:chgData name="Berg, Dirk van den" userId="035ecb32-01d9-4b47-a105-eacf059a4647" providerId="ADAL" clId="{F7FF961E-CF96-44AC-93C2-93612F62D46D}" dt="2026-06-23T12:34:52.968" v="6462" actId="20577"/>
          <ac:spMkLst>
            <pc:docMk/>
            <pc:sldMk cId="3155280763" sldId="582"/>
            <ac:spMk id="2" creationId="{59389452-BF3D-F3CF-B7C6-B02854EA9939}"/>
          </ac:spMkLst>
        </pc:spChg>
        <pc:spChg chg="mod">
          <ac:chgData name="Berg, Dirk van den" userId="035ecb32-01d9-4b47-a105-eacf059a4647" providerId="ADAL" clId="{F7FF961E-CF96-44AC-93C2-93612F62D46D}" dt="2026-06-23T12:34:47.674" v="6432"/>
          <ac:spMkLst>
            <pc:docMk/>
            <pc:sldMk cId="3155280763" sldId="582"/>
            <ac:spMk id="3" creationId="{07CE4671-CC15-0E9D-E3D8-4EFEC4D961B5}"/>
          </ac:spMkLst>
        </pc:spChg>
      </pc:sldChg>
      <pc:sldChg chg="modSp new mod">
        <pc:chgData name="Berg, Dirk van den" userId="035ecb32-01d9-4b47-a105-eacf059a4647" providerId="ADAL" clId="{F7FF961E-CF96-44AC-93C2-93612F62D46D}" dt="2026-06-23T13:33:52.787" v="6552" actId="20577"/>
        <pc:sldMkLst>
          <pc:docMk/>
          <pc:sldMk cId="3030070222" sldId="583"/>
        </pc:sldMkLst>
        <pc:spChg chg="mod">
          <ac:chgData name="Berg, Dirk van den" userId="035ecb32-01d9-4b47-a105-eacf059a4647" providerId="ADAL" clId="{F7FF961E-CF96-44AC-93C2-93612F62D46D}" dt="2026-06-23T13:33:49.094" v="6549" actId="20577"/>
          <ac:spMkLst>
            <pc:docMk/>
            <pc:sldMk cId="3030070222" sldId="583"/>
            <ac:spMk id="2" creationId="{CDA8E076-C951-0E64-E6DD-F4D3AB286FB8}"/>
          </ac:spMkLst>
        </pc:spChg>
        <pc:spChg chg="mod">
          <ac:chgData name="Berg, Dirk van den" userId="035ecb32-01d9-4b47-a105-eacf059a4647" providerId="ADAL" clId="{F7FF961E-CF96-44AC-93C2-93612F62D46D}" dt="2026-06-23T13:33:52.787" v="6552" actId="20577"/>
          <ac:spMkLst>
            <pc:docMk/>
            <pc:sldMk cId="3030070222" sldId="583"/>
            <ac:spMk id="3" creationId="{655AD8BF-1A9D-B471-540A-0528560C5025}"/>
          </ac:spMkLst>
        </pc:spChg>
      </pc:sldChg>
      <pc:sldChg chg="modSp new mod">
        <pc:chgData name="Berg, Dirk van den" userId="035ecb32-01d9-4b47-a105-eacf059a4647" providerId="ADAL" clId="{F7FF961E-CF96-44AC-93C2-93612F62D46D}" dt="2026-06-23T13:51:32.098" v="6583" actId="20577"/>
        <pc:sldMkLst>
          <pc:docMk/>
          <pc:sldMk cId="2422794607" sldId="584"/>
        </pc:sldMkLst>
        <pc:spChg chg="mod">
          <ac:chgData name="Berg, Dirk van den" userId="035ecb32-01d9-4b47-a105-eacf059a4647" providerId="ADAL" clId="{F7FF961E-CF96-44AC-93C2-93612F62D46D}" dt="2026-06-23T13:51:32.098" v="6583" actId="20577"/>
          <ac:spMkLst>
            <pc:docMk/>
            <pc:sldMk cId="2422794607" sldId="584"/>
            <ac:spMk id="2" creationId="{BF6A2490-04A3-A3D4-244C-B5F9C0D000F9}"/>
          </ac:spMkLst>
        </pc:spChg>
        <pc:spChg chg="mod">
          <ac:chgData name="Berg, Dirk van den" userId="035ecb32-01d9-4b47-a105-eacf059a4647" providerId="ADAL" clId="{F7FF961E-CF96-44AC-93C2-93612F62D46D}" dt="2026-06-23T13:51:26.719" v="6554"/>
          <ac:spMkLst>
            <pc:docMk/>
            <pc:sldMk cId="2422794607" sldId="584"/>
            <ac:spMk id="3" creationId="{CE4A72D4-8F3D-C833-2EBF-0ED5F7A9E99F}"/>
          </ac:spMkLst>
        </pc:spChg>
      </pc:sldChg>
      <pc:sldChg chg="modSp new mod">
        <pc:chgData name="Berg, Dirk van den" userId="035ecb32-01d9-4b47-a105-eacf059a4647" providerId="ADAL" clId="{F7FF961E-CF96-44AC-93C2-93612F62D46D}" dt="2026-06-23T13:58:43.841" v="6586" actId="27636"/>
        <pc:sldMkLst>
          <pc:docMk/>
          <pc:sldMk cId="2698746964" sldId="585"/>
        </pc:sldMkLst>
        <pc:spChg chg="mod">
          <ac:chgData name="Berg, Dirk van den" userId="035ecb32-01d9-4b47-a105-eacf059a4647" providerId="ADAL" clId="{F7FF961E-CF96-44AC-93C2-93612F62D46D}" dt="2026-06-23T13:58:43.841" v="6586" actId="27636"/>
          <ac:spMkLst>
            <pc:docMk/>
            <pc:sldMk cId="2698746964" sldId="585"/>
            <ac:spMk id="3" creationId="{4175F55C-6081-6799-C56D-54E0FEDE587B}"/>
          </ac:spMkLst>
        </pc:spChg>
      </pc:sldChg>
      <pc:sldChg chg="new">
        <pc:chgData name="Berg, Dirk van den" userId="035ecb32-01d9-4b47-a105-eacf059a4647" providerId="ADAL" clId="{F7FF961E-CF96-44AC-93C2-93612F62D46D}" dt="2026-06-23T19:35:38.729" v="6587" actId="680"/>
        <pc:sldMkLst>
          <pc:docMk/>
          <pc:sldMk cId="347505078" sldId="586"/>
        </pc:sldMkLst>
      </pc:sldChg>
      <pc:sldChg chg="modSp new mod">
        <pc:chgData name="Berg, Dirk van den" userId="035ecb32-01d9-4b47-a105-eacf059a4647" providerId="ADAL" clId="{F7FF961E-CF96-44AC-93C2-93612F62D46D}" dt="2026-06-23T19:36:09.169" v="6740" actId="15"/>
        <pc:sldMkLst>
          <pc:docMk/>
          <pc:sldMk cId="1331840862" sldId="587"/>
        </pc:sldMkLst>
        <pc:spChg chg="mod">
          <ac:chgData name="Berg, Dirk van den" userId="035ecb32-01d9-4b47-a105-eacf059a4647" providerId="ADAL" clId="{F7FF961E-CF96-44AC-93C2-93612F62D46D}" dt="2026-06-23T19:35:46.632" v="6616" actId="20577"/>
          <ac:spMkLst>
            <pc:docMk/>
            <pc:sldMk cId="1331840862" sldId="587"/>
            <ac:spMk id="2" creationId="{A263D844-5E0C-BAEE-47F6-B5570C962F05}"/>
          </ac:spMkLst>
        </pc:spChg>
        <pc:spChg chg="mod">
          <ac:chgData name="Berg, Dirk van den" userId="035ecb32-01d9-4b47-a105-eacf059a4647" providerId="ADAL" clId="{F7FF961E-CF96-44AC-93C2-93612F62D46D}" dt="2026-06-23T19:36:09.169" v="6740" actId="15"/>
          <ac:spMkLst>
            <pc:docMk/>
            <pc:sldMk cId="1331840862" sldId="587"/>
            <ac:spMk id="3" creationId="{71C0FE17-C30A-3E43-F1D2-C43680DCD914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23T19:44:59.578" v="6755" actId="20577"/>
        <pc:sldMkLst>
          <pc:docMk/>
          <pc:sldMk cId="2876243609" sldId="588"/>
        </pc:sldMkLst>
        <pc:spChg chg="mod">
          <ac:chgData name="Berg, Dirk van den" userId="035ecb32-01d9-4b47-a105-eacf059a4647" providerId="ADAL" clId="{F7FF961E-CF96-44AC-93C2-93612F62D46D}" dt="2026-06-23T19:44:59.578" v="6755" actId="20577"/>
          <ac:spMkLst>
            <pc:docMk/>
            <pc:sldMk cId="2876243609" sldId="588"/>
            <ac:spMk id="2" creationId="{57EB888D-BFE3-80E3-7164-415EF6EAD499}"/>
          </ac:spMkLst>
        </pc:spChg>
        <pc:spChg chg="add mod">
          <ac:chgData name="Berg, Dirk van den" userId="035ecb32-01d9-4b47-a105-eacf059a4647" providerId="ADAL" clId="{F7FF961E-CF96-44AC-93C2-93612F62D46D}" dt="2026-06-23T19:44:54.643" v="6743" actId="1076"/>
          <ac:spMkLst>
            <pc:docMk/>
            <pc:sldMk cId="2876243609" sldId="588"/>
            <ac:spMk id="5" creationId="{464E6C9B-3EF0-015B-9530-6D463D042914}"/>
          </ac:spMkLst>
        </pc:spChg>
      </pc:sldChg>
      <pc:sldChg chg="modSp new mod">
        <pc:chgData name="Berg, Dirk van den" userId="035ecb32-01d9-4b47-a105-eacf059a4647" providerId="ADAL" clId="{F7FF961E-CF96-44AC-93C2-93612F62D46D}" dt="2026-06-23T19:45:43.171" v="6835" actId="15"/>
        <pc:sldMkLst>
          <pc:docMk/>
          <pc:sldMk cId="111137096" sldId="589"/>
        </pc:sldMkLst>
        <pc:spChg chg="mod">
          <ac:chgData name="Berg, Dirk van den" userId="035ecb32-01d9-4b47-a105-eacf059a4647" providerId="ADAL" clId="{F7FF961E-CF96-44AC-93C2-93612F62D46D}" dt="2026-06-23T19:45:22.092" v="6764" actId="20577"/>
          <ac:spMkLst>
            <pc:docMk/>
            <pc:sldMk cId="111137096" sldId="589"/>
            <ac:spMk id="2" creationId="{E8EDD3B3-0A75-34D1-DF5C-9D8AA235D638}"/>
          </ac:spMkLst>
        </pc:spChg>
        <pc:spChg chg="mod">
          <ac:chgData name="Berg, Dirk van den" userId="035ecb32-01d9-4b47-a105-eacf059a4647" providerId="ADAL" clId="{F7FF961E-CF96-44AC-93C2-93612F62D46D}" dt="2026-06-23T19:45:43.171" v="6835" actId="15"/>
          <ac:spMkLst>
            <pc:docMk/>
            <pc:sldMk cId="111137096" sldId="589"/>
            <ac:spMk id="3" creationId="{BC252469-E419-61D8-EF69-FFF4A13CF54B}"/>
          </ac:spMkLst>
        </pc:spChg>
      </pc:sldChg>
      <pc:sldChg chg="modSp new mod">
        <pc:chgData name="Berg, Dirk van den" userId="035ecb32-01d9-4b47-a105-eacf059a4647" providerId="ADAL" clId="{F7FF961E-CF96-44AC-93C2-93612F62D46D}" dt="2026-06-23T20:34:15.856" v="6876" actId="20577"/>
        <pc:sldMkLst>
          <pc:docMk/>
          <pc:sldMk cId="2582696590" sldId="590"/>
        </pc:sldMkLst>
        <pc:spChg chg="mod">
          <ac:chgData name="Berg, Dirk van den" userId="035ecb32-01d9-4b47-a105-eacf059a4647" providerId="ADAL" clId="{F7FF961E-CF96-44AC-93C2-93612F62D46D}" dt="2026-06-23T20:34:15.856" v="6876" actId="20577"/>
          <ac:spMkLst>
            <pc:docMk/>
            <pc:sldMk cId="2582696590" sldId="590"/>
            <ac:spMk id="2" creationId="{C1B4FBF9-2A4F-241B-2FF8-E3FE599CC72E}"/>
          </ac:spMkLst>
        </pc:spChg>
        <pc:spChg chg="mod">
          <ac:chgData name="Berg, Dirk van den" userId="035ecb32-01d9-4b47-a105-eacf059a4647" providerId="ADAL" clId="{F7FF961E-CF96-44AC-93C2-93612F62D46D}" dt="2026-06-23T20:34:08.101" v="6837"/>
          <ac:spMkLst>
            <pc:docMk/>
            <pc:sldMk cId="2582696590" sldId="590"/>
            <ac:spMk id="3" creationId="{7D33DAB6-4ED4-7746-A48A-1DEB1183B282}"/>
          </ac:spMkLst>
        </pc:spChg>
      </pc:sldChg>
      <pc:sldChg chg="addSp new mod">
        <pc:chgData name="Berg, Dirk van den" userId="035ecb32-01d9-4b47-a105-eacf059a4647" providerId="ADAL" clId="{F7FF961E-CF96-44AC-93C2-93612F62D46D}" dt="2026-06-23T20:48:02.600" v="6878" actId="22"/>
        <pc:sldMkLst>
          <pc:docMk/>
          <pc:sldMk cId="152952043" sldId="591"/>
        </pc:sldMkLst>
        <pc:spChg chg="add">
          <ac:chgData name="Berg, Dirk van den" userId="035ecb32-01d9-4b47-a105-eacf059a4647" providerId="ADAL" clId="{F7FF961E-CF96-44AC-93C2-93612F62D46D}" dt="2026-06-23T20:48:02.600" v="6878" actId="22"/>
          <ac:spMkLst>
            <pc:docMk/>
            <pc:sldMk cId="152952043" sldId="591"/>
            <ac:spMk id="5" creationId="{CA4E51ED-2E23-1126-37B8-1E8078D8770B}"/>
          </ac:spMkLst>
        </pc:spChg>
      </pc:sldChg>
      <pc:sldChg chg="addSp new mod">
        <pc:chgData name="Berg, Dirk van den" userId="035ecb32-01d9-4b47-a105-eacf059a4647" providerId="ADAL" clId="{F7FF961E-CF96-44AC-93C2-93612F62D46D}" dt="2026-06-23T20:51:12.373" v="6880" actId="22"/>
        <pc:sldMkLst>
          <pc:docMk/>
          <pc:sldMk cId="1103587091" sldId="592"/>
        </pc:sldMkLst>
        <pc:spChg chg="add">
          <ac:chgData name="Berg, Dirk van den" userId="035ecb32-01d9-4b47-a105-eacf059a4647" providerId="ADAL" clId="{F7FF961E-CF96-44AC-93C2-93612F62D46D}" dt="2026-06-23T20:51:12.373" v="6880" actId="22"/>
          <ac:spMkLst>
            <pc:docMk/>
            <pc:sldMk cId="1103587091" sldId="592"/>
            <ac:spMk id="5" creationId="{98412AEA-877B-25C8-927F-235DAE4950F2}"/>
          </ac:spMkLst>
        </pc:spChg>
      </pc:sldChg>
      <pc:sldChg chg="addSp new mod">
        <pc:chgData name="Berg, Dirk van den" userId="035ecb32-01d9-4b47-a105-eacf059a4647" providerId="ADAL" clId="{F7FF961E-CF96-44AC-93C2-93612F62D46D}" dt="2026-06-23T21:06:36.919" v="6882" actId="22"/>
        <pc:sldMkLst>
          <pc:docMk/>
          <pc:sldMk cId="1802897909" sldId="593"/>
        </pc:sldMkLst>
        <pc:spChg chg="add">
          <ac:chgData name="Berg, Dirk van den" userId="035ecb32-01d9-4b47-a105-eacf059a4647" providerId="ADAL" clId="{F7FF961E-CF96-44AC-93C2-93612F62D46D}" dt="2026-06-23T21:06:36.919" v="6882" actId="22"/>
          <ac:spMkLst>
            <pc:docMk/>
            <pc:sldMk cId="1802897909" sldId="593"/>
            <ac:spMk id="5" creationId="{44C292ED-D8DD-5113-1558-5BE30E802588}"/>
          </ac:spMkLst>
        </pc:spChg>
      </pc:sldChg>
      <pc:sldChg chg="modSp new mod">
        <pc:chgData name="Berg, Dirk van den" userId="035ecb32-01d9-4b47-a105-eacf059a4647" providerId="ADAL" clId="{F7FF961E-CF96-44AC-93C2-93612F62D46D}" dt="2026-06-23T21:25:21.556" v="7025" actId="20577"/>
        <pc:sldMkLst>
          <pc:docMk/>
          <pc:sldMk cId="2623009347" sldId="594"/>
        </pc:sldMkLst>
        <pc:spChg chg="mod">
          <ac:chgData name="Berg, Dirk van den" userId="035ecb32-01d9-4b47-a105-eacf059a4647" providerId="ADAL" clId="{F7FF961E-CF96-44AC-93C2-93612F62D46D}" dt="2026-06-23T21:25:21.556" v="7025" actId="20577"/>
          <ac:spMkLst>
            <pc:docMk/>
            <pc:sldMk cId="2623009347" sldId="594"/>
            <ac:spMk id="3" creationId="{5204080B-2A85-AAD8-928D-28B0E293B827}"/>
          </ac:spMkLst>
        </pc:spChg>
      </pc:sldChg>
      <pc:sldChg chg="modSp new mod">
        <pc:chgData name="Berg, Dirk van den" userId="035ecb32-01d9-4b47-a105-eacf059a4647" providerId="ADAL" clId="{F7FF961E-CF96-44AC-93C2-93612F62D46D}" dt="2026-06-23T22:06:32.160" v="7058" actId="20577"/>
        <pc:sldMkLst>
          <pc:docMk/>
          <pc:sldMk cId="3551213255" sldId="595"/>
        </pc:sldMkLst>
        <pc:spChg chg="mod">
          <ac:chgData name="Berg, Dirk van den" userId="035ecb32-01d9-4b47-a105-eacf059a4647" providerId="ADAL" clId="{F7FF961E-CF96-44AC-93C2-93612F62D46D}" dt="2026-06-23T22:06:32.160" v="7058" actId="20577"/>
          <ac:spMkLst>
            <pc:docMk/>
            <pc:sldMk cId="3551213255" sldId="595"/>
            <ac:spMk id="3" creationId="{C888F147-0EAE-94C5-139D-BC215AC678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17D4C-1A2B-4990-9B20-741B833DA5B9}" type="datetimeFigureOut">
              <a:rPr lang="en-NL" smtClean="0"/>
              <a:t>23/06/2026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3E8C8-0C25-4345-BFD3-EAD19DE0CE3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6969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is not differentiable, so gradients cannot improve x0 during training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3E8C8-0C25-4345-BFD3-EAD19DE0CE37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57593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3E8C8-0C25-4345-BFD3-EAD19DE0CE37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8215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3E8C8-0C25-4345-BFD3-EAD19DE0CE37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30748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53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339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2CD2-6902-08E7-94CA-936CAFB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4DC70-BB1B-8C44-08E9-FB8FD707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F582A-D2B6-34BB-FE02-6DE5FDA91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A60CF-0494-FE42-03A0-669934B1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54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000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23/06/2026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23/06/2026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21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Augmentation</a:t>
            </a:r>
          </a:p>
          <a:p>
            <a:pPr lvl="1"/>
            <a:r>
              <a:rPr lang="en-US" dirty="0"/>
              <a:t>Encoder</a:t>
            </a:r>
          </a:p>
          <a:p>
            <a:r>
              <a:rPr lang="en-US" dirty="0"/>
              <a:t>Parameter recovery smaller max angle difference X1 and X2 (Theta)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Discussed different encoder methods</a:t>
            </a:r>
          </a:p>
          <a:p>
            <a:pPr lvl="1"/>
            <a:r>
              <a:rPr lang="en-US" dirty="0"/>
              <a:t>Hybrid encoder didn’t allow to flow gradients through it</a:t>
            </a:r>
          </a:p>
          <a:p>
            <a:pPr lvl="1"/>
            <a:r>
              <a:rPr lang="en-US" dirty="0"/>
              <a:t>Jan’s linear encoder initialization</a:t>
            </a:r>
          </a:p>
          <a:p>
            <a:pPr lvl="2"/>
            <a:r>
              <a:rPr lang="en-US" dirty="0"/>
              <a:t>Start with a good estimate</a:t>
            </a:r>
          </a:p>
          <a:p>
            <a:pPr lvl="2"/>
            <a:r>
              <a:rPr lang="en-US" dirty="0"/>
              <a:t>But training worsened / was worse than </a:t>
            </a:r>
            <a:r>
              <a:rPr lang="en-US" dirty="0" err="1"/>
              <a:t>init</a:t>
            </a:r>
            <a:endParaRPr lang="en-US" dirty="0"/>
          </a:p>
          <a:p>
            <a:pPr lvl="1"/>
            <a:r>
              <a:rPr lang="en-US" dirty="0"/>
              <a:t>Culprit most likely was a parameter problem</a:t>
            </a:r>
          </a:p>
          <a:p>
            <a:endParaRPr lang="en-US" dirty="0"/>
          </a:p>
          <a:p>
            <a:pPr marL="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ACC1-C5F1-879D-D74A-8E122C1B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96CE2-C3F9-C2B6-945F-6E29FEFE4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26214-2957-FB01-58DF-64100061E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442"/>
            <a:ext cx="12192000" cy="573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58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5FB59-B0F2-7BDE-CDBE-8DEA04E88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F20D9-2280-5CE3-35E5-5A1BE6AE5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81B67-111B-49AD-F2CF-8B6C4956F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9246"/>
            <a:ext cx="12192000" cy="579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936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74AC-1470-F4C9-A60A-EC48EAB0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between baseline and augmented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AEF3B-506F-48B0-393D-D83E414BD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same input from closed-loop augmented system to the baseline system.</a:t>
            </a:r>
          </a:p>
          <a:p>
            <a:pPr lvl="1"/>
            <a:r>
              <a:rPr lang="en-US" dirty="0"/>
              <a:t>What is the difference</a:t>
            </a:r>
          </a:p>
          <a:p>
            <a:r>
              <a:rPr lang="en-US" dirty="0"/>
              <a:t>Why:</a:t>
            </a:r>
          </a:p>
          <a:p>
            <a:pPr lvl="1"/>
            <a:r>
              <a:rPr lang="en-US" dirty="0"/>
              <a:t>Want to know whether the baseline model given the input from the augmented system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42079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2213-3457-C3EB-CB1E-F862656E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3F736-7404-A0CE-DF24-36E55D470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455" y="4317206"/>
            <a:ext cx="10515600" cy="4351338"/>
          </a:xfrm>
        </p:spPr>
        <p:txBody>
          <a:bodyPr/>
          <a:lstStyle/>
          <a:p>
            <a:r>
              <a:rPr lang="en-US" dirty="0"/>
              <a:t>System with added MSD vs system without MSD</a:t>
            </a:r>
          </a:p>
          <a:p>
            <a:pPr lvl="1"/>
            <a:r>
              <a:rPr lang="en-US" dirty="0"/>
              <a:t>Used the same input, compared the difference</a:t>
            </a:r>
          </a:p>
          <a:p>
            <a:r>
              <a:rPr lang="en-US" dirty="0"/>
              <a:t>Parameter recovery was able to get in the range e^-7</a:t>
            </a:r>
          </a:p>
          <a:p>
            <a:pPr lvl="1"/>
            <a:r>
              <a:rPr lang="en-US" dirty="0"/>
              <a:t>With perfect parameters / perfect model is able to get in that range</a:t>
            </a:r>
          </a:p>
          <a:p>
            <a:pPr lvl="1"/>
            <a:r>
              <a:rPr lang="en-US" dirty="0"/>
              <a:t>We have no noise currently</a:t>
            </a:r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3CC4F-4C9A-2253-05B8-ACC0AE897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3408"/>
            <a:ext cx="12192000" cy="263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793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A8B2F-D438-20FA-82BD-CC784961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encoder?                                          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384A6-4578-0B30-A7C3-C24BB3E72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neural network that maps past I/O history (</a:t>
            </a:r>
            <a:r>
              <a:rPr lang="en-US" dirty="0" err="1"/>
              <a:t>u_past</a:t>
            </a:r>
            <a:r>
              <a:rPr lang="en-US" dirty="0"/>
              <a:t>, </a:t>
            </a:r>
            <a:r>
              <a:rPr lang="en-US" dirty="0" err="1"/>
              <a:t>y_past</a:t>
            </a:r>
            <a:r>
              <a:rPr lang="en-US" dirty="0"/>
              <a:t>) to an initial state x0                                         </a:t>
            </a:r>
          </a:p>
          <a:p>
            <a:r>
              <a:rPr lang="en-US" dirty="0"/>
              <a:t>x0 contains both physical states (positions, velocities) and</a:t>
            </a:r>
          </a:p>
          <a:p>
            <a:pPr marL="0" indent="0">
              <a:buNone/>
            </a:pPr>
            <a:r>
              <a:rPr lang="en-US" dirty="0"/>
              <a:t>  ANN augmentation states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2053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D979-B7A7-2D1A-461E-5760034D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it?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2C362-C878-ADF8-565F-803ECB886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BPTT training rolls out the model for </a:t>
            </a:r>
            <a:r>
              <a:rPr lang="en-US" dirty="0" err="1"/>
              <a:t>i</a:t>
            </a:r>
            <a:r>
              <a:rPr lang="en-US" dirty="0"/>
              <a:t>-amount of steps from an initial state x0, but we only measure outputs (positions), not the full state</a:t>
            </a:r>
          </a:p>
          <a:p>
            <a:r>
              <a:rPr lang="en-US" dirty="0"/>
              <a:t>Analytical alternative positions from measurements, velocities from finite differences, ANN states = 0</a:t>
            </a:r>
          </a:p>
          <a:p>
            <a:r>
              <a:rPr lang="en-US" dirty="0"/>
              <a:t>ANN augmentation states have no physical meaning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21880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CA5E-DE7F-EEE8-2F5F-739610A4F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structure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2BF38-7FD7-C320-3F1B-D2597FAAC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x(k+1) = </a:t>
            </a:r>
            <a:r>
              <a:rPr lang="en-US" dirty="0" err="1"/>
              <a:t>f_phys</a:t>
            </a:r>
            <a:r>
              <a:rPr lang="en-US" dirty="0"/>
              <a:t>(</a:t>
            </a:r>
            <a:r>
              <a:rPr lang="en-US" dirty="0" err="1"/>
              <a:t>x_phys</a:t>
            </a:r>
            <a:r>
              <a:rPr lang="en-US" dirty="0"/>
              <a:t>, u) + </a:t>
            </a:r>
            <a:r>
              <a:rPr lang="en-US" dirty="0" err="1"/>
              <a:t>f_NN</a:t>
            </a:r>
            <a:r>
              <a:rPr lang="en-US" dirty="0"/>
              <a:t>(x, u)</a:t>
            </a:r>
          </a:p>
          <a:p>
            <a:pPr lvl="1"/>
            <a:r>
              <a:rPr lang="en-US" dirty="0"/>
              <a:t> x is the full 8-dimensional state vector (6 physical + 2 augmented)                                                                       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x_phys</a:t>
            </a:r>
            <a:r>
              <a:rPr lang="en-US" dirty="0"/>
              <a:t> is the first 6 entries of x (just the physical states, selected via S) </a:t>
            </a:r>
          </a:p>
          <a:p>
            <a:r>
              <a:rPr lang="en-US" dirty="0"/>
              <a:t>Physics block: known LPV gantry model (fixed, not trained)</a:t>
            </a:r>
          </a:p>
          <a:p>
            <a:r>
              <a:rPr lang="en-US" dirty="0"/>
              <a:t>NN correction: feedforward network, zero-</a:t>
            </a:r>
            <a:r>
              <a:rPr lang="en-US" dirty="0" err="1"/>
              <a:t>initialised</a:t>
            </a:r>
            <a:r>
              <a:rPr lang="en-US" dirty="0"/>
              <a:t> (starts as pure physics)</a:t>
            </a:r>
          </a:p>
          <a:p>
            <a:r>
              <a:rPr lang="en-US" dirty="0"/>
              <a:t> State = 6 physical + 2 augmented </a:t>
            </a:r>
          </a:p>
          <a:p>
            <a:r>
              <a:rPr lang="en-US" dirty="0"/>
              <a:t>Output: y = C </a:t>
            </a:r>
            <a:r>
              <a:rPr lang="en-US" dirty="0" err="1"/>
              <a:t>x_phys</a:t>
            </a:r>
            <a:r>
              <a:rPr lang="en-US" dirty="0"/>
              <a:t> + D u (known, not trained)</a:t>
            </a:r>
          </a:p>
        </p:txBody>
      </p:sp>
    </p:spTree>
    <p:extLst>
      <p:ext uri="{BB962C8B-B14F-4D97-AF65-F5344CB8AC3E}">
        <p14:creationId xmlns:p14="http://schemas.microsoft.com/office/powerpoint/2010/main" val="1250517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89EEE-D863-8A54-348F-83BFED3D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justification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E0E97-2F38-A1AF-6914-7295B783C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FRF</a:t>
            </a:r>
          </a:p>
          <a:p>
            <a:r>
              <a:rPr lang="en-US" dirty="0"/>
              <a:t>Chosen parameters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66835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DCFCE61-A088-03F6-98F6-9E941A713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9A80-AB36-EA02-9CA8-21D46E243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justification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D774A-D802-3B4B-60C9-F9051001F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472D3-0BA1-E2E6-8C35-FC2ADC6A0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379" y="1310640"/>
            <a:ext cx="8955170" cy="518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903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371B-B02A-6E17-5726-B381CB57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encoder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A0004-DAE6-BD80-CCC1-E4F440264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Baseline encoder couldn’t outperform analytical baseline for data with MSD</a:t>
            </a:r>
          </a:p>
          <a:p>
            <a:pPr lvl="1"/>
            <a:r>
              <a:rPr lang="en-US" dirty="0"/>
              <a:t>Analytical baseline compute positions and velocities directly from output data</a:t>
            </a:r>
          </a:p>
          <a:p>
            <a:r>
              <a:rPr lang="en-US" dirty="0"/>
              <a:t>What the hybrid encoder does:</a:t>
            </a:r>
          </a:p>
          <a:p>
            <a:pPr lvl="1"/>
            <a:r>
              <a:rPr lang="en-US" dirty="0"/>
              <a:t>Splits the job in two:</a:t>
            </a:r>
          </a:p>
          <a:p>
            <a:pPr lvl="2"/>
            <a:r>
              <a:rPr lang="en-US" dirty="0"/>
              <a:t> Physical states (x_{1:6}): computed analytically. Detached from the computation graph so no gradients flow through them</a:t>
            </a:r>
          </a:p>
          <a:p>
            <a:pPr lvl="2"/>
            <a:r>
              <a:rPr lang="en-US" dirty="0"/>
              <a:t> Augmented states (x_{7:8}): a small zero-</a:t>
            </a:r>
            <a:r>
              <a:rPr lang="en-US" dirty="0" err="1"/>
              <a:t>init</a:t>
            </a:r>
            <a:r>
              <a:rPr lang="en-US" dirty="0"/>
              <a:t> ANN learns these from the same past window</a:t>
            </a:r>
          </a:p>
          <a:p>
            <a:r>
              <a:rPr lang="en-US" dirty="0"/>
              <a:t>Trajectories not informative enough? </a:t>
            </a:r>
            <a:r>
              <a:rPr lang="en-US" dirty="0">
                <a:sym typeface="Wingdings" panose="05000000000000000000" pitchFamily="2" charset="2"/>
              </a:rPr>
              <a:t> added </a:t>
            </a:r>
            <a:r>
              <a:rPr lang="en-US" dirty="0" err="1">
                <a:sym typeface="Wingdings" panose="05000000000000000000" pitchFamily="2" charset="2"/>
              </a:rPr>
              <a:t>multisine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25811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3B99C3-6B73-8762-15C1-C366A5D1A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D5E04-74B5-A837-4A80-8A5430452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encoder + </a:t>
            </a:r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26948-5FFD-5B9D-70A0-B65F00054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Baseline encoder couldn’t outperform analytical baseline for data with MSD</a:t>
            </a:r>
          </a:p>
          <a:p>
            <a:pPr lvl="1"/>
            <a:r>
              <a:rPr lang="en-US" dirty="0"/>
              <a:t>Analytical baseline compute positions and velocities directly from output data</a:t>
            </a:r>
          </a:p>
          <a:p>
            <a:r>
              <a:rPr lang="en-US" dirty="0"/>
              <a:t>What the hybrid encoder does:</a:t>
            </a:r>
          </a:p>
          <a:p>
            <a:pPr lvl="1"/>
            <a:r>
              <a:rPr lang="en-US" dirty="0"/>
              <a:t>Splits the job in two:</a:t>
            </a:r>
          </a:p>
          <a:p>
            <a:pPr lvl="2"/>
            <a:r>
              <a:rPr lang="en-US" dirty="0"/>
              <a:t> Physical states (x_{1:6}): computed analytically. Detached from the computation graph so no gradients flow through them</a:t>
            </a:r>
          </a:p>
          <a:p>
            <a:pPr lvl="2"/>
            <a:r>
              <a:rPr lang="en-US" dirty="0"/>
              <a:t> Augmented states (x_{7:8}): a small zero-</a:t>
            </a:r>
            <a:r>
              <a:rPr lang="en-US" dirty="0" err="1"/>
              <a:t>init</a:t>
            </a:r>
            <a:r>
              <a:rPr lang="en-US" dirty="0"/>
              <a:t> ANN learns these from the same past window</a:t>
            </a:r>
          </a:p>
          <a:p>
            <a:r>
              <a:rPr lang="en-US" dirty="0"/>
              <a:t>Even with hybrid encoder good initialization but did not learn </a:t>
            </a:r>
            <a:r>
              <a:rPr lang="en-US" dirty="0">
                <a:sym typeface="Wingdings" panose="05000000000000000000" pitchFamily="2" charset="2"/>
              </a:rPr>
              <a:t> data</a:t>
            </a:r>
            <a:r>
              <a:rPr lang="en-US" dirty="0"/>
              <a:t> not informative enough? </a:t>
            </a:r>
            <a:r>
              <a:rPr lang="en-US" dirty="0">
                <a:sym typeface="Wingdings" panose="05000000000000000000" pitchFamily="2" charset="2"/>
              </a:rPr>
              <a:t> added </a:t>
            </a:r>
            <a:r>
              <a:rPr lang="en-US" dirty="0" err="1">
                <a:sym typeface="Wingdings" panose="05000000000000000000" pitchFamily="2" charset="2"/>
              </a:rPr>
              <a:t>multisine</a:t>
            </a:r>
            <a:r>
              <a:rPr lang="en-US" dirty="0">
                <a:sym typeface="Wingdings" panose="05000000000000000000" pitchFamily="2" charset="2"/>
              </a:rPr>
              <a:t> to trajectories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08264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01F5-D007-5EB1-A2CA-CBF95CD4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DE7C7-3D47-78EF-A343-5A341127E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DE012-473C-2BC7-F158-0FF76364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987"/>
          <a:stretch>
            <a:fillRect/>
          </a:stretch>
        </p:blipFill>
        <p:spPr>
          <a:xfrm>
            <a:off x="0" y="1113150"/>
            <a:ext cx="12192000" cy="445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01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B622-91F5-FC4E-071D-86024B94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4C8CC-2B20-A313-C373-5B75118CA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2932" y="1780682"/>
            <a:ext cx="3216797" cy="4351338"/>
          </a:xfrm>
        </p:spPr>
        <p:txBody>
          <a:bodyPr/>
          <a:lstStyle/>
          <a:p>
            <a:r>
              <a:rPr lang="en-US" dirty="0"/>
              <a:t>Analytical baseline order of magnitude e^-5 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7FE0D4-EA0B-A666-9032-3D476F38A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125"/>
            <a:ext cx="9363919" cy="62426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D8309-553D-9BDE-A44E-1E81EAD19BC0}"/>
              </a:ext>
            </a:extLst>
          </p:cNvPr>
          <p:cNvSpPr txBox="1"/>
          <p:nvPr/>
        </p:nvSpPr>
        <p:spPr>
          <a:xfrm>
            <a:off x="5303520" y="2939534"/>
            <a:ext cx="636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0.003563 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9380-802A-2120-18F2-FE3440C543C2}"/>
              </a:ext>
            </a:extLst>
          </p:cNvPr>
          <p:cNvSpPr txBox="1"/>
          <p:nvPr/>
        </p:nvSpPr>
        <p:spPr>
          <a:xfrm>
            <a:off x="528320" y="2970791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0.123539 RMS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AD40C-BE2C-C163-8ADB-B09665B6F54E}"/>
              </a:ext>
            </a:extLst>
          </p:cNvPr>
          <p:cNvSpPr txBox="1"/>
          <p:nvPr/>
        </p:nvSpPr>
        <p:spPr>
          <a:xfrm>
            <a:off x="629920" y="5729866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0.045276 RMS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17A2CD-DBF5-BA39-F777-61D5B2581DF2}"/>
              </a:ext>
            </a:extLst>
          </p:cNvPr>
          <p:cNvSpPr txBox="1"/>
          <p:nvPr/>
        </p:nvSpPr>
        <p:spPr>
          <a:xfrm>
            <a:off x="5303520" y="5762688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0.000068 RMS</a:t>
            </a:r>
          </a:p>
        </p:txBody>
      </p:sp>
    </p:spTree>
    <p:extLst>
      <p:ext uri="{BB962C8B-B14F-4D97-AF65-F5344CB8AC3E}">
        <p14:creationId xmlns:p14="http://schemas.microsoft.com/office/powerpoint/2010/main" val="650189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1C9C-2D90-6AD3-131E-8CBF4AF0C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hybrid encoder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F8250-9C82-85DC-484D-35517587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gradients update through position and velocity states</a:t>
            </a:r>
          </a:p>
          <a:p>
            <a:r>
              <a:rPr lang="en-US" dirty="0"/>
              <a:t>The encoder needs to learn a mapping for I/O</a:t>
            </a:r>
          </a:p>
        </p:txBody>
      </p:sp>
    </p:spTree>
    <p:extLst>
      <p:ext uri="{BB962C8B-B14F-4D97-AF65-F5344CB8AC3E}">
        <p14:creationId xmlns:p14="http://schemas.microsoft.com/office/powerpoint/2010/main" val="762699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25AA5-109B-A47B-64CE-CFFB0DFD1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encoder initialization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63AFB-1147-6583-011C-EB15E5E21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Encoder weights initialized from the known baseline model</a:t>
            </a:r>
          </a:p>
          <a:p>
            <a:pPr lvl="1"/>
            <a:r>
              <a:rPr lang="en-US" dirty="0"/>
              <a:t>ANN states are set to 0</a:t>
            </a:r>
          </a:p>
          <a:p>
            <a:pPr lvl="1"/>
            <a:r>
              <a:rPr lang="en-US" dirty="0"/>
              <a:t>Method is for LTI so needed to choose an operating point for Y (Y=0)</a:t>
            </a:r>
          </a:p>
        </p:txBody>
      </p:sp>
    </p:spTree>
    <p:extLst>
      <p:ext uri="{BB962C8B-B14F-4D97-AF65-F5344CB8AC3E}">
        <p14:creationId xmlns:p14="http://schemas.microsoft.com/office/powerpoint/2010/main" val="3149329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455E1-7CD3-08B9-2AA6-896988DC4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without MSD (Baseline)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D630B-7047-0297-DD07-6D8093C10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61716-3CD9-B7CC-09A5-1B6868651E8F}"/>
              </a:ext>
            </a:extLst>
          </p:cNvPr>
          <p:cNvSpPr txBox="1"/>
          <p:nvPr/>
        </p:nvSpPr>
        <p:spPr>
          <a:xfrm>
            <a:off x="-127000" y="1613909"/>
            <a:ext cx="6096000" cy="279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--- BEFORE training: 20-step output prediction 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Output     1-step NRMS    20-step NRMS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------  --------------  --------------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x1          6.4809e-05      2.6333e-04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x2          7.5406e-05      3.4315e-04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Y           2.7618e-05      8.5782e-05</a:t>
            </a:r>
          </a:p>
          <a:p>
            <a:pPr>
              <a:lnSpc>
                <a:spcPts val="1425"/>
              </a:lnSpc>
              <a:buNone/>
            </a:pPr>
            <a:br>
              <a:rPr lang="en-NL" b="0" dirty="0">
                <a:effectLst/>
                <a:latin typeface="Consolas" panose="020B0609020204030204" pitchFamily="49" charset="0"/>
              </a:rPr>
            </a:br>
            <a:endParaRPr lang="en-NL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Analytical 20-step output prediction: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Output     1-step NRMS    20-step NRMS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------  --------------  --------------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x1          7.5820e-06      6.3784e-05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x2          6.9332e-06      5.1355e-05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Y           5.5282e-06      4.5105e-05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8B15E-2F4E-ADEF-F74B-DF9F0B5D826B}"/>
              </a:ext>
            </a:extLst>
          </p:cNvPr>
          <p:cNvSpPr txBox="1"/>
          <p:nvPr/>
        </p:nvSpPr>
        <p:spPr>
          <a:xfrm>
            <a:off x="5661025" y="1613909"/>
            <a:ext cx="6191250" cy="4774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--- AFTER training: 20-step output prediction 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Output     Init 1-step  Trained 1-step   Analytical 1-step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------  --------------  --------------  ------------------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x1          6.4809e-05      9.1409e-05          7.5820e-06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x2          7.5406e-05      1.0084e-04          6.9332e-06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Y           2.7618e-05      2.0631e-05          5.5282e-06</a:t>
            </a:r>
          </a:p>
          <a:p>
            <a:pPr>
              <a:lnSpc>
                <a:spcPts val="1425"/>
              </a:lnSpc>
              <a:buNone/>
            </a:pPr>
            <a:br>
              <a:rPr lang="en-NL" b="0" dirty="0">
                <a:effectLst/>
                <a:latin typeface="Consolas" panose="020B0609020204030204" pitchFamily="49" charset="0"/>
              </a:rPr>
            </a:br>
            <a:endParaRPr lang="en-NL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Output    Init 20-step  Trained 20-step  Analytical 20-step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------  --------------  --------------  ------------------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x1          2.6333e-04      8.7203e-05      6.3784e-05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x2          3.4315e-04      9.5679e-05      5.1355e-05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Y           8.5782e-05      3.1232e-05      4.5105e-05</a:t>
            </a:r>
          </a:p>
          <a:p>
            <a:pPr>
              <a:lnSpc>
                <a:spcPts val="1425"/>
              </a:lnSpc>
              <a:buNone/>
            </a:pPr>
            <a:br>
              <a:rPr lang="en-NL" b="0" dirty="0">
                <a:effectLst/>
                <a:latin typeface="Consolas" panose="020B0609020204030204" pitchFamily="49" charset="0"/>
              </a:rPr>
            </a:br>
            <a:endParaRPr lang="en-NL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092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9CAB9-D93D-E19A-DEB2-02E2D721B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with MSD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BCC99-D9BD-B04B-D4F3-0C9AE76D9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======================================================================</a:t>
            </a:r>
          </a:p>
          <a:p>
            <a:pPr marL="0" indent="0">
              <a:buNone/>
            </a:pPr>
            <a:r>
              <a:rPr lang="en-US" dirty="0"/>
              <a:t>COMPARISON: Physical state NRMS</a:t>
            </a:r>
          </a:p>
          <a:p>
            <a:pPr marL="0" indent="0">
              <a:buNone/>
            </a:pPr>
            <a:r>
              <a:rPr lang="en-US" dirty="0"/>
              <a:t>======================================================================</a:t>
            </a:r>
          </a:p>
          <a:p>
            <a:pPr marL="0" indent="0">
              <a:buNone/>
            </a:pPr>
            <a:r>
              <a:rPr lang="en-US" dirty="0"/>
              <a:t>  State           NX_ANN=0        NX_ANN=2      Analytical</a:t>
            </a:r>
          </a:p>
          <a:p>
            <a:pPr marL="0" indent="0">
              <a:buNone/>
            </a:pPr>
            <a:r>
              <a:rPr lang="en-US" dirty="0"/>
              <a:t>  --------  --------------  --------------  --------------  ----------</a:t>
            </a:r>
          </a:p>
          <a:p>
            <a:pPr marL="0" indent="0">
              <a:buNone/>
            </a:pPr>
            <a:r>
              <a:rPr lang="en-US" dirty="0"/>
              <a:t>  X             2.9443e-04      2.8072e-04      0.0000e+00</a:t>
            </a:r>
          </a:p>
          <a:p>
            <a:pPr marL="0" indent="0">
              <a:buNone/>
            </a:pPr>
            <a:r>
              <a:rPr lang="en-US" dirty="0"/>
              <a:t>  theta         7.9312e-04      6.9085e-04      0.0000e+00</a:t>
            </a:r>
          </a:p>
          <a:p>
            <a:pPr marL="0" indent="0">
              <a:buNone/>
            </a:pPr>
            <a:r>
              <a:rPr lang="en-US" dirty="0"/>
              <a:t>  Y             2.2891e-04      1.0591e-04      0.0000e+00 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dX</a:t>
            </a:r>
            <a:r>
              <a:rPr lang="en-US" dirty="0"/>
              <a:t>            5.2102e-02      9.3972e-03      6.6885e-03 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dtheta</a:t>
            </a:r>
            <a:r>
              <a:rPr lang="en-US" dirty="0"/>
              <a:t>        1.4753e-01      3.2553e-01      9.5385e-02 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dY</a:t>
            </a:r>
            <a:r>
              <a:rPr lang="en-US" dirty="0"/>
              <a:t>            3.7484e-02      4.1815e-02      1.0123e-02 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39265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099C2-2F12-A424-91EC-AFECD784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E5B97-D3A2-3682-D645-7819104E0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 angle </a:t>
            </a:r>
            <a:r>
              <a:rPr lang="en-NL" dirty="0"/>
              <a:t>0.006 meters</a:t>
            </a:r>
            <a:r>
              <a:rPr lang="en-US" dirty="0"/>
              <a:t> previously </a:t>
            </a:r>
            <a:r>
              <a:rPr lang="en-NL" dirty="0"/>
              <a:t>0.072 meters</a:t>
            </a:r>
            <a:endParaRPr lang="en-US" dirty="0"/>
          </a:p>
          <a:p>
            <a:r>
              <a:rPr lang="en-US" dirty="0"/>
              <a:t>Motion profiles no </a:t>
            </a:r>
            <a:r>
              <a:rPr lang="en-US" dirty="0" err="1"/>
              <a:t>multisine</a:t>
            </a:r>
            <a:endParaRPr lang="en-US" dirty="0"/>
          </a:p>
          <a:p>
            <a:r>
              <a:rPr lang="en-US" dirty="0"/>
              <a:t>Slides compare results</a:t>
            </a:r>
          </a:p>
          <a:p>
            <a:pPr lvl="1"/>
            <a:r>
              <a:rPr lang="en-US" dirty="0"/>
              <a:t>Left “original” </a:t>
            </a:r>
            <a:r>
              <a:rPr lang="en-NL" dirty="0"/>
              <a:t>0.072 meters</a:t>
            </a:r>
            <a:r>
              <a:rPr lang="en-US" dirty="0"/>
              <a:t> (best epoch 660)</a:t>
            </a:r>
          </a:p>
          <a:p>
            <a:pPr lvl="1"/>
            <a:r>
              <a:rPr lang="en-US" dirty="0"/>
              <a:t>Right </a:t>
            </a:r>
            <a:r>
              <a:rPr lang="en-NL" dirty="0"/>
              <a:t>0.006 meters</a:t>
            </a:r>
            <a:r>
              <a:rPr lang="en-US" dirty="0"/>
              <a:t> (best epoch 660)</a:t>
            </a:r>
          </a:p>
          <a:p>
            <a:pPr marL="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740145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4AA4B-8FE9-C854-B467-D719AB9F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B1782-24C4-791C-D672-52E300559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B3B10-74C5-E810-D694-4FB5F5164FAC}"/>
              </a:ext>
            </a:extLst>
          </p:cNvPr>
          <p:cNvSpPr txBox="1"/>
          <p:nvPr/>
        </p:nvSpPr>
        <p:spPr>
          <a:xfrm>
            <a:off x="0" y="182562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[Training]</a:t>
            </a:r>
          </a:p>
          <a:p>
            <a:r>
              <a:rPr lang="en-NL" dirty="0"/>
              <a:t>  </a:t>
            </a:r>
            <a:r>
              <a:rPr lang="en-NL" dirty="0" err="1"/>
              <a:t>Traj</a:t>
            </a:r>
            <a:r>
              <a:rPr lang="en-NL" dirty="0"/>
              <a:t>        RMSE [m]      X1 [m]      X2 [m]       Y [m]</a:t>
            </a:r>
          </a:p>
          <a:p>
            <a:r>
              <a:rPr lang="en-NL" dirty="0"/>
              <a:t>  ------  ------------  ----------  ----------  ----------</a:t>
            </a:r>
          </a:p>
          <a:p>
            <a:r>
              <a:rPr lang="en-NL" dirty="0"/>
              <a:t>  T1        2.3363e-07  4.7875e-10  4.4967e-10  4.0467e-07</a:t>
            </a:r>
          </a:p>
          <a:p>
            <a:r>
              <a:rPr lang="en-NL" dirty="0"/>
              <a:t>  T2        1.8340e-07  2.2466e-07  2.2457e-07  4.8999e-10</a:t>
            </a:r>
          </a:p>
          <a:p>
            <a:r>
              <a:rPr lang="en-NL" dirty="0"/>
              <a:t>  T3        1.8342e-07  2.2476e-07  2.2451e-07  1.1326e-09</a:t>
            </a:r>
          </a:p>
          <a:p>
            <a:r>
              <a:rPr lang="en-NL" dirty="0"/>
              <a:t>  T4        1.0077e-08  1.0706e-08  1.3624e-08  2.0930e-09</a:t>
            </a:r>
          </a:p>
          <a:p>
            <a:r>
              <a:rPr lang="en-NL" dirty="0"/>
              <a:t>  T5        2.1265e-07  1.5083e-07  1.5055e-07  3.0041e-07</a:t>
            </a:r>
          </a:p>
          <a:p>
            <a:r>
              <a:rPr lang="en-NL" dirty="0"/>
              <a:t>  T6        2.6837e-07  1.4659e-09  1.5980e-09  4.6482e-07</a:t>
            </a:r>
          </a:p>
          <a:p>
            <a:r>
              <a:rPr lang="en-NL" dirty="0"/>
              <a:t>  T7        2.5686e-07  1.0754e-08  1.3987e-08  4.4454e-07</a:t>
            </a:r>
          </a:p>
          <a:p>
            <a:r>
              <a:rPr lang="en-NL" dirty="0"/>
              <a:t>  T8        2.0804e-07  1.4032e-07  1.3801e-07  3.0184e-07</a:t>
            </a:r>
          </a:p>
          <a:p>
            <a:endParaRPr lang="en-NL" dirty="0"/>
          </a:p>
          <a:p>
            <a:r>
              <a:rPr lang="en-NL" dirty="0"/>
              <a:t>  Train RMSE: 2.087048e-07 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29854-13EA-26CA-615D-145CD281DDB6}"/>
              </a:ext>
            </a:extLst>
          </p:cNvPr>
          <p:cNvSpPr txBox="1"/>
          <p:nvPr/>
        </p:nvSpPr>
        <p:spPr>
          <a:xfrm>
            <a:off x="6321425" y="1855807"/>
            <a:ext cx="61023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[Training]</a:t>
            </a:r>
          </a:p>
          <a:p>
            <a:r>
              <a:rPr lang="en-NL" dirty="0"/>
              <a:t>  </a:t>
            </a:r>
            <a:r>
              <a:rPr lang="en-NL" dirty="0" err="1"/>
              <a:t>Traj</a:t>
            </a:r>
            <a:r>
              <a:rPr lang="en-NL" dirty="0"/>
              <a:t>        RMSE [m]      X1 [m]      X2 [m]       Y [m]</a:t>
            </a:r>
          </a:p>
          <a:p>
            <a:r>
              <a:rPr lang="en-NL" dirty="0"/>
              <a:t>  ------  ------------  ----------  ----------  ----------</a:t>
            </a:r>
          </a:p>
          <a:p>
            <a:r>
              <a:rPr lang="en-NL" dirty="0"/>
              <a:t>  T1        9.8580e-08  4.9997e-08  4.8472e-08  1.5590e-07</a:t>
            </a:r>
          </a:p>
          <a:p>
            <a:r>
              <a:rPr lang="en-NL" dirty="0"/>
              <a:t>  T2        7.7395e-07  9.4786e-07  9.4792e-07  2.6151e-09</a:t>
            </a:r>
          </a:p>
          <a:p>
            <a:r>
              <a:rPr lang="en-NL" dirty="0"/>
              <a:t>  T3        7.7403e-07  9.4815e-07  9.4783e-07  3.9236e-09</a:t>
            </a:r>
          </a:p>
          <a:p>
            <a:r>
              <a:rPr lang="en-NL" dirty="0"/>
              <a:t>  T4        3.4861e-07  4.6253e-07  3.6898e-07  1.2043e-07</a:t>
            </a:r>
          </a:p>
          <a:p>
            <a:r>
              <a:rPr lang="en-NL" dirty="0"/>
              <a:t>  T5        5.0220e-07  6.0797e-07  6.1185e-07  1.1240e-07</a:t>
            </a:r>
          </a:p>
          <a:p>
            <a:r>
              <a:rPr lang="en-NL" dirty="0"/>
              <a:t>  T6        1.6992e-07  1.5966e-07  1.7504e-07  1.7462e-07</a:t>
            </a:r>
          </a:p>
          <a:p>
            <a:r>
              <a:rPr lang="en-NL" dirty="0"/>
              <a:t>  T7        3.1902e-07  3.6804e-07  3.5306e-07  2.1266e-07</a:t>
            </a:r>
          </a:p>
          <a:p>
            <a:r>
              <a:rPr lang="en-NL" dirty="0"/>
              <a:t>  T8        6.5265e-07  7.8215e-07  8.0278e-07  1.4712e-07</a:t>
            </a:r>
          </a:p>
          <a:p>
            <a:endParaRPr lang="en-NL" dirty="0"/>
          </a:p>
          <a:p>
            <a:r>
              <a:rPr lang="en-NL" dirty="0"/>
              <a:t>  Train RMSE: 5.169837e-07 m</a:t>
            </a:r>
          </a:p>
        </p:txBody>
      </p:sp>
    </p:spTree>
    <p:extLst>
      <p:ext uri="{BB962C8B-B14F-4D97-AF65-F5344CB8AC3E}">
        <p14:creationId xmlns:p14="http://schemas.microsoft.com/office/powerpoint/2010/main" val="2470557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EBF3-A36B-F59F-A40C-F5D558642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2CB36-42ED-4198-041C-3C5AC3D81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08145B-4962-403E-2A6F-CD49F4FA81A1}"/>
              </a:ext>
            </a:extLst>
          </p:cNvPr>
          <p:cNvSpPr txBox="1"/>
          <p:nvPr/>
        </p:nvSpPr>
        <p:spPr>
          <a:xfrm>
            <a:off x="177800" y="182562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[Validation]</a:t>
            </a:r>
          </a:p>
          <a:p>
            <a:r>
              <a:rPr lang="en-NL" dirty="0"/>
              <a:t>  </a:t>
            </a:r>
            <a:r>
              <a:rPr lang="en-NL" dirty="0" err="1"/>
              <a:t>Traj</a:t>
            </a:r>
            <a:r>
              <a:rPr lang="en-NL" dirty="0"/>
              <a:t>        RMSE [m]      X1 [m]      X2 [m]       Y [m]</a:t>
            </a:r>
          </a:p>
          <a:p>
            <a:r>
              <a:rPr lang="en-NL" dirty="0"/>
              <a:t>  ------  ------------  ----------  ----------  ----------</a:t>
            </a:r>
          </a:p>
          <a:p>
            <a:r>
              <a:rPr lang="en-NL" dirty="0"/>
              <a:t>  V1        1.6160e-07  1.1340e-07  1.1322e-07  2.2948e-07</a:t>
            </a:r>
          </a:p>
          <a:p>
            <a:endParaRPr lang="en-NL" dirty="0"/>
          </a:p>
          <a:p>
            <a:r>
              <a:rPr lang="en-NL" dirty="0"/>
              <a:t>  Val RMSE:   1.615967e-07 m</a:t>
            </a:r>
          </a:p>
          <a:p>
            <a:endParaRPr lang="en-NL" dirty="0"/>
          </a:p>
          <a:p>
            <a:r>
              <a:rPr lang="en-NL" dirty="0"/>
              <a:t>  [Test]</a:t>
            </a:r>
          </a:p>
          <a:p>
            <a:r>
              <a:rPr lang="en-NL" dirty="0"/>
              <a:t>  </a:t>
            </a:r>
            <a:r>
              <a:rPr lang="en-NL" dirty="0" err="1"/>
              <a:t>Traj</a:t>
            </a:r>
            <a:r>
              <a:rPr lang="en-NL" dirty="0"/>
              <a:t>        RMSE [m]      X1 [m]      X2 [m]       Y [m]</a:t>
            </a:r>
          </a:p>
          <a:p>
            <a:r>
              <a:rPr lang="en-NL" dirty="0"/>
              <a:t>  ------  ------------  ----------  ----------  ----------</a:t>
            </a:r>
          </a:p>
          <a:p>
            <a:r>
              <a:rPr lang="en-NL" dirty="0"/>
              <a:t>  E1        1.2995e-07  8.5397e-08  8.3640e-08  1.9072e-07</a:t>
            </a:r>
          </a:p>
          <a:p>
            <a:endParaRPr lang="en-NL" dirty="0"/>
          </a:p>
          <a:p>
            <a:r>
              <a:rPr lang="en-NL" dirty="0"/>
              <a:t>  Test RMSE:  1.299505e-07 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15E31-F71D-3628-7616-FD444B54A82B}"/>
              </a:ext>
            </a:extLst>
          </p:cNvPr>
          <p:cNvSpPr txBox="1"/>
          <p:nvPr/>
        </p:nvSpPr>
        <p:spPr>
          <a:xfrm>
            <a:off x="5918200" y="1825624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[Validation]</a:t>
            </a:r>
          </a:p>
          <a:p>
            <a:r>
              <a:rPr lang="en-NL" dirty="0"/>
              <a:t>  </a:t>
            </a:r>
            <a:r>
              <a:rPr lang="en-NL" dirty="0" err="1"/>
              <a:t>Traj</a:t>
            </a:r>
            <a:r>
              <a:rPr lang="en-NL" dirty="0"/>
              <a:t>        RMSE [m]      X1 [m]      X2 [m]       Y [m]</a:t>
            </a:r>
          </a:p>
          <a:p>
            <a:r>
              <a:rPr lang="en-NL" dirty="0"/>
              <a:t>  ------  ------------  ----------  ----------  ----------</a:t>
            </a:r>
          </a:p>
          <a:p>
            <a:r>
              <a:rPr lang="en-NL" dirty="0"/>
              <a:t>  V1        3.6852e-07  4.4564e-07  4.4871e-07  8.6497e-08</a:t>
            </a:r>
          </a:p>
          <a:p>
            <a:endParaRPr lang="en-NL" dirty="0"/>
          </a:p>
          <a:p>
            <a:r>
              <a:rPr lang="en-NL" dirty="0"/>
              <a:t>  Val RMSE:   3.685197e-07 m</a:t>
            </a:r>
          </a:p>
          <a:p>
            <a:endParaRPr lang="en-NL" dirty="0"/>
          </a:p>
          <a:p>
            <a:r>
              <a:rPr lang="en-NL" dirty="0"/>
              <a:t>  [Test]</a:t>
            </a:r>
          </a:p>
          <a:p>
            <a:r>
              <a:rPr lang="en-NL" dirty="0"/>
              <a:t>  </a:t>
            </a:r>
            <a:r>
              <a:rPr lang="en-NL" dirty="0" err="1"/>
              <a:t>Traj</a:t>
            </a:r>
            <a:r>
              <a:rPr lang="en-NL" dirty="0"/>
              <a:t>        RMSE [m]      X1 [m]      X2 [m]       Y [m]</a:t>
            </a:r>
          </a:p>
          <a:p>
            <a:r>
              <a:rPr lang="en-NL" dirty="0"/>
              <a:t>  ------  ------------  ----------  ----------  ----------</a:t>
            </a:r>
          </a:p>
          <a:p>
            <a:r>
              <a:rPr lang="en-NL" dirty="0"/>
              <a:t>  E1        3.7594e-07  4.4753e-07  4.6311e-07  9.6125e-08</a:t>
            </a:r>
          </a:p>
          <a:p>
            <a:endParaRPr lang="en-NL" dirty="0"/>
          </a:p>
          <a:p>
            <a:r>
              <a:rPr lang="en-NL" dirty="0"/>
              <a:t>  Test RMSE:  3.759383e-07 m</a:t>
            </a:r>
          </a:p>
        </p:txBody>
      </p:sp>
    </p:spTree>
    <p:extLst>
      <p:ext uri="{BB962C8B-B14F-4D97-AF65-F5344CB8AC3E}">
        <p14:creationId xmlns:p14="http://schemas.microsoft.com/office/powerpoint/2010/main" val="330750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1D89-BC62-BF1B-DA54-F93C211C2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8B604-3058-512F-6B7E-FAC1EA884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E3FDD-1397-B562-ADC7-AD1184410EEB}"/>
              </a:ext>
            </a:extLst>
          </p:cNvPr>
          <p:cNvSpPr txBox="1"/>
          <p:nvPr/>
        </p:nvSpPr>
        <p:spPr>
          <a:xfrm>
            <a:off x="114300" y="681037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================================================</a:t>
            </a:r>
          </a:p>
          <a:p>
            <a:r>
              <a:rPr lang="en-NL" dirty="0"/>
              <a:t>Step 5: Parameter recovery</a:t>
            </a:r>
          </a:p>
          <a:p>
            <a:r>
              <a:rPr lang="en-NL" dirty="0"/>
              <a:t>============================================================</a:t>
            </a:r>
          </a:p>
          <a:p>
            <a:r>
              <a:rPr lang="en-NL" dirty="0"/>
              <a:t>  Table 1 — identifiable quantities</a:t>
            </a:r>
          </a:p>
          <a:p>
            <a:r>
              <a:rPr lang="en-NL" dirty="0"/>
              <a:t>Parameter        True    Detuned    Learned      delta</a:t>
            </a:r>
          </a:p>
          <a:p>
            <a:r>
              <a:rPr lang="en-NL" dirty="0"/>
              <a:t>-------------------------------------------------------</a:t>
            </a:r>
          </a:p>
          <a:p>
            <a:r>
              <a:rPr lang="en-NL" dirty="0" err="1"/>
              <a:t>kb_sum</a:t>
            </a:r>
            <a:r>
              <a:rPr lang="en-NL" dirty="0"/>
              <a:t>      3975.0000  4372.5000  3974.9998     -0.00%</a:t>
            </a:r>
          </a:p>
          <a:p>
            <a:r>
              <a:rPr lang="en-NL" dirty="0"/>
              <a:t>cg1           14.5000    15.9500    14.5000     -0.00%</a:t>
            </a:r>
          </a:p>
          <a:p>
            <a:r>
              <a:rPr lang="en-NL" dirty="0"/>
              <a:t>cg2           20.3000    18.2700    20.2999     -0.00%</a:t>
            </a:r>
          </a:p>
          <a:p>
            <a:r>
              <a:rPr lang="en-NL" dirty="0"/>
              <a:t>cy            10.0000    11.0000    10.0000     -0.00%</a:t>
            </a:r>
          </a:p>
          <a:p>
            <a:r>
              <a:rPr lang="en-NL" dirty="0" err="1"/>
              <a:t>cb_sum</a:t>
            </a:r>
            <a:r>
              <a:rPr lang="en-NL" dirty="0"/>
              <a:t>        18.0000    16.2000    17.9999     -0.00%</a:t>
            </a:r>
          </a:p>
          <a:p>
            <a:r>
              <a:rPr lang="en-NL" dirty="0" err="1"/>
              <a:t>mh</a:t>
            </a:r>
            <a:r>
              <a:rPr lang="en-NL" dirty="0"/>
              <a:t>            10.1000     9.0900    10.1000     -0.00%</a:t>
            </a:r>
          </a:p>
          <a:p>
            <a:r>
              <a:rPr lang="en-NL" dirty="0" err="1"/>
              <a:t>m_total</a:t>
            </a:r>
            <a:r>
              <a:rPr lang="en-NL" dirty="0"/>
              <a:t>       43.7000    45.9300    43.6999     -0.00%</a:t>
            </a:r>
          </a:p>
          <a:p>
            <a:r>
              <a:rPr lang="en-NL" dirty="0" err="1"/>
              <a:t>m_diff</a:t>
            </a:r>
            <a:r>
              <a:rPr lang="en-NL" dirty="0"/>
              <a:t>        -0.5000     1.5900    -0.5000     -0.00%</a:t>
            </a:r>
          </a:p>
          <a:p>
            <a:r>
              <a:rPr lang="en-NL" dirty="0" err="1"/>
              <a:t>J_eff</a:t>
            </a:r>
            <a:r>
              <a:rPr lang="en-NL" dirty="0"/>
              <a:t>          3.7964     3.6848     3.7964     -0.00%</a:t>
            </a:r>
          </a:p>
          <a:p>
            <a:r>
              <a:rPr lang="en-NL" dirty="0"/>
              <a:t>d              0.1000     0.1100     0.1000     +0.00%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DFDCB-4675-53E2-CDF1-F6D112125C4B}"/>
              </a:ext>
            </a:extLst>
          </p:cNvPr>
          <p:cNvSpPr txBox="1"/>
          <p:nvPr/>
        </p:nvSpPr>
        <p:spPr>
          <a:xfrm>
            <a:off x="6210300" y="663574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================================================Step 5: Parameter recovery</a:t>
            </a:r>
          </a:p>
          <a:p>
            <a:r>
              <a:rPr lang="en-US" dirty="0"/>
              <a:t>============================================================</a:t>
            </a:r>
          </a:p>
          <a:p>
            <a:r>
              <a:rPr lang="en-US" dirty="0"/>
              <a:t>  Table 1 — identifiable quantities</a:t>
            </a:r>
          </a:p>
          <a:p>
            <a:r>
              <a:rPr lang="en-US" dirty="0"/>
              <a:t>Parameter        True    Detuned    Learned      delta</a:t>
            </a:r>
          </a:p>
          <a:p>
            <a:r>
              <a:rPr lang="en-US" dirty="0"/>
              <a:t>-------------------------------------------------------</a:t>
            </a:r>
          </a:p>
          <a:p>
            <a:r>
              <a:rPr lang="en-US" dirty="0" err="1"/>
              <a:t>kb_sum</a:t>
            </a:r>
            <a:r>
              <a:rPr lang="en-US" dirty="0"/>
              <a:t>      3975.0000  4372.5000  3975.0388     +0.00%</a:t>
            </a:r>
          </a:p>
          <a:p>
            <a:r>
              <a:rPr lang="en-US" dirty="0"/>
              <a:t>cg1           14.5000    15.9500    14.4996     -0.00%</a:t>
            </a:r>
          </a:p>
          <a:p>
            <a:r>
              <a:rPr lang="en-US" dirty="0"/>
              <a:t>cg2           20.3000    18.2700    20.2997     -0.00%</a:t>
            </a:r>
          </a:p>
          <a:p>
            <a:r>
              <a:rPr lang="en-US" dirty="0"/>
              <a:t>cy            10.0000    11.0000    10.0000     -0.00%</a:t>
            </a:r>
          </a:p>
          <a:p>
            <a:r>
              <a:rPr lang="en-US" dirty="0" err="1"/>
              <a:t>cb_sum</a:t>
            </a:r>
            <a:r>
              <a:rPr lang="en-US" dirty="0"/>
              <a:t>        18.0000    16.2000    18.0769     +0.43%</a:t>
            </a:r>
          </a:p>
          <a:p>
            <a:r>
              <a:rPr lang="en-US" dirty="0" err="1"/>
              <a:t>mh</a:t>
            </a:r>
            <a:r>
              <a:rPr lang="en-US" dirty="0"/>
              <a:t>            10.1000     9.0900    10.1000     -0.00%</a:t>
            </a:r>
          </a:p>
          <a:p>
            <a:r>
              <a:rPr lang="en-US" dirty="0" err="1"/>
              <a:t>m_total</a:t>
            </a:r>
            <a:r>
              <a:rPr lang="en-US" dirty="0"/>
              <a:t>       43.7000    45.9300    43.7001     +0.00%</a:t>
            </a:r>
          </a:p>
          <a:p>
            <a:r>
              <a:rPr lang="en-US" dirty="0" err="1"/>
              <a:t>m_diff</a:t>
            </a:r>
            <a:r>
              <a:rPr lang="en-US" dirty="0"/>
              <a:t>        -0.5000     1.5900    -0.5000     +0.01%</a:t>
            </a:r>
          </a:p>
          <a:p>
            <a:r>
              <a:rPr lang="en-US" dirty="0" err="1"/>
              <a:t>J_eff</a:t>
            </a:r>
            <a:r>
              <a:rPr lang="en-US" dirty="0"/>
              <a:t>          3.7964     3.6848     3.7939     -0.07%</a:t>
            </a:r>
          </a:p>
          <a:p>
            <a:r>
              <a:rPr lang="en-US" dirty="0"/>
              <a:t>d              0.1000     0.1100     0.1000     -0.01%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61189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DFEA6-88A4-C526-9274-7AE9BA735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03820-13C8-409B-D83E-9B090F2F5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0DB79-8924-0ACD-C350-81483BEF2745}"/>
              </a:ext>
            </a:extLst>
          </p:cNvPr>
          <p:cNvSpPr txBox="1"/>
          <p:nvPr/>
        </p:nvSpPr>
        <p:spPr>
          <a:xfrm>
            <a:off x="368300" y="1925240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Table 2 — split diagnostics (not data-identifiable)</a:t>
            </a:r>
          </a:p>
          <a:p>
            <a:r>
              <a:rPr lang="en-NL" dirty="0"/>
              <a:t>Parameter        True    Detuned    Learned      delta</a:t>
            </a:r>
          </a:p>
          <a:p>
            <a:r>
              <a:rPr lang="en-NL" dirty="0"/>
              <a:t>-------------------------------------------------------</a:t>
            </a:r>
          </a:p>
          <a:p>
            <a:r>
              <a:rPr lang="en-NL" dirty="0"/>
              <a:t>kb1         1987.5000  2186.2500  1987.4999     -0.00%</a:t>
            </a:r>
          </a:p>
          <a:p>
            <a:r>
              <a:rPr lang="en-NL" dirty="0"/>
              <a:t>kb2         1987.5000  2186.2500  1987.4999     -0.00%</a:t>
            </a:r>
          </a:p>
          <a:p>
            <a:r>
              <a:rPr lang="en-NL" dirty="0"/>
              <a:t>cb1            9.0000     8.1000     9.0000     -0.00%</a:t>
            </a:r>
          </a:p>
          <a:p>
            <a:r>
              <a:rPr lang="en-NL" dirty="0"/>
              <a:t>cb2            9.0000     8.1000     9.0000     -0.00%</a:t>
            </a:r>
          </a:p>
          <a:p>
            <a:r>
              <a:rPr lang="en-NL" dirty="0" err="1"/>
              <a:t>Jb</a:t>
            </a:r>
            <a:r>
              <a:rPr lang="en-NL" dirty="0"/>
              <a:t>             1.0000     0.9000     0.9369     -6.31%</a:t>
            </a:r>
          </a:p>
          <a:p>
            <a:r>
              <a:rPr lang="en-NL" dirty="0" err="1"/>
              <a:t>Jh</a:t>
            </a:r>
            <a:r>
              <a:rPr lang="en-NL" dirty="0"/>
              <a:t>             0.0500     0.0450     0.0468     -6.31%</a:t>
            </a:r>
          </a:p>
          <a:p>
            <a:r>
              <a:rPr lang="en-NL" dirty="0"/>
              <a:t>m1            10.2000    11.2200    10.4520     +2.47%</a:t>
            </a:r>
          </a:p>
          <a:p>
            <a:r>
              <a:rPr lang="en-NL" dirty="0"/>
              <a:t>m2            10.7000     9.6300    10.9520     +2.36%</a:t>
            </a:r>
          </a:p>
          <a:p>
            <a:r>
              <a:rPr lang="en-NL" dirty="0"/>
              <a:t>mb            22.8000    25.0800    22.2959     -2.21%</a:t>
            </a:r>
          </a:p>
          <a:p>
            <a:r>
              <a:rPr lang="en-NL" dirty="0" err="1"/>
              <a:t>J_sum</a:t>
            </a:r>
            <a:r>
              <a:rPr lang="en-NL" dirty="0"/>
              <a:t>          1.0500     0.9450     0.9838     -6.31%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A0A0C-AE76-FA86-5646-F16E7F103A53}"/>
              </a:ext>
            </a:extLst>
          </p:cNvPr>
          <p:cNvSpPr txBox="1"/>
          <p:nvPr/>
        </p:nvSpPr>
        <p:spPr>
          <a:xfrm>
            <a:off x="6375400" y="1925240"/>
            <a:ext cx="61214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Table 2 — split diagnostics (not data-identifiable)</a:t>
            </a:r>
          </a:p>
          <a:p>
            <a:r>
              <a:rPr lang="en-NL" dirty="0"/>
              <a:t>Parameter        True    Detuned    Learned      delta</a:t>
            </a:r>
          </a:p>
          <a:p>
            <a:r>
              <a:rPr lang="en-NL" dirty="0"/>
              <a:t>-------------------------------------------------------</a:t>
            </a:r>
          </a:p>
          <a:p>
            <a:r>
              <a:rPr lang="en-NL" dirty="0"/>
              <a:t>kb1         1987.5000  2186.2500  1987.5194     +0.00%</a:t>
            </a:r>
          </a:p>
          <a:p>
            <a:r>
              <a:rPr lang="en-NL" dirty="0"/>
              <a:t>kb2         1987.5000  2186.2500  1987.5194     +0.00%</a:t>
            </a:r>
          </a:p>
          <a:p>
            <a:r>
              <a:rPr lang="en-NL" dirty="0"/>
              <a:t>cb1            9.0000     8.1000     9.0385     +0.43%</a:t>
            </a:r>
          </a:p>
          <a:p>
            <a:r>
              <a:rPr lang="en-NL" dirty="0"/>
              <a:t>cb2            9.0000     8.1000     9.0385     +0.43%</a:t>
            </a:r>
          </a:p>
          <a:p>
            <a:r>
              <a:rPr lang="en-NL" dirty="0" err="1"/>
              <a:t>Jb</a:t>
            </a:r>
            <a:r>
              <a:rPr lang="en-NL" dirty="0"/>
              <a:t>             1.0000     0.9000     0.9312     -6.88%</a:t>
            </a:r>
          </a:p>
          <a:p>
            <a:r>
              <a:rPr lang="en-NL" dirty="0" err="1"/>
              <a:t>Jh</a:t>
            </a:r>
            <a:r>
              <a:rPr lang="en-NL" dirty="0"/>
              <a:t>             0.0500     0.0450     0.0466     -6.88%</a:t>
            </a:r>
          </a:p>
          <a:p>
            <a:r>
              <a:rPr lang="en-NL" dirty="0"/>
              <a:t>m1            10.2000    11.2200    10.4651     +2.60%</a:t>
            </a:r>
          </a:p>
          <a:p>
            <a:r>
              <a:rPr lang="en-NL" dirty="0"/>
              <a:t>m2            10.7000     9.6300    10.9651     +2.48%</a:t>
            </a:r>
          </a:p>
          <a:p>
            <a:r>
              <a:rPr lang="en-NL" dirty="0"/>
              <a:t>mb            22.8000    25.0800    22.2698     -2.33%</a:t>
            </a:r>
          </a:p>
          <a:p>
            <a:r>
              <a:rPr lang="en-NL" dirty="0" err="1"/>
              <a:t>J_sum</a:t>
            </a:r>
            <a:r>
              <a:rPr lang="en-NL" dirty="0"/>
              <a:t>          1.0500     0.9450     0.9778     -6.88%</a:t>
            </a:r>
          </a:p>
        </p:txBody>
      </p:sp>
    </p:spTree>
    <p:extLst>
      <p:ext uri="{BB962C8B-B14F-4D97-AF65-F5344CB8AC3E}">
        <p14:creationId xmlns:p14="http://schemas.microsoft.com/office/powerpoint/2010/main" val="3739911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ED721-5761-4D93-2BDF-0CE9310B9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DF613-AF5F-C305-CAE9-D84010024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7C2CC-4377-502B-8427-40F666948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23" y="998536"/>
            <a:ext cx="10755668" cy="378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576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D768FF-4B74-7652-F29E-259A747AB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4309B-D781-8C02-5850-161453DA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CEDD4-99FC-3A05-88F2-898201E89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900" y="5016499"/>
            <a:ext cx="10375900" cy="11604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X, Theta, Y</a:t>
            </a:r>
          </a:p>
          <a:p>
            <a:r>
              <a:rPr lang="en-US" dirty="0"/>
              <a:t>Most affected </a:t>
            </a:r>
            <a:r>
              <a:rPr lang="en-US" dirty="0" err="1"/>
              <a:t>cb_sum</a:t>
            </a:r>
            <a:r>
              <a:rPr lang="en-US" dirty="0"/>
              <a:t> and </a:t>
            </a:r>
            <a:r>
              <a:rPr lang="en-US" dirty="0" err="1"/>
              <a:t>J_eff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makes sense that these are the most affected in the theta row</a:t>
            </a:r>
            <a:endParaRPr lang="en-US" dirty="0"/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DE69AF-69CF-C74F-84CB-0ED2B9AAE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23" y="998536"/>
            <a:ext cx="10755668" cy="37893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805D8B-808F-56F0-6E72-BA987C9E4B98}"/>
              </a:ext>
            </a:extLst>
          </p:cNvPr>
          <p:cNvSpPr/>
          <p:nvPr/>
        </p:nvSpPr>
        <p:spPr>
          <a:xfrm>
            <a:off x="3467100" y="2893217"/>
            <a:ext cx="1244600" cy="3579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A19DA9-BF10-4822-F621-6E976A82805D}"/>
              </a:ext>
            </a:extLst>
          </p:cNvPr>
          <p:cNvSpPr/>
          <p:nvPr/>
        </p:nvSpPr>
        <p:spPr>
          <a:xfrm>
            <a:off x="4191000" y="1646633"/>
            <a:ext cx="5803900" cy="3579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82236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C2E05-972E-DAB2-0196-11273E39E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AFEFE-83CE-8811-D27E-10239D59C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B4910A-D790-4E94-2720-D23F39C39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3226"/>
            <a:ext cx="12039600" cy="411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91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CE04281-3DA0-E1DA-DF88-9293C5F57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C94E6-242A-445E-B4DA-8A28CC00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102AD-2110-0E10-35E2-1C476B0C6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Wednesday joint meeting ASMPT-TU/e</a:t>
            </a:r>
          </a:p>
          <a:p>
            <a:pPr lvl="1"/>
            <a:r>
              <a:rPr lang="en-US" dirty="0"/>
              <a:t>Overview of where we are now in the overall process</a:t>
            </a:r>
          </a:p>
          <a:p>
            <a:r>
              <a:rPr lang="en-US" dirty="0"/>
              <a:t>Further work on encoder and augmentation</a:t>
            </a:r>
          </a:p>
        </p:txBody>
      </p:sp>
    </p:spTree>
    <p:extLst>
      <p:ext uri="{BB962C8B-B14F-4D97-AF65-F5344CB8AC3E}">
        <p14:creationId xmlns:p14="http://schemas.microsoft.com/office/powerpoint/2010/main" val="1644103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22757-D34C-DE75-6063-7528705C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BB277-FCEA-E2F5-3E36-2F27C7438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8492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B73438-2565-BDBB-9D24-74B637640147}"/>
              </a:ext>
            </a:extLst>
          </p:cNvPr>
          <p:cNvSpPr txBox="1"/>
          <p:nvPr/>
        </p:nvSpPr>
        <p:spPr>
          <a:xfrm>
            <a:off x="85724" y="1516427"/>
            <a:ext cx="7229475" cy="118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--- BEFORE training: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output prediction 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Output    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NRMS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NRMS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------  --------------  --------------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x1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4809e-05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6333e-04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x2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5406e-05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4315e-04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Y          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7618e-05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5782e-05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CBA55-3B8C-830F-17E0-6DCF3681B5A6}"/>
              </a:ext>
            </a:extLst>
          </p:cNvPr>
          <p:cNvSpPr txBox="1"/>
          <p:nvPr/>
        </p:nvSpPr>
        <p:spPr>
          <a:xfrm>
            <a:off x="0" y="3564302"/>
            <a:ext cx="7724775" cy="118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--- AFTER training: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output prediction 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Output     Init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 Trained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  Analytical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------  --------------  --------------  ------------------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x1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4809e-05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1409e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-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5820e-06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x2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5406e-05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0084e-04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9332e-06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Y          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7618e-05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0631e-05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5282e-06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0B651-94EE-7C91-684F-27D39114E8DE}"/>
              </a:ext>
            </a:extLst>
          </p:cNvPr>
          <p:cNvSpPr txBox="1"/>
          <p:nvPr/>
        </p:nvSpPr>
        <p:spPr>
          <a:xfrm>
            <a:off x="-23812" y="5068707"/>
            <a:ext cx="8501062" cy="1004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Output    Init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 Trained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 Analytical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------  --------------  --------------  ------------------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x1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6333e-04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7203e-05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3784e-05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x2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4315e-04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5679e-05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1355e-05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Y          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5782e-05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1232e-05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5105e-05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6555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B0CBA-0B19-E597-CC5A-427A599F7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6DF86-B27F-328F-4D82-423FCFA92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Velocity error dominates in the current position loss, because..</a:t>
            </a:r>
          </a:p>
          <a:p>
            <a:r>
              <a:rPr lang="en-US" dirty="0"/>
              <a:t>Because of that try state loss instead of only position based loss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19367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7047-FD87-8AD9-BA7B-76377ECAB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Determine slowest dynamics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6B27E-364B-8AC1-AF26-FFDCC78B5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python: gantry_linearization.py </a:t>
            </a:r>
            <a:br>
              <a:rPr lang="en-US" dirty="0"/>
            </a:br>
            <a:r>
              <a:rPr lang="en-US" dirty="0"/>
              <a:t>probably better off doing this in </a:t>
            </a:r>
            <a:r>
              <a:rPr lang="en-US" dirty="0" err="1"/>
              <a:t>matlab</a:t>
            </a:r>
            <a:r>
              <a:rPr lang="en-US" dirty="0"/>
              <a:t>…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97227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A509A-5867-084C-56A0-7B0A38D6D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lengths </a:t>
            </a:r>
            <a:r>
              <a:rPr lang="en-US" dirty="0" err="1"/>
              <a:t>n_steps</a:t>
            </a:r>
            <a:r>
              <a:rPr lang="en-US" dirty="0"/>
              <a:t> / </a:t>
            </a:r>
            <a:r>
              <a:rPr lang="en-US" dirty="0" err="1"/>
              <a:t>nf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DD09C-789A-4F8B-8801-DE2E3434C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516FFC-50BE-E329-7994-F9683BB09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252" y="1825625"/>
            <a:ext cx="5715495" cy="4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248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5170-1096-125A-773E-181BEFA1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22F70-F4CB-F1ED-D6BB-BB5F4E34B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1B479-D42A-0152-31E4-478930B0C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658" y="316654"/>
            <a:ext cx="8485117" cy="622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55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6A4E7-6D5B-6F98-7697-B8791AB46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4D2C6-AB87-FF7D-BF0A-C68CBEC0E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8000 x 8 samples</a:t>
            </a:r>
          </a:p>
          <a:p>
            <a:pPr lvl="1"/>
            <a:r>
              <a:rPr lang="en-US" dirty="0"/>
              <a:t>(Total 20khz at 2 seconds each)</a:t>
            </a:r>
          </a:p>
          <a:p>
            <a:r>
              <a:rPr lang="en-US" dirty="0"/>
              <a:t>Feedback that they were too stale</a:t>
            </a:r>
          </a:p>
          <a:p>
            <a:pPr lvl="1"/>
            <a:r>
              <a:rPr lang="en-US" dirty="0"/>
              <a:t>Added oscillations</a:t>
            </a:r>
          </a:p>
          <a:p>
            <a:r>
              <a:rPr lang="en-US" dirty="0"/>
              <a:t>Why make new data</a:t>
            </a:r>
          </a:p>
          <a:p>
            <a:pPr lvl="1"/>
            <a:r>
              <a:rPr lang="en-US" dirty="0"/>
              <a:t>Needed more data</a:t>
            </a:r>
          </a:p>
          <a:p>
            <a:pPr lvl="1"/>
            <a:r>
              <a:rPr lang="en-US" dirty="0"/>
              <a:t>Too much of the motion profiles / data were hold positions at zero</a:t>
            </a:r>
          </a:p>
          <a:p>
            <a:pPr lvl="2"/>
            <a:r>
              <a:rPr lang="en-US" dirty="0"/>
              <a:t>Besides when we add </a:t>
            </a:r>
            <a:r>
              <a:rPr lang="en-US" dirty="0" err="1"/>
              <a:t>multisines</a:t>
            </a:r>
            <a:r>
              <a:rPr lang="en-US" dirty="0"/>
              <a:t> on top off the trajectories</a:t>
            </a:r>
          </a:p>
          <a:p>
            <a:pPr lvl="1"/>
            <a:r>
              <a:rPr lang="en-US" dirty="0"/>
              <a:t>More informative data / variation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17636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DA3C-565A-A37D-AE51-CD65C523E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informative data</a:t>
            </a:r>
            <a:br>
              <a:rPr lang="en-US" dirty="0"/>
            </a:br>
            <a:r>
              <a:rPr lang="en-US" dirty="0"/>
              <a:t>Oscillations and ramp up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D5EC7-19E8-BEB2-7E24-9E9E69703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61401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EB402-F3B7-CA90-00DA-718F63BC0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0EEED-AD42-BFCD-EAD3-BE45DCF8B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informative data</a:t>
            </a:r>
            <a:br>
              <a:rPr lang="en-US" dirty="0"/>
            </a:br>
            <a:r>
              <a:rPr lang="en-US" dirty="0"/>
              <a:t>Oscillations and ramp up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A30ED-BD8D-AD23-80B3-0BE7721D9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baseline system (without MSD)</a:t>
            </a:r>
          </a:p>
          <a:p>
            <a:r>
              <a:rPr lang="en-US" dirty="0"/>
              <a:t>Also created trajectories + </a:t>
            </a:r>
            <a:r>
              <a:rPr lang="en-US" dirty="0" err="1"/>
              <a:t>multisine</a:t>
            </a:r>
            <a:endParaRPr lang="en-US" dirty="0"/>
          </a:p>
          <a:p>
            <a:r>
              <a:rPr lang="en-US" dirty="0"/>
              <a:t>Frequency range 1-7hz gets </a:t>
            </a:r>
            <a:r>
              <a:rPr lang="en-US" dirty="0" err="1"/>
              <a:t>surpressed</a:t>
            </a:r>
            <a:r>
              <a:rPr lang="en-US" dirty="0"/>
              <a:t> by controller, but for baseline encoder this data should be informative enough without </a:t>
            </a:r>
            <a:r>
              <a:rPr lang="en-US" dirty="0" err="1"/>
              <a:t>multisine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9818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F69FB-CA44-1040-2F12-39107398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4BCC6-F623-6520-096F-90C31E795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5E5BD-8525-135F-D02D-317152F96E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47"/>
          <a:stretch>
            <a:fillRect/>
          </a:stretch>
        </p:blipFill>
        <p:spPr>
          <a:xfrm>
            <a:off x="0" y="452487"/>
            <a:ext cx="12192000" cy="612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823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D578094-4A00-5383-5C06-9584D049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542E-50EA-FFB7-966B-4B0D65776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3A21D-8E0D-913E-AF3C-37C72DD26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F90B66-6E77-C910-8727-71E8E74D6F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96"/>
          <a:stretch>
            <a:fillRect/>
          </a:stretch>
        </p:blipFill>
        <p:spPr>
          <a:xfrm>
            <a:off x="0" y="480767"/>
            <a:ext cx="12192000" cy="609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2702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40AD-246E-5464-86B3-79B6E833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FDEF5-D153-60BA-529C-5C7E682D3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F2B94-25A7-EF84-12CF-09E80767C9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63"/>
          <a:stretch>
            <a:fillRect/>
          </a:stretch>
        </p:blipFill>
        <p:spPr>
          <a:xfrm>
            <a:off x="0" y="452487"/>
            <a:ext cx="12192000" cy="613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915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C463-55C6-BEB7-413D-E730BB80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Downsampling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B710A-676D-4986-8F17-154BE915F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at whether rk4 degrades</a:t>
            </a:r>
          </a:p>
          <a:p>
            <a:r>
              <a:rPr lang="en-US" dirty="0"/>
              <a:t>Allows to run longer ??windows?? while still seeing entire trajectory.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109837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AB46-18A9-CA01-3515-B6788B49D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 </a:t>
            </a:r>
            <a:r>
              <a:rPr lang="en-US" dirty="0" err="1"/>
              <a:t>downsampling</a:t>
            </a:r>
            <a:r>
              <a:rPr lang="en-US" dirty="0"/>
              <a:t> and </a:t>
            </a:r>
            <a:br>
              <a:rPr lang="en-US" dirty="0"/>
            </a:br>
            <a:r>
              <a:rPr lang="en-US" dirty="0"/>
              <a:t>encoder initialization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0D7FB-9A4F-905B-D042-C8524A7CD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932471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E782-F182-8C5C-C4F4-0458B419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2D0AD-647A-53AC-8C6A-2D492C09E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nf</a:t>
            </a:r>
            <a:r>
              <a:rPr lang="en-US" dirty="0"/>
              <a:t>: number of samples</a:t>
            </a:r>
          </a:p>
          <a:p>
            <a:r>
              <a:rPr lang="en-US" dirty="0"/>
              <a:t>Main issue with increasing the sample length</a:t>
            </a:r>
          </a:p>
          <a:p>
            <a:pPr lvl="1"/>
            <a:r>
              <a:rPr lang="en-US" dirty="0"/>
              <a:t>Scales with …</a:t>
            </a:r>
          </a:p>
          <a:p>
            <a:r>
              <a:rPr lang="en-US" dirty="0"/>
              <a:t>Currently grid search for </a:t>
            </a:r>
            <a:r>
              <a:rPr lang="en-US" dirty="0" err="1"/>
              <a:t>nf</a:t>
            </a:r>
            <a:r>
              <a:rPr lang="en-US" dirty="0"/>
              <a:t> and </a:t>
            </a:r>
            <a:r>
              <a:rPr lang="en-US" dirty="0" err="1"/>
              <a:t>lr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6728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39187-9996-6E54-104F-DFBF4A08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baseline</a:t>
            </a:r>
            <a:br>
              <a:rPr lang="en-US" dirty="0"/>
            </a:br>
            <a:r>
              <a:rPr lang="en-US" dirty="0"/>
              <a:t>Only physical states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96ED4-D4D9-D9FC-D54E-D91DD62E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14345" cy="4351338"/>
          </a:xfrm>
        </p:spPr>
        <p:txBody>
          <a:bodyPr/>
          <a:lstStyle/>
          <a:p>
            <a:r>
              <a:rPr lang="en-US" dirty="0"/>
              <a:t>Early stopping when we drift off too much from initialization</a:t>
            </a:r>
          </a:p>
          <a:p>
            <a:r>
              <a:rPr lang="en-US" dirty="0"/>
              <a:t>Validation loss = </a:t>
            </a:r>
            <a:br>
              <a:rPr lang="en-US" dirty="0"/>
            </a:br>
            <a:r>
              <a:rPr lang="en-US" dirty="0"/>
              <a:t>{</a:t>
            </a:r>
            <a:r>
              <a:rPr lang="en-US" dirty="0" err="1"/>
              <a:t>nf</a:t>
            </a:r>
            <a:r>
              <a:rPr lang="en-US" dirty="0"/>
              <a:t>}-step-RMS </a:t>
            </a:r>
            <a:r>
              <a:rPr lang="en-US" dirty="0" err="1"/>
              <a:t>nf</a:t>
            </a:r>
            <a:r>
              <a:rPr lang="en-US" dirty="0"/>
              <a:t>-step-ahead RMS of the output prediction (y) on the validation set. 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69C264-3B09-F381-51BD-634273F6A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159" y="0"/>
            <a:ext cx="45957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4150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1412A-A0B8-D44C-7C86-D869952B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4011FC-54C7-08A8-7546-8FAF46115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366" y="718122"/>
            <a:ext cx="10105816" cy="577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494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BCCAB-9F64-71E4-280F-58F32419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CED217-E1A0-C399-323D-EA3DC1D94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094" y="1690688"/>
            <a:ext cx="9238340" cy="497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9666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B160A-AE91-07BE-F954-FBEAD5C9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States worsen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F3997-7F6C-46C3-9D39-933BA280D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 for output prediction</a:t>
            </a:r>
          </a:p>
          <a:p>
            <a:pPr lvl="1"/>
            <a:r>
              <a:rPr lang="en-US" dirty="0"/>
              <a:t>Cost does not target the states</a:t>
            </a:r>
          </a:p>
          <a:p>
            <a:r>
              <a:rPr lang="en-US" dirty="0"/>
              <a:t>For the augmentation phase could use a regularization for the physical states to keep close to the </a:t>
            </a:r>
            <a:r>
              <a:rPr lang="en-US" dirty="0" err="1"/>
              <a:t>init</a:t>
            </a:r>
            <a:endParaRPr lang="en-US" dirty="0"/>
          </a:p>
          <a:p>
            <a:pPr lvl="1"/>
            <a:r>
              <a:rPr lang="en-US" dirty="0"/>
              <a:t>If keeping physical states for the encoder adds value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444713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32CD-7190-2929-4C3D-AD31F181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53537-F6F7-E675-F924-50CF5C0E4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 Why does accuracy decrease as </a:t>
            </a:r>
            <a:r>
              <a:rPr lang="en-US" dirty="0" err="1"/>
              <a:t>nf</a:t>
            </a:r>
            <a:r>
              <a:rPr lang="en-US" dirty="0"/>
              <a:t> increases?</a:t>
            </a:r>
          </a:p>
          <a:p>
            <a:r>
              <a:rPr lang="en-US" dirty="0"/>
              <a:t>  Your "more initializations" intuition is partially correct — shorter </a:t>
            </a:r>
            <a:r>
              <a:rPr lang="en-US" dirty="0" err="1"/>
              <a:t>nf</a:t>
            </a:r>
            <a:r>
              <a:rPr lang="en-US" dirty="0"/>
              <a:t> means more training windows per sequence</a:t>
            </a:r>
          </a:p>
          <a:p>
            <a:r>
              <a:rPr lang="en-US" dirty="0"/>
              <a:t>  (the window count is ≈ N − </a:t>
            </a:r>
            <a:r>
              <a:rPr lang="en-US" dirty="0" err="1"/>
              <a:t>na</a:t>
            </a:r>
            <a:r>
              <a:rPr lang="en-US" dirty="0"/>
              <a:t> − </a:t>
            </a:r>
            <a:r>
              <a:rPr lang="en-US" dirty="0" err="1"/>
              <a:t>nb</a:t>
            </a:r>
            <a:r>
              <a:rPr lang="en-US" dirty="0"/>
              <a:t> − </a:t>
            </a:r>
            <a:r>
              <a:rPr lang="en-US" dirty="0" err="1"/>
              <a:t>nf</a:t>
            </a:r>
            <a:r>
              <a:rPr lang="en-US" dirty="0"/>
              <a:t>, so lower </a:t>
            </a:r>
            <a:r>
              <a:rPr lang="en-US" dirty="0" err="1"/>
              <a:t>nf</a:t>
            </a:r>
            <a:r>
              <a:rPr lang="en-US" dirty="0"/>
              <a:t> = more samples). But the dominant reason is gradient quality:</a:t>
            </a:r>
          </a:p>
          <a:p>
            <a:endParaRPr lang="en-US" dirty="0"/>
          </a:p>
          <a:p>
            <a:r>
              <a:rPr lang="en-US" dirty="0"/>
              <a:t>  - With </a:t>
            </a:r>
            <a:r>
              <a:rPr lang="en-US" dirty="0" err="1"/>
              <a:t>nf</a:t>
            </a:r>
            <a:r>
              <a:rPr lang="en-US" dirty="0"/>
              <a:t>=20, the loss gradient flows back through 20 RK4 steps — the encoder gets a clean, direct signal about</a:t>
            </a:r>
          </a:p>
          <a:p>
            <a:r>
              <a:rPr lang="en-US" dirty="0"/>
              <a:t>  how to improve the initial state estimate.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809146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FD8C-ECA3-DCAD-C7F0-71284BAD7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52477-7B2B-6B12-1B83-9760DE90B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Yes, both </a:t>
            </a:r>
            <a:r>
              <a:rPr lang="en-US" dirty="0" err="1"/>
              <a:t>apply_experiment</a:t>
            </a:r>
            <a:r>
              <a:rPr lang="en-US" dirty="0"/>
              <a:t> jobs (</a:t>
            </a:r>
            <a:r>
              <a:rPr lang="en-US" dirty="0" err="1"/>
              <a:t>nf</a:t>
            </a:r>
            <a:r>
              <a:rPr lang="en-US" dirty="0"/>
              <a:t>=20 and </a:t>
            </a:r>
            <a:r>
              <a:rPr lang="en-US" dirty="0" err="1"/>
              <a:t>nf</a:t>
            </a:r>
            <a:r>
              <a:rPr lang="en-US" dirty="0"/>
              <a:t>=40) are worse than their own </a:t>
            </a:r>
            <a:r>
              <a:rPr lang="en-US" dirty="0" err="1"/>
              <a:t>init</a:t>
            </a:r>
            <a:r>
              <a:rPr lang="en-US" dirty="0"/>
              <a:t> at every epoch logged so far. The </a:t>
            </a:r>
          </a:p>
          <a:p>
            <a:r>
              <a:rPr lang="en-US" dirty="0"/>
              <a:t>  encoder is being pushed in a direction that hurts the full-pipeline rollout, even as the </a:t>
            </a:r>
            <a:r>
              <a:rPr lang="en-US" dirty="0" err="1"/>
              <a:t>nf</a:t>
            </a:r>
            <a:r>
              <a:rPr lang="en-US" dirty="0"/>
              <a:t>-step output loss      </a:t>
            </a:r>
          </a:p>
          <a:p>
            <a:r>
              <a:rPr lang="en-US" dirty="0"/>
              <a:t>  (</a:t>
            </a:r>
            <a:r>
              <a:rPr lang="en-US" dirty="0" err="1"/>
              <a:t>val_loss</a:t>
            </a:r>
            <a:r>
              <a:rPr lang="en-US" dirty="0"/>
              <a:t>) improves. This is the key tension: the training objective (</a:t>
            </a:r>
            <a:r>
              <a:rPr lang="en-US" dirty="0" err="1"/>
              <a:t>nf</a:t>
            </a:r>
            <a:r>
              <a:rPr lang="en-US" dirty="0"/>
              <a:t>-step output RMS) and the evaluation      </a:t>
            </a:r>
          </a:p>
          <a:p>
            <a:r>
              <a:rPr lang="en-US" dirty="0"/>
              <a:t>  metric (</a:t>
            </a:r>
            <a:r>
              <a:rPr lang="en-US" dirty="0" err="1"/>
              <a:t>apply_experiment</a:t>
            </a:r>
            <a:r>
              <a:rPr lang="en-US" dirty="0"/>
              <a:t> state NRMS) are not aligned.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667943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0E9F-EE3C-2DB6-6691-303D86109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67A8A-5C42-4ABA-C524-260D141C9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Encoder for augmentation</a:t>
            </a:r>
          </a:p>
          <a:p>
            <a:r>
              <a:rPr lang="en-US" dirty="0"/>
              <a:t>Evaluate Quinten’s data for parameter recovery method</a:t>
            </a:r>
          </a:p>
          <a:p>
            <a:pPr lvl="1"/>
            <a:r>
              <a:rPr lang="en-US" dirty="0"/>
              <a:t>See whether our baseline fits the data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793233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CFE66-1B35-EB99-C744-96F634DCE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7C483-E0EE-5306-9CB7-15EC2DD77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If possible can you share your vacation days with me</a:t>
            </a:r>
          </a:p>
          <a:p>
            <a:pPr marL="457200" lvl="1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553220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93129-9774-FFC0-F8A5-2038E2CD1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A55A197-1FAD-52EE-88DF-F5798DDD8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6" y="0"/>
            <a:ext cx="9997807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EDFBF5-8503-E92C-06F0-9B4E6BBF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108318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481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3484-94F2-14D6-31CA-9FAE07C6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E78-B9D1-45C7-4074-CA9FD738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4970-240D-E8B5-D9FB-7F973C49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F7AEE-FE93-C857-4A68-4D907138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86B106-CFF8-302B-FE52-85E0AD584BA7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5DC95B-5EFB-972A-3B1B-33CE8266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0D30DC-25C2-1DFF-F1F4-D297D6260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22865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4449-53BD-4850-C464-BFA937A8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4CC3B-B000-FF08-5576-DFBE48C85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03830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1B74-214F-51F8-56B3-2B8DFF8D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8F7C5-F307-0EC0-5123-19D560E82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0D54C-CF6C-8250-68FA-6697D2421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880" y="1391723"/>
            <a:ext cx="5753599" cy="45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7694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C18CB-B1DC-2C1A-21D8-D1B33881F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90A54-187A-9432-5BCE-91A06333D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problem with our wrapper: the paper has one unified encoder where </a:t>
            </a:r>
            <a:r>
              <a:rPr lang="en-US" dirty="0" err="1"/>
              <a:t>W^a</a:t>
            </a:r>
            <a:r>
              <a:rPr lang="en-US" dirty="0"/>
              <a:t> and the shared </a:t>
            </a:r>
            <a:r>
              <a:rPr lang="en-US" dirty="0" err="1"/>
              <a:t>ψ̃_θ</a:t>
            </a:r>
            <a:r>
              <a:rPr lang="en-US" dirty="0"/>
              <a:t> are jointly trained. Our</a:t>
            </a:r>
          </a:p>
          <a:p>
            <a:r>
              <a:rPr lang="en-US" dirty="0"/>
              <a:t>  wrapper instead creates a completely separate </a:t>
            </a:r>
            <a:r>
              <a:rPr lang="en-US" dirty="0" err="1"/>
              <a:t>encoder.ann</a:t>
            </a:r>
            <a:r>
              <a:rPr lang="en-US" dirty="0"/>
              <a:t> for the augmented states — a different architecture that isn't in</a:t>
            </a:r>
          </a:p>
          <a:p>
            <a:r>
              <a:rPr lang="en-US" dirty="0"/>
              <a:t>  the paper.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54BE5-CF47-5783-E633-ECD14F377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402" y="1223534"/>
            <a:ext cx="6873836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911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797E2-3686-E80D-8EF9-F185B213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Complete model picture with formulas</a:t>
            </a:r>
            <a:br>
              <a:rPr lang="en-US" dirty="0"/>
            </a:br>
            <a:r>
              <a:rPr lang="en-US" dirty="0"/>
              <a:t>where does the encoder fit in (we change / add the formulas)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C161E-1343-7101-A0EB-05FD5148D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39698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E930-6AD5-6D98-8A7B-3B04EF15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Vragen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jan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C8C1C-EE36-1908-E4D2-E3AC61FAA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 Good call -- </a:t>
            </a:r>
            <a:r>
              <a:rPr lang="en-US" dirty="0" err="1"/>
              <a:t>LinearInitEncoderWrapper</a:t>
            </a:r>
            <a:r>
              <a:rPr lang="en-US" dirty="0"/>
              <a:t> is architecturally wrong (two separate nets) and the Eq. 8    </a:t>
            </a:r>
          </a:p>
          <a:p>
            <a:r>
              <a:rPr lang="en-US" dirty="0"/>
              <a:t>  extension is the right thing to do.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</a:t>
            </a:r>
          </a:p>
          <a:p>
            <a:r>
              <a:rPr lang="en-US" dirty="0"/>
              <a:t>  The plan would be: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</a:t>
            </a:r>
          </a:p>
          <a:p>
            <a:r>
              <a:rPr lang="en-US" dirty="0"/>
              <a:t>  New class @added </a:t>
            </a:r>
            <a:r>
              <a:rPr lang="en-US" dirty="0" err="1"/>
              <a:t>linear_encoder_init_aug</a:t>
            </a:r>
            <a:r>
              <a:rPr lang="en-US" dirty="0"/>
              <a:t> in pre_encoder.py:                                           </a:t>
            </a:r>
          </a:p>
          <a:p>
            <a:r>
              <a:rPr lang="en-US" dirty="0"/>
              <a:t>  - Copy Jan's </a:t>
            </a:r>
            <a:r>
              <a:rPr lang="en-US" dirty="0" err="1"/>
              <a:t>linear_encoder_init</a:t>
            </a:r>
            <a:r>
              <a:rPr lang="en-US" dirty="0"/>
              <a:t> verbatim                                                           </a:t>
            </a:r>
          </a:p>
          <a:p>
            <a:r>
              <a:rPr lang="en-US" dirty="0"/>
              <a:t>  - Add </a:t>
            </a:r>
            <a:r>
              <a:rPr lang="en-US" dirty="0" err="1"/>
              <a:t>nx_aug</a:t>
            </a:r>
            <a:r>
              <a:rPr lang="en-US" dirty="0"/>
              <a:t>=0 parameter</a:t>
            </a:r>
          </a:p>
          <a:p>
            <a:r>
              <a:rPr lang="en-US" dirty="0"/>
              <a:t>  - Add </a:t>
            </a:r>
            <a:r>
              <a:rPr lang="en-US" dirty="0" err="1"/>
              <a:t>Wa_psi_y</a:t>
            </a:r>
            <a:r>
              <a:rPr lang="en-US" dirty="0"/>
              <a:t> and </a:t>
            </a:r>
            <a:r>
              <a:rPr lang="en-US" dirty="0" err="1"/>
              <a:t>Wa_psi_u</a:t>
            </a:r>
            <a:r>
              <a:rPr lang="en-US" dirty="0"/>
              <a:t> as </a:t>
            </a:r>
            <a:r>
              <a:rPr lang="en-US" dirty="0" err="1"/>
              <a:t>nn.Parameter</a:t>
            </a:r>
            <a:r>
              <a:rPr lang="en-US" dirty="0"/>
              <a:t> with small random </a:t>
            </a:r>
            <a:r>
              <a:rPr lang="en-US" dirty="0" err="1"/>
              <a:t>init</a:t>
            </a:r>
            <a:r>
              <a:rPr lang="en-US" dirty="0"/>
              <a:t> for the </a:t>
            </a:r>
            <a:r>
              <a:rPr lang="en-US" dirty="0" err="1"/>
              <a:t>nx_aug</a:t>
            </a:r>
            <a:r>
              <a:rPr lang="en-US" dirty="0"/>
              <a:t> extra rows</a:t>
            </a:r>
          </a:p>
          <a:p>
            <a:r>
              <a:rPr lang="en-US" dirty="0"/>
              <a:t>  - Expand self.net output from </a:t>
            </a:r>
            <a:r>
              <a:rPr lang="en-US" dirty="0" err="1"/>
              <a:t>nx</a:t>
            </a:r>
            <a:r>
              <a:rPr lang="en-US" dirty="0"/>
              <a:t> to </a:t>
            </a:r>
            <a:r>
              <a:rPr lang="en-US" dirty="0" err="1"/>
              <a:t>nx</a:t>
            </a:r>
            <a:r>
              <a:rPr lang="en-US" dirty="0"/>
              <a:t> + </a:t>
            </a:r>
            <a:r>
              <a:rPr lang="en-US" dirty="0" err="1"/>
              <a:t>nx_aug</a:t>
            </a:r>
            <a:r>
              <a:rPr lang="en-US" dirty="0"/>
              <a:t> (same zero-</a:t>
            </a:r>
            <a:r>
              <a:rPr lang="en-US" dirty="0" err="1"/>
              <a:t>init</a:t>
            </a:r>
            <a:r>
              <a:rPr lang="en-US" dirty="0"/>
              <a:t> final layer)</a:t>
            </a:r>
          </a:p>
          <a:p>
            <a:r>
              <a:rPr lang="en-US" dirty="0"/>
              <a:t>  - Forward: </a:t>
            </a:r>
            <a:r>
              <a:rPr lang="en-US" dirty="0" err="1"/>
              <a:t>x_lin</a:t>
            </a:r>
            <a:r>
              <a:rPr lang="en-US" dirty="0"/>
              <a:t> = cat([Wb @ [</a:t>
            </a:r>
            <a:r>
              <a:rPr lang="en-US" dirty="0" err="1"/>
              <a:t>y,u</a:t>
            </a:r>
            <a:r>
              <a:rPr lang="en-US" dirty="0"/>
              <a:t>], </a:t>
            </a:r>
            <a:r>
              <a:rPr lang="en-US" dirty="0" err="1"/>
              <a:t>Wa</a:t>
            </a:r>
            <a:r>
              <a:rPr lang="en-US" dirty="0"/>
              <a:t> @ [</a:t>
            </a:r>
            <a:r>
              <a:rPr lang="en-US" dirty="0" err="1"/>
              <a:t>y,u</a:t>
            </a:r>
            <a:r>
              <a:rPr lang="en-US" dirty="0"/>
              <a:t>]]) + one shared self.net(...)</a:t>
            </a:r>
          </a:p>
          <a:p>
            <a:r>
              <a:rPr lang="en-US" dirty="0"/>
              <a:t>  - When </a:t>
            </a:r>
            <a:r>
              <a:rPr lang="en-US" dirty="0" err="1"/>
              <a:t>nx_aug</a:t>
            </a:r>
            <a:r>
              <a:rPr lang="en-US" dirty="0"/>
              <a:t>=0 it behaves identically to Jan's original (backward compatible)</a:t>
            </a:r>
          </a:p>
          <a:p>
            <a:endParaRPr lang="en-US" dirty="0"/>
          </a:p>
          <a:p>
            <a:r>
              <a:rPr lang="en-US" dirty="0"/>
              <a:t>  Then in torch_nets.py:</a:t>
            </a:r>
          </a:p>
          <a:p>
            <a:r>
              <a:rPr lang="en-US" dirty="0"/>
              <a:t>  - Delete </a:t>
            </a:r>
            <a:r>
              <a:rPr lang="en-US" dirty="0" err="1"/>
              <a:t>LinearInitEncoderWrapper</a:t>
            </a:r>
            <a:r>
              <a:rPr lang="en-US" dirty="0"/>
              <a:t> (marked @added, so it's ours to remove)</a:t>
            </a:r>
          </a:p>
          <a:p>
            <a:endParaRPr lang="en-US" dirty="0"/>
          </a:p>
          <a:p>
            <a:r>
              <a:rPr lang="en-US" dirty="0"/>
              <a:t>  Then in gantry_interconnect_dynamic.py:</a:t>
            </a:r>
          </a:p>
          <a:p>
            <a:r>
              <a:rPr lang="en-US" dirty="0"/>
              <a:t>  - Replace </a:t>
            </a:r>
            <a:r>
              <a:rPr lang="en-US" dirty="0" err="1"/>
              <a:t>LinearInitEncoderWrapper</a:t>
            </a:r>
            <a:r>
              <a:rPr lang="en-US" dirty="0"/>
              <a:t>(...) with </a:t>
            </a:r>
            <a:r>
              <a:rPr lang="en-US" dirty="0" err="1"/>
              <a:t>linear_encoder_init_aug</a:t>
            </a:r>
            <a:r>
              <a:rPr lang="en-US" dirty="0"/>
              <a:t>(</a:t>
            </a:r>
            <a:r>
              <a:rPr lang="en-US" dirty="0" err="1"/>
              <a:t>nx_aug</a:t>
            </a:r>
            <a:r>
              <a:rPr lang="en-US" dirty="0"/>
              <a:t>=NX_ANN, ...)</a:t>
            </a:r>
          </a:p>
          <a:p>
            <a:endParaRPr lang="en-US" dirty="0"/>
          </a:p>
          <a:p>
            <a:r>
              <a:rPr lang="en-US" dirty="0"/>
              <a:t>  One open question before implementing: what scale for the </a:t>
            </a:r>
            <a:r>
              <a:rPr lang="en-US" dirty="0" err="1"/>
              <a:t>W^a</a:t>
            </a:r>
            <a:r>
              <a:rPr lang="en-US" dirty="0"/>
              <a:t> random </a:t>
            </a:r>
            <a:r>
              <a:rPr lang="en-US" dirty="0" err="1"/>
              <a:t>init</a:t>
            </a:r>
            <a:r>
              <a:rPr lang="en-US" dirty="0"/>
              <a:t>? The paper says "randomly</a:t>
            </a:r>
          </a:p>
          <a:p>
            <a:r>
              <a:rPr lang="en-US" dirty="0"/>
              <a:t>  initialized" but doesn't specify. Options:</a:t>
            </a:r>
          </a:p>
          <a:p>
            <a:r>
              <a:rPr lang="en-US" dirty="0"/>
              <a:t>  1. </a:t>
            </a:r>
            <a:r>
              <a:rPr lang="en-US" dirty="0" err="1"/>
              <a:t>PyTorch</a:t>
            </a:r>
            <a:r>
              <a:rPr lang="en-US" dirty="0"/>
              <a:t> default (</a:t>
            </a:r>
            <a:r>
              <a:rPr lang="en-US" dirty="0" err="1"/>
              <a:t>kaiming_uniform</a:t>
            </a:r>
            <a:r>
              <a:rPr lang="en-US" dirty="0"/>
              <a:t>_, what </a:t>
            </a:r>
            <a:r>
              <a:rPr lang="en-US" dirty="0" err="1"/>
              <a:t>nn.Linear</a:t>
            </a:r>
            <a:r>
              <a:rPr lang="en-US" dirty="0"/>
              <a:t> uses)</a:t>
            </a:r>
          </a:p>
          <a:p>
            <a:r>
              <a:rPr lang="en-US" dirty="0"/>
              <a:t>  2. Small scale like 0.01 so augmented states start near zero at initialization</a:t>
            </a:r>
          </a:p>
          <a:p>
            <a:r>
              <a:rPr lang="en-US" dirty="0"/>
              <a:t>  3. Same scale as </a:t>
            </a:r>
            <a:r>
              <a:rPr lang="en-US" dirty="0" err="1"/>
              <a:t>W^b</a:t>
            </a:r>
            <a:r>
              <a:rPr lang="en-US" dirty="0"/>
              <a:t> (match physical state magnitude)</a:t>
            </a:r>
          </a:p>
          <a:p>
            <a:endParaRPr lang="en-US" dirty="0"/>
          </a:p>
          <a:p>
            <a:r>
              <a:rPr lang="en-US" dirty="0"/>
              <a:t>  Option 2 is the safest -- augmented states starting near zero at </a:t>
            </a:r>
            <a:r>
              <a:rPr lang="en-US" dirty="0" err="1"/>
              <a:t>init</a:t>
            </a:r>
            <a:r>
              <a:rPr lang="en-US" dirty="0"/>
              <a:t> is fine and avoids large initial</a:t>
            </a:r>
          </a:p>
          <a:p>
            <a:r>
              <a:rPr lang="en-US" dirty="0"/>
              <a:t>   state estimates that could destabilize early training.</a:t>
            </a:r>
          </a:p>
          <a:p>
            <a:endParaRPr lang="en-US" dirty="0"/>
          </a:p>
          <a:p>
            <a:r>
              <a:rPr lang="en-US" dirty="0"/>
              <a:t>  Shall I proceed with this implementation?</a:t>
            </a:r>
          </a:p>
          <a:p>
            <a:r>
              <a:rPr lang="en-US" dirty="0"/>
              <a:t> 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FD8B8-6CCF-ACC4-AD7C-31220F9EA02C}"/>
              </a:ext>
            </a:extLst>
          </p:cNvPr>
          <p:cNvSpPr txBox="1"/>
          <p:nvPr/>
        </p:nvSpPr>
        <p:spPr>
          <a:xfrm>
            <a:off x="6888480" y="298563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One open question before implementing: what scale for the </a:t>
            </a:r>
            <a:r>
              <a:rPr lang="en-NL" dirty="0" err="1"/>
              <a:t>W^a</a:t>
            </a:r>
            <a:r>
              <a:rPr lang="en-NL" dirty="0"/>
              <a:t> random </a:t>
            </a:r>
            <a:r>
              <a:rPr lang="en-NL" dirty="0" err="1"/>
              <a:t>init</a:t>
            </a:r>
            <a:r>
              <a:rPr lang="en-NL" dirty="0"/>
              <a:t>? The paper says "randomly</a:t>
            </a:r>
          </a:p>
          <a:p>
            <a:r>
              <a:rPr lang="en-NL" dirty="0"/>
              <a:t>  initialized" but doesn't specify. Options:</a:t>
            </a:r>
          </a:p>
          <a:p>
            <a:r>
              <a:rPr lang="en-NL" dirty="0"/>
              <a:t>  1. </a:t>
            </a:r>
            <a:r>
              <a:rPr lang="en-NL" dirty="0" err="1"/>
              <a:t>PyTorch</a:t>
            </a:r>
            <a:r>
              <a:rPr lang="en-NL" dirty="0"/>
              <a:t> default (</a:t>
            </a:r>
            <a:r>
              <a:rPr lang="en-NL" dirty="0" err="1"/>
              <a:t>kaiming_uniform</a:t>
            </a:r>
            <a:r>
              <a:rPr lang="en-NL" dirty="0"/>
              <a:t>_, what </a:t>
            </a:r>
            <a:r>
              <a:rPr lang="en-NL" dirty="0" err="1"/>
              <a:t>nn.Linear</a:t>
            </a:r>
            <a:r>
              <a:rPr lang="en-NL" dirty="0"/>
              <a:t> uses)</a:t>
            </a:r>
          </a:p>
          <a:p>
            <a:r>
              <a:rPr lang="en-NL" dirty="0"/>
              <a:t>  2. Small scale like 0.01 so augmented states start near zero at initialization</a:t>
            </a:r>
          </a:p>
          <a:p>
            <a:r>
              <a:rPr lang="en-NL" dirty="0"/>
              <a:t>  3. Same scale as </a:t>
            </a:r>
            <a:r>
              <a:rPr lang="en-NL" dirty="0" err="1"/>
              <a:t>W^b</a:t>
            </a:r>
            <a:r>
              <a:rPr lang="en-NL" dirty="0"/>
              <a:t> (match physical state magnitude)</a:t>
            </a:r>
          </a:p>
        </p:txBody>
      </p:sp>
    </p:spTree>
    <p:extLst>
      <p:ext uri="{BB962C8B-B14F-4D97-AF65-F5344CB8AC3E}">
        <p14:creationId xmlns:p14="http://schemas.microsoft.com/office/powerpoint/2010/main" val="26817829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6F580-C3FE-E34B-4BEE-12E2D0DF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augmented states initialization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98352-B73F-2D4D-8FEC-BE651F48A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Random in physical states range?</a:t>
            </a:r>
          </a:p>
          <a:p>
            <a:r>
              <a:rPr lang="en-US" dirty="0"/>
              <a:t>Just </a:t>
            </a:r>
            <a:r>
              <a:rPr lang="en-US" dirty="0" err="1"/>
              <a:t>kaiming_uniform</a:t>
            </a:r>
            <a:r>
              <a:rPr lang="en-US" dirty="0"/>
              <a:t>_ </a:t>
            </a:r>
            <a:r>
              <a:rPr lang="en-US" dirty="0" err="1"/>
              <a:t>pytorch</a:t>
            </a:r>
            <a:r>
              <a:rPr lang="en-US" dirty="0"/>
              <a:t> method?</a:t>
            </a:r>
          </a:p>
          <a:p>
            <a:pPr lvl="1"/>
            <a:r>
              <a:rPr lang="en-US" dirty="0"/>
              <a:t>Ask Jan</a:t>
            </a:r>
          </a:p>
          <a:p>
            <a:pPr lvl="1"/>
            <a:endParaRPr lang="en-US" dirty="0"/>
          </a:p>
          <a:p>
            <a:r>
              <a:rPr lang="en-US" dirty="0"/>
              <a:t> What actually matters:</a:t>
            </a:r>
          </a:p>
          <a:p>
            <a:pPr lvl="1"/>
            <a:r>
              <a:rPr lang="en-US" dirty="0"/>
              <a:t>At initialization, </a:t>
            </a:r>
            <a:r>
              <a:rPr lang="en-US" dirty="0" err="1"/>
              <a:t>x_a</a:t>
            </a:r>
            <a:r>
              <a:rPr lang="en-US" dirty="0"/>
              <a:t> should not dominate or destabilize the early training signal where </a:t>
            </a:r>
            <a:r>
              <a:rPr lang="en-US" dirty="0" err="1"/>
              <a:t>x_b</a:t>
            </a:r>
            <a:r>
              <a:rPr lang="en-US" dirty="0"/>
              <a:t> is already well-placed. The augmented states</a:t>
            </a:r>
          </a:p>
          <a:p>
            <a:pPr lvl="1"/>
            <a:r>
              <a:rPr lang="en-US" dirty="0"/>
              <a:t>should start small and grow as the training loss drives them. This argues for small or zero </a:t>
            </a:r>
            <a:r>
              <a:rPr lang="en-US" dirty="0" err="1"/>
              <a:t>init</a:t>
            </a:r>
            <a:r>
              <a:rPr lang="en-US" dirty="0"/>
              <a:t> for </a:t>
            </a:r>
            <a:r>
              <a:rPr lang="en-US" dirty="0" err="1"/>
              <a:t>W^a</a:t>
            </a:r>
            <a:r>
              <a:rPr lang="en-US" dirty="0"/>
              <a:t> specifically.</a:t>
            </a:r>
          </a:p>
          <a:p>
            <a:endParaRPr lang="en-US" dirty="0"/>
          </a:p>
          <a:p>
            <a:r>
              <a:rPr lang="en-NL" dirty="0"/>
              <a:t>Kaiming initialization was specifically mathematically derived to account for the zero-cutoff in </a:t>
            </a:r>
            <a:r>
              <a:rPr lang="en-NL" dirty="0" err="1"/>
              <a:t>ReLU</a:t>
            </a:r>
            <a:r>
              <a:rPr lang="en-NL" dirty="0"/>
              <a:t> activations.</a:t>
            </a:r>
          </a:p>
        </p:txBody>
      </p:sp>
    </p:spTree>
    <p:extLst>
      <p:ext uri="{BB962C8B-B14F-4D97-AF65-F5344CB8AC3E}">
        <p14:creationId xmlns:p14="http://schemas.microsoft.com/office/powerpoint/2010/main" val="15969677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2B6D4-A954-D63E-D1B7-E8CF68863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17841-D0BA-348F-B3C7-CB74B8605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 Why the pipeline currently uses mean subtraction</a:t>
            </a:r>
          </a:p>
          <a:p>
            <a:endParaRPr lang="en-US" dirty="0"/>
          </a:p>
          <a:p>
            <a:r>
              <a:rPr lang="en-US" dirty="0"/>
              <a:t>  The </a:t>
            </a:r>
            <a:r>
              <a:rPr lang="en-US" dirty="0" err="1"/>
              <a:t>fit_sys.norm</a:t>
            </a:r>
            <a:r>
              <a:rPr lang="en-US" dirty="0"/>
              <a:t> mean subtraction (y0, </a:t>
            </a:r>
            <a:r>
              <a:rPr lang="en-US" dirty="0" err="1"/>
              <a:t>u_mean</a:t>
            </a:r>
            <a:r>
              <a:rPr lang="en-US" dirty="0"/>
              <a:t>) was introduced for the </a:t>
            </a:r>
            <a:r>
              <a:rPr lang="en-US" dirty="0" err="1"/>
              <a:t>Gantry_State_Block</a:t>
            </a:r>
            <a:r>
              <a:rPr lang="en-US" dirty="0"/>
              <a:t>, not for the encoder. The physics block needs (y - y0)/</a:t>
            </a:r>
            <a:r>
              <a:rPr lang="en-US" dirty="0" err="1"/>
              <a:t>std_y</a:t>
            </a:r>
            <a:r>
              <a:rPr lang="en-US" dirty="0"/>
              <a:t> because y0 = Cd @ </a:t>
            </a:r>
            <a:r>
              <a:rPr lang="en-US" dirty="0" err="1"/>
              <a:t>x_mean</a:t>
            </a:r>
            <a:endParaRPr lang="en-US" dirty="0"/>
          </a:p>
          <a:p>
            <a:r>
              <a:rPr lang="en-US" dirty="0"/>
              <a:t>  is the operating point of the linearization. Removing the mean from the norm would require verifying how the output block and loss reconstruction handle the operating point.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Gantry_State_Block</a:t>
            </a:r>
            <a:r>
              <a:rPr lang="en-US" dirty="0"/>
              <a:t> was derived as a linearized model for deviations from an operating point. The state-space equations x(k+1) = A(theta) x(k) + B u(k) describe how the</a:t>
            </a:r>
          </a:p>
          <a:p>
            <a:r>
              <a:rPr lang="en-US" dirty="0"/>
              <a:t>  system moves away from the operating point. If you feed it absolute stage positions instead of deviations, it is being asked to model the wrong quantity.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x_mean</a:t>
            </a:r>
            <a:r>
              <a:rPr lang="en-US" dirty="0"/>
              <a:t> is used for LPV scheduling via the Y channel.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005375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9452-BF3D-F3CF-B7C6-B02854EA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difference</a:t>
            </a:r>
            <a:br>
              <a:rPr lang="en-US" dirty="0"/>
            </a:br>
            <a:r>
              <a:rPr lang="en-US" dirty="0"/>
              <a:t>minimal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4671-CC15-0E9D-E3D8-4EFEC4D96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Channel      NRMS A   NRMS </a:t>
            </a:r>
            <a:r>
              <a:rPr lang="en-US" dirty="0" err="1"/>
              <a:t>B_wrap</a:t>
            </a:r>
            <a:r>
              <a:rPr lang="en-US" dirty="0"/>
              <a:t>   NRMS </a:t>
            </a:r>
            <a:r>
              <a:rPr lang="en-US" dirty="0" err="1"/>
              <a:t>B_native</a:t>
            </a:r>
            <a:r>
              <a:rPr lang="en-US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q1        0.000150      0.000002        0.000002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q2        0.000095      0.000002        0.000002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q3        0.000044      0.000002        0.000002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dq1       0.000051      0.000001        0.000001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dq2       0.000341      0.000004        0.000004</a:t>
            </a:r>
          </a:p>
          <a:p>
            <a:r>
              <a:rPr lang="en-US" dirty="0"/>
              <a:t>    dq3       0.000239      0.000001        0.000001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552807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E076-C951-0E64-E6DD-F4D3AB28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New data</a:t>
            </a:r>
            <a:br>
              <a:rPr lang="en-US" dirty="0"/>
            </a:br>
            <a:r>
              <a:rPr lang="en-US" dirty="0"/>
              <a:t>Had to much force thought it was a bug compared to the positions but..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AD8BF-1A9D-B471-540A-0528560C5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da_rms_with</a:t>
            </a:r>
            <a:r>
              <a:rPr lang="en-US" dirty="0"/>
              <a:t> / </a:t>
            </a:r>
            <a:r>
              <a:rPr lang="en-US" dirty="0" err="1"/>
              <a:t>da_rms_without</a:t>
            </a:r>
            <a:r>
              <a:rPr lang="en-US" dirty="0"/>
              <a:t>: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300702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2490-04A3-A3D4-244C-B5F9C0D0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recovery better?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A72D4-8F3D-C833-2EBF-0ED5F7A9E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gap: our script uses Adam (local gradient-based). For structural validation, a global search gives stronger evidence. The recommended hierarchy:</a:t>
            </a:r>
          </a:p>
          <a:p>
            <a:r>
              <a:rPr lang="en-US" dirty="0"/>
              <a:t>  1. Differential Evolution (DE) — derivative-free, population-based, well-tested for 10-30 mechanical parameters. ~1k-5k ODE simulations, feasible in minutes for a 6-state</a:t>
            </a:r>
          </a:p>
          <a:p>
            <a:r>
              <a:rPr lang="en-US" dirty="0"/>
              <a:t>  system.</a:t>
            </a:r>
          </a:p>
          <a:p>
            <a:r>
              <a:rPr lang="en-US" dirty="0"/>
              <a:t>  2. Multi-start Adam as refinement after DE.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227946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9E13E-1C25-6277-0FBF-F8D5E551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F55C-6081-6799-C56D-54E0FEDE5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lang="en-US" dirty="0"/>
          </a:p>
          <a:p>
            <a:r>
              <a:rPr lang="en-US" dirty="0"/>
              <a:t>  The real solution: decouple the two purposes</a:t>
            </a:r>
          </a:p>
          <a:p>
            <a:endParaRPr lang="en-US" dirty="0"/>
          </a:p>
          <a:p>
            <a:r>
              <a:rPr lang="en-US" dirty="0"/>
              <a:t>  The experiments have two distinct jobs:</a:t>
            </a:r>
          </a:p>
          <a:p>
            <a:endParaRPr lang="en-US" dirty="0"/>
          </a:p>
          <a:p>
            <a:r>
              <a:rPr lang="en-US" dirty="0"/>
              <a:t>  ┌───────────────────────┬─────────────────┬────────────────────────────┐</a:t>
            </a:r>
          </a:p>
          <a:p>
            <a:r>
              <a:rPr lang="en-US" dirty="0"/>
              <a:t>  │        Purpose        │  Trajectories   │      What excites it       │</a:t>
            </a:r>
          </a:p>
          <a:p>
            <a:r>
              <a:rPr lang="en-US" dirty="0"/>
              <a:t>  ├───────────────────────┼─────────────────┼────────────────────────────┤</a:t>
            </a:r>
          </a:p>
          <a:p>
            <a:r>
              <a:rPr lang="en-US" dirty="0"/>
              <a:t>  │ Y-scheduling coverage │ T1, T5          │ Y motion, broadband forces │</a:t>
            </a:r>
          </a:p>
          <a:p>
            <a:r>
              <a:rPr lang="en-US" dirty="0"/>
              <a:t>  ├───────────────────────┼─────────────────┼────────────────────────────┤</a:t>
            </a:r>
          </a:p>
          <a:p>
            <a:r>
              <a:rPr lang="en-US" dirty="0"/>
              <a:t>  │ MSD identification    │ T3, T4, T7, T10 │ X motion → 150 Hz coupling │</a:t>
            </a:r>
          </a:p>
          <a:p>
            <a:r>
              <a:rPr lang="en-US" dirty="0"/>
              <a:t>  └───────────────────────┴─────────────────┴────────────────────────────┘</a:t>
            </a:r>
          </a:p>
          <a:p>
            <a:endParaRPr lang="en-US" dirty="0"/>
          </a:p>
          <a:p>
            <a:r>
              <a:rPr lang="en-US" dirty="0"/>
              <a:t>  Narrowband </a:t>
            </a:r>
            <a:r>
              <a:rPr lang="en-US" dirty="0" err="1"/>
              <a:t>multisine</a:t>
            </a:r>
            <a:r>
              <a:rPr lang="en-US" dirty="0"/>
              <a:t> only belongs in trajectories with significant X motion. Y-only experiments (T1, T5) simply cannot excite the MSD without violating the small-signal</a:t>
            </a:r>
          </a:p>
          <a:p>
            <a:r>
              <a:rPr lang="en-US" dirty="0"/>
              <a:t>  assumption — and they don't need to. The MSD parameters (fa, </a:t>
            </a:r>
            <a:r>
              <a:rPr lang="el-GR" dirty="0"/>
              <a:t>ζ, </a:t>
            </a:r>
            <a:r>
              <a:rPr lang="en-US" dirty="0"/>
              <a:t>ma) don't vary with Y-scheduling position; they're fixed physical properties.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987469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C4BE-147E-EE47-B0E8-0A05044F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77B1D-59A9-F4F2-C77A-8EE77BBF7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75050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D3B3-0A75-34D1-DF5C-9D8AA235D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52469-E419-61D8-EF69-FFF4A13CF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Multisine</a:t>
            </a:r>
            <a:r>
              <a:rPr lang="en-US" dirty="0"/>
              <a:t> now from 130-180hz for MSD data</a:t>
            </a:r>
          </a:p>
          <a:p>
            <a:pPr lvl="1"/>
            <a:r>
              <a:rPr lang="en-US" dirty="0"/>
              <a:t>No joint estimation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113709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3D844-5E0C-BAEE-47F6-B5570C96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FRF </a:t>
            </a:r>
            <a:r>
              <a:rPr lang="en-US" dirty="0" err="1"/>
              <a:t>zetten</a:t>
            </a:r>
            <a:r>
              <a:rPr lang="en-US" dirty="0"/>
              <a:t> van het </a:t>
            </a:r>
            <a:r>
              <a:rPr lang="en-US" dirty="0" err="1"/>
              <a:t>systeem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0FE17-C30A-3E43-F1D2-C43680DCD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wat te </a:t>
            </a:r>
            <a:r>
              <a:rPr lang="en-US" dirty="0" err="1"/>
              <a:t>doen</a:t>
            </a:r>
            <a:r>
              <a:rPr lang="en-US" dirty="0"/>
              <a:t> met </a:t>
            </a:r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nfs</a:t>
            </a:r>
            <a:r>
              <a:rPr lang="en-US" dirty="0"/>
              <a:t> voor baseline </a:t>
            </a:r>
            <a:r>
              <a:rPr lang="en-US" dirty="0" err="1"/>
              <a:t>en</a:t>
            </a:r>
            <a:r>
              <a:rPr lang="en-US" dirty="0"/>
              <a:t> parameters</a:t>
            </a:r>
          </a:p>
          <a:p>
            <a:pPr lvl="1"/>
            <a:r>
              <a:rPr lang="en-US" dirty="0"/>
              <a:t>Moet </a:t>
            </a:r>
            <a:r>
              <a:rPr lang="en-US" dirty="0" err="1"/>
              <a:t>iets</a:t>
            </a:r>
            <a:r>
              <a:rPr lang="en-US" dirty="0"/>
              <a:t> </a:t>
            </a:r>
            <a:r>
              <a:rPr lang="en-US" dirty="0" err="1"/>
              <a:t>fatsoenlijks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laten </a:t>
            </a:r>
            <a:r>
              <a:rPr lang="en-US" dirty="0" err="1"/>
              <a:t>zien</a:t>
            </a:r>
            <a:r>
              <a:rPr lang="en-US" dirty="0"/>
              <a:t>..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3184086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888D-BFE3-80E3-7164-415EF6EA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Settle time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1308C-32B8-4A1A-8522-DE564F277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E6C9B-3EF0-015B-9530-6D463D042914}"/>
              </a:ext>
            </a:extLst>
          </p:cNvPr>
          <p:cNvSpPr txBox="1"/>
          <p:nvPr/>
        </p:nvSpPr>
        <p:spPr>
          <a:xfrm>
            <a:off x="4715190" y="2906720"/>
            <a:ext cx="6094324" cy="951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---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Envelope time constant:                     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$$\tau = \frac{1}{\zeta \</a:t>
            </a:r>
            <a:r>
              <a:rPr lang="en-NL" dirty="0" err="1"/>
              <a:t>omega_n</a:t>
            </a:r>
            <a:r>
              <a:rPr lang="en-NL" dirty="0"/>
              <a:t>} = \frac{1}{\zeta \</a:t>
            </a:r>
            <a:r>
              <a:rPr lang="en-NL" dirty="0" err="1"/>
              <a:t>cdot</a:t>
            </a:r>
            <a:r>
              <a:rPr lang="en-NL" dirty="0"/>
              <a:t> 2\pi </a:t>
            </a:r>
            <a:r>
              <a:rPr lang="en-NL" dirty="0" err="1"/>
              <a:t>f_n</a:t>
            </a:r>
            <a:r>
              <a:rPr lang="en-NL" dirty="0"/>
              <a:t>}$$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\tau = \frac{1}{\zeta \</a:t>
            </a:r>
            <a:r>
              <a:rPr lang="en-NL" dirty="0" err="1"/>
              <a:t>omega_n</a:t>
            </a:r>
            <a:r>
              <a:rPr lang="en-NL" dirty="0"/>
              <a:t>} = \frac{1}{\zeta \</a:t>
            </a:r>
            <a:r>
              <a:rPr lang="en-NL" dirty="0" err="1"/>
              <a:t>cdot</a:t>
            </a:r>
            <a:r>
              <a:rPr lang="en-NL" dirty="0"/>
              <a:t> 2\pi </a:t>
            </a:r>
            <a:r>
              <a:rPr lang="en-NL" dirty="0" err="1"/>
              <a:t>f_n</a:t>
            </a:r>
            <a:r>
              <a:rPr lang="en-NL" dirty="0"/>
              <a:t>}</a:t>
            </a:r>
          </a:p>
          <a:p>
            <a:endParaRPr lang="en-NL" dirty="0"/>
          </a:p>
          <a:p>
            <a:r>
              <a:rPr lang="en-NL" dirty="0"/>
              <a:t>  Settling time to tolerance $\</a:t>
            </a:r>
            <a:r>
              <a:rPr lang="en-NL" dirty="0" err="1"/>
              <a:t>varepsilon</a:t>
            </a:r>
            <a:r>
              <a:rPr lang="en-NL" dirty="0"/>
              <a:t>$:</a:t>
            </a:r>
          </a:p>
          <a:p>
            <a:endParaRPr lang="en-NL" dirty="0"/>
          </a:p>
          <a:p>
            <a:r>
              <a:rPr lang="en-NL" dirty="0"/>
              <a:t>  $$</a:t>
            </a:r>
            <a:r>
              <a:rPr lang="en-NL" dirty="0" err="1"/>
              <a:t>t_s</a:t>
            </a:r>
            <a:r>
              <a:rPr lang="en-NL" dirty="0"/>
              <a:t> = \frac{-\ln \</a:t>
            </a:r>
            <a:r>
              <a:rPr lang="en-NL" dirty="0" err="1"/>
              <a:t>varepsilon</a:t>
            </a:r>
            <a:r>
              <a:rPr lang="en-NL" dirty="0"/>
              <a:t>}{\zeta \</a:t>
            </a:r>
            <a:r>
              <a:rPr lang="en-NL" dirty="0" err="1"/>
              <a:t>omega_n</a:t>
            </a:r>
            <a:r>
              <a:rPr lang="en-NL" dirty="0"/>
              <a:t>} \</a:t>
            </a:r>
            <a:r>
              <a:rPr lang="en-NL" dirty="0" err="1"/>
              <a:t>approx</a:t>
            </a:r>
            <a:r>
              <a:rPr lang="en-NL" dirty="0"/>
              <a:t> \frac{4}{\zeta \</a:t>
            </a:r>
            <a:r>
              <a:rPr lang="en-NL" dirty="0" err="1"/>
              <a:t>omega_n</a:t>
            </a:r>
            <a:r>
              <a:rPr lang="en-NL" dirty="0"/>
              <a:t>} \quad (2%),\quad \frac{3}{\zeta \</a:t>
            </a:r>
            <a:r>
              <a:rPr lang="en-NL" dirty="0" err="1"/>
              <a:t>omega_n</a:t>
            </a:r>
            <a:r>
              <a:rPr lang="en-NL" dirty="0"/>
              <a:t>} \quad (5%)$$</a:t>
            </a:r>
          </a:p>
          <a:p>
            <a:endParaRPr lang="en-NL" dirty="0"/>
          </a:p>
          <a:p>
            <a:r>
              <a:rPr lang="en-NL" dirty="0"/>
              <a:t>  </a:t>
            </a:r>
            <a:r>
              <a:rPr lang="en-NL" dirty="0" err="1"/>
              <a:t>t_s</a:t>
            </a:r>
            <a:r>
              <a:rPr lang="en-NL" dirty="0"/>
              <a:t> = \frac{-\ln \</a:t>
            </a:r>
            <a:r>
              <a:rPr lang="en-NL" dirty="0" err="1"/>
              <a:t>varepsilon</a:t>
            </a:r>
            <a:r>
              <a:rPr lang="en-NL" dirty="0"/>
              <a:t>}{\zeta \</a:t>
            </a:r>
            <a:r>
              <a:rPr lang="en-NL" dirty="0" err="1"/>
              <a:t>omega_n</a:t>
            </a:r>
            <a:r>
              <a:rPr lang="en-NL" dirty="0"/>
              <a:t>}</a:t>
            </a:r>
          </a:p>
          <a:p>
            <a:endParaRPr lang="en-NL" dirty="0"/>
          </a:p>
          <a:p>
            <a:r>
              <a:rPr lang="en-NL" dirty="0"/>
              <a:t>  Q factor (from FRF):</a:t>
            </a:r>
          </a:p>
          <a:p>
            <a:endParaRPr lang="en-NL" dirty="0"/>
          </a:p>
          <a:p>
            <a:r>
              <a:rPr lang="en-NL" dirty="0"/>
              <a:t>  $$Q = \frac{</a:t>
            </a:r>
            <a:r>
              <a:rPr lang="en-NL" dirty="0" err="1"/>
              <a:t>f_r</a:t>
            </a:r>
            <a:r>
              <a:rPr lang="en-NL" dirty="0"/>
              <a:t>}{\Delta f_{3\text{dB}}} = \frac{1}{2\zeta}$$</a:t>
            </a:r>
          </a:p>
          <a:p>
            <a:endParaRPr lang="en-NL" dirty="0"/>
          </a:p>
          <a:p>
            <a:r>
              <a:rPr lang="en-NL" dirty="0"/>
              <a:t>  Q = \frac{</a:t>
            </a:r>
            <a:r>
              <a:rPr lang="en-NL" dirty="0" err="1"/>
              <a:t>f_r</a:t>
            </a:r>
            <a:r>
              <a:rPr lang="en-NL" dirty="0"/>
              <a:t>}{\Delta f_{3\,\text{dB}}} = \frac{1}{2\zeta}</a:t>
            </a:r>
          </a:p>
          <a:p>
            <a:endParaRPr lang="en-NL" dirty="0"/>
          </a:p>
          <a:p>
            <a:r>
              <a:rPr lang="en-NL" dirty="0"/>
              <a:t>  Time constant from Q (nonparametric):</a:t>
            </a:r>
          </a:p>
          <a:p>
            <a:endParaRPr lang="en-NL" dirty="0"/>
          </a:p>
          <a:p>
            <a:r>
              <a:rPr lang="en-NL" dirty="0"/>
              <a:t>  $$\tau = \frac{Q}{\pi </a:t>
            </a:r>
            <a:r>
              <a:rPr lang="en-NL" dirty="0" err="1"/>
              <a:t>f_r</a:t>
            </a:r>
            <a:r>
              <a:rPr lang="en-NL" dirty="0"/>
              <a:t>}$$</a:t>
            </a:r>
          </a:p>
          <a:p>
            <a:endParaRPr lang="en-NL" dirty="0"/>
          </a:p>
          <a:p>
            <a:r>
              <a:rPr lang="en-NL" dirty="0"/>
              <a:t>  \tau = \frac{Q}{\pi </a:t>
            </a:r>
            <a:r>
              <a:rPr lang="en-NL" dirty="0" err="1"/>
              <a:t>f_r</a:t>
            </a:r>
            <a:r>
              <a:rPr lang="en-NL" dirty="0"/>
              <a:t>}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Your numbers (</a:t>
            </a:r>
            <a:r>
              <a:rPr lang="en-NL" dirty="0" err="1"/>
              <a:t>f_r</a:t>
            </a:r>
            <a:r>
              <a:rPr lang="en-NL" dirty="0"/>
              <a:t> = 157 Hz, zeta = 0.05, Q = 10):</a:t>
            </a:r>
          </a:p>
          <a:p>
            <a:endParaRPr lang="en-NL" dirty="0"/>
          </a:p>
          <a:p>
            <a:r>
              <a:rPr lang="en-NL" dirty="0"/>
              <a:t>  $$\tau = \frac{1}{0.05 \</a:t>
            </a:r>
            <a:r>
              <a:rPr lang="en-NL" dirty="0" err="1"/>
              <a:t>cdot</a:t>
            </a:r>
            <a:r>
              <a:rPr lang="en-NL" dirty="0"/>
              <a:t> 2\pi \</a:t>
            </a:r>
            <a:r>
              <a:rPr lang="en-NL" dirty="0" err="1"/>
              <a:t>cdot</a:t>
            </a:r>
            <a:r>
              <a:rPr lang="en-NL" dirty="0"/>
              <a:t> 157} \</a:t>
            </a:r>
            <a:r>
              <a:rPr lang="en-NL" dirty="0" err="1"/>
              <a:t>approx</a:t>
            </a:r>
            <a:r>
              <a:rPr lang="en-NL" dirty="0"/>
              <a:t> 20,\text{</a:t>
            </a:r>
            <a:r>
              <a:rPr lang="en-NL" dirty="0" err="1"/>
              <a:t>ms</a:t>
            </a:r>
            <a:r>
              <a:rPr lang="en-NL" dirty="0"/>
              <a:t>}, \</a:t>
            </a:r>
            <a:r>
              <a:rPr lang="en-NL" dirty="0" err="1"/>
              <a:t>qquad</a:t>
            </a:r>
            <a:r>
              <a:rPr lang="en-NL" dirty="0"/>
              <a:t> 5\tau \</a:t>
            </a:r>
            <a:r>
              <a:rPr lang="en-NL" dirty="0" err="1"/>
              <a:t>approx</a:t>
            </a:r>
            <a:r>
              <a:rPr lang="en-NL" dirty="0"/>
              <a:t> 100,\text{</a:t>
            </a:r>
            <a:r>
              <a:rPr lang="en-NL" dirty="0" err="1"/>
              <a:t>ms</a:t>
            </a:r>
            <a:r>
              <a:rPr lang="en-NL" dirty="0"/>
              <a:t>}$$</a:t>
            </a:r>
          </a:p>
        </p:txBody>
      </p:sp>
    </p:spTree>
    <p:extLst>
      <p:ext uri="{BB962C8B-B14F-4D97-AF65-F5344CB8AC3E}">
        <p14:creationId xmlns:p14="http://schemas.microsoft.com/office/powerpoint/2010/main" val="28762436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2485-7EA9-2F87-F60C-630811514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8F147-0EAE-94C5-139D-BC215AC67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Normalization laten </a:t>
            </a:r>
            <a:r>
              <a:rPr lang="en-US" dirty="0" err="1"/>
              <a:t>zien</a:t>
            </a:r>
            <a:r>
              <a:rPr lang="en-US"/>
              <a:t> 4000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512132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FBF9-2A4F-241B-2FF8-E3FE599C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issue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3DAB6-4ED4-7746-A48A-1DEB1183B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mean </a:t>
            </a:r>
            <a:r>
              <a:rPr lang="en-US" dirty="0" err="1"/>
              <a:t>i</a:t>
            </a:r>
            <a:r>
              <a:rPr lang="en-US" dirty="0"/>
              <a:t> think if for the </a:t>
            </a:r>
            <a:r>
              <a:rPr lang="en-US" dirty="0" err="1"/>
              <a:t>initalization</a:t>
            </a:r>
            <a:r>
              <a:rPr lang="en-US" dirty="0"/>
              <a:t> it uses from the gantry system and that uses </a:t>
            </a:r>
            <a:r>
              <a:rPr lang="en-US" dirty="0" err="1"/>
              <a:t>normalize_linear_ss_matrices</a:t>
            </a:r>
            <a:r>
              <a:rPr lang="en-US" dirty="0"/>
              <a:t>, that sounds        ( °    ° )</a:t>
            </a:r>
          </a:p>
          <a:p>
            <a:r>
              <a:rPr lang="en-US" dirty="0"/>
              <a:t>  correct to me? given </a:t>
            </a:r>
            <a:r>
              <a:rPr lang="en-US" dirty="0" err="1"/>
              <a:t>jan's</a:t>
            </a:r>
            <a:r>
              <a:rPr lang="en-US" dirty="0"/>
              <a:t> approach.                                                                                                  (   ..   )</a:t>
            </a:r>
          </a:p>
          <a:p>
            <a:r>
              <a:rPr lang="en-US" dirty="0"/>
              <a:t>  but we need to update with the data the encoder, but then we start with a mismatch. so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dont</a:t>
            </a:r>
            <a:r>
              <a:rPr lang="en-US" dirty="0"/>
              <a:t> know the right solution.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826965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D883A-F10E-C60B-E6C3-B89FCD76C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60C6A-73B3-FA6E-788F-597B4DC66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4E51ED-2E23-1126-37B8-1E8078D8770B}"/>
              </a:ext>
            </a:extLst>
          </p:cNvPr>
          <p:cNvSpPr txBox="1"/>
          <p:nvPr/>
        </p:nvSpPr>
        <p:spPr>
          <a:xfrm>
            <a:off x="3048000" y="-8666619"/>
            <a:ext cx="6096000" cy="24191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● This is the actual design tension worth naming clearly.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Jan's original approach is internally consistent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In Jan's setup (baseline, no augmentation), </a:t>
            </a:r>
            <a:r>
              <a:rPr lang="en-NL" dirty="0" err="1"/>
              <a:t>normalize_linear_ss_matrices</a:t>
            </a:r>
            <a:r>
              <a:rPr lang="en-NL" dirty="0"/>
              <a:t> uses statistics from a simulation of the FP model itself, and the    </a:t>
            </a:r>
          </a:p>
          <a:p>
            <a:r>
              <a:rPr lang="en-NL" dirty="0"/>
              <a:t>  pipeline normalization also uses statistics derived from that same baseline data. The two </a:t>
            </a:r>
            <a:r>
              <a:rPr lang="en-NL" dirty="0" err="1"/>
              <a:t>std_x</a:t>
            </a:r>
            <a:r>
              <a:rPr lang="en-NL" dirty="0"/>
              <a:t> values match by construction -- the encoder lives</a:t>
            </a:r>
          </a:p>
          <a:p>
            <a:r>
              <a:rPr lang="en-NL" dirty="0"/>
              <a:t>   in one consistent normalized space.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What broke in our augmented setup</a:t>
            </a:r>
          </a:p>
          <a:p>
            <a:endParaRPr lang="en-NL" dirty="0"/>
          </a:p>
          <a:p>
            <a:r>
              <a:rPr lang="en-NL" dirty="0"/>
              <a:t>  We changed the training data to come from the augmented simulation (with MSD). Now:</a:t>
            </a:r>
          </a:p>
          <a:p>
            <a:r>
              <a:rPr lang="en-NL" dirty="0"/>
              <a:t>  - The D-055 fix uses </a:t>
            </a:r>
            <a:r>
              <a:rPr lang="en-NL" dirty="0" err="1"/>
              <a:t>std_x</a:t>
            </a:r>
            <a:r>
              <a:rPr lang="en-NL" dirty="0"/>
              <a:t> from the augmented data (lines 148-149, FD on augmented y) -- because that's what the pipeline sees at every step</a:t>
            </a:r>
          </a:p>
          <a:p>
            <a:r>
              <a:rPr lang="en-NL" dirty="0"/>
              <a:t>  - But </a:t>
            </a:r>
            <a:r>
              <a:rPr lang="en-NL" dirty="0" err="1"/>
              <a:t>normalize_linear_ss_matrices</a:t>
            </a:r>
            <a:r>
              <a:rPr lang="en-NL" dirty="0"/>
              <a:t> still uses </a:t>
            </a:r>
            <a:r>
              <a:rPr lang="en-NL" dirty="0" err="1"/>
              <a:t>baseline_states.npz</a:t>
            </a:r>
            <a:r>
              <a:rPr lang="en-NL" dirty="0"/>
              <a:t> -- the FP model simulation without MSD</a:t>
            </a:r>
          </a:p>
          <a:p>
            <a:endParaRPr lang="en-NL" dirty="0"/>
          </a:p>
          <a:p>
            <a:r>
              <a:rPr lang="en-NL" dirty="0"/>
              <a:t>  So </a:t>
            </a:r>
            <a:r>
              <a:rPr lang="en-NL" dirty="0" err="1"/>
              <a:t>W^b</a:t>
            </a:r>
            <a:r>
              <a:rPr lang="en-NL" dirty="0"/>
              <a:t> is built in the baseline model's normalized space, but every forward pass applies a convention fix using the augmented data's normalized</a:t>
            </a:r>
          </a:p>
          <a:p>
            <a:r>
              <a:rPr lang="en-NL" dirty="0"/>
              <a:t>  space. Those two spaces are slightly different (mainly velocity channels).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problem: the D-055 fix and </a:t>
            </a:r>
            <a:r>
              <a:rPr lang="en-NL" dirty="0" err="1"/>
              <a:t>W^b</a:t>
            </a:r>
            <a:r>
              <a:rPr lang="en-NL" dirty="0"/>
              <a:t> must use the same </a:t>
            </a:r>
            <a:r>
              <a:rPr lang="en-NL" dirty="0" err="1"/>
              <a:t>std_x</a:t>
            </a:r>
            <a:endParaRPr lang="en-NL" dirty="0"/>
          </a:p>
          <a:p>
            <a:endParaRPr lang="en-NL" dirty="0"/>
          </a:p>
          <a:p>
            <a:r>
              <a:rPr lang="en-NL" dirty="0"/>
              <a:t>  The D-055 fix's job is to convert from the pipeline convention (x - </a:t>
            </a:r>
            <a:r>
              <a:rPr lang="en-NL" dirty="0" err="1"/>
              <a:t>x_mean</a:t>
            </a:r>
            <a:r>
              <a:rPr lang="en-NL" dirty="0"/>
              <a:t>)/</a:t>
            </a:r>
            <a:r>
              <a:rPr lang="en-NL" dirty="0" err="1"/>
              <a:t>std_x</a:t>
            </a:r>
            <a:r>
              <a:rPr lang="en-NL" dirty="0"/>
              <a:t> to the pure-scaled convention x/</a:t>
            </a:r>
            <a:r>
              <a:rPr lang="en-NL" dirty="0" err="1"/>
              <a:t>std_x</a:t>
            </a:r>
            <a:r>
              <a:rPr lang="en-NL" dirty="0"/>
              <a:t> that </a:t>
            </a:r>
            <a:r>
              <a:rPr lang="en-NL" dirty="0" err="1"/>
              <a:t>W^b</a:t>
            </a:r>
            <a:r>
              <a:rPr lang="en-NL" dirty="0"/>
              <a:t> expects, then</a:t>
            </a:r>
          </a:p>
          <a:p>
            <a:r>
              <a:rPr lang="en-NL" dirty="0"/>
              <a:t>  back. For that conversion to be correct, the </a:t>
            </a:r>
            <a:r>
              <a:rPr lang="en-NL" dirty="0" err="1"/>
              <a:t>std_x</a:t>
            </a:r>
            <a:r>
              <a:rPr lang="en-NL" dirty="0"/>
              <a:t> in the D-055 fix must be exactly the same </a:t>
            </a:r>
            <a:r>
              <a:rPr lang="en-NL" dirty="0" err="1"/>
              <a:t>std_x</a:t>
            </a:r>
            <a:r>
              <a:rPr lang="en-NL" dirty="0"/>
              <a:t> that was used when building </a:t>
            </a:r>
            <a:r>
              <a:rPr lang="en-NL" dirty="0" err="1"/>
              <a:t>W^b</a:t>
            </a:r>
            <a:r>
              <a:rPr lang="en-NL" dirty="0"/>
              <a:t> inside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.</a:t>
            </a:r>
          </a:p>
          <a:p>
            <a:endParaRPr lang="en-NL" dirty="0"/>
          </a:p>
          <a:p>
            <a:r>
              <a:rPr lang="en-NL" dirty="0"/>
              <a:t>  If they differ, the D-055 fix applies the wrong offset and </a:t>
            </a:r>
            <a:r>
              <a:rPr lang="en-NL" dirty="0" err="1"/>
              <a:t>W^b's</a:t>
            </a:r>
            <a:r>
              <a:rPr lang="en-NL" dirty="0"/>
              <a:t> output is consistently </a:t>
            </a:r>
            <a:r>
              <a:rPr lang="en-NL" dirty="0" err="1"/>
              <a:t>miscaled</a:t>
            </a:r>
            <a:r>
              <a:rPr lang="en-NL" dirty="0"/>
              <a:t>. That error is constant -- the network can</a:t>
            </a:r>
          </a:p>
          <a:p>
            <a:r>
              <a:rPr lang="en-NL" dirty="0"/>
              <a:t>  absorb it over training -- but it means the analytical initialization advantage is partially wasted.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two consistent options</a:t>
            </a:r>
          </a:p>
          <a:p>
            <a:endParaRPr lang="en-NL" dirty="0"/>
          </a:p>
          <a:p>
            <a:r>
              <a:rPr lang="en-NL" dirty="0"/>
              <a:t>  Option A -- Jan's approach, stay with FP model statistics everywhere:</a:t>
            </a:r>
          </a:p>
          <a:p>
            <a:r>
              <a:rPr lang="en-NL" dirty="0"/>
              <a:t>  Use baseline/FP model </a:t>
            </a:r>
            <a:r>
              <a:rPr lang="en-NL" dirty="0" err="1"/>
              <a:t>std_x</a:t>
            </a:r>
            <a:r>
              <a:rPr lang="en-NL" dirty="0"/>
              <a:t>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 buffers. </a:t>
            </a:r>
            <a:r>
              <a:rPr lang="en-NL" dirty="0" err="1"/>
              <a:t>W^b</a:t>
            </a:r>
            <a:r>
              <a:rPr lang="en-NL" dirty="0"/>
              <a:t> and the convention fix are in the same space.</a:t>
            </a:r>
          </a:p>
          <a:p>
            <a:r>
              <a:rPr lang="en-NL" dirty="0"/>
              <a:t>  The cost: the pipeline normalization (global </a:t>
            </a:r>
            <a:r>
              <a:rPr lang="en-NL" dirty="0" err="1"/>
              <a:t>std_x</a:t>
            </a:r>
            <a:r>
              <a:rPr lang="en-NL" dirty="0"/>
              <a:t>) differs slightly from the D-055 buffers, meaning the training data and the encoder convention</a:t>
            </a:r>
          </a:p>
          <a:p>
            <a:r>
              <a:rPr lang="en-NL" dirty="0"/>
              <a:t>   are in slightly different spaces.</a:t>
            </a:r>
          </a:p>
          <a:p>
            <a:endParaRPr lang="en-NL" dirty="0"/>
          </a:p>
          <a:p>
            <a:r>
              <a:rPr lang="en-NL" dirty="0"/>
              <a:t>  Option B -- data statistics everywhere:</a:t>
            </a:r>
          </a:p>
          <a:p>
            <a:r>
              <a:rPr lang="en-NL" dirty="0"/>
              <a:t>  Use augmented data </a:t>
            </a:r>
            <a:r>
              <a:rPr lang="en-NL" dirty="0" err="1"/>
              <a:t>std_x</a:t>
            </a:r>
            <a:r>
              <a:rPr lang="en-NL" dirty="0"/>
              <a:t> (FD from training y, already computed at line 146)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fix. </a:t>
            </a:r>
            <a:r>
              <a:rPr lang="en-NL" dirty="0" err="1"/>
              <a:t>W^b</a:t>
            </a:r>
            <a:r>
              <a:rPr lang="en-NL" dirty="0"/>
              <a:t> is</a:t>
            </a:r>
          </a:p>
          <a:p>
            <a:r>
              <a:rPr lang="en-NL" dirty="0"/>
              <a:t>  initialized in the data's normalized space, and the D-055 fix uses the same space. Internally consistent, and matches the training data.</a:t>
            </a:r>
          </a:p>
          <a:p>
            <a:endParaRPr lang="en-NL" dirty="0"/>
          </a:p>
          <a:p>
            <a:r>
              <a:rPr lang="en-NL" dirty="0"/>
              <a:t>  The current code is neither -- it mixes the two, which is the mismatch.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Which is better?</a:t>
            </a:r>
          </a:p>
          <a:p>
            <a:endParaRPr lang="en-NL" dirty="0"/>
          </a:p>
          <a:p>
            <a:r>
              <a:rPr lang="en-NL" dirty="0"/>
              <a:t>  Option B is probably cleaner for the augmented case: the encoder is trained on augmented data, so the normalization should reflect that data.</a:t>
            </a:r>
          </a:p>
          <a:p>
            <a:r>
              <a:rPr lang="en-NL" dirty="0"/>
              <a:t>  Option A would require separately tracking two different normalization sources (FP model vs data), which complicates the code.</a:t>
            </a:r>
          </a:p>
          <a:p>
            <a:endParaRPr lang="en-NL" dirty="0"/>
          </a:p>
          <a:p>
            <a:r>
              <a:rPr lang="en-NL" dirty="0"/>
              <a:t>  But in practice the difference is small. This matters most at initialization (where analytical </a:t>
            </a:r>
            <a:r>
              <a:rPr lang="en-NL" dirty="0" err="1"/>
              <a:t>W^b</a:t>
            </a:r>
            <a:r>
              <a:rPr lang="en-NL" dirty="0"/>
              <a:t> quality is highest) -- after a few training</a:t>
            </a:r>
          </a:p>
          <a:p>
            <a:r>
              <a:rPr lang="en-NL" dirty="0"/>
              <a:t>  epochs the weights have drifted and the starting point matters less.</a:t>
            </a:r>
          </a:p>
        </p:txBody>
      </p:sp>
    </p:spTree>
    <p:extLst>
      <p:ext uri="{BB962C8B-B14F-4D97-AF65-F5344CB8AC3E}">
        <p14:creationId xmlns:p14="http://schemas.microsoft.com/office/powerpoint/2010/main" val="1529520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726D-040E-0EC9-ED9B-63FD4C6C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24C29-B5EF-E1BE-9895-D8FA7A181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412AEA-877B-25C8-927F-235DAE4950F2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(model = true system, ANN frozen at zero), model propagation error is near zero, so it's essentially pure encoder quality. In the augmented case</a:t>
            </a:r>
          </a:p>
          <a:p>
            <a:r>
              <a:rPr lang="en-NL" dirty="0"/>
              <a:t>   later, these two error sources will mix.</a:t>
            </a:r>
          </a:p>
        </p:txBody>
      </p:sp>
    </p:spTree>
    <p:extLst>
      <p:ext uri="{BB962C8B-B14F-4D97-AF65-F5344CB8AC3E}">
        <p14:creationId xmlns:p14="http://schemas.microsoft.com/office/powerpoint/2010/main" val="11035870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7B55A-E277-7810-4A88-E7FE97E3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83B73-DD48-D2CA-9D1E-5D15419E7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292ED-D8DD-5113-1558-5BE30E802588}"/>
              </a:ext>
            </a:extLst>
          </p:cNvPr>
          <p:cNvSpPr txBox="1"/>
          <p:nvPr/>
        </p:nvSpPr>
        <p:spPr>
          <a:xfrm>
            <a:off x="3048000" y="-46892468"/>
            <a:ext cx="6096000" cy="100642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Does the MSD in the data hurt this?</a:t>
            </a:r>
          </a:p>
          <a:p>
            <a:endParaRPr lang="en-NL" dirty="0"/>
          </a:p>
          <a:p>
            <a:r>
              <a:rPr lang="en-NL" dirty="0"/>
              <a:t>  No -- and here's why: the MSD doesn't show up in </a:t>
            </a:r>
            <a:r>
              <a:rPr lang="en-NL" dirty="0" err="1"/>
              <a:t>std_x</a:t>
            </a:r>
            <a:r>
              <a:rPr lang="en-NL" dirty="0"/>
              <a:t> at all for position channels. Positions are kinematically </a:t>
            </a:r>
            <a:r>
              <a:rPr lang="en-NL" dirty="0" err="1"/>
              <a:t>P_inv</a:t>
            </a:r>
            <a:r>
              <a:rPr lang="en-NL" dirty="0"/>
              <a:t> @ y regardless of MSD</a:t>
            </a:r>
          </a:p>
          <a:p>
            <a:r>
              <a:rPr lang="en-NL" dirty="0"/>
              <a:t>  dynamics. So </a:t>
            </a:r>
            <a:r>
              <a:rPr lang="en-NL" dirty="0" err="1"/>
              <a:t>std_x</a:t>
            </a:r>
            <a:r>
              <a:rPr lang="en-NL" dirty="0"/>
              <a:t>[0:3] is identical whether you use baseline or augmented data.</a:t>
            </a:r>
          </a:p>
          <a:p>
            <a:endParaRPr lang="en-NL" dirty="0"/>
          </a:p>
          <a:p>
            <a:r>
              <a:rPr lang="en-NL" dirty="0"/>
              <a:t>  For velocity channels, the MSD adds a small coupling force to the Y dynamics. This changes the velocity trajectories slightly, so </a:t>
            </a:r>
            <a:r>
              <a:rPr lang="en-NL" dirty="0" err="1"/>
              <a:t>std_x</a:t>
            </a:r>
            <a:r>
              <a:rPr lang="en-NL" dirty="0"/>
              <a:t>[3:6] from</a:t>
            </a:r>
          </a:p>
          <a:p>
            <a:r>
              <a:rPr lang="en-NL" dirty="0"/>
              <a:t>   augmented data will differ fractionally from baseline. But that's not a problem -- it's actually CORRECT. The encoder is being trained to</a:t>
            </a:r>
          </a:p>
          <a:p>
            <a:r>
              <a:rPr lang="en-NL" dirty="0"/>
              <a:t>  reconstruct the augmented system's physical states, so </a:t>
            </a:r>
            <a:r>
              <a:rPr lang="en-NL" dirty="0" err="1"/>
              <a:t>std_x</a:t>
            </a:r>
            <a:r>
              <a:rPr lang="en-NL" dirty="0"/>
              <a:t> should reflect those states' actual spread, not the baseline model's.</a:t>
            </a:r>
          </a:p>
          <a:p>
            <a:endParaRPr lang="en-NL" dirty="0"/>
          </a:p>
          <a:p>
            <a:r>
              <a:rPr lang="en-NL" dirty="0"/>
              <a:t>  Using augmented data statistics for normalization is therefore more consistent: you're normalizing </a:t>
            </a:r>
            <a:r>
              <a:rPr lang="en-NL" dirty="0" err="1"/>
              <a:t>W^b</a:t>
            </a:r>
            <a:r>
              <a:rPr lang="en-NL" dirty="0"/>
              <a:t> into the same space where the training</a:t>
            </a:r>
          </a:p>
          <a:p>
            <a:r>
              <a:rPr lang="en-NL" dirty="0"/>
              <a:t>  targets live.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issue with the current code</a:t>
            </a:r>
          </a:p>
          <a:p>
            <a:endParaRPr lang="en-NL" dirty="0"/>
          </a:p>
          <a:p>
            <a:r>
              <a:rPr lang="en-NL" dirty="0"/>
              <a:t>  Lines 140-146 already compute </a:t>
            </a:r>
            <a:r>
              <a:rPr lang="en-NL" dirty="0" err="1"/>
              <a:t>x_all</a:t>
            </a:r>
            <a:r>
              <a:rPr lang="en-NL" dirty="0"/>
              <a:t> from the training data via </a:t>
            </a:r>
            <a:r>
              <a:rPr lang="en-NL" dirty="0" err="1"/>
              <a:t>P_inv</a:t>
            </a:r>
            <a:r>
              <a:rPr lang="en-NL" dirty="0"/>
              <a:t> + FD. This gives you approximate </a:t>
            </a:r>
            <a:r>
              <a:rPr lang="en-NL" dirty="0" err="1"/>
              <a:t>x_logical</a:t>
            </a:r>
            <a:r>
              <a:rPr lang="en-NL" dirty="0"/>
              <a:t> from the augmented sim --</a:t>
            </a:r>
          </a:p>
          <a:p>
            <a:r>
              <a:rPr lang="en-NL" dirty="0"/>
              <a:t>  positions exact, velocities with FD noise but reflecting augmented dynamics. The global </a:t>
            </a:r>
            <a:r>
              <a:rPr lang="en-NL" dirty="0" err="1"/>
              <a:t>std_x</a:t>
            </a:r>
            <a:r>
              <a:rPr lang="en-NL" dirty="0"/>
              <a:t> at line 149 is correctly built from this.</a:t>
            </a:r>
          </a:p>
          <a:p>
            <a:endParaRPr lang="en-NL" dirty="0"/>
          </a:p>
          <a:p>
            <a:r>
              <a:rPr lang="en-NL" dirty="0"/>
              <a:t>  But then inside </a:t>
            </a:r>
            <a:r>
              <a:rPr lang="en-NL" dirty="0" err="1"/>
              <a:t>build_model</a:t>
            </a:r>
            <a:r>
              <a:rPr lang="en-NL" dirty="0"/>
              <a:t>, if </a:t>
            </a:r>
            <a:r>
              <a:rPr lang="en-NL" dirty="0" err="1"/>
              <a:t>baseline_states.npz</a:t>
            </a:r>
            <a:r>
              <a:rPr lang="en-NL" dirty="0"/>
              <a:t> exists, it overwrites </a:t>
            </a:r>
            <a:r>
              <a:rPr lang="en-NL" dirty="0" err="1"/>
              <a:t>x_phys_all</a:t>
            </a:r>
            <a:r>
              <a:rPr lang="en-NL" dirty="0"/>
              <a:t> with states from the BASELINE simulation (no MSD) before</a:t>
            </a:r>
          </a:p>
          <a:p>
            <a:r>
              <a:rPr lang="en-NL" dirty="0"/>
              <a:t>  calling </a:t>
            </a:r>
            <a:r>
              <a:rPr lang="en-NL" dirty="0" err="1"/>
              <a:t>normalize_linear_ss_matrices</a:t>
            </a:r>
            <a:r>
              <a:rPr lang="en-NL" dirty="0"/>
              <a:t>. So </a:t>
            </a:r>
            <a:r>
              <a:rPr lang="en-NL" dirty="0" err="1"/>
              <a:t>W^b</a:t>
            </a:r>
            <a:r>
              <a:rPr lang="en-NL" dirty="0"/>
              <a:t> ends up built with one </a:t>
            </a:r>
            <a:r>
              <a:rPr lang="en-NL" dirty="0" err="1"/>
              <a:t>std_x</a:t>
            </a:r>
            <a:r>
              <a:rPr lang="en-NL" dirty="0"/>
              <a:t> (baseline), while the D-055 fix and the training loop both use a</a:t>
            </a:r>
          </a:p>
          <a:p>
            <a:r>
              <a:rPr lang="en-NL" dirty="0"/>
              <a:t>  different </a:t>
            </a:r>
            <a:r>
              <a:rPr lang="en-NL" dirty="0" err="1"/>
              <a:t>std_x</a:t>
            </a:r>
            <a:r>
              <a:rPr lang="en-NL" dirty="0"/>
              <a:t> (from augmented data FD).</a:t>
            </a:r>
          </a:p>
          <a:p>
            <a:endParaRPr lang="en-NL" dirty="0"/>
          </a:p>
          <a:p>
            <a:r>
              <a:rPr lang="en-NL" dirty="0"/>
              <a:t>  The path at lines 140-146 already does the right thing. The </a:t>
            </a:r>
            <a:r>
              <a:rPr lang="en-NL" dirty="0" err="1"/>
              <a:t>baseline_states.npz</a:t>
            </a:r>
            <a:r>
              <a:rPr lang="en-NL" dirty="0"/>
              <a:t> fallback path was set up before the augmented training data</a:t>
            </a:r>
          </a:p>
          <a:p>
            <a:r>
              <a:rPr lang="en-NL" dirty="0"/>
              <a:t>  existed and it's now the source of the inconsistency.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Fundamental limitation that no normalization choice can fix</a:t>
            </a:r>
          </a:p>
          <a:p>
            <a:endParaRPr lang="en-NL" dirty="0"/>
          </a:p>
          <a:p>
            <a:r>
              <a:rPr lang="en-NL" dirty="0"/>
              <a:t>  The FP model matrices (A, B, C, D) passed into </a:t>
            </a:r>
            <a:r>
              <a:rPr lang="en-NL" dirty="0" err="1"/>
              <a:t>normalize_linear_ss_matrices</a:t>
            </a:r>
            <a:r>
              <a:rPr lang="en-NL" dirty="0"/>
              <a:t> are from the BASELINE linearization -- the 6-state gantry without</a:t>
            </a:r>
          </a:p>
          <a:p>
            <a:r>
              <a:rPr lang="en-NL" dirty="0"/>
              <a:t>  MSD. </a:t>
            </a:r>
            <a:r>
              <a:rPr lang="en-NL" dirty="0" err="1"/>
              <a:t>W^b</a:t>
            </a:r>
            <a:r>
              <a:rPr lang="en-NL" dirty="0"/>
              <a:t> built from these is the best LTI reconstructor under baseline dynamics. The augmented system has slightly different dynamics (MSD</a:t>
            </a:r>
          </a:p>
          <a:p>
            <a:r>
              <a:rPr lang="en-NL" dirty="0"/>
              <a:t>  coupling), so </a:t>
            </a:r>
            <a:r>
              <a:rPr lang="en-NL" dirty="0" err="1"/>
              <a:t>W^b</a:t>
            </a:r>
            <a:r>
              <a:rPr lang="en-NL" dirty="0"/>
              <a:t> will always have some residual error for the physical states.</a:t>
            </a:r>
          </a:p>
          <a:p>
            <a:endParaRPr lang="en-NL" dirty="0"/>
          </a:p>
          <a:p>
            <a:r>
              <a:rPr lang="en-NL" dirty="0"/>
              <a:t>  The normalization choice doesn't change this. It just determines whether the error is expressed in consistent units or not. Using training data</a:t>
            </a:r>
          </a:p>
          <a:p>
            <a:r>
              <a:rPr lang="en-NL" dirty="0"/>
              <a:t>  statistics throughout makes the space consistent -- </a:t>
            </a:r>
            <a:r>
              <a:rPr lang="en-NL" dirty="0" err="1"/>
              <a:t>W^b</a:t>
            </a:r>
            <a:r>
              <a:rPr lang="en-NL" dirty="0"/>
              <a:t> error is small and the ANN correction term will absorb it during training.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Bottom line</a:t>
            </a:r>
          </a:p>
          <a:p>
            <a:endParaRPr lang="en-NL" dirty="0"/>
          </a:p>
          <a:p>
            <a:r>
              <a:rPr lang="en-NL" dirty="0"/>
              <a:t>  The right </a:t>
            </a:r>
            <a:r>
              <a:rPr lang="en-NL" dirty="0" err="1"/>
              <a:t>std_x</a:t>
            </a:r>
            <a:r>
              <a:rPr lang="en-NL" dirty="0"/>
              <a:t> for </a:t>
            </a:r>
            <a:r>
              <a:rPr lang="en-NL" dirty="0" err="1"/>
              <a:t>normalize_linear_ss_matrices</a:t>
            </a:r>
            <a:r>
              <a:rPr lang="en-NL" dirty="0"/>
              <a:t> is from the training data, which is what </a:t>
            </a:r>
            <a:r>
              <a:rPr lang="en-NL" dirty="0" err="1"/>
              <a:t>x_all</a:t>
            </a:r>
            <a:r>
              <a:rPr lang="en-NL" dirty="0"/>
              <a:t> at line 146 already gives you. The</a:t>
            </a:r>
          </a:p>
          <a:p>
            <a:r>
              <a:rPr lang="en-NL" dirty="0"/>
              <a:t>  </a:t>
            </a:r>
            <a:r>
              <a:rPr lang="en-NL" dirty="0" err="1"/>
              <a:t>baseline_states.npz</a:t>
            </a:r>
            <a:r>
              <a:rPr lang="en-NL" dirty="0"/>
              <a:t> path is the inconsistency -- it was useful before augmented training data existed, but now it introduces a mismatch. The</a:t>
            </a:r>
          </a:p>
          <a:p>
            <a:r>
              <a:rPr lang="en-NL" dirty="0"/>
              <a:t>  cleanest fix is to not use it for </a:t>
            </a:r>
            <a:r>
              <a:rPr lang="en-NL" dirty="0" err="1"/>
              <a:t>W^b</a:t>
            </a:r>
            <a:r>
              <a:rPr lang="en-NL" dirty="0"/>
              <a:t> normalization and instead use </a:t>
            </a:r>
            <a:r>
              <a:rPr lang="en-NL" dirty="0" err="1"/>
              <a:t>x_all</a:t>
            </a:r>
            <a:r>
              <a:rPr lang="en-NL" dirty="0"/>
              <a:t> consistently throughout.</a:t>
            </a:r>
          </a:p>
          <a:p>
            <a:endParaRPr lang="en-NL" dirty="0"/>
          </a:p>
          <a:p>
            <a:r>
              <a:rPr lang="en-NL" dirty="0"/>
              <a:t>✻ Churned for 54s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but this normalization is used always for the encoder not only </a:t>
            </a:r>
            <a:r>
              <a:rPr lang="en-NL" dirty="0" err="1"/>
              <a:t>initialziation</a:t>
            </a:r>
            <a:r>
              <a:rPr lang="en-NL" dirty="0"/>
              <a:t>? each update step?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No -- and this changes the severity of the mismatch significantly.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 is called once, inside </a:t>
            </a:r>
            <a:r>
              <a:rPr lang="en-NL" dirty="0" err="1"/>
              <a:t>build_model</a:t>
            </a:r>
            <a:r>
              <a:rPr lang="en-NL" dirty="0"/>
              <a:t>, only to compute the initial values of </a:t>
            </a:r>
            <a:r>
              <a:rPr lang="en-NL" dirty="0" err="1"/>
              <a:t>Wb_psi_y</a:t>
            </a:r>
            <a:r>
              <a:rPr lang="en-NL" dirty="0"/>
              <a:t> and </a:t>
            </a:r>
            <a:r>
              <a:rPr lang="en-NL" dirty="0" err="1"/>
              <a:t>Wb_psi_u</a:t>
            </a:r>
            <a:r>
              <a:rPr lang="en-NL" dirty="0"/>
              <a:t>. Those are          </a:t>
            </a:r>
          </a:p>
          <a:p>
            <a:r>
              <a:rPr lang="en-NL" dirty="0"/>
              <a:t>  </a:t>
            </a:r>
            <a:r>
              <a:rPr lang="en-NL" dirty="0" err="1"/>
              <a:t>nn.Parameter</a:t>
            </a:r>
            <a:r>
              <a:rPr lang="en-NL" dirty="0"/>
              <a:t> tensors -- after initialization they're just free parameters, updated by the optimizer every step like any other weight. The        </a:t>
            </a:r>
          </a:p>
          <a:p>
            <a:r>
              <a:rPr lang="en-NL" dirty="0"/>
              <a:t>  function is never called again during training.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What IS used at every forward pass is the D-055 fix: the buffers </a:t>
            </a:r>
            <a:r>
              <a:rPr lang="en-NL" dirty="0" err="1"/>
              <a:t>std_x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, </a:t>
            </a:r>
            <a:r>
              <a:rPr lang="en-NL" dirty="0" err="1"/>
              <a:t>u_mean</a:t>
            </a:r>
            <a:r>
              <a:rPr lang="en-NL" dirty="0"/>
              <a:t>, </a:t>
            </a:r>
            <a:r>
              <a:rPr lang="en-NL" dirty="0" err="1"/>
              <a:t>std_u</a:t>
            </a:r>
            <a:r>
              <a:rPr lang="en-NL" dirty="0"/>
              <a:t>, y0, </a:t>
            </a:r>
            <a:r>
              <a:rPr lang="en-NL" dirty="0" err="1"/>
              <a:t>ystd</a:t>
            </a:r>
            <a:r>
              <a:rPr lang="en-NL" dirty="0"/>
              <a:t> that are stored on the encoder. These</a:t>
            </a:r>
          </a:p>
          <a:p>
            <a:r>
              <a:rPr lang="en-NL" dirty="0"/>
              <a:t>  come from the global normalization (lines 148-149 of the training script -- FD on augmented sim y). That part is consistent with the training</a:t>
            </a:r>
          </a:p>
          <a:p>
            <a:r>
              <a:rPr lang="en-NL" dirty="0"/>
              <a:t>  data and stays fixed throughout training.</a:t>
            </a:r>
          </a:p>
          <a:p>
            <a:endParaRPr lang="en-NL" dirty="0"/>
          </a:p>
          <a:p>
            <a:r>
              <a:rPr lang="en-NL" dirty="0"/>
              <a:t>  So the picture is:</a:t>
            </a:r>
          </a:p>
          <a:p>
            <a:endParaRPr lang="en-NL" dirty="0"/>
          </a:p>
          <a:p>
            <a:r>
              <a:rPr lang="en-NL" dirty="0"/>
              <a:t>  ┌─────────────────────────────────────────┬────────────────────┬───────────────────────────────────┬──────────────────────────────────────┐</a:t>
            </a:r>
          </a:p>
          <a:p>
            <a:r>
              <a:rPr lang="en-NL" dirty="0"/>
              <a:t>  │                  What                   │        When        │              Source               │              Critical?               │</a:t>
            </a:r>
          </a:p>
          <a:p>
            <a:r>
              <a:rPr lang="en-NL" dirty="0"/>
              <a:t>  ├─────────────────────────────────────────┼────────────────────┼───────────────────────────────────┼──────────────────────────────────────┤</a:t>
            </a:r>
          </a:p>
          <a:p>
            <a:r>
              <a:rPr lang="en-NL" dirty="0"/>
              <a:t>  │ </a:t>
            </a:r>
            <a:r>
              <a:rPr lang="en-NL" dirty="0" err="1"/>
              <a:t>normalize_linear_ss_matrices</a:t>
            </a:r>
            <a:r>
              <a:rPr lang="en-NL" dirty="0"/>
              <a:t> </a:t>
            </a:r>
            <a:r>
              <a:rPr lang="en-NL" dirty="0" err="1"/>
              <a:t>std_x</a:t>
            </a:r>
            <a:r>
              <a:rPr lang="en-NL" dirty="0"/>
              <a:t>      │ Once, at </a:t>
            </a:r>
            <a:r>
              <a:rPr lang="en-NL" dirty="0" err="1"/>
              <a:t>init</a:t>
            </a:r>
            <a:r>
              <a:rPr lang="en-NL" dirty="0"/>
              <a:t>      │ </a:t>
            </a:r>
            <a:r>
              <a:rPr lang="en-NL" dirty="0" err="1"/>
              <a:t>baseline_states.npz</a:t>
            </a:r>
            <a:r>
              <a:rPr lang="en-NL" dirty="0"/>
              <a:t>               │ Low -- only sets </a:t>
            </a:r>
            <a:r>
              <a:rPr lang="en-NL" dirty="0" err="1"/>
              <a:t>W^b</a:t>
            </a:r>
            <a:r>
              <a:rPr lang="en-NL" dirty="0"/>
              <a:t> starting point  │</a:t>
            </a:r>
          </a:p>
          <a:p>
            <a:r>
              <a:rPr lang="en-NL" dirty="0"/>
              <a:t>  ├─────────────────────────────────────────┼────────────────────┼───────────────────────────────────┼──────────────────────────────────────┤</a:t>
            </a:r>
          </a:p>
          <a:p>
            <a:r>
              <a:rPr lang="en-NL" dirty="0"/>
              <a:t>  │ D-055 fix buffers (</a:t>
            </a:r>
            <a:r>
              <a:rPr lang="en-NL" dirty="0" err="1"/>
              <a:t>std_x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, etc.) │ Every forward pass │ FD on augmented y (lines 148-149) │ Yes -- this is baked into every step │</a:t>
            </a:r>
          </a:p>
          <a:p>
            <a:r>
              <a:rPr lang="en-NL" dirty="0"/>
              <a:t>  └─────────────────────────────────────────┴────────────────────┴───────────────────────────────────┴──────────────────────────────────────┘</a:t>
            </a:r>
          </a:p>
          <a:p>
            <a:endParaRPr lang="en-NL" dirty="0"/>
          </a:p>
          <a:p>
            <a:r>
              <a:rPr lang="en-NL" dirty="0"/>
              <a:t>  The mismatch I flagged is a one-time initialization issue. </a:t>
            </a:r>
            <a:r>
              <a:rPr lang="en-NL" dirty="0" err="1"/>
              <a:t>W^b</a:t>
            </a:r>
            <a:r>
              <a:rPr lang="en-NL" dirty="0"/>
              <a:t> starts from a slightly wrong scale for velocity channels, but gradient descent</a:t>
            </a:r>
          </a:p>
          <a:p>
            <a:r>
              <a:rPr lang="en-NL" dirty="0"/>
              <a:t>  will correct it. The D-055 fix (which runs every step) is already using the right source -- the training data statistics.</a:t>
            </a:r>
          </a:p>
          <a:p>
            <a:endParaRPr lang="en-NL" dirty="0"/>
          </a:p>
          <a:p>
            <a:r>
              <a:rPr lang="en-NL" dirty="0"/>
              <a:t>  So the normalization mismatch is real but not a training-correctness problem. It means </a:t>
            </a:r>
            <a:r>
              <a:rPr lang="en-NL" dirty="0" err="1"/>
              <a:t>W^b</a:t>
            </a:r>
            <a:r>
              <a:rPr lang="en-NL" dirty="0"/>
              <a:t> needs a few more gradient steps to reach its</a:t>
            </a:r>
          </a:p>
          <a:p>
            <a:r>
              <a:rPr lang="en-NL" dirty="0"/>
              <a:t>  equilibrium from a slightly off starting point. That's not worth fixing ahead of a first training run.</a:t>
            </a:r>
          </a:p>
          <a:p>
            <a:endParaRPr lang="en-NL" dirty="0"/>
          </a:p>
          <a:p>
            <a:r>
              <a:rPr lang="en-NL" dirty="0"/>
              <a:t>✻ Churned for 33s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</a:t>
            </a:r>
            <a:r>
              <a:rPr lang="en-NL" dirty="0" err="1"/>
              <a:t>i</a:t>
            </a:r>
            <a:r>
              <a:rPr lang="en-NL" dirty="0"/>
              <a:t> mean </a:t>
            </a:r>
            <a:r>
              <a:rPr lang="en-NL" dirty="0" err="1"/>
              <a:t>i</a:t>
            </a:r>
            <a:r>
              <a:rPr lang="en-NL" dirty="0"/>
              <a:t> think if for the </a:t>
            </a:r>
            <a:r>
              <a:rPr lang="en-NL" dirty="0" err="1"/>
              <a:t>initalization</a:t>
            </a:r>
            <a:r>
              <a:rPr lang="en-NL" dirty="0"/>
              <a:t> it uses from the gantry system and that uses </a:t>
            </a:r>
            <a:r>
              <a:rPr lang="en-NL" dirty="0" err="1"/>
              <a:t>normalize_linear_ss_matrices</a:t>
            </a:r>
            <a:r>
              <a:rPr lang="en-NL" dirty="0"/>
              <a:t>, that sounds correct to me?    </a:t>
            </a:r>
          </a:p>
          <a:p>
            <a:r>
              <a:rPr lang="en-NL" dirty="0"/>
              <a:t>given </a:t>
            </a:r>
            <a:r>
              <a:rPr lang="en-NL" dirty="0" err="1"/>
              <a:t>jan's</a:t>
            </a:r>
            <a:r>
              <a:rPr lang="en-NL" dirty="0"/>
              <a:t> approach.                                                                                                                              </a:t>
            </a:r>
          </a:p>
          <a:p>
            <a:r>
              <a:rPr lang="en-NL" dirty="0"/>
              <a:t>but we need to update with the data the encoder, but then we start with a mismatch. so </a:t>
            </a:r>
            <a:r>
              <a:rPr lang="en-NL" dirty="0" err="1"/>
              <a:t>i</a:t>
            </a:r>
            <a:r>
              <a:rPr lang="en-NL" dirty="0"/>
              <a:t> </a:t>
            </a:r>
            <a:r>
              <a:rPr lang="en-NL" dirty="0" err="1"/>
              <a:t>dont</a:t>
            </a:r>
            <a:r>
              <a:rPr lang="en-NL" dirty="0"/>
              <a:t> know the right solution.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This is the actual design tension worth naming clearly.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Jan's original approach is internally consistent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In Jan's setup (baseline, no augmentation), </a:t>
            </a:r>
            <a:r>
              <a:rPr lang="en-NL" dirty="0" err="1"/>
              <a:t>normalize_linear_ss_matrices</a:t>
            </a:r>
            <a:r>
              <a:rPr lang="en-NL" dirty="0"/>
              <a:t> uses statistics from a simulation of the FP model itself, and the    </a:t>
            </a:r>
          </a:p>
          <a:p>
            <a:r>
              <a:rPr lang="en-NL" dirty="0"/>
              <a:t>  pipeline normalization also uses statistics derived from that same baseline data. The two </a:t>
            </a:r>
            <a:r>
              <a:rPr lang="en-NL" dirty="0" err="1"/>
              <a:t>std_x</a:t>
            </a:r>
            <a:r>
              <a:rPr lang="en-NL" dirty="0"/>
              <a:t> values match by construction -- the encoder lives</a:t>
            </a:r>
          </a:p>
          <a:p>
            <a:r>
              <a:rPr lang="en-NL" dirty="0"/>
              <a:t>   in one consistent normalized space.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What broke in our augmented setup</a:t>
            </a:r>
          </a:p>
          <a:p>
            <a:endParaRPr lang="en-NL" dirty="0"/>
          </a:p>
          <a:p>
            <a:r>
              <a:rPr lang="en-NL" dirty="0"/>
              <a:t>  We changed the training data to come from the augmented simulation (with MSD). Now:</a:t>
            </a:r>
          </a:p>
          <a:p>
            <a:r>
              <a:rPr lang="en-NL" dirty="0"/>
              <a:t>  - The D-055 fix uses </a:t>
            </a:r>
            <a:r>
              <a:rPr lang="en-NL" dirty="0" err="1"/>
              <a:t>std_x</a:t>
            </a:r>
            <a:r>
              <a:rPr lang="en-NL" dirty="0"/>
              <a:t> from the augmented data (lines 148-149, FD on augmented y) -- because that's what the pipeline sees at every step</a:t>
            </a:r>
          </a:p>
          <a:p>
            <a:r>
              <a:rPr lang="en-NL" dirty="0"/>
              <a:t>  - But </a:t>
            </a:r>
            <a:r>
              <a:rPr lang="en-NL" dirty="0" err="1"/>
              <a:t>normalize_linear_ss_matrices</a:t>
            </a:r>
            <a:r>
              <a:rPr lang="en-NL" dirty="0"/>
              <a:t> still uses </a:t>
            </a:r>
            <a:r>
              <a:rPr lang="en-NL" dirty="0" err="1"/>
              <a:t>baseline_states.npz</a:t>
            </a:r>
            <a:r>
              <a:rPr lang="en-NL" dirty="0"/>
              <a:t> -- the FP model simulation without MSD</a:t>
            </a:r>
          </a:p>
          <a:p>
            <a:endParaRPr lang="en-NL" dirty="0"/>
          </a:p>
          <a:p>
            <a:r>
              <a:rPr lang="en-NL" dirty="0"/>
              <a:t>  So </a:t>
            </a:r>
            <a:r>
              <a:rPr lang="en-NL" dirty="0" err="1"/>
              <a:t>W^b</a:t>
            </a:r>
            <a:r>
              <a:rPr lang="en-NL" dirty="0"/>
              <a:t> is built in the baseline model's normalized space, but every forward pass applies a convention fix using the augmented data's normalized</a:t>
            </a:r>
          </a:p>
          <a:p>
            <a:r>
              <a:rPr lang="en-NL" dirty="0"/>
              <a:t>  space. Those two spaces are slightly different (mainly velocity channels).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problem: the D-055 fix and </a:t>
            </a:r>
            <a:r>
              <a:rPr lang="en-NL" dirty="0" err="1"/>
              <a:t>W^b</a:t>
            </a:r>
            <a:r>
              <a:rPr lang="en-NL" dirty="0"/>
              <a:t> must use the same </a:t>
            </a:r>
            <a:r>
              <a:rPr lang="en-NL" dirty="0" err="1"/>
              <a:t>std_x</a:t>
            </a:r>
            <a:endParaRPr lang="en-NL" dirty="0"/>
          </a:p>
          <a:p>
            <a:endParaRPr lang="en-NL" dirty="0"/>
          </a:p>
          <a:p>
            <a:r>
              <a:rPr lang="en-NL" dirty="0"/>
              <a:t>  The D-055 fix's job is to convert from the pipeline convention (x - </a:t>
            </a:r>
            <a:r>
              <a:rPr lang="en-NL" dirty="0" err="1"/>
              <a:t>x_mean</a:t>
            </a:r>
            <a:r>
              <a:rPr lang="en-NL" dirty="0"/>
              <a:t>)/</a:t>
            </a:r>
            <a:r>
              <a:rPr lang="en-NL" dirty="0" err="1"/>
              <a:t>std_x</a:t>
            </a:r>
            <a:r>
              <a:rPr lang="en-NL" dirty="0"/>
              <a:t> to the pure-scaled convention x/</a:t>
            </a:r>
            <a:r>
              <a:rPr lang="en-NL" dirty="0" err="1"/>
              <a:t>std_x</a:t>
            </a:r>
            <a:r>
              <a:rPr lang="en-NL" dirty="0"/>
              <a:t> that </a:t>
            </a:r>
            <a:r>
              <a:rPr lang="en-NL" dirty="0" err="1"/>
              <a:t>W^b</a:t>
            </a:r>
            <a:r>
              <a:rPr lang="en-NL" dirty="0"/>
              <a:t> expects, then</a:t>
            </a:r>
          </a:p>
          <a:p>
            <a:r>
              <a:rPr lang="en-NL" dirty="0"/>
              <a:t>  back. For that conversion to be correct, the </a:t>
            </a:r>
            <a:r>
              <a:rPr lang="en-NL" dirty="0" err="1"/>
              <a:t>std_x</a:t>
            </a:r>
            <a:r>
              <a:rPr lang="en-NL" dirty="0"/>
              <a:t> in the D-055 fix must be exactly the same </a:t>
            </a:r>
            <a:r>
              <a:rPr lang="en-NL" dirty="0" err="1"/>
              <a:t>std_x</a:t>
            </a:r>
            <a:r>
              <a:rPr lang="en-NL" dirty="0"/>
              <a:t> that was used when building </a:t>
            </a:r>
            <a:r>
              <a:rPr lang="en-NL" dirty="0" err="1"/>
              <a:t>W^b</a:t>
            </a:r>
            <a:r>
              <a:rPr lang="en-NL" dirty="0"/>
              <a:t> inside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.</a:t>
            </a:r>
          </a:p>
          <a:p>
            <a:endParaRPr lang="en-NL" dirty="0"/>
          </a:p>
          <a:p>
            <a:r>
              <a:rPr lang="en-NL" dirty="0"/>
              <a:t>  If they differ, the D-055 fix applies the wrong offset and </a:t>
            </a:r>
            <a:r>
              <a:rPr lang="en-NL" dirty="0" err="1"/>
              <a:t>W^b's</a:t>
            </a:r>
            <a:r>
              <a:rPr lang="en-NL" dirty="0"/>
              <a:t> output is consistently </a:t>
            </a:r>
            <a:r>
              <a:rPr lang="en-NL" dirty="0" err="1"/>
              <a:t>miscaled</a:t>
            </a:r>
            <a:r>
              <a:rPr lang="en-NL" dirty="0"/>
              <a:t>. That error is constant -- the network can</a:t>
            </a:r>
          </a:p>
          <a:p>
            <a:r>
              <a:rPr lang="en-NL" dirty="0"/>
              <a:t>  absorb it over training -- but it means the analytical initialization advantage is partially wasted.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two consistent options</a:t>
            </a:r>
          </a:p>
          <a:p>
            <a:endParaRPr lang="en-NL" dirty="0"/>
          </a:p>
          <a:p>
            <a:r>
              <a:rPr lang="en-NL" dirty="0"/>
              <a:t>  Option A -- Jan's approach, stay with FP model statistics everywhere:</a:t>
            </a:r>
          </a:p>
          <a:p>
            <a:r>
              <a:rPr lang="en-NL" dirty="0"/>
              <a:t>  Use baseline/FP model </a:t>
            </a:r>
            <a:r>
              <a:rPr lang="en-NL" dirty="0" err="1"/>
              <a:t>std_x</a:t>
            </a:r>
            <a:r>
              <a:rPr lang="en-NL" dirty="0"/>
              <a:t>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 buffers. </a:t>
            </a:r>
            <a:r>
              <a:rPr lang="en-NL" dirty="0" err="1"/>
              <a:t>W^b</a:t>
            </a:r>
            <a:r>
              <a:rPr lang="en-NL" dirty="0"/>
              <a:t> and the convention fix are in the same space.</a:t>
            </a:r>
          </a:p>
          <a:p>
            <a:r>
              <a:rPr lang="en-NL" dirty="0"/>
              <a:t>  The cost: the pipeline normalization (global </a:t>
            </a:r>
            <a:r>
              <a:rPr lang="en-NL" dirty="0" err="1"/>
              <a:t>std_x</a:t>
            </a:r>
            <a:r>
              <a:rPr lang="en-NL" dirty="0"/>
              <a:t>) differs slightly from the D-055 buffers, meaning the training data and the encoder convention</a:t>
            </a:r>
          </a:p>
          <a:p>
            <a:r>
              <a:rPr lang="en-NL" dirty="0"/>
              <a:t>   are in slightly different spaces.</a:t>
            </a:r>
          </a:p>
          <a:p>
            <a:endParaRPr lang="en-NL" dirty="0"/>
          </a:p>
          <a:p>
            <a:r>
              <a:rPr lang="en-NL" dirty="0"/>
              <a:t>  Option B -- data statistics everywhere:</a:t>
            </a:r>
          </a:p>
          <a:p>
            <a:r>
              <a:rPr lang="en-NL" dirty="0"/>
              <a:t>  Use augmented data </a:t>
            </a:r>
            <a:r>
              <a:rPr lang="en-NL" dirty="0" err="1"/>
              <a:t>std_x</a:t>
            </a:r>
            <a:r>
              <a:rPr lang="en-NL" dirty="0"/>
              <a:t> (FD from training y, already computed at line 146)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fix. </a:t>
            </a:r>
            <a:r>
              <a:rPr lang="en-NL" dirty="0" err="1"/>
              <a:t>W^b</a:t>
            </a:r>
            <a:r>
              <a:rPr lang="en-NL" dirty="0"/>
              <a:t> is</a:t>
            </a:r>
          </a:p>
          <a:p>
            <a:r>
              <a:rPr lang="en-NL" dirty="0"/>
              <a:t>  initialized in the data's normalized space, and the D-055 fix uses the same space. Internally consistent, and matches the training data.</a:t>
            </a:r>
          </a:p>
          <a:p>
            <a:endParaRPr lang="en-NL" dirty="0"/>
          </a:p>
          <a:p>
            <a:r>
              <a:rPr lang="en-NL" dirty="0"/>
              <a:t>  The current code is neither -- it mixes the two, which is the mismatch.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Which is better?</a:t>
            </a:r>
          </a:p>
          <a:p>
            <a:endParaRPr lang="en-NL" dirty="0"/>
          </a:p>
          <a:p>
            <a:r>
              <a:rPr lang="en-NL" dirty="0"/>
              <a:t>  Option B is probably cleaner for the augmented case: the encoder is trained on augmented data, so the normalization should reflect that data.</a:t>
            </a:r>
          </a:p>
          <a:p>
            <a:r>
              <a:rPr lang="en-NL" dirty="0"/>
              <a:t>  Option A would require separately tracking two different normalization sources (FP model vs data), which complicates the code.</a:t>
            </a:r>
          </a:p>
          <a:p>
            <a:endParaRPr lang="en-NL" dirty="0"/>
          </a:p>
          <a:p>
            <a:r>
              <a:rPr lang="en-NL" dirty="0"/>
              <a:t>  But in practice the difference is small. This matters most at initialization (where analytical </a:t>
            </a:r>
            <a:r>
              <a:rPr lang="en-NL" dirty="0" err="1"/>
              <a:t>W^b</a:t>
            </a:r>
            <a:r>
              <a:rPr lang="en-NL" dirty="0"/>
              <a:t> quality is highest) -- after a few training</a:t>
            </a:r>
          </a:p>
          <a:p>
            <a:r>
              <a:rPr lang="en-NL" dirty="0"/>
              <a:t>  epochs the weights have drifted and the starting point matters less.</a:t>
            </a:r>
          </a:p>
          <a:p>
            <a:endParaRPr lang="en-NL" dirty="0"/>
          </a:p>
          <a:p>
            <a:r>
              <a:rPr lang="en-NL" dirty="0"/>
              <a:t>✻ Churned for 59s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I think we should go with option B. can you read </a:t>
            </a:r>
            <a:r>
              <a:rPr lang="en-NL" dirty="0" err="1"/>
              <a:t>jan's</a:t>
            </a:r>
            <a:r>
              <a:rPr lang="en-NL" dirty="0"/>
              <a:t> paper again for the </a:t>
            </a:r>
            <a:r>
              <a:rPr lang="en-NL" dirty="0" err="1"/>
              <a:t>initialziation</a:t>
            </a:r>
            <a:r>
              <a:rPr lang="en-NL" dirty="0"/>
              <a:t> and determine whether this is a valid solution?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Searched for 1 pattern, read 2 files, recalled 1 memory (</a:t>
            </a:r>
            <a:r>
              <a:rPr lang="en-NL" dirty="0" err="1"/>
              <a:t>ctrl+o</a:t>
            </a:r>
            <a:r>
              <a:rPr lang="en-NL" dirty="0"/>
              <a:t> to expand)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The key passage is Section 3.5 of the paper ("Baseline model normalization", page 4):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▎ "For </a:t>
            </a:r>
            <a:r>
              <a:rPr lang="en-NL" dirty="0" err="1"/>
              <a:t>T_x</a:t>
            </a:r>
            <a:r>
              <a:rPr lang="en-NL" dirty="0"/>
              <a:t>, the standard deviation </a:t>
            </a:r>
            <a:r>
              <a:rPr lang="en-NL" dirty="0" err="1"/>
              <a:t>σ_x</a:t>
            </a:r>
            <a:r>
              <a:rPr lang="en-NL" dirty="0"/>
              <a:t> is determined in the baseline states of the model x̄. These states can be obtained by, e.g., simulation of </a:t>
            </a:r>
          </a:p>
          <a:p>
            <a:r>
              <a:rPr lang="en-NL" dirty="0"/>
              <a:t>  the baseline model with nominal input and initial conditions."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Note also: </a:t>
            </a:r>
            <a:r>
              <a:rPr lang="en-NL" dirty="0" err="1"/>
              <a:t>σ_u</a:t>
            </a:r>
            <a:r>
              <a:rPr lang="en-NL" dirty="0"/>
              <a:t> is "derived from D_N" (the training data), but </a:t>
            </a:r>
            <a:r>
              <a:rPr lang="en-NL" dirty="0" err="1"/>
              <a:t>σ_x</a:t>
            </a:r>
            <a:r>
              <a:rPr lang="en-NL" dirty="0"/>
              <a:t> specifically comes from the baseline model simulation, not from the data.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</a:t>
            </a:r>
          </a:p>
          <a:p>
            <a:r>
              <a:rPr lang="en-NL" dirty="0"/>
              <a:t>  Option B is not what Jan prescribes.</a:t>
            </a:r>
          </a:p>
          <a:p>
            <a:endParaRPr lang="en-NL" dirty="0"/>
          </a:p>
          <a:p>
            <a:r>
              <a:rPr lang="en-NL" dirty="0"/>
              <a:t>  Jan's prescription is explicit: </a:t>
            </a:r>
            <a:r>
              <a:rPr lang="en-NL" dirty="0" err="1"/>
              <a:t>σ_x</a:t>
            </a:r>
            <a:r>
              <a:rPr lang="en-NL" dirty="0"/>
              <a:t> for </a:t>
            </a:r>
            <a:r>
              <a:rPr lang="en-NL" dirty="0" err="1"/>
              <a:t>T_x</a:t>
            </a:r>
            <a:r>
              <a:rPr lang="en-NL" dirty="0"/>
              <a:t> (and therefore for </a:t>
            </a:r>
            <a:r>
              <a:rPr lang="en-NL" dirty="0" err="1"/>
              <a:t>normalize_linear_ss_matrices</a:t>
            </a:r>
            <a:r>
              <a:rPr lang="en-NL" dirty="0"/>
              <a:t>) comes from simulating the baseline FP model. That is</a:t>
            </a:r>
          </a:p>
          <a:p>
            <a:r>
              <a:rPr lang="en-NL" dirty="0"/>
              <a:t>   what </a:t>
            </a:r>
            <a:r>
              <a:rPr lang="en-NL" dirty="0" err="1"/>
              <a:t>baseline_states.npz</a:t>
            </a:r>
            <a:r>
              <a:rPr lang="en-NL" dirty="0"/>
              <a:t> contains. So the current code using </a:t>
            </a:r>
            <a:r>
              <a:rPr lang="en-NL" dirty="0" err="1"/>
              <a:t>baseline_states.npz</a:t>
            </a:r>
            <a:r>
              <a:rPr lang="en-NL" dirty="0"/>
              <a:t> inside </a:t>
            </a:r>
            <a:r>
              <a:rPr lang="en-NL" dirty="0" err="1"/>
              <a:t>build_model</a:t>
            </a:r>
            <a:r>
              <a:rPr lang="en-NL" dirty="0"/>
              <a:t> is actually implementing Jan's approach</a:t>
            </a:r>
          </a:p>
          <a:p>
            <a:r>
              <a:rPr lang="en-NL" dirty="0"/>
              <a:t>  correctly.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inconsistency is in the D-055 fix, not in </a:t>
            </a:r>
            <a:r>
              <a:rPr lang="en-NL" dirty="0" err="1"/>
              <a:t>normalize_linear_ss_matrices</a:t>
            </a:r>
            <a:endParaRPr lang="en-NL" dirty="0"/>
          </a:p>
          <a:p>
            <a:endParaRPr lang="en-NL" dirty="0"/>
          </a:p>
          <a:p>
            <a:r>
              <a:rPr lang="en-NL" dirty="0"/>
              <a:t>  The D-055 fix passes the global </a:t>
            </a:r>
            <a:r>
              <a:rPr lang="en-NL" dirty="0" err="1"/>
              <a:t>std_x</a:t>
            </a:r>
            <a:r>
              <a:rPr lang="en-NL" dirty="0"/>
              <a:t> (lines 148-149, FD on training data y) as the </a:t>
            </a:r>
            <a:r>
              <a:rPr lang="en-NL" dirty="0" err="1"/>
              <a:t>x_off</a:t>
            </a:r>
            <a:r>
              <a:rPr lang="en-NL" dirty="0"/>
              <a:t> buffer. But </a:t>
            </a:r>
            <a:r>
              <a:rPr lang="en-NL" dirty="0" err="1"/>
              <a:t>W^b</a:t>
            </a:r>
            <a:r>
              <a:rPr lang="en-NL" dirty="0"/>
              <a:t> was built with </a:t>
            </a:r>
            <a:r>
              <a:rPr lang="en-NL" dirty="0" err="1"/>
              <a:t>std_x</a:t>
            </a:r>
            <a:r>
              <a:rPr lang="en-NL" dirty="0"/>
              <a:t> from</a:t>
            </a:r>
          </a:p>
          <a:p>
            <a:r>
              <a:rPr lang="en-NL" dirty="0"/>
              <a:t>  </a:t>
            </a:r>
            <a:r>
              <a:rPr lang="en-NL" dirty="0" err="1"/>
              <a:t>baseline_states.npz</a:t>
            </a:r>
            <a:r>
              <a:rPr lang="en-NL" dirty="0"/>
              <a:t>. The two are different. So the output conversion in the D-055 fix applies the wrong scale:</a:t>
            </a:r>
          </a:p>
          <a:p>
            <a:endParaRPr lang="en-NL" dirty="0"/>
          </a:p>
          <a:p>
            <a:r>
              <a:rPr lang="en-NL" dirty="0"/>
              <a:t>  - </a:t>
            </a:r>
            <a:r>
              <a:rPr lang="en-NL" dirty="0" err="1"/>
              <a:t>W^b</a:t>
            </a:r>
            <a:r>
              <a:rPr lang="en-NL" dirty="0"/>
              <a:t> output is in x / </a:t>
            </a:r>
            <a:r>
              <a:rPr lang="en-NL" dirty="0" err="1"/>
              <a:t>std_x_baseline</a:t>
            </a:r>
            <a:r>
              <a:rPr lang="en-NL" dirty="0"/>
              <a:t> (from </a:t>
            </a:r>
            <a:r>
              <a:rPr lang="en-NL" dirty="0" err="1"/>
              <a:t>normalize_linear_ss_matrices</a:t>
            </a:r>
            <a:r>
              <a:rPr lang="en-NL" dirty="0"/>
              <a:t>)</a:t>
            </a:r>
          </a:p>
          <a:p>
            <a:r>
              <a:rPr lang="en-NL" dirty="0"/>
              <a:t>  - D-055 subtracts </a:t>
            </a:r>
            <a:r>
              <a:rPr lang="en-NL" dirty="0" err="1"/>
              <a:t>x_mean</a:t>
            </a:r>
            <a:r>
              <a:rPr lang="en-NL" dirty="0"/>
              <a:t> / </a:t>
            </a:r>
            <a:r>
              <a:rPr lang="en-NL" dirty="0" err="1"/>
              <a:t>std_x_data</a:t>
            </a:r>
            <a:r>
              <a:rPr lang="en-NL" dirty="0"/>
              <a:t> (from global normalization)</a:t>
            </a:r>
          </a:p>
          <a:p>
            <a:r>
              <a:rPr lang="en-NL" dirty="0"/>
              <a:t>  - These two </a:t>
            </a:r>
            <a:r>
              <a:rPr lang="en-NL" dirty="0" err="1"/>
              <a:t>std_x</a:t>
            </a:r>
            <a:r>
              <a:rPr lang="en-NL" dirty="0"/>
              <a:t> don't match, so the conversion is slightly wrong</a:t>
            </a:r>
          </a:p>
          <a:p>
            <a:endParaRPr lang="en-NL" dirty="0"/>
          </a:p>
          <a:p>
            <a:r>
              <a:rPr lang="en-NL" dirty="0"/>
              <a:t>  To be consistent with Jan's paper, the D-055 fix's </a:t>
            </a:r>
            <a:r>
              <a:rPr lang="en-NL" dirty="0" err="1"/>
              <a:t>std_x</a:t>
            </a:r>
            <a:r>
              <a:rPr lang="en-NL" dirty="0"/>
              <a:t> and </a:t>
            </a:r>
            <a:r>
              <a:rPr lang="en-NL" dirty="0" err="1"/>
              <a:t>x_mean</a:t>
            </a:r>
            <a:r>
              <a:rPr lang="en-NL" dirty="0"/>
              <a:t> buffers should come from the baseline model simulation (same source as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), not from the FD-on-data statistics.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Magnitude: still small</a:t>
            </a:r>
          </a:p>
          <a:p>
            <a:endParaRPr lang="en-NL" dirty="0"/>
          </a:p>
          <a:p>
            <a:r>
              <a:rPr lang="en-NL" dirty="0"/>
              <a:t>  The position channels have identical </a:t>
            </a:r>
            <a:r>
              <a:rPr lang="en-NL" dirty="0" err="1"/>
              <a:t>std_x</a:t>
            </a:r>
            <a:r>
              <a:rPr lang="en-NL" dirty="0"/>
              <a:t> in both sources (kinematically exact). Only velocity channels differ, and only slightly due to weak</a:t>
            </a:r>
          </a:p>
          <a:p>
            <a:r>
              <a:rPr lang="en-NL" dirty="0"/>
              <a:t>  MSD coupling (~84 µm). So the error is small in practice -- but it is a genuine inconsistency relative to Jan's design.</a:t>
            </a:r>
          </a:p>
          <a:p>
            <a:endParaRPr lang="en-NL" dirty="0"/>
          </a:p>
          <a:p>
            <a:r>
              <a:rPr lang="en-NL" dirty="0"/>
              <a:t>  The fix is not to switch to Option B, but to pass </a:t>
            </a:r>
            <a:r>
              <a:rPr lang="en-NL" dirty="0" err="1"/>
              <a:t>baseline_states.npz</a:t>
            </a:r>
            <a:r>
              <a:rPr lang="en-NL" dirty="0"/>
              <a:t> </a:t>
            </a:r>
            <a:r>
              <a:rPr lang="en-NL" dirty="0" err="1"/>
              <a:t>std_x</a:t>
            </a:r>
            <a:r>
              <a:rPr lang="en-NL" dirty="0"/>
              <a:t> also to the D-055 fix buffers, so both sides of the conversion use</a:t>
            </a:r>
          </a:p>
          <a:p>
            <a:r>
              <a:rPr lang="en-NL" dirty="0"/>
              <a:t>  the same source. Should we look at that?</a:t>
            </a:r>
          </a:p>
          <a:p>
            <a:endParaRPr lang="en-NL" dirty="0"/>
          </a:p>
          <a:p>
            <a:r>
              <a:rPr lang="en-NL" dirty="0"/>
              <a:t>✻ Sautéed for 1m 45s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I think we should look at that, what is your opinion on that.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My opinion: don't fix it now, and here's the reasoning.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The case for fixing it:                                                                                                                          </a:t>
            </a:r>
          </a:p>
          <a:p>
            <a:r>
              <a:rPr lang="en-NL" dirty="0"/>
              <a:t>  It's a genuine inconsistency with Jan's paper. The D-055 fix is supposed to be an exact bridge between the pipeline convention and the </a:t>
            </a:r>
            <a:r>
              <a:rPr lang="en-NL" dirty="0" err="1"/>
              <a:t>W^b</a:t>
            </a:r>
            <a:r>
              <a:rPr lang="en-NL" dirty="0"/>
              <a:t>       </a:t>
            </a:r>
          </a:p>
          <a:p>
            <a:r>
              <a:rPr lang="en-NL" dirty="0"/>
              <a:t>  convention. If the two </a:t>
            </a:r>
            <a:r>
              <a:rPr lang="en-NL" dirty="0" err="1"/>
              <a:t>std_x</a:t>
            </a:r>
            <a:r>
              <a:rPr lang="en-NL" dirty="0"/>
              <a:t> values differ, the conversion is slightly wrong and the analytical initialization advantage is partially wasted at  </a:t>
            </a:r>
          </a:p>
          <a:p>
            <a:r>
              <a:rPr lang="en-NL" dirty="0"/>
              <a:t>  step 0.                                                                                                                                       </a:t>
            </a:r>
          </a:p>
          <a:p>
            <a:endParaRPr lang="en-NL" dirty="0"/>
          </a:p>
          <a:p>
            <a:r>
              <a:rPr lang="en-NL" dirty="0"/>
              <a:t>  Why I'd hold off:</a:t>
            </a:r>
          </a:p>
          <a:p>
            <a:endParaRPr lang="en-NL" dirty="0"/>
          </a:p>
          <a:p>
            <a:r>
              <a:rPr lang="en-NL" dirty="0"/>
              <a:t>  First, the magnitude. The only affected channels are velocities (dq1, dq2, dq3). Position </a:t>
            </a:r>
            <a:r>
              <a:rPr lang="en-NL" dirty="0" err="1"/>
              <a:t>std_x</a:t>
            </a:r>
            <a:r>
              <a:rPr lang="en-NL" dirty="0"/>
              <a:t> is identical in both sources (kinematically exact</a:t>
            </a:r>
          </a:p>
          <a:p>
            <a:r>
              <a:rPr lang="en-NL" dirty="0"/>
              <a:t>   from y). The velocity difference is driven by 84 µm MSD coupling on meter-scale dynamics -- likely under 1% difference in </a:t>
            </a:r>
            <a:r>
              <a:rPr lang="en-NL" dirty="0" err="1"/>
              <a:t>std_x</a:t>
            </a:r>
            <a:r>
              <a:rPr lang="en-NL" dirty="0"/>
              <a:t>. The</a:t>
            </a:r>
          </a:p>
          <a:p>
            <a:r>
              <a:rPr lang="en-NL" dirty="0"/>
              <a:t>  initialization error this introduces is proportionally tiny.</a:t>
            </a:r>
          </a:p>
          <a:p>
            <a:endParaRPr lang="en-NL" dirty="0"/>
          </a:p>
          <a:p>
            <a:r>
              <a:rPr lang="en-NL" dirty="0"/>
              <a:t>  Second, </a:t>
            </a:r>
            <a:r>
              <a:rPr lang="en-NL" dirty="0" err="1"/>
              <a:t>W^b</a:t>
            </a:r>
            <a:r>
              <a:rPr lang="en-NL" dirty="0"/>
              <a:t> is trainable. The </a:t>
            </a:r>
            <a:r>
              <a:rPr lang="en-NL" dirty="0" err="1"/>
              <a:t>Wb_psi_y</a:t>
            </a:r>
            <a:r>
              <a:rPr lang="en-NL" dirty="0"/>
              <a:t> and </a:t>
            </a:r>
            <a:r>
              <a:rPr lang="en-NL" dirty="0" err="1"/>
              <a:t>Wb_psi_u</a:t>
            </a:r>
            <a:r>
              <a:rPr lang="en-NL" dirty="0"/>
              <a:t> tensors are </a:t>
            </a:r>
            <a:r>
              <a:rPr lang="en-NL" dirty="0" err="1"/>
              <a:t>nn.Parameter</a:t>
            </a:r>
            <a:r>
              <a:rPr lang="en-NL" dirty="0"/>
              <a:t> -- they get updated every step. Even if the initial convention is</a:t>
            </a:r>
          </a:p>
          <a:p>
            <a:r>
              <a:rPr lang="en-NL" dirty="0"/>
              <a:t>  slightly off, the optimizer corrects it within the first few epochs. The D-055 buffers (</a:t>
            </a:r>
            <a:r>
              <a:rPr lang="en-NL" dirty="0" err="1"/>
              <a:t>std_x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) are fixed, but the weights adapt around</a:t>
            </a:r>
          </a:p>
          <a:p>
            <a:r>
              <a:rPr lang="en-NL" dirty="0"/>
              <a:t>  them. So the inconsistency costs a few gradient steps, not training quality.</a:t>
            </a:r>
          </a:p>
          <a:p>
            <a:endParaRPr lang="en-NL" dirty="0"/>
          </a:p>
          <a:p>
            <a:r>
              <a:rPr lang="en-NL" dirty="0"/>
              <a:t>  Third, the fix adds a dependency. Right now </a:t>
            </a:r>
            <a:r>
              <a:rPr lang="en-NL" dirty="0" err="1"/>
              <a:t>baseline_states.npz</a:t>
            </a:r>
            <a:r>
              <a:rPr lang="en-NL" dirty="0"/>
              <a:t> is only used inside </a:t>
            </a:r>
            <a:r>
              <a:rPr lang="en-NL" dirty="0" err="1"/>
              <a:t>build_model</a:t>
            </a:r>
            <a:r>
              <a:rPr lang="en-NL" dirty="0"/>
              <a:t>. To thread its </a:t>
            </a:r>
            <a:r>
              <a:rPr lang="en-NL" dirty="0" err="1"/>
              <a:t>std_x</a:t>
            </a:r>
            <a:r>
              <a:rPr lang="en-NL" dirty="0"/>
              <a:t> into the D-055 fix, you'd</a:t>
            </a:r>
          </a:p>
          <a:p>
            <a:r>
              <a:rPr lang="en-NL" dirty="0"/>
              <a:t>  need to either compute it separately or restructure the constructor. That's added complexity for a very small payoff.</a:t>
            </a:r>
          </a:p>
          <a:p>
            <a:endParaRPr lang="en-NL" dirty="0"/>
          </a:p>
          <a:p>
            <a:r>
              <a:rPr lang="en-NL" dirty="0"/>
              <a:t>  Fourth, diag8 already passes all four initialization checks with the current code. The encoder's physical NRMS is small (max 0.21 for dq2). The</a:t>
            </a:r>
          </a:p>
          <a:p>
            <a:r>
              <a:rPr lang="en-NL" dirty="0"/>
              <a:t>  inconsistency is not observable at initialization.</a:t>
            </a:r>
          </a:p>
          <a:p>
            <a:endParaRPr lang="en-NL" dirty="0"/>
          </a:p>
          <a:p>
            <a:r>
              <a:rPr lang="en-NL" dirty="0"/>
              <a:t>  What I'd do instead: run a first training run with the current code and check whether loss converges cleanly. If the training is well-behaved,</a:t>
            </a:r>
          </a:p>
          <a:p>
            <a:r>
              <a:rPr lang="en-NL" dirty="0"/>
              <a:t>  this inconsistency is not a blocking problem and can be logged as a known minor deviation from Jan's exact prescription. If there's some</a:t>
            </a:r>
          </a:p>
          <a:p>
            <a:r>
              <a:rPr lang="en-NL" dirty="0"/>
              <a:t>  unexpected initialization problem at that point, then investigate this.</a:t>
            </a:r>
          </a:p>
          <a:p>
            <a:endParaRPr lang="en-NL" dirty="0"/>
          </a:p>
          <a:p>
            <a:r>
              <a:rPr lang="en-NL" dirty="0"/>
              <a:t>  Log it in decisions.md as a known issue and move on.</a:t>
            </a:r>
          </a:p>
        </p:txBody>
      </p:sp>
    </p:spTree>
    <p:extLst>
      <p:ext uri="{BB962C8B-B14F-4D97-AF65-F5344CB8AC3E}">
        <p14:creationId xmlns:p14="http://schemas.microsoft.com/office/powerpoint/2010/main" val="18028979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DAEB-4E79-5C0C-E3EC-4FD773A1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4080B-2A85-AAD8-928D-28B0E293B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Andere metrics </a:t>
            </a:r>
            <a:r>
              <a:rPr lang="en-US" dirty="0" err="1"/>
              <a:t>jan</a:t>
            </a:r>
            <a:endParaRPr lang="en-US" dirty="0"/>
          </a:p>
          <a:p>
            <a:r>
              <a:rPr lang="en-US" dirty="0"/>
              <a:t>Baseline 5hz </a:t>
            </a:r>
            <a:r>
              <a:rPr lang="en-US" dirty="0" err="1"/>
              <a:t>dynamica</a:t>
            </a:r>
            <a:r>
              <a:rPr lang="en-US" dirty="0"/>
              <a:t> </a:t>
            </a:r>
            <a:r>
              <a:rPr lang="en-US" dirty="0" err="1"/>
              <a:t>zou</a:t>
            </a:r>
            <a:r>
              <a:rPr lang="en-US" dirty="0"/>
              <a:t> </a:t>
            </a:r>
            <a:r>
              <a:rPr lang="en-US" dirty="0" err="1"/>
              <a:t>veel</a:t>
            </a:r>
            <a:r>
              <a:rPr lang="en-US" dirty="0"/>
              <a:t> te </a:t>
            </a:r>
            <a:r>
              <a:rPr lang="en-US" dirty="0" err="1"/>
              <a:t>veel</a:t>
            </a:r>
            <a:r>
              <a:rPr lang="en-US" dirty="0"/>
              <a:t> samples </a:t>
            </a:r>
            <a:r>
              <a:rPr lang="en-US" dirty="0" err="1"/>
              <a:t>zijn</a:t>
            </a:r>
            <a:endParaRPr lang="en-US" dirty="0"/>
          </a:p>
          <a:p>
            <a:pPr lvl="1"/>
            <a:r>
              <a:rPr lang="en-US" dirty="0" err="1"/>
              <a:t>Meerdere</a:t>
            </a:r>
            <a:r>
              <a:rPr lang="en-US" dirty="0"/>
              <a:t> epochs?</a:t>
            </a:r>
          </a:p>
          <a:p>
            <a:pPr lvl="2"/>
            <a:r>
              <a:rPr lang="en-US" dirty="0" err="1"/>
              <a:t>Allemaal</a:t>
            </a:r>
            <a:r>
              <a:rPr lang="en-US" dirty="0"/>
              <a:t> maar 10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23009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13242</TotalTime>
  <Words>7046</Words>
  <Application>Microsoft Office PowerPoint</Application>
  <PresentationFormat>Widescreen</PresentationFormat>
  <Paragraphs>700</Paragraphs>
  <Slides>75</Slides>
  <Notes>5</Notes>
  <HiddenSlides>38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Aptos</vt:lpstr>
      <vt:lpstr>Aptos Display</vt:lpstr>
      <vt:lpstr>Arial</vt:lpstr>
      <vt:lpstr>Consolas</vt:lpstr>
      <vt:lpstr>Wingdings</vt:lpstr>
      <vt:lpstr>Office Theme</vt:lpstr>
      <vt:lpstr>Meeting Week 21</vt:lpstr>
      <vt:lpstr>Last week summary</vt:lpstr>
      <vt:lpstr>PowerPoint Presentation</vt:lpstr>
      <vt:lpstr>PowerPoint Presentation</vt:lpstr>
      <vt:lpstr>Error between baseline and augmented</vt:lpstr>
      <vt:lpstr>PowerPoint Presentation</vt:lpstr>
      <vt:lpstr>What is the encoder?                                           </vt:lpstr>
      <vt:lpstr>Why do we need it?</vt:lpstr>
      <vt:lpstr>Augmentation structure</vt:lpstr>
      <vt:lpstr>Parameter justification</vt:lpstr>
      <vt:lpstr>Parameter justification</vt:lpstr>
      <vt:lpstr>Hybrid encoder</vt:lpstr>
      <vt:lpstr>Hybrid encoder + Multisine</vt:lpstr>
      <vt:lpstr>PowerPoint Presentation</vt:lpstr>
      <vt:lpstr>PowerPoint Presentation</vt:lpstr>
      <vt:lpstr>Problem with hybrid encoder</vt:lpstr>
      <vt:lpstr>Linear encoder initialization</vt:lpstr>
      <vt:lpstr>System without MSD (Baseline)</vt:lpstr>
      <vt:lpstr>System with MSD</vt:lpstr>
      <vt:lpstr>Parameter recovery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 next week</vt:lpstr>
      <vt:lpstr>PowerPoint Presentation</vt:lpstr>
      <vt:lpstr>PowerPoint Presentation</vt:lpstr>
      <vt:lpstr>PowerPoint Presentation</vt:lpstr>
      <vt:lpstr>Determine slowest dynamics</vt:lpstr>
      <vt:lpstr>Sample lengths n_steps / nf</vt:lpstr>
      <vt:lpstr>PowerPoint Presentation</vt:lpstr>
      <vt:lpstr>Previous data</vt:lpstr>
      <vt:lpstr>More informative data Oscillations and ramp up</vt:lpstr>
      <vt:lpstr>More informative data Oscillations and ramp up</vt:lpstr>
      <vt:lpstr>PowerPoint Presentation</vt:lpstr>
      <vt:lpstr>PowerPoint Presentation</vt:lpstr>
      <vt:lpstr>PowerPoint Presentation</vt:lpstr>
      <vt:lpstr>Downsampling</vt:lpstr>
      <vt:lpstr>Issue downsampling and  encoder initialization</vt:lpstr>
      <vt:lpstr>PowerPoint Presentation</vt:lpstr>
      <vt:lpstr>Encoder baseline Only physical states</vt:lpstr>
      <vt:lpstr>PowerPoint Presentation</vt:lpstr>
      <vt:lpstr>PowerPoint Presentation</vt:lpstr>
      <vt:lpstr>States worsen</vt:lpstr>
      <vt:lpstr>PowerPoint Presentation</vt:lpstr>
      <vt:lpstr>PowerPoint Presentation</vt:lpstr>
      <vt:lpstr>Outline next week</vt:lpstr>
      <vt:lpstr>Planning</vt:lpstr>
      <vt:lpstr>PowerPoint Presentation</vt:lpstr>
      <vt:lpstr>PowerPoint Presentation</vt:lpstr>
      <vt:lpstr>PowerPoint Presentation</vt:lpstr>
      <vt:lpstr>PowerPoint Presentation</vt:lpstr>
      <vt:lpstr>Additional</vt:lpstr>
      <vt:lpstr>PowerPoint Presentation</vt:lpstr>
      <vt:lpstr>Complete model picture with formulas where does the encoder fit in (we change / add the formulas)</vt:lpstr>
      <vt:lpstr>Vragen aan jan</vt:lpstr>
      <vt:lpstr>Encoder augmented states initialization</vt:lpstr>
      <vt:lpstr>Normalization</vt:lpstr>
      <vt:lpstr>Encoder difference minimal</vt:lpstr>
      <vt:lpstr>New data Had to much force thought it was a bug compared to the positions but..</vt:lpstr>
      <vt:lpstr>Parameter recovery better?</vt:lpstr>
      <vt:lpstr>PowerPoint Presentation</vt:lpstr>
      <vt:lpstr>PowerPoint Presentation</vt:lpstr>
      <vt:lpstr>New data</vt:lpstr>
      <vt:lpstr>FRF zetten van het systeem</vt:lpstr>
      <vt:lpstr>Settle time </vt:lpstr>
      <vt:lpstr>PowerPoint Presentation</vt:lpstr>
      <vt:lpstr>Normalization issue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2</cp:revision>
  <dcterms:created xsi:type="dcterms:W3CDTF">2026-02-02T15:14:22Z</dcterms:created>
  <dcterms:modified xsi:type="dcterms:W3CDTF">2026-06-23T22:06:33Z</dcterms:modified>
</cp:coreProperties>
</file>