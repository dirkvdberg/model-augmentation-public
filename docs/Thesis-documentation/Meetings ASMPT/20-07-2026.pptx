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72" r:id="rId2"/>
    <p:sldId id="509" r:id="rId3"/>
    <p:sldId id="510" r:id="rId4"/>
    <p:sldId id="469" r:id="rId5"/>
    <p:sldId id="511" r:id="rId6"/>
    <p:sldId id="474" r:id="rId7"/>
    <p:sldId id="526" r:id="rId8"/>
    <p:sldId id="479" r:id="rId9"/>
    <p:sldId id="512" r:id="rId10"/>
    <p:sldId id="513" r:id="rId11"/>
    <p:sldId id="514" r:id="rId12"/>
    <p:sldId id="257" r:id="rId13"/>
    <p:sldId id="515" r:id="rId14"/>
    <p:sldId id="487" r:id="rId15"/>
    <p:sldId id="490" r:id="rId16"/>
    <p:sldId id="488" r:id="rId17"/>
    <p:sldId id="261" r:id="rId18"/>
    <p:sldId id="491" r:id="rId19"/>
    <p:sldId id="493" r:id="rId20"/>
    <p:sldId id="494" r:id="rId21"/>
    <p:sldId id="485" r:id="rId22"/>
    <p:sldId id="492" r:id="rId23"/>
    <p:sldId id="500" r:id="rId24"/>
    <p:sldId id="495" r:id="rId25"/>
    <p:sldId id="481" r:id="rId26"/>
    <p:sldId id="483" r:id="rId27"/>
    <p:sldId id="258" r:id="rId28"/>
    <p:sldId id="260" r:id="rId29"/>
    <p:sldId id="496" r:id="rId30"/>
    <p:sldId id="259" r:id="rId31"/>
    <p:sldId id="499" r:id="rId32"/>
    <p:sldId id="498" r:id="rId33"/>
    <p:sldId id="497" r:id="rId34"/>
    <p:sldId id="484" r:id="rId35"/>
    <p:sldId id="486" r:id="rId36"/>
    <p:sldId id="501" r:id="rId37"/>
    <p:sldId id="527" r:id="rId38"/>
    <p:sldId id="528" r:id="rId39"/>
    <p:sldId id="532" r:id="rId40"/>
    <p:sldId id="535" r:id="rId41"/>
    <p:sldId id="516" r:id="rId42"/>
    <p:sldId id="517" r:id="rId43"/>
    <p:sldId id="518" r:id="rId44"/>
    <p:sldId id="519" r:id="rId45"/>
    <p:sldId id="536" r:id="rId46"/>
    <p:sldId id="534" r:id="rId47"/>
    <p:sldId id="520" r:id="rId48"/>
    <p:sldId id="521" r:id="rId49"/>
    <p:sldId id="530" r:id="rId50"/>
    <p:sldId id="529" r:id="rId51"/>
    <p:sldId id="533" r:id="rId52"/>
    <p:sldId id="522" r:id="rId53"/>
    <p:sldId id="457" r:id="rId54"/>
    <p:sldId id="468" r:id="rId55"/>
    <p:sldId id="523" r:id="rId56"/>
    <p:sldId id="502" r:id="rId57"/>
    <p:sldId id="508" r:id="rId58"/>
    <p:sldId id="503" r:id="rId59"/>
    <p:sldId id="504" r:id="rId60"/>
    <p:sldId id="505" r:id="rId61"/>
    <p:sldId id="506" r:id="rId62"/>
    <p:sldId id="507" r:id="rId63"/>
    <p:sldId id="524" r:id="rId64"/>
    <p:sldId id="525" r:id="rId65"/>
    <p:sldId id="531" r:id="rId66"/>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73DCF2-41D3-4D8D-BB85-E269E6EACA6D}" v="34" dt="2026-07-20T08:58:36.547"/>
    <p1510:client id="{9690ECA5-D704-46D8-B2CD-1A4300FE0E08}" v="5" dt="2026-07-19T14:14:31.3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77908" autoAdjust="0"/>
  </p:normalViewPr>
  <p:slideViewPr>
    <p:cSldViewPr snapToGrid="0">
      <p:cViewPr>
        <p:scale>
          <a:sx n="66" d="100"/>
          <a:sy n="66" d="100"/>
        </p:scale>
        <p:origin x="1166" y="38"/>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custSel addSld delSld modSld sldOrd">
      <pc:chgData name="Berg, Dirk van den" userId="035ecb32-01d9-4b47-a105-eacf059a4647" providerId="ADAL" clId="{F7FF961E-CF96-44AC-93C2-93612F62D46D}" dt="2026-07-20T09:00:26.373" v="4126" actId="20577"/>
      <pc:docMkLst>
        <pc:docMk/>
      </pc:docMkLst>
      <pc:sldChg chg="modSp mod ord">
        <pc:chgData name="Berg, Dirk van den" userId="035ecb32-01d9-4b47-a105-eacf059a4647" providerId="ADAL" clId="{F7FF961E-CF96-44AC-93C2-93612F62D46D}" dt="2026-07-20T07:50:36.565" v="2417" actId="20577"/>
        <pc:sldMkLst>
          <pc:docMk/>
          <pc:sldMk cId="2079637346" sldId="257"/>
        </pc:sldMkLst>
        <pc:spChg chg="mod">
          <ac:chgData name="Berg, Dirk van den" userId="035ecb32-01d9-4b47-a105-eacf059a4647" providerId="ADAL" clId="{F7FF961E-CF96-44AC-93C2-93612F62D46D}" dt="2026-07-20T07:50:36.565" v="2417" actId="20577"/>
          <ac:spMkLst>
            <pc:docMk/>
            <pc:sldMk cId="2079637346" sldId="257"/>
            <ac:spMk id="2" creationId="{E2A55F18-6998-CF6F-9186-F88611809349}"/>
          </ac:spMkLst>
        </pc:spChg>
      </pc:sldChg>
      <pc:sldChg chg="addSp delSp modSp mod">
        <pc:chgData name="Berg, Dirk van den" userId="035ecb32-01d9-4b47-a105-eacf059a4647" providerId="ADAL" clId="{F7FF961E-CF96-44AC-93C2-93612F62D46D}" dt="2026-07-20T07:49:42.749" v="2375" actId="1076"/>
        <pc:sldMkLst>
          <pc:docMk/>
          <pc:sldMk cId="1046019709" sldId="259"/>
        </pc:sldMkLst>
        <pc:spChg chg="add del mod">
          <ac:chgData name="Berg, Dirk van den" userId="035ecb32-01d9-4b47-a105-eacf059a4647" providerId="ADAL" clId="{F7FF961E-CF96-44AC-93C2-93612F62D46D}" dt="2026-07-20T07:47:38.037" v="2121"/>
          <ac:spMkLst>
            <pc:docMk/>
            <pc:sldMk cId="1046019709" sldId="259"/>
            <ac:spMk id="3" creationId="{50031D3E-D725-9568-CB29-060B889D1393}"/>
          </ac:spMkLst>
        </pc:spChg>
        <pc:spChg chg="add mod">
          <ac:chgData name="Berg, Dirk van den" userId="035ecb32-01d9-4b47-a105-eacf059a4647" providerId="ADAL" clId="{F7FF961E-CF96-44AC-93C2-93612F62D46D}" dt="2026-07-20T07:49:42.749" v="2375" actId="1076"/>
          <ac:spMkLst>
            <pc:docMk/>
            <pc:sldMk cId="1046019709" sldId="259"/>
            <ac:spMk id="4" creationId="{64686530-9500-22AA-F9B1-D2C389997501}"/>
          </ac:spMkLst>
        </pc:spChg>
        <pc:picChg chg="add mod">
          <ac:chgData name="Berg, Dirk van den" userId="035ecb32-01d9-4b47-a105-eacf059a4647" providerId="ADAL" clId="{F7FF961E-CF96-44AC-93C2-93612F62D46D}" dt="2026-07-20T07:49:38.807" v="2374" actId="1076"/>
          <ac:picMkLst>
            <pc:docMk/>
            <pc:sldMk cId="1046019709" sldId="259"/>
            <ac:picMk id="5" creationId="{843F1F5D-BBDB-FE12-E30C-26CA028911B8}"/>
          </ac:picMkLst>
        </pc:picChg>
      </pc:sldChg>
      <pc:sldChg chg="addSp delSp modSp mod ord">
        <pc:chgData name="Berg, Dirk van den" userId="035ecb32-01d9-4b47-a105-eacf059a4647" providerId="ADAL" clId="{F7FF961E-CF96-44AC-93C2-93612F62D46D}" dt="2026-07-20T07:46:33.822" v="2118" actId="1035"/>
        <pc:sldMkLst>
          <pc:docMk/>
          <pc:sldMk cId="1231481927" sldId="260"/>
        </pc:sldMkLst>
        <pc:spChg chg="add mod">
          <ac:chgData name="Berg, Dirk van den" userId="035ecb32-01d9-4b47-a105-eacf059a4647" providerId="ADAL" clId="{F7FF961E-CF96-44AC-93C2-93612F62D46D}" dt="2026-07-20T07:46:33.822" v="2118" actId="1035"/>
          <ac:spMkLst>
            <pc:docMk/>
            <pc:sldMk cId="1231481927" sldId="260"/>
            <ac:spMk id="3" creationId="{6921682C-BD0D-423D-36D7-D18D4B347DD7}"/>
          </ac:spMkLst>
        </pc:spChg>
        <pc:picChg chg="add mod">
          <ac:chgData name="Berg, Dirk van den" userId="035ecb32-01d9-4b47-a105-eacf059a4647" providerId="ADAL" clId="{F7FF961E-CF96-44AC-93C2-93612F62D46D}" dt="2026-07-14T13:12:30.491" v="1"/>
          <ac:picMkLst>
            <pc:docMk/>
            <pc:sldMk cId="1231481927" sldId="260"/>
            <ac:picMk id="5" creationId="{82DEE4E0-362C-84BF-505C-1EA1FD7C42E7}"/>
          </ac:picMkLst>
        </pc:picChg>
      </pc:sldChg>
      <pc:sldChg chg="addSp delSp modSp mod ord">
        <pc:chgData name="Berg, Dirk van den" userId="035ecb32-01d9-4b47-a105-eacf059a4647" providerId="ADAL" clId="{F7FF961E-CF96-44AC-93C2-93612F62D46D}" dt="2026-07-15T09:23:03.452" v="50" actId="1076"/>
        <pc:sldMkLst>
          <pc:docMk/>
          <pc:sldMk cId="653496078" sldId="261"/>
        </pc:sldMkLst>
        <pc:spChg chg="mod ord">
          <ac:chgData name="Berg, Dirk van den" userId="035ecb32-01d9-4b47-a105-eacf059a4647" providerId="ADAL" clId="{F7FF961E-CF96-44AC-93C2-93612F62D46D}" dt="2026-07-15T09:16:03.063" v="35" actId="166"/>
          <ac:spMkLst>
            <pc:docMk/>
            <pc:sldMk cId="653496078" sldId="261"/>
            <ac:spMk id="2" creationId="{47C9BC89-481C-D976-7871-661417549267}"/>
          </ac:spMkLst>
        </pc:spChg>
        <pc:spChg chg="add mod">
          <ac:chgData name="Berg, Dirk van den" userId="035ecb32-01d9-4b47-a105-eacf059a4647" providerId="ADAL" clId="{F7FF961E-CF96-44AC-93C2-93612F62D46D}" dt="2026-07-15T09:23:03.452" v="50" actId="1076"/>
          <ac:spMkLst>
            <pc:docMk/>
            <pc:sldMk cId="653496078" sldId="261"/>
            <ac:spMk id="7" creationId="{77DC1AFE-1BA3-0A37-05C6-542489EC5E9F}"/>
          </ac:spMkLst>
        </pc:spChg>
        <pc:picChg chg="add mod">
          <ac:chgData name="Berg, Dirk van den" userId="035ecb32-01d9-4b47-a105-eacf059a4647" providerId="ADAL" clId="{F7FF961E-CF96-44AC-93C2-93612F62D46D}" dt="2026-07-15T09:15:54.425" v="33" actId="1076"/>
          <ac:picMkLst>
            <pc:docMk/>
            <pc:sldMk cId="653496078" sldId="261"/>
            <ac:picMk id="4" creationId="{4F9F6BAE-57DB-BCC1-8C44-B8F6EB05BEB0}"/>
          </ac:picMkLst>
        </pc:picChg>
      </pc:sldChg>
      <pc:sldChg chg="modSp add mod">
        <pc:chgData name="Berg, Dirk van den" userId="035ecb32-01d9-4b47-a105-eacf059a4647" providerId="ADAL" clId="{F7FF961E-CF96-44AC-93C2-93612F62D46D}" dt="2026-07-20T08:16:02.822" v="3247" actId="313"/>
        <pc:sldMkLst>
          <pc:docMk/>
          <pc:sldMk cId="2679595137" sldId="272"/>
        </pc:sldMkLst>
        <pc:spChg chg="mod">
          <ac:chgData name="Berg, Dirk van den" userId="035ecb32-01d9-4b47-a105-eacf059a4647" providerId="ADAL" clId="{F7FF961E-CF96-44AC-93C2-93612F62D46D}" dt="2026-07-19T14:59:57.390" v="1122" actId="20577"/>
          <ac:spMkLst>
            <pc:docMk/>
            <pc:sldMk cId="2679595137" sldId="272"/>
            <ac:spMk id="2" creationId="{1CA58346-11EF-AF16-3F7E-D4AE642D6182}"/>
          </ac:spMkLst>
        </pc:spChg>
        <pc:spChg chg="mod">
          <ac:chgData name="Berg, Dirk van den" userId="035ecb32-01d9-4b47-a105-eacf059a4647" providerId="ADAL" clId="{F7FF961E-CF96-44AC-93C2-93612F62D46D}" dt="2026-07-20T08:16:02.822" v="3247" actId="313"/>
          <ac:spMkLst>
            <pc:docMk/>
            <pc:sldMk cId="2679595137" sldId="272"/>
            <ac:spMk id="3" creationId="{DAAEF679-3C39-E36C-B710-9B50CBAE487E}"/>
          </ac:spMkLst>
        </pc:spChg>
      </pc:sldChg>
      <pc:sldChg chg="add del">
        <pc:chgData name="Berg, Dirk van den" userId="035ecb32-01d9-4b47-a105-eacf059a4647" providerId="ADAL" clId="{F7FF961E-CF96-44AC-93C2-93612F62D46D}" dt="2026-07-20T07:41:34.739" v="1836" actId="2696"/>
        <pc:sldMkLst>
          <pc:docMk/>
          <pc:sldMk cId="1924148658" sldId="457"/>
        </pc:sldMkLst>
      </pc:sldChg>
      <pc:sldChg chg="add">
        <pc:chgData name="Berg, Dirk van den" userId="035ecb32-01d9-4b47-a105-eacf059a4647" providerId="ADAL" clId="{F7FF961E-CF96-44AC-93C2-93612F62D46D}" dt="2026-07-20T07:41:42.797" v="1837"/>
        <pc:sldMkLst>
          <pc:docMk/>
          <pc:sldMk cId="2640775106" sldId="457"/>
        </pc:sldMkLst>
      </pc:sldChg>
      <pc:sldChg chg="add del">
        <pc:chgData name="Berg, Dirk van den" userId="035ecb32-01d9-4b47-a105-eacf059a4647" providerId="ADAL" clId="{F7FF961E-CF96-44AC-93C2-93612F62D46D}" dt="2026-07-20T07:41:34.739" v="1836" actId="2696"/>
        <pc:sldMkLst>
          <pc:docMk/>
          <pc:sldMk cId="776496871" sldId="468"/>
        </pc:sldMkLst>
      </pc:sldChg>
      <pc:sldChg chg="add">
        <pc:chgData name="Berg, Dirk van den" userId="035ecb32-01d9-4b47-a105-eacf059a4647" providerId="ADAL" clId="{F7FF961E-CF96-44AC-93C2-93612F62D46D}" dt="2026-07-20T07:41:42.797" v="1837"/>
        <pc:sldMkLst>
          <pc:docMk/>
          <pc:sldMk cId="3544267889" sldId="468"/>
        </pc:sldMkLst>
      </pc:sldChg>
      <pc:sldChg chg="add">
        <pc:chgData name="Berg, Dirk van den" userId="035ecb32-01d9-4b47-a105-eacf059a4647" providerId="ADAL" clId="{F7FF961E-CF96-44AC-93C2-93612F62D46D}" dt="2026-07-19T14:59:55.183" v="1120"/>
        <pc:sldMkLst>
          <pc:docMk/>
          <pc:sldMk cId="1553031704" sldId="469"/>
        </pc:sldMkLst>
      </pc:sldChg>
      <pc:sldChg chg="add del ord">
        <pc:chgData name="Berg, Dirk van den" userId="035ecb32-01d9-4b47-a105-eacf059a4647" providerId="ADAL" clId="{F7FF961E-CF96-44AC-93C2-93612F62D46D}" dt="2026-07-20T07:51:43.733" v="2470" actId="47"/>
        <pc:sldMkLst>
          <pc:docMk/>
          <pc:sldMk cId="1005423763" sldId="473"/>
        </pc:sldMkLst>
      </pc:sldChg>
      <pc:sldChg chg="addSp modSp add mod">
        <pc:chgData name="Berg, Dirk van den" userId="035ecb32-01d9-4b47-a105-eacf059a4647" providerId="ADAL" clId="{F7FF961E-CF96-44AC-93C2-93612F62D46D}" dt="2026-07-20T07:58:11.916" v="2818" actId="20577"/>
        <pc:sldMkLst>
          <pc:docMk/>
          <pc:sldMk cId="328541173" sldId="474"/>
        </pc:sldMkLst>
        <pc:spChg chg="mod">
          <ac:chgData name="Berg, Dirk van den" userId="035ecb32-01d9-4b47-a105-eacf059a4647" providerId="ADAL" clId="{F7FF961E-CF96-44AC-93C2-93612F62D46D}" dt="2026-07-20T07:58:11.916" v="2818" actId="20577"/>
          <ac:spMkLst>
            <pc:docMk/>
            <pc:sldMk cId="328541173" sldId="474"/>
            <ac:spMk id="3" creationId="{EF4D48A1-DE61-391F-CC66-4973039BE26B}"/>
          </ac:spMkLst>
        </pc:spChg>
        <pc:picChg chg="add mod">
          <ac:chgData name="Berg, Dirk van den" userId="035ecb32-01d9-4b47-a105-eacf059a4647" providerId="ADAL" clId="{F7FF961E-CF96-44AC-93C2-93612F62D46D}" dt="2026-07-19T15:14:00.461" v="1136" actId="1076"/>
          <ac:picMkLst>
            <pc:docMk/>
            <pc:sldMk cId="328541173" sldId="474"/>
            <ac:picMk id="4" creationId="{96E4D96D-A20E-8696-80AD-19FFDCD52731}"/>
          </ac:picMkLst>
        </pc:picChg>
        <pc:picChg chg="mod">
          <ac:chgData name="Berg, Dirk van den" userId="035ecb32-01d9-4b47-a105-eacf059a4647" providerId="ADAL" clId="{F7FF961E-CF96-44AC-93C2-93612F62D46D}" dt="2026-07-19T15:13:57.989" v="1134" actId="1076"/>
          <ac:picMkLst>
            <pc:docMk/>
            <pc:sldMk cId="328541173" sldId="474"/>
            <ac:picMk id="5" creationId="{958B8AEB-9959-B8BC-B44D-5DB4F841361E}"/>
          </ac:picMkLst>
        </pc:picChg>
      </pc:sldChg>
      <pc:sldChg chg="add">
        <pc:chgData name="Berg, Dirk van den" userId="035ecb32-01d9-4b47-a105-eacf059a4647" providerId="ADAL" clId="{F7FF961E-CF96-44AC-93C2-93612F62D46D}" dt="2026-07-19T14:59:55.183" v="1120"/>
        <pc:sldMkLst>
          <pc:docMk/>
          <pc:sldMk cId="4280157555" sldId="479"/>
        </pc:sldMkLst>
      </pc:sldChg>
      <pc:sldChg chg="add">
        <pc:chgData name="Berg, Dirk van den" userId="035ecb32-01d9-4b47-a105-eacf059a4647" providerId="ADAL" clId="{F7FF961E-CF96-44AC-93C2-93612F62D46D}" dt="2026-07-14T13:19:23.574" v="5"/>
        <pc:sldMkLst>
          <pc:docMk/>
          <pc:sldMk cId="2974315402" sldId="481"/>
        </pc:sldMkLst>
      </pc:sldChg>
      <pc:sldChg chg="add ord">
        <pc:chgData name="Berg, Dirk van den" userId="035ecb32-01d9-4b47-a105-eacf059a4647" providerId="ADAL" clId="{F7FF961E-CF96-44AC-93C2-93612F62D46D}" dt="2026-07-14T13:20:11.722" v="7"/>
        <pc:sldMkLst>
          <pc:docMk/>
          <pc:sldMk cId="3125621630" sldId="483"/>
        </pc:sldMkLst>
      </pc:sldChg>
      <pc:sldChg chg="mod modShow">
        <pc:chgData name="Berg, Dirk van den" userId="035ecb32-01d9-4b47-a105-eacf059a4647" providerId="ADAL" clId="{F7FF961E-CF96-44AC-93C2-93612F62D46D}" dt="2026-07-20T07:59:46.335" v="2821" actId="729"/>
        <pc:sldMkLst>
          <pc:docMk/>
          <pc:sldMk cId="3971695608" sldId="484"/>
        </pc:sldMkLst>
      </pc:sldChg>
      <pc:sldChg chg="addSp delSp modSp mod modNotesTx">
        <pc:chgData name="Berg, Dirk van den" userId="035ecb32-01d9-4b47-a105-eacf059a4647" providerId="ADAL" clId="{F7FF961E-CF96-44AC-93C2-93612F62D46D}" dt="2026-07-15T09:30:49.449" v="98" actId="1076"/>
        <pc:sldMkLst>
          <pc:docMk/>
          <pc:sldMk cId="1019356650" sldId="485"/>
        </pc:sldMkLst>
        <pc:picChg chg="add mod ord modCrop">
          <ac:chgData name="Berg, Dirk van den" userId="035ecb32-01d9-4b47-a105-eacf059a4647" providerId="ADAL" clId="{F7FF961E-CF96-44AC-93C2-93612F62D46D}" dt="2026-07-15T09:30:49.449" v="98" actId="1076"/>
          <ac:picMkLst>
            <pc:docMk/>
            <pc:sldMk cId="1019356650" sldId="485"/>
            <ac:picMk id="8" creationId="{FA5A7BB4-12F8-A9E7-A9B4-5440572C54B3}"/>
          </ac:picMkLst>
        </pc:picChg>
      </pc:sldChg>
      <pc:sldChg chg="addSp delSp modSp new mod">
        <pc:chgData name="Berg, Dirk van den" userId="035ecb32-01d9-4b47-a105-eacf059a4647" providerId="ADAL" clId="{F7FF961E-CF96-44AC-93C2-93612F62D46D}" dt="2026-07-15T11:05:00.037" v="591" actId="1076"/>
        <pc:sldMkLst>
          <pc:docMk/>
          <pc:sldMk cId="3673473942" sldId="486"/>
        </pc:sldMkLst>
        <pc:spChg chg="add del">
          <ac:chgData name="Berg, Dirk van den" userId="035ecb32-01d9-4b47-a105-eacf059a4647" providerId="ADAL" clId="{F7FF961E-CF96-44AC-93C2-93612F62D46D}" dt="2026-07-15T11:04:44.080" v="583" actId="22"/>
          <ac:spMkLst>
            <pc:docMk/>
            <pc:sldMk cId="3673473942" sldId="486"/>
            <ac:spMk id="2" creationId="{E316C7CF-D322-C243-1F7A-E3938F9C15EE}"/>
          </ac:spMkLst>
        </pc:spChg>
        <pc:spChg chg="add mod">
          <ac:chgData name="Berg, Dirk van den" userId="035ecb32-01d9-4b47-a105-eacf059a4647" providerId="ADAL" clId="{F7FF961E-CF96-44AC-93C2-93612F62D46D}" dt="2026-07-15T11:04:53.232" v="588" actId="1076"/>
          <ac:spMkLst>
            <pc:docMk/>
            <pc:sldMk cId="3673473942" sldId="486"/>
            <ac:spMk id="5" creationId="{47DD4C7D-8EE9-6124-0978-4654D4846E25}"/>
          </ac:spMkLst>
        </pc:spChg>
        <pc:spChg chg="add mod">
          <ac:chgData name="Berg, Dirk van den" userId="035ecb32-01d9-4b47-a105-eacf059a4647" providerId="ADAL" clId="{F7FF961E-CF96-44AC-93C2-93612F62D46D}" dt="2026-07-15T11:05:00.037" v="591" actId="1076"/>
          <ac:spMkLst>
            <pc:docMk/>
            <pc:sldMk cId="3673473942" sldId="486"/>
            <ac:spMk id="9" creationId="{4535380F-C340-3583-81FC-03224450BA9E}"/>
          </ac:spMkLst>
        </pc:spChg>
      </pc:sldChg>
      <pc:sldChg chg="modSp new mod ord modShow">
        <pc:chgData name="Berg, Dirk van den" userId="035ecb32-01d9-4b47-a105-eacf059a4647" providerId="ADAL" clId="{F7FF961E-CF96-44AC-93C2-93612F62D46D}" dt="2026-07-15T10:11:53.012" v="317" actId="729"/>
        <pc:sldMkLst>
          <pc:docMk/>
          <pc:sldMk cId="3596533496" sldId="487"/>
        </pc:sldMkLst>
        <pc:spChg chg="mod">
          <ac:chgData name="Berg, Dirk van den" userId="035ecb32-01d9-4b47-a105-eacf059a4647" providerId="ADAL" clId="{F7FF961E-CF96-44AC-93C2-93612F62D46D}" dt="2026-07-15T08:15:11.493" v="15"/>
          <ac:spMkLst>
            <pc:docMk/>
            <pc:sldMk cId="3596533496" sldId="487"/>
            <ac:spMk id="3" creationId="{51CD46C7-6D54-966D-E177-E7900FED32F7}"/>
          </ac:spMkLst>
        </pc:spChg>
      </pc:sldChg>
      <pc:sldChg chg="addSp delSp modSp new mod">
        <pc:chgData name="Berg, Dirk van den" userId="035ecb32-01d9-4b47-a105-eacf059a4647" providerId="ADAL" clId="{F7FF961E-CF96-44AC-93C2-93612F62D46D}" dt="2026-07-15T08:43:24.874" v="25" actId="1076"/>
        <pc:sldMkLst>
          <pc:docMk/>
          <pc:sldMk cId="2478931234" sldId="488"/>
        </pc:sldMkLst>
        <pc:picChg chg="add mod ord">
          <ac:chgData name="Berg, Dirk van den" userId="035ecb32-01d9-4b47-a105-eacf059a4647" providerId="ADAL" clId="{F7FF961E-CF96-44AC-93C2-93612F62D46D}" dt="2026-07-15T08:43:24.874" v="25" actId="1076"/>
          <ac:picMkLst>
            <pc:docMk/>
            <pc:sldMk cId="2478931234" sldId="488"/>
            <ac:picMk id="5" creationId="{88638659-E7EC-685C-B068-1222C52B1168}"/>
          </ac:picMkLst>
        </pc:picChg>
      </pc:sldChg>
      <pc:sldChg chg="addSp delSp modSp new mod ord">
        <pc:chgData name="Berg, Dirk van den" userId="035ecb32-01d9-4b47-a105-eacf059a4647" providerId="ADAL" clId="{F7FF961E-CF96-44AC-93C2-93612F62D46D}" dt="2026-07-20T07:51:15.260" v="2467" actId="1076"/>
        <pc:sldMkLst>
          <pc:docMk/>
          <pc:sldMk cId="1954554956" sldId="490"/>
        </pc:sldMkLst>
        <pc:spChg chg="add mod">
          <ac:chgData name="Berg, Dirk van den" userId="035ecb32-01d9-4b47-a105-eacf059a4647" providerId="ADAL" clId="{F7FF961E-CF96-44AC-93C2-93612F62D46D}" dt="2026-07-20T07:51:15.260" v="2467" actId="1076"/>
          <ac:spMkLst>
            <pc:docMk/>
            <pc:sldMk cId="1954554956" sldId="490"/>
            <ac:spMk id="3" creationId="{D5DAED49-F1CE-3B59-8E90-C1447995BDE8}"/>
          </ac:spMkLst>
        </pc:spChg>
        <pc:picChg chg="add mod ord">
          <ac:chgData name="Berg, Dirk van den" userId="035ecb32-01d9-4b47-a105-eacf059a4647" providerId="ADAL" clId="{F7FF961E-CF96-44AC-93C2-93612F62D46D}" dt="2026-07-15T09:17:13.602" v="44" actId="1076"/>
          <ac:picMkLst>
            <pc:docMk/>
            <pc:sldMk cId="1954554956" sldId="490"/>
            <ac:picMk id="5" creationId="{FE761CF9-D5E0-381B-FCF8-A82781629E81}"/>
          </ac:picMkLst>
        </pc:picChg>
      </pc:sldChg>
      <pc:sldChg chg="addSp delSp modSp new mod modNotesTx">
        <pc:chgData name="Berg, Dirk van den" userId="035ecb32-01d9-4b47-a105-eacf059a4647" providerId="ADAL" clId="{F7FF961E-CF96-44AC-93C2-93612F62D46D}" dt="2026-07-20T07:55:07.410" v="2549" actId="1076"/>
        <pc:sldMkLst>
          <pc:docMk/>
          <pc:sldMk cId="2381970093" sldId="491"/>
        </pc:sldMkLst>
        <pc:spChg chg="add mod">
          <ac:chgData name="Berg, Dirk van den" userId="035ecb32-01d9-4b47-a105-eacf059a4647" providerId="ADAL" clId="{F7FF961E-CF96-44AC-93C2-93612F62D46D}" dt="2026-07-20T07:55:07.410" v="2549" actId="1076"/>
          <ac:spMkLst>
            <pc:docMk/>
            <pc:sldMk cId="2381970093" sldId="491"/>
            <ac:spMk id="3" creationId="{F7FF8C4E-8E3A-6992-1781-C6A7790645ED}"/>
          </ac:spMkLst>
        </pc:spChg>
        <pc:picChg chg="add mod ord">
          <ac:chgData name="Berg, Dirk van den" userId="035ecb32-01d9-4b47-a105-eacf059a4647" providerId="ADAL" clId="{F7FF961E-CF96-44AC-93C2-93612F62D46D}" dt="2026-07-15T09:23:51.139" v="63" actId="1076"/>
          <ac:picMkLst>
            <pc:docMk/>
            <pc:sldMk cId="2381970093" sldId="491"/>
            <ac:picMk id="5" creationId="{A85BDEF0-8751-87A9-EE7E-1A1C0CDBCF87}"/>
          </ac:picMkLst>
        </pc:picChg>
      </pc:sldChg>
      <pc:sldChg chg="addSp modSp new mod">
        <pc:chgData name="Berg, Dirk van den" userId="035ecb32-01d9-4b47-a105-eacf059a4647" providerId="ADAL" clId="{F7FF961E-CF96-44AC-93C2-93612F62D46D}" dt="2026-07-15T09:30:56.571" v="101" actId="1076"/>
        <pc:sldMkLst>
          <pc:docMk/>
          <pc:sldMk cId="3085565508" sldId="492"/>
        </pc:sldMkLst>
        <pc:picChg chg="add mod">
          <ac:chgData name="Berg, Dirk van den" userId="035ecb32-01d9-4b47-a105-eacf059a4647" providerId="ADAL" clId="{F7FF961E-CF96-44AC-93C2-93612F62D46D}" dt="2026-07-15T09:30:56.571" v="101" actId="1076"/>
          <ac:picMkLst>
            <pc:docMk/>
            <pc:sldMk cId="3085565508" sldId="492"/>
            <ac:picMk id="5" creationId="{34A53AB9-F89E-542B-3560-D354392B201E}"/>
          </ac:picMkLst>
        </pc:picChg>
      </pc:sldChg>
      <pc:sldChg chg="addSp delSp modSp new mod modNotesTx">
        <pc:chgData name="Berg, Dirk van den" userId="035ecb32-01d9-4b47-a105-eacf059a4647" providerId="ADAL" clId="{F7FF961E-CF96-44AC-93C2-93612F62D46D}" dt="2026-07-20T07:55:51.021" v="2602" actId="403"/>
        <pc:sldMkLst>
          <pc:docMk/>
          <pc:sldMk cId="3922737436" sldId="493"/>
        </pc:sldMkLst>
        <pc:spChg chg="add mod">
          <ac:chgData name="Berg, Dirk van den" userId="035ecb32-01d9-4b47-a105-eacf059a4647" providerId="ADAL" clId="{F7FF961E-CF96-44AC-93C2-93612F62D46D}" dt="2026-07-20T07:55:51.021" v="2602" actId="403"/>
          <ac:spMkLst>
            <pc:docMk/>
            <pc:sldMk cId="3922737436" sldId="493"/>
            <ac:spMk id="4" creationId="{DE4561A8-E93C-D1D6-A20C-50679CE63A8F}"/>
          </ac:spMkLst>
        </pc:spChg>
        <pc:spChg chg="add mod">
          <ac:chgData name="Berg, Dirk van den" userId="035ecb32-01d9-4b47-a105-eacf059a4647" providerId="ADAL" clId="{F7FF961E-CF96-44AC-93C2-93612F62D46D}" dt="2026-07-15T10:03:03.556" v="311" actId="20577"/>
          <ac:spMkLst>
            <pc:docMk/>
            <pc:sldMk cId="3922737436" sldId="493"/>
            <ac:spMk id="6" creationId="{FEEBABA5-AE21-E590-0710-4F64138C6FA1}"/>
          </ac:spMkLst>
        </pc:spChg>
        <pc:picChg chg="add mod ord">
          <ac:chgData name="Berg, Dirk van den" userId="035ecb32-01d9-4b47-a105-eacf059a4647" providerId="ADAL" clId="{F7FF961E-CF96-44AC-93C2-93612F62D46D}" dt="2026-07-15T10:02:47.225" v="276" actId="1076"/>
          <ac:picMkLst>
            <pc:docMk/>
            <pc:sldMk cId="3922737436" sldId="493"/>
            <ac:picMk id="5" creationId="{A50617D4-E635-94D7-05B2-AF9AE9A33982}"/>
          </ac:picMkLst>
        </pc:picChg>
      </pc:sldChg>
      <pc:sldChg chg="modSp new mod ord">
        <pc:chgData name="Berg, Dirk van den" userId="035ecb32-01d9-4b47-a105-eacf059a4647" providerId="ADAL" clId="{F7FF961E-CF96-44AC-93C2-93612F62D46D}" dt="2026-07-20T07:43:28.617" v="1839"/>
        <pc:sldMkLst>
          <pc:docMk/>
          <pc:sldMk cId="861303404" sldId="494"/>
        </pc:sldMkLst>
        <pc:spChg chg="mod">
          <ac:chgData name="Berg, Dirk van den" userId="035ecb32-01d9-4b47-a105-eacf059a4647" providerId="ADAL" clId="{F7FF961E-CF96-44AC-93C2-93612F62D46D}" dt="2026-07-15T09:34:14.280" v="136" actId="20577"/>
          <ac:spMkLst>
            <pc:docMk/>
            <pc:sldMk cId="861303404" sldId="494"/>
            <ac:spMk id="2" creationId="{C04113F5-3A19-914E-2AA9-204A011F16E1}"/>
          </ac:spMkLst>
        </pc:spChg>
        <pc:spChg chg="mod">
          <ac:chgData name="Berg, Dirk van den" userId="035ecb32-01d9-4b47-a105-eacf059a4647" providerId="ADAL" clId="{F7FF961E-CF96-44AC-93C2-93612F62D46D}" dt="2026-07-15T09:42:47.423" v="253" actId="20577"/>
          <ac:spMkLst>
            <pc:docMk/>
            <pc:sldMk cId="861303404" sldId="494"/>
            <ac:spMk id="3" creationId="{B36DAEC1-E271-322E-C11B-C2E2206A0226}"/>
          </ac:spMkLst>
        </pc:spChg>
      </pc:sldChg>
      <pc:sldChg chg="addSp delSp modSp new mod modNotesTx">
        <pc:chgData name="Berg, Dirk van den" userId="035ecb32-01d9-4b47-a105-eacf059a4647" providerId="ADAL" clId="{F7FF961E-CF96-44AC-93C2-93612F62D46D}" dt="2026-07-15T11:00:51.533" v="570" actId="20577"/>
        <pc:sldMkLst>
          <pc:docMk/>
          <pc:sldMk cId="2779997245" sldId="495"/>
        </pc:sldMkLst>
        <pc:picChg chg="add mod ord">
          <ac:chgData name="Berg, Dirk van den" userId="035ecb32-01d9-4b47-a105-eacf059a4647" providerId="ADAL" clId="{F7FF961E-CF96-44AC-93C2-93612F62D46D}" dt="2026-07-15T09:44:26.747" v="258" actId="1076"/>
          <ac:picMkLst>
            <pc:docMk/>
            <pc:sldMk cId="2779997245" sldId="495"/>
            <ac:picMk id="5" creationId="{CDD48AF3-039C-82FC-B697-661CF37BA1A3}"/>
          </ac:picMkLst>
        </pc:picChg>
      </pc:sldChg>
      <pc:sldChg chg="addSp delSp modSp new mod ord modShow modNotesTx">
        <pc:chgData name="Berg, Dirk van den" userId="035ecb32-01d9-4b47-a105-eacf059a4647" providerId="ADAL" clId="{F7FF961E-CF96-44AC-93C2-93612F62D46D}" dt="2026-07-15T11:10:44.436" v="592" actId="729"/>
        <pc:sldMkLst>
          <pc:docMk/>
          <pc:sldMk cId="1312578921" sldId="496"/>
        </pc:sldMkLst>
        <pc:picChg chg="add mod ord">
          <ac:chgData name="Berg, Dirk van den" userId="035ecb32-01d9-4b47-a105-eacf059a4647" providerId="ADAL" clId="{F7FF961E-CF96-44AC-93C2-93612F62D46D}" dt="2026-07-15T09:45:17.283" v="266" actId="14100"/>
          <ac:picMkLst>
            <pc:docMk/>
            <pc:sldMk cId="1312578921" sldId="496"/>
            <ac:picMk id="5" creationId="{5C4BF3EB-2B03-3B76-313C-E1DFC6D0F454}"/>
          </ac:picMkLst>
        </pc:picChg>
      </pc:sldChg>
      <pc:sldChg chg="addSp delSp modSp new mod">
        <pc:chgData name="Berg, Dirk van den" userId="035ecb32-01d9-4b47-a105-eacf059a4647" providerId="ADAL" clId="{F7FF961E-CF96-44AC-93C2-93612F62D46D}" dt="2026-07-15T09:54:12.958" v="274" actId="1076"/>
        <pc:sldMkLst>
          <pc:docMk/>
          <pc:sldMk cId="1856834241" sldId="497"/>
        </pc:sldMkLst>
        <pc:picChg chg="add mod ord">
          <ac:chgData name="Berg, Dirk van den" userId="035ecb32-01d9-4b47-a105-eacf059a4647" providerId="ADAL" clId="{F7FF961E-CF96-44AC-93C2-93612F62D46D}" dt="2026-07-15T09:54:12.958" v="274" actId="1076"/>
          <ac:picMkLst>
            <pc:docMk/>
            <pc:sldMk cId="1856834241" sldId="497"/>
            <ac:picMk id="5" creationId="{006CB088-C493-1828-BFC3-654076AFA38C}"/>
          </ac:picMkLst>
        </pc:picChg>
      </pc:sldChg>
      <pc:sldChg chg="addSp delSp modSp new mod modNotesTx">
        <pc:chgData name="Berg, Dirk van den" userId="035ecb32-01d9-4b47-a105-eacf059a4647" providerId="ADAL" clId="{F7FF961E-CF96-44AC-93C2-93612F62D46D}" dt="2026-07-15T11:02:41.159" v="580" actId="20577"/>
        <pc:sldMkLst>
          <pc:docMk/>
          <pc:sldMk cId="3575875465" sldId="498"/>
        </pc:sldMkLst>
        <pc:spChg chg="add del mod ord">
          <ac:chgData name="Berg, Dirk van den" userId="035ecb32-01d9-4b47-a105-eacf059a4647" providerId="ADAL" clId="{F7FF961E-CF96-44AC-93C2-93612F62D46D}" dt="2026-07-15T10:21:06.508" v="547" actId="5793"/>
          <ac:spMkLst>
            <pc:docMk/>
            <pc:sldMk cId="3575875465" sldId="498"/>
            <ac:spMk id="3" creationId="{A7BD40E6-C594-6F70-0DDD-662E8B124447}"/>
          </ac:spMkLst>
        </pc:spChg>
        <pc:picChg chg="add mod">
          <ac:chgData name="Berg, Dirk van den" userId="035ecb32-01d9-4b47-a105-eacf059a4647" providerId="ADAL" clId="{F7FF961E-CF96-44AC-93C2-93612F62D46D}" dt="2026-07-15T10:20:54.470" v="543" actId="1076"/>
          <ac:picMkLst>
            <pc:docMk/>
            <pc:sldMk cId="3575875465" sldId="498"/>
            <ac:picMk id="9" creationId="{B3DC464C-741F-E2EC-2078-A859B19788A3}"/>
          </ac:picMkLst>
        </pc:picChg>
      </pc:sldChg>
      <pc:sldChg chg="delSp modSp add mod">
        <pc:chgData name="Berg, Dirk van den" userId="035ecb32-01d9-4b47-a105-eacf059a4647" providerId="ADAL" clId="{F7FF961E-CF96-44AC-93C2-93612F62D46D}" dt="2026-07-15T10:17:52.113" v="471" actId="20577"/>
        <pc:sldMkLst>
          <pc:docMk/>
          <pc:sldMk cId="1994623342" sldId="499"/>
        </pc:sldMkLst>
        <pc:spChg chg="mod">
          <ac:chgData name="Berg, Dirk van den" userId="035ecb32-01d9-4b47-a105-eacf059a4647" providerId="ADAL" clId="{F7FF961E-CF96-44AC-93C2-93612F62D46D}" dt="2026-07-15T10:17:52.113" v="471" actId="20577"/>
          <ac:spMkLst>
            <pc:docMk/>
            <pc:sldMk cId="1994623342" sldId="499"/>
            <ac:spMk id="7" creationId="{8943EB93-FEA8-A2D0-A992-7D354299AC1C}"/>
          </ac:spMkLst>
        </pc:spChg>
      </pc:sldChg>
      <pc:sldChg chg="addSp delSp modSp new mod">
        <pc:chgData name="Berg, Dirk van den" userId="035ecb32-01d9-4b47-a105-eacf059a4647" providerId="ADAL" clId="{F7FF961E-CF96-44AC-93C2-93612F62D46D}" dt="2026-07-20T07:56:49.663" v="2640" actId="14100"/>
        <pc:sldMkLst>
          <pc:docMk/>
          <pc:sldMk cId="2870383988" sldId="500"/>
        </pc:sldMkLst>
        <pc:spChg chg="mod">
          <ac:chgData name="Berg, Dirk van den" userId="035ecb32-01d9-4b47-a105-eacf059a4647" providerId="ADAL" clId="{F7FF961E-CF96-44AC-93C2-93612F62D46D}" dt="2026-07-20T07:56:43.082" v="2638" actId="14100"/>
          <ac:spMkLst>
            <pc:docMk/>
            <pc:sldMk cId="2870383988" sldId="500"/>
            <ac:spMk id="2" creationId="{FF4F757A-A42F-3D0B-1EF4-A4C3AAAD9E06}"/>
          </ac:spMkLst>
        </pc:spChg>
        <pc:spChg chg="add mod">
          <ac:chgData name="Berg, Dirk van den" userId="035ecb32-01d9-4b47-a105-eacf059a4647" providerId="ADAL" clId="{F7FF961E-CF96-44AC-93C2-93612F62D46D}" dt="2026-07-20T07:56:49.663" v="2640" actId="14100"/>
          <ac:spMkLst>
            <pc:docMk/>
            <pc:sldMk cId="2870383988" sldId="500"/>
            <ac:spMk id="3" creationId="{E563A7E4-53D1-A69D-2F7A-1172001DDD11}"/>
          </ac:spMkLst>
        </pc:spChg>
        <pc:picChg chg="add mod ord">
          <ac:chgData name="Berg, Dirk van den" userId="035ecb32-01d9-4b47-a105-eacf059a4647" providerId="ADAL" clId="{F7FF961E-CF96-44AC-93C2-93612F62D46D}" dt="2026-07-20T07:43:51.780" v="1840" actId="1076"/>
          <ac:picMkLst>
            <pc:docMk/>
            <pc:sldMk cId="2870383988" sldId="500"/>
            <ac:picMk id="5" creationId="{808E254E-DA0B-3F5D-1504-C7FA2F0881BC}"/>
          </ac:picMkLst>
        </pc:picChg>
      </pc:sldChg>
      <pc:sldChg chg="modSp new mod">
        <pc:chgData name="Berg, Dirk van den" userId="035ecb32-01d9-4b47-a105-eacf059a4647" providerId="ADAL" clId="{F7FF961E-CF96-44AC-93C2-93612F62D46D}" dt="2026-07-20T08:11:59.710" v="3127" actId="20577"/>
        <pc:sldMkLst>
          <pc:docMk/>
          <pc:sldMk cId="1549265577" sldId="501"/>
        </pc:sldMkLst>
        <pc:spChg chg="mod">
          <ac:chgData name="Berg, Dirk van den" userId="035ecb32-01d9-4b47-a105-eacf059a4647" providerId="ADAL" clId="{F7FF961E-CF96-44AC-93C2-93612F62D46D}" dt="2026-07-20T08:10:35.300" v="2938" actId="20577"/>
          <ac:spMkLst>
            <pc:docMk/>
            <pc:sldMk cId="1549265577" sldId="501"/>
            <ac:spMk id="2" creationId="{C9D3347F-2DD5-EC65-74F6-8C4385C13AAC}"/>
          </ac:spMkLst>
        </pc:spChg>
        <pc:spChg chg="mod">
          <ac:chgData name="Berg, Dirk van den" userId="035ecb32-01d9-4b47-a105-eacf059a4647" providerId="ADAL" clId="{F7FF961E-CF96-44AC-93C2-93612F62D46D}" dt="2026-07-20T08:11:59.710" v="3127" actId="20577"/>
          <ac:spMkLst>
            <pc:docMk/>
            <pc:sldMk cId="1549265577" sldId="501"/>
            <ac:spMk id="3" creationId="{378D4263-D145-1E57-6B08-D4ADF3A3CF37}"/>
          </ac:spMkLst>
        </pc:spChg>
      </pc:sldChg>
      <pc:sldChg chg="addSp modSp new mod ord">
        <pc:chgData name="Berg, Dirk van den" userId="035ecb32-01d9-4b47-a105-eacf059a4647" providerId="ADAL" clId="{F7FF961E-CF96-44AC-93C2-93612F62D46D}" dt="2026-07-19T15:20:11.479" v="1141"/>
        <pc:sldMkLst>
          <pc:docMk/>
          <pc:sldMk cId="2010738380" sldId="502"/>
        </pc:sldMkLst>
        <pc:spChg chg="mod">
          <ac:chgData name="Berg, Dirk van den" userId="035ecb32-01d9-4b47-a105-eacf059a4647" providerId="ADAL" clId="{F7FF961E-CF96-44AC-93C2-93612F62D46D}" dt="2026-07-16T12:18:45.505" v="659" actId="20577"/>
          <ac:spMkLst>
            <pc:docMk/>
            <pc:sldMk cId="2010738380" sldId="502"/>
            <ac:spMk id="3" creationId="{B7F8028B-1F56-2F40-6C56-7FADB0832FA0}"/>
          </ac:spMkLst>
        </pc:spChg>
        <pc:picChg chg="add mod">
          <ac:chgData name="Berg, Dirk van den" userId="035ecb32-01d9-4b47-a105-eacf059a4647" providerId="ADAL" clId="{F7FF961E-CF96-44AC-93C2-93612F62D46D}" dt="2026-07-19T14:03:09.330" v="1117" actId="1076"/>
          <ac:picMkLst>
            <pc:docMk/>
            <pc:sldMk cId="2010738380" sldId="502"/>
            <ac:picMk id="5" creationId="{2568CC53-42FF-A67B-F22D-BCF8D53B9405}"/>
          </ac:picMkLst>
        </pc:picChg>
      </pc:sldChg>
      <pc:sldChg chg="modSp new">
        <pc:chgData name="Berg, Dirk van den" userId="035ecb32-01d9-4b47-a105-eacf059a4647" providerId="ADAL" clId="{F7FF961E-CF96-44AC-93C2-93612F62D46D}" dt="2026-07-17T17:18:59.656" v="661"/>
        <pc:sldMkLst>
          <pc:docMk/>
          <pc:sldMk cId="3882324800" sldId="503"/>
        </pc:sldMkLst>
        <pc:spChg chg="mod">
          <ac:chgData name="Berg, Dirk van den" userId="035ecb32-01d9-4b47-a105-eacf059a4647" providerId="ADAL" clId="{F7FF961E-CF96-44AC-93C2-93612F62D46D}" dt="2026-07-17T17:18:59.656" v="661"/>
          <ac:spMkLst>
            <pc:docMk/>
            <pc:sldMk cId="3882324800" sldId="503"/>
            <ac:spMk id="3" creationId="{9FDF4D49-79F6-3263-A562-7D6BB161D269}"/>
          </ac:spMkLst>
        </pc:spChg>
      </pc:sldChg>
      <pc:sldChg chg="modSp new">
        <pc:chgData name="Berg, Dirk van den" userId="035ecb32-01d9-4b47-a105-eacf059a4647" providerId="ADAL" clId="{F7FF961E-CF96-44AC-93C2-93612F62D46D}" dt="2026-07-17T17:26:16.992" v="663"/>
        <pc:sldMkLst>
          <pc:docMk/>
          <pc:sldMk cId="1167806754" sldId="504"/>
        </pc:sldMkLst>
        <pc:spChg chg="mod">
          <ac:chgData name="Berg, Dirk van den" userId="035ecb32-01d9-4b47-a105-eacf059a4647" providerId="ADAL" clId="{F7FF961E-CF96-44AC-93C2-93612F62D46D}" dt="2026-07-17T17:26:16.992" v="663"/>
          <ac:spMkLst>
            <pc:docMk/>
            <pc:sldMk cId="1167806754" sldId="504"/>
            <ac:spMk id="3" creationId="{D08D0040-243A-613F-F268-116999B7181A}"/>
          </ac:spMkLst>
        </pc:spChg>
      </pc:sldChg>
      <pc:sldChg chg="modSp new mod">
        <pc:chgData name="Berg, Dirk van den" userId="035ecb32-01d9-4b47-a105-eacf059a4647" providerId="ADAL" clId="{F7FF961E-CF96-44AC-93C2-93612F62D46D}" dt="2026-07-18T13:30:00.592" v="695" actId="20577"/>
        <pc:sldMkLst>
          <pc:docMk/>
          <pc:sldMk cId="3663026319" sldId="505"/>
        </pc:sldMkLst>
        <pc:spChg chg="mod">
          <ac:chgData name="Berg, Dirk van den" userId="035ecb32-01d9-4b47-a105-eacf059a4647" providerId="ADAL" clId="{F7FF961E-CF96-44AC-93C2-93612F62D46D}" dt="2026-07-18T13:30:00.592" v="695" actId="20577"/>
          <ac:spMkLst>
            <pc:docMk/>
            <pc:sldMk cId="3663026319" sldId="505"/>
            <ac:spMk id="2" creationId="{1467275A-1CDE-3976-0EE8-FFA2C4B5D2FD}"/>
          </ac:spMkLst>
        </pc:spChg>
      </pc:sldChg>
      <pc:sldChg chg="modSp new">
        <pc:chgData name="Berg, Dirk van den" userId="035ecb32-01d9-4b47-a105-eacf059a4647" providerId="ADAL" clId="{F7FF961E-CF96-44AC-93C2-93612F62D46D}" dt="2026-07-18T14:20:16.290" v="697"/>
        <pc:sldMkLst>
          <pc:docMk/>
          <pc:sldMk cId="741879377" sldId="506"/>
        </pc:sldMkLst>
        <pc:spChg chg="mod">
          <ac:chgData name="Berg, Dirk van den" userId="035ecb32-01d9-4b47-a105-eacf059a4647" providerId="ADAL" clId="{F7FF961E-CF96-44AC-93C2-93612F62D46D}" dt="2026-07-18T14:20:16.290" v="697"/>
          <ac:spMkLst>
            <pc:docMk/>
            <pc:sldMk cId="741879377" sldId="506"/>
            <ac:spMk id="3" creationId="{009C086C-BE1E-7489-CFC1-2ADC67D106A5}"/>
          </ac:spMkLst>
        </pc:spChg>
      </pc:sldChg>
      <pc:sldChg chg="modSp new mod">
        <pc:chgData name="Berg, Dirk van den" userId="035ecb32-01d9-4b47-a105-eacf059a4647" providerId="ADAL" clId="{F7FF961E-CF96-44AC-93C2-93612F62D46D}" dt="2026-07-19T13:32:13.109" v="1114" actId="5793"/>
        <pc:sldMkLst>
          <pc:docMk/>
          <pc:sldMk cId="3681560508" sldId="507"/>
        </pc:sldMkLst>
        <pc:spChg chg="mod">
          <ac:chgData name="Berg, Dirk van den" userId="035ecb32-01d9-4b47-a105-eacf059a4647" providerId="ADAL" clId="{F7FF961E-CF96-44AC-93C2-93612F62D46D}" dt="2026-07-19T13:31:12.246" v="714" actId="20577"/>
          <ac:spMkLst>
            <pc:docMk/>
            <pc:sldMk cId="3681560508" sldId="507"/>
            <ac:spMk id="2" creationId="{F6F613B9-24A1-5152-D35A-57F56D25BAEA}"/>
          </ac:spMkLst>
        </pc:spChg>
        <pc:spChg chg="mod">
          <ac:chgData name="Berg, Dirk van den" userId="035ecb32-01d9-4b47-a105-eacf059a4647" providerId="ADAL" clId="{F7FF961E-CF96-44AC-93C2-93612F62D46D}" dt="2026-07-19T13:32:13.109" v="1114" actId="5793"/>
          <ac:spMkLst>
            <pc:docMk/>
            <pc:sldMk cId="3681560508" sldId="507"/>
            <ac:spMk id="3" creationId="{48D50295-3608-9EC7-EFA5-1EB2AEACC0FA}"/>
          </ac:spMkLst>
        </pc:spChg>
      </pc:sldChg>
      <pc:sldChg chg="modSp new">
        <pc:chgData name="Berg, Dirk van den" userId="035ecb32-01d9-4b47-a105-eacf059a4647" providerId="ADAL" clId="{F7FF961E-CF96-44AC-93C2-93612F62D46D}" dt="2026-07-19T14:14:31.378" v="1119"/>
        <pc:sldMkLst>
          <pc:docMk/>
          <pc:sldMk cId="1290457026" sldId="508"/>
        </pc:sldMkLst>
        <pc:spChg chg="mod">
          <ac:chgData name="Berg, Dirk van den" userId="035ecb32-01d9-4b47-a105-eacf059a4647" providerId="ADAL" clId="{F7FF961E-CF96-44AC-93C2-93612F62D46D}" dt="2026-07-19T14:14:31.378" v="1119"/>
          <ac:spMkLst>
            <pc:docMk/>
            <pc:sldMk cId="1290457026" sldId="508"/>
            <ac:spMk id="3" creationId="{8D3BF93A-6145-6691-7963-298800FD4C1C}"/>
          </ac:spMkLst>
        </pc:spChg>
      </pc:sldChg>
      <pc:sldChg chg="add">
        <pc:chgData name="Berg, Dirk van den" userId="035ecb32-01d9-4b47-a105-eacf059a4647" providerId="ADAL" clId="{F7FF961E-CF96-44AC-93C2-93612F62D46D}" dt="2026-07-19T14:59:55.183" v="1120"/>
        <pc:sldMkLst>
          <pc:docMk/>
          <pc:sldMk cId="85456295" sldId="509"/>
        </pc:sldMkLst>
      </pc:sldChg>
      <pc:sldChg chg="add">
        <pc:chgData name="Berg, Dirk van den" userId="035ecb32-01d9-4b47-a105-eacf059a4647" providerId="ADAL" clId="{F7FF961E-CF96-44AC-93C2-93612F62D46D}" dt="2026-07-19T14:59:55.183" v="1120"/>
        <pc:sldMkLst>
          <pc:docMk/>
          <pc:sldMk cId="3379626730" sldId="510"/>
        </pc:sldMkLst>
      </pc:sldChg>
      <pc:sldChg chg="add">
        <pc:chgData name="Berg, Dirk van den" userId="035ecb32-01d9-4b47-a105-eacf059a4647" providerId="ADAL" clId="{F7FF961E-CF96-44AC-93C2-93612F62D46D}" dt="2026-07-19T14:59:55.183" v="1120"/>
        <pc:sldMkLst>
          <pc:docMk/>
          <pc:sldMk cId="3767096509" sldId="511"/>
        </pc:sldMkLst>
      </pc:sldChg>
      <pc:sldChg chg="add">
        <pc:chgData name="Berg, Dirk van den" userId="035ecb32-01d9-4b47-a105-eacf059a4647" providerId="ADAL" clId="{F7FF961E-CF96-44AC-93C2-93612F62D46D}" dt="2026-07-19T14:59:55.183" v="1120"/>
        <pc:sldMkLst>
          <pc:docMk/>
          <pc:sldMk cId="2862808295" sldId="512"/>
        </pc:sldMkLst>
      </pc:sldChg>
      <pc:sldChg chg="add">
        <pc:chgData name="Berg, Dirk van den" userId="035ecb32-01d9-4b47-a105-eacf059a4647" providerId="ADAL" clId="{F7FF961E-CF96-44AC-93C2-93612F62D46D}" dt="2026-07-19T14:59:55.183" v="1120"/>
        <pc:sldMkLst>
          <pc:docMk/>
          <pc:sldMk cId="4230504406" sldId="513"/>
        </pc:sldMkLst>
      </pc:sldChg>
      <pc:sldChg chg="add">
        <pc:chgData name="Berg, Dirk van den" userId="035ecb32-01d9-4b47-a105-eacf059a4647" providerId="ADAL" clId="{F7FF961E-CF96-44AC-93C2-93612F62D46D}" dt="2026-07-19T14:59:55.183" v="1120"/>
        <pc:sldMkLst>
          <pc:docMk/>
          <pc:sldMk cId="696274823" sldId="514"/>
        </pc:sldMkLst>
      </pc:sldChg>
      <pc:sldChg chg="modSp new mod ord">
        <pc:chgData name="Berg, Dirk van den" userId="035ecb32-01d9-4b47-a105-eacf059a4647" providerId="ADAL" clId="{F7FF961E-CF96-44AC-93C2-93612F62D46D}" dt="2026-07-20T07:59:21.053" v="2820"/>
        <pc:sldMkLst>
          <pc:docMk/>
          <pc:sldMk cId="2392899760" sldId="515"/>
        </pc:sldMkLst>
        <pc:spChg chg="mod">
          <ac:chgData name="Berg, Dirk van den" userId="035ecb32-01d9-4b47-a105-eacf059a4647" providerId="ADAL" clId="{F7FF961E-CF96-44AC-93C2-93612F62D46D}" dt="2026-07-20T07:41:07.709" v="1835" actId="20577"/>
          <ac:spMkLst>
            <pc:docMk/>
            <pc:sldMk cId="2392899760" sldId="515"/>
            <ac:spMk id="2" creationId="{CFB01885-4846-8134-BEC0-72B9E9F36B35}"/>
          </ac:spMkLst>
        </pc:spChg>
        <pc:spChg chg="mod">
          <ac:chgData name="Berg, Dirk van den" userId="035ecb32-01d9-4b47-a105-eacf059a4647" providerId="ADAL" clId="{F7FF961E-CF96-44AC-93C2-93612F62D46D}" dt="2026-07-20T07:40:47.248" v="1786"/>
          <ac:spMkLst>
            <pc:docMk/>
            <pc:sldMk cId="2392899760" sldId="515"/>
            <ac:spMk id="3" creationId="{69E11215-6FC3-FFFB-42F5-5755E2760086}"/>
          </ac:spMkLst>
        </pc:spChg>
      </pc:sldChg>
      <pc:sldChg chg="addSp delSp modSp new mod">
        <pc:chgData name="Berg, Dirk van den" userId="035ecb32-01d9-4b47-a105-eacf059a4647" providerId="ADAL" clId="{F7FF961E-CF96-44AC-93C2-93612F62D46D}" dt="2026-07-20T08:35:07.751" v="3425" actId="1076"/>
        <pc:sldMkLst>
          <pc:docMk/>
          <pc:sldMk cId="2494752757" sldId="516"/>
        </pc:sldMkLst>
        <pc:spChg chg="mod">
          <ac:chgData name="Berg, Dirk van den" userId="035ecb32-01d9-4b47-a105-eacf059a4647" providerId="ADAL" clId="{F7FF961E-CF96-44AC-93C2-93612F62D46D}" dt="2026-07-20T08:31:15.399" v="3357" actId="1076"/>
          <ac:spMkLst>
            <pc:docMk/>
            <pc:sldMk cId="2494752757" sldId="516"/>
            <ac:spMk id="2" creationId="{B48BB103-51CD-D1AD-EF66-6845F822B8C6}"/>
          </ac:spMkLst>
        </pc:spChg>
        <pc:spChg chg="add del">
          <ac:chgData name="Berg, Dirk van den" userId="035ecb32-01d9-4b47-a105-eacf059a4647" providerId="ADAL" clId="{F7FF961E-CF96-44AC-93C2-93612F62D46D}" dt="2026-07-19T16:03:29.760" v="1158"/>
          <ac:spMkLst>
            <pc:docMk/>
            <pc:sldMk cId="2494752757" sldId="516"/>
            <ac:spMk id="3" creationId="{DD9EF6A1-06FC-659C-6EA8-8A4A112C55BD}"/>
          </ac:spMkLst>
        </pc:spChg>
        <pc:picChg chg="add del mod ord">
          <ac:chgData name="Berg, Dirk van den" userId="035ecb32-01d9-4b47-a105-eacf059a4647" providerId="ADAL" clId="{F7FF961E-CF96-44AC-93C2-93612F62D46D}" dt="2026-07-19T15:21:22.353" v="1144" actId="931"/>
          <ac:picMkLst>
            <pc:docMk/>
            <pc:sldMk cId="2494752757" sldId="516"/>
            <ac:picMk id="5" creationId="{E557787E-48FA-C5B8-425D-25CDB7F86182}"/>
          </ac:picMkLst>
        </pc:picChg>
        <pc:picChg chg="add mod ord">
          <ac:chgData name="Berg, Dirk van den" userId="035ecb32-01d9-4b47-a105-eacf059a4647" providerId="ADAL" clId="{F7FF961E-CF96-44AC-93C2-93612F62D46D}" dt="2026-07-20T08:35:07.751" v="3425" actId="1076"/>
          <ac:picMkLst>
            <pc:docMk/>
            <pc:sldMk cId="2494752757" sldId="516"/>
            <ac:picMk id="7" creationId="{FAB32DE3-3C8D-06A1-4B7F-20890D477A77}"/>
          </ac:picMkLst>
        </pc:picChg>
      </pc:sldChg>
      <pc:sldChg chg="addSp delSp modSp new mod modShow">
        <pc:chgData name="Berg, Dirk van den" userId="035ecb32-01d9-4b47-a105-eacf059a4647" providerId="ADAL" clId="{F7FF961E-CF96-44AC-93C2-93612F62D46D}" dt="2026-07-20T08:57:23.215" v="3936" actId="729"/>
        <pc:sldMkLst>
          <pc:docMk/>
          <pc:sldMk cId="3108109773" sldId="517"/>
        </pc:sldMkLst>
        <pc:spChg chg="mod">
          <ac:chgData name="Berg, Dirk van den" userId="035ecb32-01d9-4b47-a105-eacf059a4647" providerId="ADAL" clId="{F7FF961E-CF96-44AC-93C2-93612F62D46D}" dt="2026-07-20T08:35:15.693" v="3426" actId="1076"/>
          <ac:spMkLst>
            <pc:docMk/>
            <pc:sldMk cId="3108109773" sldId="517"/>
            <ac:spMk id="2" creationId="{7DE80250-30D8-5F77-700E-CA3A3ED3CED5}"/>
          </ac:spMkLst>
        </pc:spChg>
        <pc:spChg chg="del">
          <ac:chgData name="Berg, Dirk van den" userId="035ecb32-01d9-4b47-a105-eacf059a4647" providerId="ADAL" clId="{F7FF961E-CF96-44AC-93C2-93612F62D46D}" dt="2026-07-19T16:04:11.689" v="1179"/>
          <ac:spMkLst>
            <pc:docMk/>
            <pc:sldMk cId="3108109773" sldId="517"/>
            <ac:spMk id="3" creationId="{566AB5D8-10D0-2837-BD47-AA7F9FBD7A09}"/>
          </ac:spMkLst>
        </pc:spChg>
        <pc:spChg chg="add mod">
          <ac:chgData name="Berg, Dirk van den" userId="035ecb32-01d9-4b47-a105-eacf059a4647" providerId="ADAL" clId="{F7FF961E-CF96-44AC-93C2-93612F62D46D}" dt="2026-07-19T16:04:53.729" v="1193" actId="14100"/>
          <ac:spMkLst>
            <pc:docMk/>
            <pc:sldMk cId="3108109773" sldId="517"/>
            <ac:spMk id="7" creationId="{B0AF9000-84C2-6AFC-E406-81F73CCEF3FB}"/>
          </ac:spMkLst>
        </pc:spChg>
        <pc:picChg chg="add mod ord">
          <ac:chgData name="Berg, Dirk van den" userId="035ecb32-01d9-4b47-a105-eacf059a4647" providerId="ADAL" clId="{F7FF961E-CF96-44AC-93C2-93612F62D46D}" dt="2026-07-20T08:35:19.808" v="3428" actId="1076"/>
          <ac:picMkLst>
            <pc:docMk/>
            <pc:sldMk cId="3108109773" sldId="517"/>
            <ac:picMk id="5" creationId="{873F4197-3B53-0AA2-3B63-C4723CF542AF}"/>
          </ac:picMkLst>
        </pc:picChg>
      </pc:sldChg>
      <pc:sldChg chg="addSp delSp modSp new mod ord">
        <pc:chgData name="Berg, Dirk van den" userId="035ecb32-01d9-4b47-a105-eacf059a4647" providerId="ADAL" clId="{F7FF961E-CF96-44AC-93C2-93612F62D46D}" dt="2026-07-20T08:57:31.374" v="3942"/>
        <pc:sldMkLst>
          <pc:docMk/>
          <pc:sldMk cId="3184595984" sldId="518"/>
        </pc:sldMkLst>
        <pc:spChg chg="mod">
          <ac:chgData name="Berg, Dirk van den" userId="035ecb32-01d9-4b47-a105-eacf059a4647" providerId="ADAL" clId="{F7FF961E-CF96-44AC-93C2-93612F62D46D}" dt="2026-07-19T16:28:03.160" v="1221" actId="20577"/>
          <ac:spMkLst>
            <pc:docMk/>
            <pc:sldMk cId="3184595984" sldId="518"/>
            <ac:spMk id="2" creationId="{B2241F86-044E-D055-8B1E-FAE7CE705EDD}"/>
          </ac:spMkLst>
        </pc:spChg>
        <pc:spChg chg="del">
          <ac:chgData name="Berg, Dirk van den" userId="035ecb32-01d9-4b47-a105-eacf059a4647" providerId="ADAL" clId="{F7FF961E-CF96-44AC-93C2-93612F62D46D}" dt="2026-07-19T16:04:17.088" v="1184"/>
          <ac:spMkLst>
            <pc:docMk/>
            <pc:sldMk cId="3184595984" sldId="518"/>
            <ac:spMk id="3" creationId="{BDAB0913-C041-9145-5666-4A13364D62A4}"/>
          </ac:spMkLst>
        </pc:spChg>
        <pc:picChg chg="add mod ord">
          <ac:chgData name="Berg, Dirk van den" userId="035ecb32-01d9-4b47-a105-eacf059a4647" providerId="ADAL" clId="{F7FF961E-CF96-44AC-93C2-93612F62D46D}" dt="2026-07-19T16:28:07.861" v="1223" actId="1076"/>
          <ac:picMkLst>
            <pc:docMk/>
            <pc:sldMk cId="3184595984" sldId="518"/>
            <ac:picMk id="5" creationId="{2AF7A049-4ECF-58D0-C4FD-CA143DC27504}"/>
          </ac:picMkLst>
        </pc:picChg>
      </pc:sldChg>
      <pc:sldChg chg="addSp delSp modSp new mod modNotesTx">
        <pc:chgData name="Berg, Dirk van den" userId="035ecb32-01d9-4b47-a105-eacf059a4647" providerId="ADAL" clId="{F7FF961E-CF96-44AC-93C2-93612F62D46D}" dt="2026-07-20T08:58:17.354" v="3979" actId="20577"/>
        <pc:sldMkLst>
          <pc:docMk/>
          <pc:sldMk cId="3981946556" sldId="519"/>
        </pc:sldMkLst>
        <pc:spChg chg="mod">
          <ac:chgData name="Berg, Dirk van den" userId="035ecb32-01d9-4b47-a105-eacf059a4647" providerId="ADAL" clId="{F7FF961E-CF96-44AC-93C2-93612F62D46D}" dt="2026-07-20T08:45:55.774" v="3687" actId="1076"/>
          <ac:spMkLst>
            <pc:docMk/>
            <pc:sldMk cId="3981946556" sldId="519"/>
            <ac:spMk id="2" creationId="{B7021B1B-C686-4B39-D347-2FAF804A5BBA}"/>
          </ac:spMkLst>
        </pc:spChg>
        <pc:spChg chg="del">
          <ac:chgData name="Berg, Dirk van den" userId="035ecb32-01d9-4b47-a105-eacf059a4647" providerId="ADAL" clId="{F7FF961E-CF96-44AC-93C2-93612F62D46D}" dt="2026-07-19T16:04:20.541" v="1186"/>
          <ac:spMkLst>
            <pc:docMk/>
            <pc:sldMk cId="3981946556" sldId="519"/>
            <ac:spMk id="3" creationId="{D33B7DAD-7708-C221-5D74-F647A3D76EF7}"/>
          </ac:spMkLst>
        </pc:spChg>
        <pc:spChg chg="add mod">
          <ac:chgData name="Berg, Dirk van den" userId="035ecb32-01d9-4b47-a105-eacf059a4647" providerId="ADAL" clId="{F7FF961E-CF96-44AC-93C2-93612F62D46D}" dt="2026-07-20T08:50:55.852" v="3827" actId="20577"/>
          <ac:spMkLst>
            <pc:docMk/>
            <pc:sldMk cId="3981946556" sldId="519"/>
            <ac:spMk id="6" creationId="{0309BC99-90DE-5BED-A122-797FFB7E4D78}"/>
          </ac:spMkLst>
        </pc:spChg>
        <pc:picChg chg="add mod ord">
          <ac:chgData name="Berg, Dirk van den" userId="035ecb32-01d9-4b47-a105-eacf059a4647" providerId="ADAL" clId="{F7FF961E-CF96-44AC-93C2-93612F62D46D}" dt="2026-07-20T08:45:57.713" v="3688" actId="1076"/>
          <ac:picMkLst>
            <pc:docMk/>
            <pc:sldMk cId="3981946556" sldId="519"/>
            <ac:picMk id="5" creationId="{A03A8F9B-ADD1-D53D-1201-E0023BA98507}"/>
          </ac:picMkLst>
        </pc:picChg>
      </pc:sldChg>
      <pc:sldChg chg="addSp delSp modSp new mod modShow">
        <pc:chgData name="Berg, Dirk van den" userId="035ecb32-01d9-4b47-a105-eacf059a4647" providerId="ADAL" clId="{F7FF961E-CF96-44AC-93C2-93612F62D46D}" dt="2026-07-20T08:54:41.643" v="3828" actId="729"/>
        <pc:sldMkLst>
          <pc:docMk/>
          <pc:sldMk cId="4061179032" sldId="520"/>
        </pc:sldMkLst>
        <pc:spChg chg="mod">
          <ac:chgData name="Berg, Dirk van den" userId="035ecb32-01d9-4b47-a105-eacf059a4647" providerId="ADAL" clId="{F7FF961E-CF96-44AC-93C2-93612F62D46D}" dt="2026-07-19T16:30:13.444" v="1253" actId="27636"/>
          <ac:spMkLst>
            <pc:docMk/>
            <pc:sldMk cId="4061179032" sldId="520"/>
            <ac:spMk id="2" creationId="{B6A8C41A-E585-E17D-9411-0EEBED56261D}"/>
          </ac:spMkLst>
        </pc:spChg>
        <pc:spChg chg="del">
          <ac:chgData name="Berg, Dirk van den" userId="035ecb32-01d9-4b47-a105-eacf059a4647" providerId="ADAL" clId="{F7FF961E-CF96-44AC-93C2-93612F62D46D}" dt="2026-07-19T16:04:23.616" v="1188"/>
          <ac:spMkLst>
            <pc:docMk/>
            <pc:sldMk cId="4061179032" sldId="520"/>
            <ac:spMk id="3" creationId="{72DDE3AC-7EE3-AF9A-4AB8-E646B64324DF}"/>
          </ac:spMkLst>
        </pc:spChg>
        <pc:picChg chg="add mod ord">
          <ac:chgData name="Berg, Dirk van den" userId="035ecb32-01d9-4b47-a105-eacf059a4647" providerId="ADAL" clId="{F7FF961E-CF96-44AC-93C2-93612F62D46D}" dt="2026-07-19T16:30:07.263" v="1251" actId="1076"/>
          <ac:picMkLst>
            <pc:docMk/>
            <pc:sldMk cId="4061179032" sldId="520"/>
            <ac:picMk id="5" creationId="{9CC5F3FD-9C63-9DC0-1CE9-3F1FEA2607D9}"/>
          </ac:picMkLst>
        </pc:picChg>
      </pc:sldChg>
      <pc:sldChg chg="addSp delSp modSp new mod modShow">
        <pc:chgData name="Berg, Dirk van den" userId="035ecb32-01d9-4b47-a105-eacf059a4647" providerId="ADAL" clId="{F7FF961E-CF96-44AC-93C2-93612F62D46D}" dt="2026-07-20T08:54:41.643" v="3828" actId="729"/>
        <pc:sldMkLst>
          <pc:docMk/>
          <pc:sldMk cId="2612499300" sldId="521"/>
        </pc:sldMkLst>
        <pc:spChg chg="mod">
          <ac:chgData name="Berg, Dirk van den" userId="035ecb32-01d9-4b47-a105-eacf059a4647" providerId="ADAL" clId="{F7FF961E-CF96-44AC-93C2-93612F62D46D}" dt="2026-07-20T08:00:58.288" v="2822" actId="20577"/>
          <ac:spMkLst>
            <pc:docMk/>
            <pc:sldMk cId="2612499300" sldId="521"/>
            <ac:spMk id="2" creationId="{0DD24C20-8753-3096-33A6-2004D6CAE60A}"/>
          </ac:spMkLst>
        </pc:spChg>
        <pc:spChg chg="del">
          <ac:chgData name="Berg, Dirk van den" userId="035ecb32-01d9-4b47-a105-eacf059a4647" providerId="ADAL" clId="{F7FF961E-CF96-44AC-93C2-93612F62D46D}" dt="2026-07-19T16:04:25.994" v="1190"/>
          <ac:spMkLst>
            <pc:docMk/>
            <pc:sldMk cId="2612499300" sldId="521"/>
            <ac:spMk id="3" creationId="{6D9ACE51-B7CF-66FB-6F75-705AB05F6A2D}"/>
          </ac:spMkLst>
        </pc:spChg>
        <pc:picChg chg="add mod ord">
          <ac:chgData name="Berg, Dirk van den" userId="035ecb32-01d9-4b47-a105-eacf059a4647" providerId="ADAL" clId="{F7FF961E-CF96-44AC-93C2-93612F62D46D}" dt="2026-07-19T16:30:31.817" v="1258" actId="1076"/>
          <ac:picMkLst>
            <pc:docMk/>
            <pc:sldMk cId="2612499300" sldId="521"/>
            <ac:picMk id="5" creationId="{D60BD642-4732-6193-AC24-6575811B9AAD}"/>
          </ac:picMkLst>
        </pc:picChg>
      </pc:sldChg>
      <pc:sldChg chg="modSp new mod">
        <pc:chgData name="Berg, Dirk van den" userId="035ecb32-01d9-4b47-a105-eacf059a4647" providerId="ADAL" clId="{F7FF961E-CF96-44AC-93C2-93612F62D46D}" dt="2026-07-19T16:32:00.759" v="1283" actId="20577"/>
        <pc:sldMkLst>
          <pc:docMk/>
          <pc:sldMk cId="487476648" sldId="522"/>
        </pc:sldMkLst>
        <pc:spChg chg="mod">
          <ac:chgData name="Berg, Dirk van den" userId="035ecb32-01d9-4b47-a105-eacf059a4647" providerId="ADAL" clId="{F7FF961E-CF96-44AC-93C2-93612F62D46D}" dt="2026-07-19T16:32:00.759" v="1283" actId="20577"/>
          <ac:spMkLst>
            <pc:docMk/>
            <pc:sldMk cId="487476648" sldId="522"/>
            <ac:spMk id="2" creationId="{F9FBBEE9-0528-AAA5-14AC-B486035CE935}"/>
          </ac:spMkLst>
        </pc:spChg>
      </pc:sldChg>
      <pc:sldChg chg="new">
        <pc:chgData name="Berg, Dirk van den" userId="035ecb32-01d9-4b47-a105-eacf059a4647" providerId="ADAL" clId="{F7FF961E-CF96-44AC-93C2-93612F62D46D}" dt="2026-07-19T16:40:28.525" v="1284" actId="680"/>
        <pc:sldMkLst>
          <pc:docMk/>
          <pc:sldMk cId="2504288550" sldId="523"/>
        </pc:sldMkLst>
      </pc:sldChg>
      <pc:sldChg chg="new">
        <pc:chgData name="Berg, Dirk van den" userId="035ecb32-01d9-4b47-a105-eacf059a4647" providerId="ADAL" clId="{F7FF961E-CF96-44AC-93C2-93612F62D46D}" dt="2026-07-20T07:38:58.359" v="1681" actId="680"/>
        <pc:sldMkLst>
          <pc:docMk/>
          <pc:sldMk cId="615613915" sldId="524"/>
        </pc:sldMkLst>
      </pc:sldChg>
      <pc:sldChg chg="modSp new">
        <pc:chgData name="Berg, Dirk van den" userId="035ecb32-01d9-4b47-a105-eacf059a4647" providerId="ADAL" clId="{F7FF961E-CF96-44AC-93C2-93612F62D46D}" dt="2026-07-20T07:39:00.093" v="1683"/>
        <pc:sldMkLst>
          <pc:docMk/>
          <pc:sldMk cId="2566551135" sldId="525"/>
        </pc:sldMkLst>
        <pc:spChg chg="mod">
          <ac:chgData name="Berg, Dirk van den" userId="035ecb32-01d9-4b47-a105-eacf059a4647" providerId="ADAL" clId="{F7FF961E-CF96-44AC-93C2-93612F62D46D}" dt="2026-07-20T07:39:00.093" v="1683"/>
          <ac:spMkLst>
            <pc:docMk/>
            <pc:sldMk cId="2566551135" sldId="525"/>
            <ac:spMk id="3" creationId="{610F4476-8425-C771-23AC-82C2ADA65701}"/>
          </ac:spMkLst>
        </pc:spChg>
      </pc:sldChg>
      <pc:sldChg chg="add">
        <pc:chgData name="Berg, Dirk van den" userId="035ecb32-01d9-4b47-a105-eacf059a4647" providerId="ADAL" clId="{F7FF961E-CF96-44AC-93C2-93612F62D46D}" dt="2026-07-20T07:58:07.715" v="2817" actId="2890"/>
        <pc:sldMkLst>
          <pc:docMk/>
          <pc:sldMk cId="3648527617" sldId="526"/>
        </pc:sldMkLst>
      </pc:sldChg>
      <pc:sldChg chg="add">
        <pc:chgData name="Berg, Dirk van den" userId="035ecb32-01d9-4b47-a105-eacf059a4647" providerId="ADAL" clId="{F7FF961E-CF96-44AC-93C2-93612F62D46D}" dt="2026-07-20T08:10:49.384" v="2939"/>
        <pc:sldMkLst>
          <pc:docMk/>
          <pc:sldMk cId="1189821286" sldId="527"/>
        </pc:sldMkLst>
      </pc:sldChg>
      <pc:sldChg chg="add">
        <pc:chgData name="Berg, Dirk van den" userId="035ecb32-01d9-4b47-a105-eacf059a4647" providerId="ADAL" clId="{F7FF961E-CF96-44AC-93C2-93612F62D46D}" dt="2026-07-20T08:10:49.384" v="2939"/>
        <pc:sldMkLst>
          <pc:docMk/>
          <pc:sldMk cId="3111693306" sldId="528"/>
        </pc:sldMkLst>
      </pc:sldChg>
      <pc:sldChg chg="addSp delSp modSp new mod">
        <pc:chgData name="Berg, Dirk van den" userId="035ecb32-01d9-4b47-a105-eacf059a4647" providerId="ADAL" clId="{F7FF961E-CF96-44AC-93C2-93612F62D46D}" dt="2026-07-20T08:14:59.809" v="3133" actId="1076"/>
        <pc:sldMkLst>
          <pc:docMk/>
          <pc:sldMk cId="4216970088" sldId="529"/>
        </pc:sldMkLst>
        <pc:spChg chg="del">
          <ac:chgData name="Berg, Dirk van den" userId="035ecb32-01d9-4b47-a105-eacf059a4647" providerId="ADAL" clId="{F7FF961E-CF96-44AC-93C2-93612F62D46D}" dt="2026-07-20T08:14:54.246" v="3130"/>
          <ac:spMkLst>
            <pc:docMk/>
            <pc:sldMk cId="4216970088" sldId="529"/>
            <ac:spMk id="3" creationId="{B75795BB-47EE-C319-896C-49D209591C67}"/>
          </ac:spMkLst>
        </pc:spChg>
        <pc:picChg chg="add mod ord">
          <ac:chgData name="Berg, Dirk van den" userId="035ecb32-01d9-4b47-a105-eacf059a4647" providerId="ADAL" clId="{F7FF961E-CF96-44AC-93C2-93612F62D46D}" dt="2026-07-20T08:14:59.809" v="3133" actId="1076"/>
          <ac:picMkLst>
            <pc:docMk/>
            <pc:sldMk cId="4216970088" sldId="529"/>
            <ac:picMk id="5" creationId="{A787703B-0235-7FCA-2307-564A8432B1FE}"/>
          </ac:picMkLst>
        </pc:picChg>
      </pc:sldChg>
      <pc:sldChg chg="modSp new mod">
        <pc:chgData name="Berg, Dirk van den" userId="035ecb32-01d9-4b47-a105-eacf059a4647" providerId="ADAL" clId="{F7FF961E-CF96-44AC-93C2-93612F62D46D}" dt="2026-07-20T08:37:05.781" v="3605" actId="20577"/>
        <pc:sldMkLst>
          <pc:docMk/>
          <pc:sldMk cId="558241107" sldId="530"/>
        </pc:sldMkLst>
        <pc:spChg chg="mod">
          <ac:chgData name="Berg, Dirk van den" userId="035ecb32-01d9-4b47-a105-eacf059a4647" providerId="ADAL" clId="{F7FF961E-CF96-44AC-93C2-93612F62D46D}" dt="2026-07-20T08:15:07.147" v="3151" actId="20577"/>
          <ac:spMkLst>
            <pc:docMk/>
            <pc:sldMk cId="558241107" sldId="530"/>
            <ac:spMk id="2" creationId="{6779B920-6FAF-B53C-74E9-E2EDB8ACF7D9}"/>
          </ac:spMkLst>
        </pc:spChg>
        <pc:spChg chg="mod">
          <ac:chgData name="Berg, Dirk van den" userId="035ecb32-01d9-4b47-a105-eacf059a4647" providerId="ADAL" clId="{F7FF961E-CF96-44AC-93C2-93612F62D46D}" dt="2026-07-20T08:37:05.781" v="3605" actId="20577"/>
          <ac:spMkLst>
            <pc:docMk/>
            <pc:sldMk cId="558241107" sldId="530"/>
            <ac:spMk id="3" creationId="{C47538A7-D76C-4BBE-8F84-286D4C449328}"/>
          </ac:spMkLst>
        </pc:spChg>
      </pc:sldChg>
      <pc:sldChg chg="modSp new">
        <pc:chgData name="Berg, Dirk van den" userId="035ecb32-01d9-4b47-a105-eacf059a4647" providerId="ADAL" clId="{F7FF961E-CF96-44AC-93C2-93612F62D46D}" dt="2026-07-20T08:22:37.110" v="3249"/>
        <pc:sldMkLst>
          <pc:docMk/>
          <pc:sldMk cId="627861132" sldId="531"/>
        </pc:sldMkLst>
        <pc:spChg chg="mod">
          <ac:chgData name="Berg, Dirk van den" userId="035ecb32-01d9-4b47-a105-eacf059a4647" providerId="ADAL" clId="{F7FF961E-CF96-44AC-93C2-93612F62D46D}" dt="2026-07-20T08:22:37.110" v="3249"/>
          <ac:spMkLst>
            <pc:docMk/>
            <pc:sldMk cId="627861132" sldId="531"/>
            <ac:spMk id="3" creationId="{0B2B3C2B-DA87-7773-1AE1-D273DA40E0BB}"/>
          </ac:spMkLst>
        </pc:spChg>
      </pc:sldChg>
      <pc:sldChg chg="addSp delSp modSp new mod">
        <pc:chgData name="Berg, Dirk van den" userId="035ecb32-01d9-4b47-a105-eacf059a4647" providerId="ADAL" clId="{F7FF961E-CF96-44AC-93C2-93612F62D46D}" dt="2026-07-20T08:34:19.195" v="3420" actId="20577"/>
        <pc:sldMkLst>
          <pc:docMk/>
          <pc:sldMk cId="1547116052" sldId="532"/>
        </pc:sldMkLst>
        <pc:spChg chg="add del mod">
          <ac:chgData name="Berg, Dirk van den" userId="035ecb32-01d9-4b47-a105-eacf059a4647" providerId="ADAL" clId="{F7FF961E-CF96-44AC-93C2-93612F62D46D}" dt="2026-07-20T08:34:19.195" v="3420" actId="20577"/>
          <ac:spMkLst>
            <pc:docMk/>
            <pc:sldMk cId="1547116052" sldId="532"/>
            <ac:spMk id="3" creationId="{60FC4D47-9A6F-F699-0445-190BDB7E1B70}"/>
          </ac:spMkLst>
        </pc:spChg>
        <pc:picChg chg="add del mod ord">
          <ac:chgData name="Berg, Dirk van den" userId="035ecb32-01d9-4b47-a105-eacf059a4647" providerId="ADAL" clId="{F7FF961E-CF96-44AC-93C2-93612F62D46D}" dt="2026-07-20T08:28:18.105" v="3257" actId="931"/>
          <ac:picMkLst>
            <pc:docMk/>
            <pc:sldMk cId="1547116052" sldId="532"/>
            <ac:picMk id="5" creationId="{557C1F21-F26B-99C7-3A3B-E87386A166EB}"/>
          </ac:picMkLst>
        </pc:picChg>
        <pc:picChg chg="add mod">
          <ac:chgData name="Berg, Dirk van den" userId="035ecb32-01d9-4b47-a105-eacf059a4647" providerId="ADAL" clId="{F7FF961E-CF96-44AC-93C2-93612F62D46D}" dt="2026-07-20T08:28:41.786" v="3288" actId="1076"/>
          <ac:picMkLst>
            <pc:docMk/>
            <pc:sldMk cId="1547116052" sldId="532"/>
            <ac:picMk id="7" creationId="{EE008423-C766-CC84-17B8-F760405D2D2C}"/>
          </ac:picMkLst>
        </pc:picChg>
      </pc:sldChg>
      <pc:sldChg chg="new del">
        <pc:chgData name="Berg, Dirk van den" userId="035ecb32-01d9-4b47-a105-eacf059a4647" providerId="ADAL" clId="{F7FF961E-CF96-44AC-93C2-93612F62D46D}" dt="2026-07-20T08:22:55.054" v="3251" actId="47"/>
        <pc:sldMkLst>
          <pc:docMk/>
          <pc:sldMk cId="3731673340" sldId="532"/>
        </pc:sldMkLst>
      </pc:sldChg>
      <pc:sldChg chg="new">
        <pc:chgData name="Berg, Dirk van den" userId="035ecb32-01d9-4b47-a105-eacf059a4647" providerId="ADAL" clId="{F7FF961E-CF96-44AC-93C2-93612F62D46D}" dt="2026-07-20T08:37:15.336" v="3606" actId="680"/>
        <pc:sldMkLst>
          <pc:docMk/>
          <pc:sldMk cId="3407476947" sldId="533"/>
        </pc:sldMkLst>
      </pc:sldChg>
      <pc:sldChg chg="modSp new mod">
        <pc:chgData name="Berg, Dirk van den" userId="035ecb32-01d9-4b47-a105-eacf059a4647" providerId="ADAL" clId="{F7FF961E-CF96-44AC-93C2-93612F62D46D}" dt="2026-07-20T09:00:26.373" v="4126" actId="20577"/>
        <pc:sldMkLst>
          <pc:docMk/>
          <pc:sldMk cId="3835646694" sldId="534"/>
        </pc:sldMkLst>
        <pc:spChg chg="mod">
          <ac:chgData name="Berg, Dirk van den" userId="035ecb32-01d9-4b47-a105-eacf059a4647" providerId="ADAL" clId="{F7FF961E-CF96-44AC-93C2-93612F62D46D}" dt="2026-07-20T08:56:55.474" v="3918" actId="20577"/>
          <ac:spMkLst>
            <pc:docMk/>
            <pc:sldMk cId="3835646694" sldId="534"/>
            <ac:spMk id="2" creationId="{7BB2849D-779F-BE86-5AC7-E8F9C9505472}"/>
          </ac:spMkLst>
        </pc:spChg>
        <pc:spChg chg="mod">
          <ac:chgData name="Berg, Dirk van den" userId="035ecb32-01d9-4b47-a105-eacf059a4647" providerId="ADAL" clId="{F7FF961E-CF96-44AC-93C2-93612F62D46D}" dt="2026-07-20T09:00:26.373" v="4126" actId="20577"/>
          <ac:spMkLst>
            <pc:docMk/>
            <pc:sldMk cId="3835646694" sldId="534"/>
            <ac:spMk id="3" creationId="{52ACE1F0-F014-49C6-621E-8312293A42CF}"/>
          </ac:spMkLst>
        </pc:spChg>
      </pc:sldChg>
      <pc:sldChg chg="addSp delSp modSp new mod modNotesTx">
        <pc:chgData name="Berg, Dirk van den" userId="035ecb32-01d9-4b47-a105-eacf059a4647" providerId="ADAL" clId="{F7FF961E-CF96-44AC-93C2-93612F62D46D}" dt="2026-07-20T08:43:32.616" v="3685" actId="20577"/>
        <pc:sldMkLst>
          <pc:docMk/>
          <pc:sldMk cId="486147434" sldId="535"/>
        </pc:sldMkLst>
        <pc:spChg chg="mod">
          <ac:chgData name="Berg, Dirk van den" userId="035ecb32-01d9-4b47-a105-eacf059a4647" providerId="ADAL" clId="{F7FF961E-CF96-44AC-93C2-93612F62D46D}" dt="2026-07-20T08:41:52.675" v="3671" actId="20577"/>
          <ac:spMkLst>
            <pc:docMk/>
            <pc:sldMk cId="486147434" sldId="535"/>
            <ac:spMk id="2" creationId="{BDA554E6-0B86-BB5B-0517-E3F9878D5A5D}"/>
          </ac:spMkLst>
        </pc:spChg>
        <pc:spChg chg="del">
          <ac:chgData name="Berg, Dirk van den" userId="035ecb32-01d9-4b47-a105-eacf059a4647" providerId="ADAL" clId="{F7FF961E-CF96-44AC-93C2-93612F62D46D}" dt="2026-07-20T08:42:03.017" v="3673"/>
          <ac:spMkLst>
            <pc:docMk/>
            <pc:sldMk cId="486147434" sldId="535"/>
            <ac:spMk id="3" creationId="{A35712E6-3093-F4F5-7A53-C4EABC2A9595}"/>
          </ac:spMkLst>
        </pc:spChg>
        <pc:picChg chg="add mod ord">
          <ac:chgData name="Berg, Dirk van den" userId="035ecb32-01d9-4b47-a105-eacf059a4647" providerId="ADAL" clId="{F7FF961E-CF96-44AC-93C2-93612F62D46D}" dt="2026-07-20T08:42:12.626" v="3679" actId="1076"/>
          <ac:picMkLst>
            <pc:docMk/>
            <pc:sldMk cId="486147434" sldId="535"/>
            <ac:picMk id="5" creationId="{A1BACAB5-9D8D-78A0-A3E9-38ECA6815E9D}"/>
          </ac:picMkLst>
        </pc:picChg>
      </pc:sldChg>
      <pc:sldChg chg="addSp delSp modSp new mod">
        <pc:chgData name="Berg, Dirk van den" userId="035ecb32-01d9-4b47-a105-eacf059a4647" providerId="ADAL" clId="{F7FF961E-CF96-44AC-93C2-93612F62D46D}" dt="2026-07-20T08:56:01.157" v="3839" actId="1076"/>
        <pc:sldMkLst>
          <pc:docMk/>
          <pc:sldMk cId="3878150585" sldId="536"/>
        </pc:sldMkLst>
        <pc:spChg chg="del">
          <ac:chgData name="Berg, Dirk van den" userId="035ecb32-01d9-4b47-a105-eacf059a4647" providerId="ADAL" clId="{F7FF961E-CF96-44AC-93C2-93612F62D46D}" dt="2026-07-20T08:55:50.252" v="3831"/>
          <ac:spMkLst>
            <pc:docMk/>
            <pc:sldMk cId="3878150585" sldId="536"/>
            <ac:spMk id="3" creationId="{E6678773-C2B4-7325-2503-4A6B82D1F37B}"/>
          </ac:spMkLst>
        </pc:spChg>
        <pc:picChg chg="add mod ord">
          <ac:chgData name="Berg, Dirk van den" userId="035ecb32-01d9-4b47-a105-eacf059a4647" providerId="ADAL" clId="{F7FF961E-CF96-44AC-93C2-93612F62D46D}" dt="2026-07-20T08:56:01.157" v="3839" actId="1076"/>
          <ac:picMkLst>
            <pc:docMk/>
            <pc:sldMk cId="3878150585" sldId="536"/>
            <ac:picMk id="5" creationId="{944D530C-EBA9-54AA-32BA-90EE846135D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D21CC5-7D3B-4D0E-ADA0-02BB2BD8ABE1}" type="datetimeFigureOut">
              <a:rPr lang="en-NL" smtClean="0"/>
              <a:t>19/07/2026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C2858C-D3E6-484D-8AEB-0D1C63E21186}" type="slidenum">
              <a:rPr lang="en-NL" smtClean="0"/>
              <a:t>‹#›</a:t>
            </a:fld>
            <a:endParaRPr lang="en-NL"/>
          </a:p>
        </p:txBody>
      </p:sp>
    </p:spTree>
    <p:extLst>
      <p:ext uri="{BB962C8B-B14F-4D97-AF65-F5344CB8AC3E}">
        <p14:creationId xmlns:p14="http://schemas.microsoft.com/office/powerpoint/2010/main" val="3743316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7A217-BC89-726B-76DF-585CDAEED9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40155-7E3A-B87B-F56C-1D0F1D7E5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A85D9-4E1B-DC51-2F18-D089891E161D}"/>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8AC1E455-120B-73CE-D460-715383EB2628}"/>
              </a:ext>
            </a:extLst>
          </p:cNvPr>
          <p:cNvSpPr>
            <a:spLocks noGrp="1"/>
          </p:cNvSpPr>
          <p:nvPr>
            <p:ph type="sldNum" sz="quarter" idx="5"/>
          </p:nvPr>
        </p:nvSpPr>
        <p:spPr/>
        <p:txBody>
          <a:bodyPr/>
          <a:lstStyle/>
          <a:p>
            <a:fld id="{B408ABE9-835D-41BF-A9B3-EFBAC967A8E2}" type="slidenum">
              <a:rPr lang="en-NL" smtClean="0"/>
              <a:t>2</a:t>
            </a:fld>
            <a:endParaRPr lang="en-NL"/>
          </a:p>
        </p:txBody>
      </p:sp>
    </p:spTree>
    <p:extLst>
      <p:ext uri="{BB962C8B-B14F-4D97-AF65-F5344CB8AC3E}">
        <p14:creationId xmlns:p14="http://schemas.microsoft.com/office/powerpoint/2010/main" val="3843723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32CD2-6902-08E7-94CA-936CAFB070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64DC70-BB1B-8C44-08E9-FB8FD7079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CF582A-D2B6-34BB-FE02-6DE5FDA9110E}"/>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9A6A60CF-0494-FE42-03A0-669934B14176}"/>
              </a:ext>
            </a:extLst>
          </p:cNvPr>
          <p:cNvSpPr>
            <a:spLocks noGrp="1"/>
          </p:cNvSpPr>
          <p:nvPr>
            <p:ph type="sldNum" sz="quarter" idx="5"/>
          </p:nvPr>
        </p:nvSpPr>
        <p:spPr/>
        <p:txBody>
          <a:bodyPr/>
          <a:lstStyle/>
          <a:p>
            <a:fld id="{B408ABE9-835D-41BF-A9B3-EFBAC967A8E2}" type="slidenum">
              <a:rPr lang="en-NL" smtClean="0"/>
              <a:t>3</a:t>
            </a:fld>
            <a:endParaRPr lang="en-NL"/>
          </a:p>
        </p:txBody>
      </p:sp>
    </p:spTree>
    <p:extLst>
      <p:ext uri="{BB962C8B-B14F-4D97-AF65-F5344CB8AC3E}">
        <p14:creationId xmlns:p14="http://schemas.microsoft.com/office/powerpoint/2010/main" val="3626525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Impuls</a:t>
            </a:r>
            <a:r>
              <a:rPr lang="en-US" dirty="0"/>
              <a:t> input</a:t>
            </a:r>
            <a:endParaRPr lang="en-NL" dirty="0"/>
          </a:p>
        </p:txBody>
      </p:sp>
      <p:sp>
        <p:nvSpPr>
          <p:cNvPr id="4" name="Slide Number Placeholder 3"/>
          <p:cNvSpPr>
            <a:spLocks noGrp="1"/>
          </p:cNvSpPr>
          <p:nvPr>
            <p:ph type="sldNum" sz="quarter" idx="5"/>
          </p:nvPr>
        </p:nvSpPr>
        <p:spPr/>
        <p:txBody>
          <a:bodyPr/>
          <a:lstStyle/>
          <a:p>
            <a:fld id="{55E5551A-F052-48EF-86D5-0035F15B2DBE}" type="slidenum">
              <a:rPr lang="en-NL" smtClean="0"/>
              <a:t>5</a:t>
            </a:fld>
            <a:endParaRPr lang="en-NL"/>
          </a:p>
        </p:txBody>
      </p:sp>
    </p:spTree>
    <p:extLst>
      <p:ext uri="{BB962C8B-B14F-4D97-AF65-F5344CB8AC3E}">
        <p14:creationId xmlns:p14="http://schemas.microsoft.com/office/powerpoint/2010/main" val="235642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Precisely, from the code: </a:t>
            </a:r>
            <a:r>
              <a:rPr lang="en-US" dirty="0" err="1"/>
              <a:t>absorber_rms</a:t>
            </a:r>
            <a:r>
              <a:rPr lang="en-US" dirty="0"/>
              <a:t> = </a:t>
            </a:r>
            <a:r>
              <a:rPr lang="en-US" dirty="0" err="1"/>
              <a:t>data.val_x_aug</a:t>
            </a:r>
            <a:r>
              <a:rPr lang="en-US" dirty="0"/>
              <a:t>[:, 0].std() — the standard deviation of the absorber's displacement </a:t>
            </a:r>
            <a:r>
              <a:rPr lang="en-US" dirty="0" err="1"/>
              <a:t>δa</a:t>
            </a:r>
            <a:r>
              <a:rPr lang="en-US" dirty="0"/>
              <a:t> over the V1 trajectory. That works out to ~2.19e-5 m ≈ 22 </a:t>
            </a:r>
            <a:r>
              <a:rPr lang="en-US" dirty="0" err="1"/>
              <a:t>μm</a:t>
            </a:r>
            <a:r>
              <a:rPr lang="en-US" dirty="0"/>
              <a:t>. It's plotted as two horizontal dotted lines at +22 </a:t>
            </a:r>
            <a:r>
              <a:rPr lang="en-US" dirty="0" err="1"/>
              <a:t>μm</a:t>
            </a:r>
            <a:r>
              <a:rPr lang="en-US" dirty="0"/>
              <a:t> and −22 </a:t>
            </a:r>
            <a:r>
              <a:rPr lang="en-US" dirty="0" err="1"/>
              <a:t>μm</a:t>
            </a:r>
            <a:r>
              <a:rPr lang="en-US" dirty="0"/>
              <a:t> (symmetric, because </a:t>
            </a:r>
            <a:r>
              <a:rPr lang="en-US" dirty="0" err="1"/>
              <a:t>δa</a:t>
            </a:r>
            <a:r>
              <a:rPr lang="en-US" dirty="0"/>
              <a:t> is a roughly zero-mean oscillation).What it represents: the hidden absorber (the 10%-mass MSD at 150 Hz) is exactly the unmodeled dynamics the augmentation exists to capture. Its displacement swings by ~22 </a:t>
            </a:r>
            <a:r>
              <a:rPr lang="en-US" dirty="0" err="1"/>
              <a:t>μm</a:t>
            </a:r>
            <a:r>
              <a:rPr lang="en-US" dirty="0"/>
              <a:t> RMS. So that band marks the scale of the thing the ANN should be </a:t>
            </a:r>
            <a:r>
              <a:rPr lang="en-US" dirty="0" err="1"/>
              <a:t>learning.Why</a:t>
            </a:r>
            <a:r>
              <a:rPr lang="en-US" dirty="0"/>
              <a:t> it's useful on an error plot: it turns the vertical axis into a "is this error meaningful?" yardstick:- Error inside the ±22 </a:t>
            </a:r>
            <a:r>
              <a:rPr lang="en-US" dirty="0" err="1"/>
              <a:t>μm</a:t>
            </a:r>
            <a:r>
              <a:rPr lang="en-US" dirty="0"/>
              <a:t> band → the residual is at absorber scale, i.e. the error is dominated by the very dynamics you're trying to model. That's the good regime.- Error outside the band → the error has grown beyond the signal itself, so it's no longer "unmodeled absorber," it's drift. On the untrained Y panel the ramp reaches ~110 </a:t>
            </a:r>
            <a:r>
              <a:rPr lang="en-US" dirty="0" err="1"/>
              <a:t>μm</a:t>
            </a:r>
            <a:r>
              <a:rPr lang="en-US" dirty="0"/>
              <a:t> ≈ 5× the band; on the trained figure the ANN reaches 2.6 cm ≈ 1000× the band. Both are "the error is now far bigger than the signal we care about.“</a:t>
            </a:r>
          </a:p>
          <a:p>
            <a:endParaRPr lang="en-US" dirty="0"/>
          </a:p>
          <a:p>
            <a:endParaRPr lang="en-US" dirty="0"/>
          </a:p>
          <a:p>
            <a:endParaRPr lang="en-US" dirty="0"/>
          </a:p>
          <a:p>
            <a:pPr marL="171450" indent="-171450">
              <a:buFontTx/>
              <a:buChar char="-"/>
            </a:pPr>
            <a:r>
              <a:rPr lang="en-US" dirty="0"/>
              <a:t>X and Y have no stiffness (K = 0). Their position is a free integrator — nothing pulls it back to a setpoint. (Physically: electric servo axes, no spring.)- Feed a constant force into such an axis: the velocity builds up to a terminal value (there's a little damping, so velocity itself stays bounded), but since that terminal velocity is nonzero and the position has no restoring stiffness, the position ramps forever. Constant force → constant drift rate → the curves you see (a short build-up, then a steady ramp to cm-scale).- Contrast with Theta (K &gt; 0): there a constant force just produces a bounded position offset F/K — the spring balances the force and it settles. That's why Theta doesn't drift and X/Y do, under the same kind of ANN error.</a:t>
            </a:r>
          </a:p>
          <a:p>
            <a:pPr marL="171450" indent="-171450">
              <a:buFontTx/>
              <a:buChar char="-"/>
            </a:pPr>
            <a:endParaRPr lang="en-US" dirty="0"/>
          </a:p>
          <a:p>
            <a:pPr marL="171450" indent="-171450">
              <a:buFontTx/>
              <a:buChar char="-"/>
            </a:pPr>
            <a:endParaRPr lang="en-US" dirty="0"/>
          </a:p>
          <a:p>
            <a:pPr marL="171450" indent="-171450">
              <a:buFontTx/>
              <a:buChar char="-"/>
            </a:pPr>
            <a:r>
              <a:rPr lang="en-US" dirty="0"/>
              <a:t>So "DC-drift" = constant force × free integrator (no stiffness) = unbounded position growth. The stiffness is precisely what would stop it, and X/Y don't have it.</a:t>
            </a:r>
          </a:p>
          <a:p>
            <a:pPr marL="171450" indent="-171450">
              <a:buFontTx/>
              <a:buChar char="-"/>
            </a:pPr>
            <a:endParaRPr lang="en-US" dirty="0"/>
          </a:p>
          <a:p>
            <a:pPr marL="171450" indent="-171450">
              <a:buFontTx/>
              <a:buChar char="-"/>
            </a:pPr>
            <a:r>
              <a:rPr lang="en-US" dirty="0"/>
              <a:t>For your supervisor, the one-sentence version: the augmented model drifts because the ANN emits a small constant force on the stiffness-free X/Y axes, and a constant force on a free integrator integrates into unbounded position — proven by the fact that subtracting that constant removes the drift.</a:t>
            </a:r>
          </a:p>
          <a:p>
            <a:pPr marL="171450" indent="-171450">
              <a:buFontTx/>
              <a:buChar char="-"/>
            </a:pPr>
            <a:endParaRPr lang="en-US" dirty="0"/>
          </a:p>
          <a:p>
            <a:pPr marL="171450" indent="-171450">
              <a:buFontTx/>
              <a:buChar char="-"/>
            </a:pPr>
            <a:endParaRPr lang="en-US" dirty="0"/>
          </a:p>
          <a:p>
            <a:pPr marL="171450" indent="-171450">
              <a:buFontTx/>
              <a:buChar char="-"/>
            </a:pPr>
            <a:r>
              <a:rPr lang="en-US" dirty="0"/>
              <a:t>How it was </a:t>
            </a:r>
            <a:r>
              <a:rPr lang="en-US" dirty="0" err="1"/>
              <a:t>trainedThe</a:t>
            </a:r>
            <a:r>
              <a:rPr lang="en-US" dirty="0"/>
              <a:t> recipe (from the script's config):- Framework: Jan's SUBNET augmentation — the physics LPV-LFR gantry baseline in parallel with a small feedforward ANN (NX_ANN=2, 16 nodes, 2 layers, tanh) that adds corrections to the routed state rows. Encoder builds the initial state; training is windowed BPTT minimizing the </a:t>
            </a:r>
            <a:r>
              <a:rPr lang="en-US" dirty="0" err="1"/>
              <a:t>nf</a:t>
            </a:r>
            <a:r>
              <a:rPr lang="en-US" dirty="0"/>
              <a:t>-window simulation error with Adam.- Routing: full X+</a:t>
            </a:r>
            <a:r>
              <a:rPr lang="el-GR" dirty="0"/>
              <a:t>Θ+</a:t>
            </a:r>
            <a:r>
              <a:rPr lang="en-US" dirty="0" err="1"/>
              <a:t>Y+absorber</a:t>
            </a:r>
            <a:r>
              <a:rPr lang="en-US" dirty="0"/>
              <a:t> (0,1,2,3,4,5,6,7) — the deliverable routing, i.e. the ANN can write to the K=0 rows (that's what lets it drift).- Hyperparameters: </a:t>
            </a:r>
            <a:r>
              <a:rPr lang="en-US" dirty="0" err="1"/>
              <a:t>lr</a:t>
            </a:r>
            <a:r>
              <a:rPr lang="en-US" dirty="0"/>
              <a:t> = 1.49e-8, </a:t>
            </a:r>
            <a:r>
              <a:rPr lang="en-US" dirty="0" err="1"/>
              <a:t>nf</a:t>
            </a:r>
            <a:r>
              <a:rPr lang="en-US" dirty="0"/>
              <a:t> = 1400 (0.35 s window), 20 epochs, stride=100, validation on a cropped 8000-sample slice. Seed = </a:t>
            </a:r>
            <a:r>
              <a:rPr lang="en-US" dirty="0" err="1"/>
              <a:t>cfg.seed</a:t>
            </a:r>
            <a:r>
              <a:rPr lang="en-US" dirty="0"/>
              <a:t> + 3, mirroring Trial 3 of the </a:t>
            </a:r>
            <a:r>
              <a:rPr lang="en-US" dirty="0" err="1"/>
              <a:t>Optuna</a:t>
            </a:r>
            <a:r>
              <a:rPr lang="en-US" dirty="0"/>
              <a:t> search — the one config whose </a:t>
            </a:r>
            <a:r>
              <a:rPr lang="en-US" dirty="0" err="1"/>
              <a:t>val</a:t>
            </a:r>
            <a:r>
              <a:rPr lang="en-US" dirty="0"/>
              <a:t> sim-RMS actually moved past epoch 0 (6.58e-5 vs 8.01e-5), so its trained weights genuinely drift rather than staying at zero-</a:t>
            </a:r>
            <a:r>
              <a:rPr lang="en-US" dirty="0" err="1"/>
              <a:t>init.</a:t>
            </a:r>
            <a:r>
              <a:rPr lang="en-US" dirty="0"/>
              <a:t>- </a:t>
            </a:r>
            <a:r>
              <a:rPr lang="el-GR" dirty="0"/>
              <a:t>θ: </a:t>
            </a:r>
            <a:r>
              <a:rPr lang="en-US" dirty="0"/>
              <a:t>nominal (</a:t>
            </a:r>
            <a:r>
              <a:rPr lang="en-US" dirty="0" err="1"/>
              <a:t>joint_estimation</a:t>
            </a:r>
            <a:r>
              <a:rPr lang="en-US" dirty="0"/>
              <a:t>=False) — free ANN on a correct physics baseline.- Data: the 14 noiseless augmentation simulation trajectories (standstill / </a:t>
            </a:r>
            <a:r>
              <a:rPr lang="en-US" dirty="0" err="1"/>
              <a:t>ysweep</a:t>
            </a:r>
            <a:r>
              <a:rPr lang="en-US" dirty="0"/>
              <a:t> / </a:t>
            </a:r>
            <a:r>
              <a:rPr lang="en-US" dirty="0" err="1"/>
              <a:t>aprbs</a:t>
            </a:r>
            <a:r>
              <a:rPr lang="en-US" dirty="0"/>
              <a:t> / </a:t>
            </a:r>
            <a:r>
              <a:rPr lang="en-US" dirty="0" err="1"/>
              <a:t>lissajous</a:t>
            </a:r>
            <a:r>
              <a:rPr lang="en-US" dirty="0"/>
              <a:t>), which contain the hidden 150 Hz MSD absorber the ANN is meant to learn.</a:t>
            </a:r>
            <a:endParaRPr lang="en-NL" dirty="0"/>
          </a:p>
        </p:txBody>
      </p:sp>
      <p:sp>
        <p:nvSpPr>
          <p:cNvPr id="4" name="Slide Number Placeholder 3"/>
          <p:cNvSpPr>
            <a:spLocks noGrp="1"/>
          </p:cNvSpPr>
          <p:nvPr>
            <p:ph type="sldNum" sz="quarter" idx="5"/>
          </p:nvPr>
        </p:nvSpPr>
        <p:spPr/>
        <p:txBody>
          <a:bodyPr/>
          <a:lstStyle/>
          <a:p>
            <a:fld id="{55E5551A-F052-48EF-86D5-0035F15B2DBE}" type="slidenum">
              <a:rPr lang="en-NL" smtClean="0"/>
              <a:t>9</a:t>
            </a:fld>
            <a:endParaRPr lang="en-NL"/>
          </a:p>
        </p:txBody>
      </p:sp>
    </p:spTree>
    <p:extLst>
      <p:ext uri="{BB962C8B-B14F-4D97-AF65-F5344CB8AC3E}">
        <p14:creationId xmlns:p14="http://schemas.microsoft.com/office/powerpoint/2010/main" val="2698802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Y panel, look at the fine fast ripple riding on the ramp — that fast wiggle is the ~150 Hz content. It appears on Y specifically because the unmodeled absorber mass sits in the +Y direction (equilibrium offset L0 in +Y), so its mismatch imprints mainly on Y. Over 0.75 s that's ~110 cycles, so it reads as a dense ripple, not clean sinusoids.</a:t>
            </a:r>
          </a:p>
          <a:p>
            <a:endParaRPr lang="en-US" dirty="0"/>
          </a:p>
          <a:p>
            <a:r>
              <a:rPr lang="en-US" dirty="0"/>
              <a:t>"does removing the ANN's constant force stop the drift?" Untrained → the mean is ~0, so subtracting it changes nothing → it lies exactly on top of the red line (that overlap is the whole point of the control).</a:t>
            </a:r>
          </a:p>
          <a:p>
            <a:endParaRPr lang="en-US" dirty="0"/>
          </a:p>
          <a:p>
            <a:endParaRPr lang="en-US" dirty="0"/>
          </a:p>
          <a:p>
            <a:r>
              <a:rPr lang="en-US" dirty="0"/>
              <a:t>- "full ANN" (red): the free-run error using the ANN's complete output. Here (untrained) the ANN is zero-</a:t>
            </a:r>
            <a:r>
              <a:rPr lang="en-US" dirty="0" err="1"/>
              <a:t>init</a:t>
            </a:r>
            <a:r>
              <a:rPr lang="en-US" dirty="0"/>
              <a:t>, so this is effectively baseline + zero-ANN = the baseline free-run error.- "ANN mean removed" (blue): the counterfactual — the same free-run but with the ANN's per-row time-average (its DC/constant component) subtracted. This is the d6 test: "does removing the ANN's constant force stop the drift?" Untrained → the mean is ~0, so subtracting it changes nothing → it lies exactly on top of the red line (that overlap is the whole point of the control).- "+/- absorber RMS" (dotted horizontal lines at ±2.19e-5 m): the RMS of the absorber displacement — the scale of the signal the ANN is supposed to learn. It's a materiality yardstick: error inside the band is absorber-scale; the Y ramp climbing past it means the drift already exceeds the signal you care about.</a:t>
            </a:r>
          </a:p>
          <a:p>
            <a:endParaRPr lang="en-NL" dirty="0"/>
          </a:p>
        </p:txBody>
      </p:sp>
      <p:sp>
        <p:nvSpPr>
          <p:cNvPr id="4" name="Slide Number Placeholder 3"/>
          <p:cNvSpPr>
            <a:spLocks noGrp="1"/>
          </p:cNvSpPr>
          <p:nvPr>
            <p:ph type="sldNum" sz="quarter" idx="5"/>
          </p:nvPr>
        </p:nvSpPr>
        <p:spPr/>
        <p:txBody>
          <a:bodyPr/>
          <a:lstStyle/>
          <a:p>
            <a:fld id="{55E5551A-F052-48EF-86D5-0035F15B2DBE}" type="slidenum">
              <a:rPr lang="en-NL" smtClean="0"/>
              <a:t>10</a:t>
            </a:fld>
            <a:endParaRPr lang="en-NL"/>
          </a:p>
        </p:txBody>
      </p:sp>
    </p:spTree>
    <p:extLst>
      <p:ext uri="{BB962C8B-B14F-4D97-AF65-F5344CB8AC3E}">
        <p14:creationId xmlns:p14="http://schemas.microsoft.com/office/powerpoint/2010/main" val="70199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12</a:t>
            </a:fld>
            <a:endParaRPr lang="en-NL"/>
          </a:p>
        </p:txBody>
      </p:sp>
    </p:spTree>
    <p:extLst>
      <p:ext uri="{BB962C8B-B14F-4D97-AF65-F5344CB8AC3E}">
        <p14:creationId xmlns:p14="http://schemas.microsoft.com/office/powerpoint/2010/main" val="125046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compute_normalization</a:t>
            </a:r>
            <a:r>
              <a:rPr lang="en-US" dirty="0"/>
              <a:t> subtracts the mean and divides by std precisely to manufacture the zero-mean/unit-variance inputs that Xavier and tanh assume. But it uses one pooled normalization. Our data has multiple operating points (Y ≈ 0.1–0.3 m), so each record's normalized signal still carries an O(1) constant offset from the pooled mean — the zero-mean assumption is satisfied on average, but violated per record. That's the Theme-B mismatch.</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13</a:t>
            </a:fld>
            <a:endParaRPr lang="en-NL"/>
          </a:p>
        </p:txBody>
      </p:sp>
    </p:spTree>
    <p:extLst>
      <p:ext uri="{BB962C8B-B14F-4D97-AF65-F5344CB8AC3E}">
        <p14:creationId xmlns:p14="http://schemas.microsoft.com/office/powerpoint/2010/main" val="6640324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f01 — the problem (free-run position error, trained ANN vs same model with ANN zeroed)- Shows: 12 s open-loop V1 free-run error against truth, all position channels, both frames; identical model/encoder, only the ANN output on or off.- Hypothesis: the augmentation should at worst do no harm; if it drifts, the ramp should appear on the stiffness-free axes only.- Conclusion: ANN off stays at the residual floor (rms ~3e-5 m); ANN on ramps to +7 mm on X and +25 mm on Y while sprung Theta only parks a bounded −5e-6 rad. The trained augmentation makes deployment ~400x worse, and the damage is exclusively on the K=0 axes.</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17</a:t>
            </a:fld>
            <a:endParaRPr lang="en-NL"/>
          </a:p>
        </p:txBody>
      </p:sp>
    </p:spTree>
    <p:extLst>
      <p:ext uri="{BB962C8B-B14F-4D97-AF65-F5344CB8AC3E}">
        <p14:creationId xmlns:p14="http://schemas.microsoft.com/office/powerpoint/2010/main" val="2259789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ideal correction (the true absorber residual) is indeed zero-mean — we verified that (f03: the missing-absorber error parks instead of ramping, so no persistent mean-force gap exists).</a:t>
            </a:r>
          </a:p>
          <a:p>
            <a:endParaRPr lang="en-US" dirty="0"/>
          </a:p>
          <a:p>
            <a:endParaRPr lang="en-US" dirty="0"/>
          </a:p>
          <a:p>
            <a:r>
              <a:rPr lang="en-US" dirty="0"/>
              <a:t>f03 — is the baseline's error the missing absorber? (three runs, no ANN anywhere)- Shows: FP model with the true absorber from the true initial state (blue), without it from the true state (green), without it from the untrained-encoder state (orange).- Hypothesis: if baseline physics and data are sound, the with-absorber model sits at the discretization floor, and the green-blue gap is purely the absorber's effect.- Conclusion: blue at 9.2e-6 (floor), green parks a bounded +7.9e-4 on Y — the gap is the absorber effect, i.e. the ANN's legitimate target; orange (2.1e-4) shows the encoder absorbs part of it. Crucially: nothing here ramps — the baseline does not drift on its own.</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18</a:t>
            </a:fld>
            <a:endParaRPr lang="en-NL"/>
          </a:p>
        </p:txBody>
      </p:sp>
    </p:spTree>
    <p:extLst>
      <p:ext uri="{BB962C8B-B14F-4D97-AF65-F5344CB8AC3E}">
        <p14:creationId xmlns:p14="http://schemas.microsoft.com/office/powerpoint/2010/main" val="24984210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f04 shows the ANN's output signal itself</a:t>
                </a:r>
                <a:br>
                  <a:rPr lang="en-US" dirty="0"/>
                </a:br>
                <a:endParaRPr lang="en-NL"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NL" i="1">
                          <a:latin typeface="Cambria Math" panose="02040503050406030204" pitchFamily="18" charset="0"/>
                        </a:rPr>
                        <m:t>𝑥</m:t>
                      </m:r>
                      <m:d>
                        <m:dPr>
                          <m:begChr m:val="["/>
                          <m:endChr m:val="]"/>
                          <m:ctrlPr>
                            <a:rPr lang="en-NL" i="1">
                              <a:latin typeface="Cambria Math" panose="02040503050406030204" pitchFamily="18" charset="0"/>
                            </a:rPr>
                          </m:ctrlPr>
                        </m:dPr>
                        <m:e>
                          <m:r>
                            <a:rPr lang="en-NL" i="1">
                              <a:latin typeface="Cambria Math" panose="02040503050406030204" pitchFamily="18" charset="0"/>
                            </a:rPr>
                            <m:t>𝑘</m:t>
                          </m:r>
                          <m:r>
                            <a:rPr lang="en-NL" i="0">
                              <a:latin typeface="Cambria Math" panose="02040503050406030204" pitchFamily="18" charset="0"/>
                            </a:rPr>
                            <m:t>+1</m:t>
                          </m:r>
                        </m:e>
                      </m:d>
                      <m:r>
                        <a:rPr lang="en-NL" i="0">
                          <a:latin typeface="Cambria Math" panose="02040503050406030204" pitchFamily="18" charset="0"/>
                        </a:rPr>
                        <m:t>=</m:t>
                      </m:r>
                      <m:groupChr>
                        <m:groupChrPr>
                          <m:chr m:val="⏟"/>
                          <m:ctrlPr>
                            <a:rPr lang="en-NL" i="1">
                              <a:latin typeface="Cambria Math" panose="02040503050406030204" pitchFamily="18" charset="0"/>
                            </a:rPr>
                          </m:ctrlPr>
                        </m:groupChrPr>
                        <m:e>
                          <m:r>
                            <m:rPr>
                              <m:nor/>
                            </m:rPr>
                            <a:rPr lang="en-NL" i="0">
                              <a:latin typeface="Cambria Math" panose="02040503050406030204" pitchFamily="18" charset="0"/>
                            </a:rPr>
                            <m:t>baseline</m:t>
                          </m:r>
                          <m:r>
                            <m:rPr>
                              <m:nor/>
                            </m:rPr>
                            <a:rPr lang="en-NL" i="0">
                              <a:latin typeface="Cambria Math" panose="02040503050406030204" pitchFamily="18" charset="0"/>
                            </a:rPr>
                            <m:t> </m:t>
                          </m:r>
                          <m:r>
                            <m:rPr>
                              <m:nor/>
                            </m:rPr>
                            <a:rPr lang="en-NL" i="0">
                              <a:latin typeface="Cambria Math" panose="02040503050406030204" pitchFamily="18" charset="0"/>
                            </a:rPr>
                            <m:t>physics</m:t>
                          </m:r>
                          <m:r>
                            <m:rPr>
                              <m:nor/>
                            </m:rPr>
                            <a:rPr lang="en-NL" i="0">
                              <a:latin typeface="Cambria Math" panose="02040503050406030204" pitchFamily="18" charset="0"/>
                            </a:rPr>
                            <m:t> </m:t>
                          </m:r>
                          <m:r>
                            <m:rPr>
                              <m:nor/>
                            </m:rPr>
                            <a:rPr lang="en-NL" i="0">
                              <a:latin typeface="Cambria Math" panose="02040503050406030204" pitchFamily="18" charset="0"/>
                            </a:rPr>
                            <m:t>step</m:t>
                          </m:r>
                          <m:d>
                            <m:dPr>
                              <m:ctrlPr>
                                <a:rPr lang="en-NL" i="1">
                                  <a:latin typeface="Cambria Math" panose="02040503050406030204" pitchFamily="18" charset="0"/>
                                </a:rPr>
                              </m:ctrlPr>
                            </m:dPr>
                            <m:e>
                              <m:r>
                                <a:rPr lang="en-NL" i="1">
                                  <a:latin typeface="Cambria Math" panose="02040503050406030204" pitchFamily="18" charset="0"/>
                                </a:rPr>
                                <m:t>𝑥</m:t>
                              </m:r>
                              <m:d>
                                <m:dPr>
                                  <m:begChr m:val="["/>
                                  <m:endChr m:val="]"/>
                                  <m:ctrlPr>
                                    <a:rPr lang="en-NL" i="1">
                                      <a:latin typeface="Cambria Math" panose="02040503050406030204" pitchFamily="18" charset="0"/>
                                    </a:rPr>
                                  </m:ctrlPr>
                                </m:dPr>
                                <m:e>
                                  <m:r>
                                    <a:rPr lang="en-NL" i="1">
                                      <a:latin typeface="Cambria Math" panose="02040503050406030204" pitchFamily="18" charset="0"/>
                                    </a:rPr>
                                    <m:t>𝑘</m:t>
                                  </m:r>
                                </m:e>
                              </m:d>
                              <m:r>
                                <a:rPr lang="en-NL" i="0">
                                  <a:latin typeface="Cambria Math" panose="02040503050406030204" pitchFamily="18" charset="0"/>
                                </a:rPr>
                                <m:t>,</m:t>
                              </m:r>
                              <m:r>
                                <a:rPr lang="en-NL" i="1">
                                  <a:latin typeface="Cambria Math" panose="02040503050406030204" pitchFamily="18" charset="0"/>
                                </a:rPr>
                                <m:t>𝑢</m:t>
                              </m:r>
                              <m:d>
                                <m:dPr>
                                  <m:begChr m:val="["/>
                                  <m:endChr m:val="]"/>
                                  <m:ctrlPr>
                                    <a:rPr lang="en-NL" i="1">
                                      <a:latin typeface="Cambria Math" panose="02040503050406030204" pitchFamily="18" charset="0"/>
                                    </a:rPr>
                                  </m:ctrlPr>
                                </m:dPr>
                                <m:e>
                                  <m:r>
                                    <a:rPr lang="en-NL" i="1">
                                      <a:latin typeface="Cambria Math" panose="02040503050406030204" pitchFamily="18" charset="0"/>
                                    </a:rPr>
                                    <m:t>𝑘</m:t>
                                  </m:r>
                                </m:e>
                              </m:d>
                            </m:e>
                          </m:d>
                        </m:e>
                      </m:groupChr>
                      <m:r>
                        <m:rPr>
                          <m:nor/>
                        </m:rPr>
                        <a:rPr lang="en-NL" i="0">
                          <a:latin typeface="Cambria Math" panose="02040503050406030204" pitchFamily="18" charset="0"/>
                        </a:rPr>
                        <m:t>FP</m:t>
                      </m:r>
                      <m:r>
                        <m:rPr>
                          <m:nor/>
                        </m:rPr>
                        <a:rPr lang="en-NL" i="0">
                          <a:latin typeface="Cambria Math" panose="02040503050406030204" pitchFamily="18" charset="0"/>
                        </a:rPr>
                        <m:t> </m:t>
                      </m:r>
                      <m:r>
                        <m:rPr>
                          <m:nor/>
                        </m:rPr>
                        <a:rPr lang="en-NL" i="0">
                          <a:latin typeface="Cambria Math" panose="02040503050406030204" pitchFamily="18" charset="0"/>
                        </a:rPr>
                        <m:t>model</m:t>
                      </m:r>
                      <m:r>
                        <a:rPr lang="en-NL" i="0">
                          <a:latin typeface="Cambria Math" panose="02040503050406030204" pitchFamily="18" charset="0"/>
                        </a:rPr>
                        <m:t>+</m:t>
                      </m:r>
                      <m:groupChr>
                        <m:groupChrPr>
                          <m:chr m:val="⏟"/>
                          <m:ctrlPr>
                            <a:rPr lang="en-NL" i="1">
                              <a:latin typeface="Cambria Math" panose="02040503050406030204" pitchFamily="18" charset="0"/>
                            </a:rPr>
                          </m:ctrlPr>
                        </m:groupChrPr>
                        <m:e>
                          <m:r>
                            <a:rPr lang="en-NL" i="1">
                              <a:latin typeface="Cambria Math" panose="02040503050406030204" pitchFamily="18" charset="0"/>
                            </a:rPr>
                            <m:t>𝑤</m:t>
                          </m:r>
                          <m:d>
                            <m:dPr>
                              <m:begChr m:val="["/>
                              <m:endChr m:val="]"/>
                              <m:ctrlPr>
                                <a:rPr lang="en-NL" i="1">
                                  <a:latin typeface="Cambria Math" panose="02040503050406030204" pitchFamily="18" charset="0"/>
                                </a:rPr>
                              </m:ctrlPr>
                            </m:dPr>
                            <m:e>
                              <m:r>
                                <a:rPr lang="en-NL" i="1">
                                  <a:latin typeface="Cambria Math" panose="02040503050406030204" pitchFamily="18" charset="0"/>
                                </a:rPr>
                                <m:t>𝑘</m:t>
                              </m:r>
                            </m:e>
                          </m:d>
                        </m:e>
                      </m:groupChr>
                      <m:r>
                        <m:rPr>
                          <m:nor/>
                        </m:rPr>
                        <a:rPr lang="en-NL" i="0">
                          <a:latin typeface="Cambria Math" panose="02040503050406030204" pitchFamily="18" charset="0"/>
                        </a:rPr>
                        <m:t>the</m:t>
                      </m:r>
                      <m:r>
                        <m:rPr>
                          <m:nor/>
                        </m:rPr>
                        <a:rPr lang="en-NL" i="0">
                          <a:latin typeface="Cambria Math" panose="02040503050406030204" pitchFamily="18" charset="0"/>
                        </a:rPr>
                        <m:t> </m:t>
                      </m:r>
                      <m:r>
                        <m:rPr>
                          <m:nor/>
                        </m:rPr>
                        <a:rPr lang="en-NL" i="0">
                          <a:latin typeface="Cambria Math" panose="02040503050406030204" pitchFamily="18" charset="0"/>
                        </a:rPr>
                        <m:t>ANN</m:t>
                      </m:r>
                      <m:r>
                        <m:rPr>
                          <m:nor/>
                        </m:rPr>
                        <a:rPr lang="en-NL" i="0">
                          <a:latin typeface="Cambria Math" panose="02040503050406030204" pitchFamily="18" charset="0"/>
                        </a:rPr>
                        <m:t>′</m:t>
                      </m:r>
                      <m:r>
                        <m:rPr>
                          <m:nor/>
                        </m:rPr>
                        <a:rPr lang="en-NL" i="0">
                          <a:latin typeface="Cambria Math" panose="02040503050406030204" pitchFamily="18" charset="0"/>
                        </a:rPr>
                        <m:t>s</m:t>
                      </m:r>
                      <m:r>
                        <m:rPr>
                          <m:nor/>
                        </m:rPr>
                        <a:rPr lang="en-NL" i="0">
                          <a:latin typeface="Cambria Math" panose="02040503050406030204" pitchFamily="18" charset="0"/>
                        </a:rPr>
                        <m:t> </m:t>
                      </m:r>
                      <m:r>
                        <m:rPr>
                          <m:nor/>
                        </m:rPr>
                        <a:rPr lang="en-NL" i="0">
                          <a:latin typeface="Cambria Math" panose="02040503050406030204" pitchFamily="18" charset="0"/>
                        </a:rPr>
                        <m:t>correction</m:t>
                      </m:r>
                    </m:oMath>
                  </m:oMathPara>
                </a14:m>
                <a:endParaRPr lang="en-US" dirty="0"/>
              </a:p>
              <a:p>
                <a:endParaRPr lang="en-US" dirty="0"/>
              </a:p>
              <a:p>
                <a:endParaRPr lang="en-US" dirty="0"/>
              </a:p>
              <a:p>
                <a:r>
                  <a:rPr lang="en-US" dirty="0"/>
                  <a:t>f04 — is the correction zero-mean? (the ANN's per-step output, all states, both frames)- Shows: the raw correction the ANN adds each step, with its time-mean (dashed) and |mean|/rms (0 = zero-mean, 1 = pure constant; squared = fraction of power at DC).- Hypothesis: Jan's expectation — the correction should be zero-mean, since its target is.- Conclusion: violated. Y row mean −1.0e-7 m/step with |mean|/rms 0.71 (half the power is a constant), </a:t>
                </a:r>
                <a:r>
                  <a:rPr lang="en-US" dirty="0" err="1"/>
                  <a:t>dY</a:t>
                </a:r>
                <a:r>
                  <a:rPr lang="en-US" dirty="0"/>
                  <a:t> +5.8e-7 with 0.23; Theta at 0.08 shows what genuine zero-mean looks like. The constants exist, and sit on the unprotected rows.</a:t>
                </a:r>
                <a:endParaRPr lang="en-NL" dirty="0"/>
              </a:p>
            </p:txBody>
          </p:sp>
        </mc:Choice>
        <mc:Fallback xmlns="">
          <p:sp>
            <p:nvSpPr>
              <p:cNvPr id="3" name="Notes Placeholder 2"/>
              <p:cNvSpPr>
                <a:spLocks noGrp="1"/>
              </p:cNvSpPr>
              <p:nvPr>
                <p:ph type="body" idx="1"/>
              </p:nvPr>
            </p:nvSpPr>
            <p:spPr/>
            <p:txBody>
              <a:bodyPr/>
              <a:lstStyle/>
              <a:p>
                <a:r>
                  <a:rPr lang="en-US" dirty="0"/>
                  <a:t>f04 shows the ANN's output signal itself</a:t>
                </a:r>
                <a:br>
                  <a:rPr lang="en-US" dirty="0"/>
                </a:br>
                <a:endParaRPr lang="en-NL" i="1" dirty="0">
                  <a:latin typeface="Cambria Math" panose="02040503050406030204" pitchFamily="18" charset="0"/>
                </a:endParaRPr>
              </a:p>
              <a:p>
                <a:r>
                  <a:rPr lang="en-NL" i="0">
                    <a:latin typeface="Cambria Math" panose="02040503050406030204" pitchFamily="18" charset="0"/>
                  </a:rPr>
                  <a:t>𝑥[𝑘+1]=⏟("baseline physics step" (𝑥[𝑘],𝑢[𝑘]) ) "FP model"+⏟(𝑤[𝑘] ) "the ANN′s correction"</a:t>
                </a:r>
                <a:endParaRPr lang="en-US" dirty="0"/>
              </a:p>
              <a:p>
                <a:endParaRPr lang="en-US" dirty="0"/>
              </a:p>
              <a:p>
                <a:endParaRPr lang="en-US" dirty="0"/>
              </a:p>
              <a:p>
                <a:r>
                  <a:rPr lang="en-US" dirty="0"/>
                  <a:t>f04 — is the correction zero-mean? (the ANN's per-step output, all states, both frames)- Shows: the raw correction the ANN adds each step, with its time-mean (dashed) and |mean|/rms (0 = zero-mean, 1 = pure constant; squared = fraction of power at DC).- Hypothesis: Jan's expectation — the correction should be zero-mean, since its target is.- Conclusion: violated. Y row mean −1.0e-7 m/step with |mean|/rms 0.71 (half the power is a constant), </a:t>
                </a:r>
                <a:r>
                  <a:rPr lang="en-US" dirty="0" err="1"/>
                  <a:t>dY</a:t>
                </a:r>
                <a:r>
                  <a:rPr lang="en-US" dirty="0"/>
                  <a:t> +5.8e-7 with 0.23; Theta at 0.08 shows what genuine zero-mean looks like. The constants exist, and sit on the unprotected rows.</a:t>
                </a:r>
                <a:endParaRPr lang="en-NL" dirty="0"/>
              </a:p>
            </p:txBody>
          </p:sp>
        </mc:Fallback>
      </mc:AlternateContent>
      <p:sp>
        <p:nvSpPr>
          <p:cNvPr id="4" name="Slide Number Placeholder 3"/>
          <p:cNvSpPr>
            <a:spLocks noGrp="1"/>
          </p:cNvSpPr>
          <p:nvPr>
            <p:ph type="sldNum" sz="quarter" idx="5"/>
          </p:nvPr>
        </p:nvSpPr>
        <p:spPr/>
        <p:txBody>
          <a:bodyPr/>
          <a:lstStyle/>
          <a:p>
            <a:fld id="{10C2858C-D3E6-484D-8AEB-0D1C63E21186}" type="slidenum">
              <a:rPr lang="en-NL" smtClean="0"/>
              <a:t>19</a:t>
            </a:fld>
            <a:endParaRPr lang="en-NL"/>
          </a:p>
        </p:txBody>
      </p:sp>
    </p:spTree>
    <p:extLst>
      <p:ext uri="{BB962C8B-B14F-4D97-AF65-F5344CB8AC3E}">
        <p14:creationId xmlns:p14="http://schemas.microsoft.com/office/powerpoint/2010/main" val="42501003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|mean|/rms is the fraction of the signal's magnitude that is the constant part, and it lives between 0 and 1:- = 0: perfectly zero-mean. The signal is all fluctuation (what your supervisor expected).- = 1: a pure constant, no fluctuation at all.</a:t>
            </a:r>
          </a:p>
          <a:p>
            <a:endParaRPr lang="en-US" dirty="0"/>
          </a:p>
          <a:p>
            <a:endParaRPr lang="en-US" dirty="0"/>
          </a:p>
          <a:p>
            <a:r>
              <a:rPr lang="en-US" dirty="0"/>
              <a:t>One important nuance when explaining it: the ratio measures how constant-like the signal is, not how harmful. On the stiffness-free axes, the fluctuating part is harmless (bounded response) while the constant part integrates into an unbounded ramp. So even the </a:t>
            </a:r>
            <a:r>
              <a:rPr lang="en-US" dirty="0" err="1"/>
              <a:t>dY</a:t>
            </a:r>
            <a:r>
              <a:rPr lang="en-US" dirty="0"/>
              <a:t> row's modest 0.23 matters enormously: it says a small-but-persistent constant is hiding under a mostly-fluctuating signal, and the integrator selectively amplifies exactly that part, without bound, while ignoring the other 95% of the power. The harm is set by the mean's absolute size times the horizon (that's f06 and f08), while |mean|/rms establishes the existence and purity of the constant.</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21</a:t>
            </a:fld>
            <a:endParaRPr lang="en-NL"/>
          </a:p>
        </p:txBody>
      </p:sp>
    </p:spTree>
    <p:extLst>
      <p:ext uri="{BB962C8B-B14F-4D97-AF65-F5344CB8AC3E}">
        <p14:creationId xmlns:p14="http://schemas.microsoft.com/office/powerpoint/2010/main" val="2153839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cleanest evidence is a comparison f04 hands us for free: the </a:t>
            </a:r>
            <a:r>
              <a:rPr lang="en-US" dirty="0" err="1"/>
              <a:t>dTheta</a:t>
            </a:r>
            <a:r>
              <a:rPr lang="en-US" dirty="0"/>
              <a:t> row carries one of the largest constants of all (mean −1.15e-6 rad/s per step, |mean|/rms = 0.57 — bigger in relative purity and comparable in size to the drifting rows). If constants alone caused drift, Theta should drift hardest. It doesn't: f01 shows Theta parking at a bounded −5e-6 rad while X and Y, fed smaller constants, ramp to millimeters. Same injection type, opposite fates — and the only difference between those axes is the stiffness. The spring on Theta gives the constant something to push against (equilibrium shifts, done); X and Y have nothing, so the constant is integrated forever. That is the amplifier claim demonstrated within a single figure pair, on this checkpoint.</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22</a:t>
            </a:fld>
            <a:endParaRPr lang="en-NL"/>
          </a:p>
        </p:txBody>
      </p:sp>
    </p:spTree>
    <p:extLst>
      <p:ext uri="{BB962C8B-B14F-4D97-AF65-F5344CB8AC3E}">
        <p14:creationId xmlns:p14="http://schemas.microsoft.com/office/powerpoint/2010/main" val="37706712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f04b (logical) and f04c (stage), side by side per state row:- Right column (green, "required correction"): what a perfect parallel block would output at every step — measured directly from the truth as </a:t>
            </a:r>
            <a:r>
              <a:rPr lang="en-US" dirty="0" err="1"/>
              <a:t>x_true</a:t>
            </a:r>
            <a:r>
              <a:rPr lang="en-US" dirty="0"/>
              <a:t>[k+1] − baseline step at </a:t>
            </a:r>
            <a:r>
              <a:rPr lang="en-US" dirty="0" err="1"/>
              <a:t>x_true</a:t>
            </a:r>
            <a:r>
              <a:rPr lang="en-US" dirty="0"/>
              <a:t>[k], checkpoint-independent. Its dashed mean lies on zero in every panel: |mean|/rms = 0.00 across all six states, both frames. Jan's zero-mean expectation, displayed as data.- Left column (red, "learned correction"): what the trained ANN actually outputs. Same layout, and the dashed means sit visibly off zero on the K=0 rows (Y at 0.71, </a:t>
            </a:r>
            <a:r>
              <a:rPr lang="en-US" dirty="0" err="1"/>
              <a:t>dY</a:t>
            </a:r>
            <a:r>
              <a:rPr lang="en-US" dirty="0"/>
              <a:t> at 0.23, </a:t>
            </a:r>
            <a:r>
              <a:rPr lang="en-US" dirty="0" err="1"/>
              <a:t>dTheta</a:t>
            </a:r>
            <a:r>
              <a:rPr lang="en-US" dirty="0"/>
              <a:t> at 0.57).- The per-panel scales carry the second finding without saying a word: on the velocity rows the required correction is at 1e-5 to 1e-3 scale while the ANN outputs 1e-6 — the network supplies under 1% of the amplitude the absorber actually demands there, the weak-signal problem quantified row by </a:t>
            </a:r>
            <a:r>
              <a:rPr lang="en-US" dirty="0" err="1"/>
              <a:t>row.Bookkeeping</a:t>
            </a:r>
            <a:r>
              <a:rPr lang="en-US" dirty="0"/>
              <a:t>, all done: the target arrays are saved in f04.npz (patched today, seconds of compute), the computation is permanently in generate_data.py for all three SOURCE modes (real and reuse compute it exactly; fake synthesizes a zero-mean placeholder), and the two figures are registered in make_figures.py, so everything regenerates consistently from now on.</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23</a:t>
            </a:fld>
            <a:endParaRPr lang="en-NL"/>
          </a:p>
        </p:txBody>
      </p:sp>
    </p:spTree>
    <p:extLst>
      <p:ext uri="{BB962C8B-B14F-4D97-AF65-F5344CB8AC3E}">
        <p14:creationId xmlns:p14="http://schemas.microsoft.com/office/powerpoint/2010/main" val="13570566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f05 — is the constant the drift? Remove it. (full / measured-mean-subtracted / ANN off)- Shows: three re-simulations differing in one thing each: the full ANN, the same ANN with its measured per-row mean subtracted every step, and the ANN zeroed.- Hypothesis: if the constant causes the drift, subtracting one number per row collapses the ramp onto the ANN-off line.- Conclusion: the collapse is large but partial: Y rms 1.2e-2 → 4.7e-3 (2.6x), X 5.8x. The constant dominates the drift; the remainder is a slow, state-dependent offset this longer-trained checkpoint carries in addition. Causality of the mean is established by intervention, with the honest residual stated.</a:t>
            </a:r>
          </a:p>
          <a:p>
            <a:endParaRPr lang="en-US" dirty="0"/>
          </a:p>
          <a:p>
            <a:endParaRPr lang="en-US" dirty="0"/>
          </a:p>
          <a:p>
            <a:endParaRPr lang="en-US" dirty="0"/>
          </a:p>
          <a:p>
            <a:r>
              <a:rPr lang="en-US" dirty="0"/>
              <a:t>Pass 1 — measure it. Run the free-run with the full trained ANN and record its raw output at every step: a (T × 8) array of per-step corrections. Take the time-mean per row: one constant 8-vector, </a:t>
            </a:r>
            <a:r>
              <a:rPr lang="en-US" dirty="0" err="1"/>
              <a:t>mean_w</a:t>
            </a:r>
            <a:r>
              <a:rPr lang="en-US" dirty="0"/>
              <a:t>. Nothing is fitted or optimized; it is simply the average of what the ANN emitted during pass 1 (the dashed lines of f04).</a:t>
            </a:r>
          </a:p>
          <a:p>
            <a:r>
              <a:rPr lang="en-US" dirty="0"/>
              <a:t>Pass 2 — subtract it inside the loop. Rerun the identical free-run (same checkpoint, same encoder initial state, same input sequence), with one modification: every time the ANN is evaluated, its output is intercepted and the fixed vector is subtracted before the model uses it:$$w_{\text{used}}[k] = w_{\text{ANN}}(z[k]) - \text{</a:t>
            </a:r>
            <a:r>
              <a:rPr lang="en-US" dirty="0" err="1"/>
              <a:t>mean_w</a:t>
            </a:r>
            <a:r>
              <a:rPr lang="en-US" dirty="0"/>
              <a:t>}$$</a:t>
            </a:r>
            <a:br>
              <a:rPr lang="en-US" dirty="0"/>
            </a:br>
            <a:br>
              <a:rPr lang="en-US" dirty="0"/>
            </a:br>
            <a:endParaRPr lang="en-US" dirty="0"/>
          </a:p>
          <a:p>
            <a:endParaRPr lang="en-US" dirty="0"/>
          </a:p>
          <a:p>
            <a:r>
              <a:rPr lang="en-US" dirty="0"/>
              <a:t>Precisely, from the code: </a:t>
            </a:r>
            <a:r>
              <a:rPr lang="en-US" dirty="0" err="1"/>
              <a:t>absorber_rms</a:t>
            </a:r>
            <a:r>
              <a:rPr lang="en-US" dirty="0"/>
              <a:t> = </a:t>
            </a:r>
            <a:r>
              <a:rPr lang="en-US" dirty="0" err="1"/>
              <a:t>data.val_x_aug</a:t>
            </a:r>
            <a:r>
              <a:rPr lang="en-US" dirty="0"/>
              <a:t>[:, 0].std() — the standard deviation of the absorber's displacement </a:t>
            </a:r>
            <a:r>
              <a:rPr lang="en-US" dirty="0" err="1"/>
              <a:t>δa</a:t>
            </a:r>
            <a:r>
              <a:rPr lang="en-US" dirty="0"/>
              <a:t> over the V1 trajectory. That works out to ~2.19e-5 m ≈ 22 </a:t>
            </a:r>
            <a:r>
              <a:rPr lang="en-US" dirty="0" err="1"/>
              <a:t>μm</a:t>
            </a:r>
            <a:r>
              <a:rPr lang="en-US" dirty="0"/>
              <a:t>. It's plotted as two horizontal dotted lines at +22 </a:t>
            </a:r>
            <a:r>
              <a:rPr lang="en-US" dirty="0" err="1"/>
              <a:t>μm</a:t>
            </a:r>
            <a:r>
              <a:rPr lang="en-US" dirty="0"/>
              <a:t> and −22 </a:t>
            </a:r>
            <a:r>
              <a:rPr lang="en-US" dirty="0" err="1"/>
              <a:t>μm</a:t>
            </a:r>
            <a:r>
              <a:rPr lang="en-US" dirty="0"/>
              <a:t> (symmetric, because </a:t>
            </a:r>
            <a:r>
              <a:rPr lang="en-US" dirty="0" err="1"/>
              <a:t>δa</a:t>
            </a:r>
            <a:r>
              <a:rPr lang="en-US" dirty="0"/>
              <a:t> is a roughly zero-mean oscillation).What it represents: the hidden absorber (the 10%-mass MSD at 150 Hz) is exactly the unmodeled dynamics the augmentation exists to capture. Its displacement swings by ~22 </a:t>
            </a:r>
            <a:r>
              <a:rPr lang="en-US" dirty="0" err="1"/>
              <a:t>μm</a:t>
            </a:r>
            <a:r>
              <a:rPr lang="en-US" dirty="0"/>
              <a:t> RMS. So that band marks the scale of the thing the ANN should be </a:t>
            </a:r>
            <a:r>
              <a:rPr lang="en-US" dirty="0" err="1"/>
              <a:t>learning.Why</a:t>
            </a:r>
            <a:r>
              <a:rPr lang="en-US" dirty="0"/>
              <a:t> it's useful on an error plot: it turns the vertical axis into a "is this error meaningful?" yardstick:- Error inside the ±22 </a:t>
            </a:r>
            <a:r>
              <a:rPr lang="en-US" dirty="0" err="1"/>
              <a:t>μm</a:t>
            </a:r>
            <a:r>
              <a:rPr lang="en-US" dirty="0"/>
              <a:t> band → the residual is at absorber scale, i.e. the error is dominated by the very dynamics you're trying to model. That's the good regime.- Error outside the band → the error has grown beyond the signal itself, so it's no longer "unmodeled absorber," it's drift. On the untrained Y panel the ramp reaches ~110 </a:t>
            </a:r>
            <a:r>
              <a:rPr lang="en-US" dirty="0" err="1"/>
              <a:t>μm</a:t>
            </a:r>
            <a:r>
              <a:rPr lang="en-US" dirty="0"/>
              <a:t> ≈ 5× the band; on the trained figure the ANN reaches 2.6 cm ≈ 1000× the band. Both are "the error is now far bigger than the signal we care about.“</a:t>
            </a:r>
          </a:p>
          <a:p>
            <a:endParaRPr lang="en-US" dirty="0"/>
          </a:p>
          <a:p>
            <a:endParaRPr lang="en-US" dirty="0"/>
          </a:p>
          <a:p>
            <a:endParaRPr lang="en-US" dirty="0"/>
          </a:p>
          <a:p>
            <a:pPr marL="171450" indent="-171450">
              <a:buFontTx/>
              <a:buChar char="-"/>
            </a:pPr>
            <a:r>
              <a:rPr lang="en-US" dirty="0"/>
              <a:t>X and Y have no stiffness (K = 0). Their position is a free integrator — nothing pulls it back to a setpoint. (Physically: electric servo axes, no spring.)- Feed a constant force into such an axis: the velocity builds up to a terminal value (there's a little damping, so velocity itself stays bounded), but since that terminal velocity is nonzero and the position has no restoring stiffness, the position ramps forever. Constant force → constant drift rate → the curves you see (a short build-up, then a steady ramp to cm-scale).- Contrast with Theta (K &gt; 0): there a constant force just produces a bounded position offset F/K — the spring balances the force and it settles. That's why Theta doesn't drift and X/Y do, under the same kind of ANN error.</a:t>
            </a:r>
          </a:p>
          <a:p>
            <a:pPr marL="171450" indent="-171450">
              <a:buFontTx/>
              <a:buChar char="-"/>
            </a:pPr>
            <a:endParaRPr lang="en-US" dirty="0"/>
          </a:p>
          <a:p>
            <a:pPr marL="171450" indent="-171450">
              <a:buFontTx/>
              <a:buChar char="-"/>
            </a:pPr>
            <a:endParaRPr lang="en-US" dirty="0"/>
          </a:p>
          <a:p>
            <a:pPr marL="171450" indent="-171450">
              <a:buFontTx/>
              <a:buChar char="-"/>
            </a:pPr>
            <a:r>
              <a:rPr lang="en-US" dirty="0"/>
              <a:t>So "DC-drift" = constant force × free integrator (no stiffness) = unbounded position growth. The stiffness is precisely what would stop it, and X/Y don't have it.</a:t>
            </a:r>
          </a:p>
          <a:p>
            <a:pPr marL="171450" indent="-171450">
              <a:buFontTx/>
              <a:buChar char="-"/>
            </a:pPr>
            <a:endParaRPr lang="en-US" dirty="0"/>
          </a:p>
          <a:p>
            <a:pPr marL="171450" indent="-171450">
              <a:buFontTx/>
              <a:buChar char="-"/>
            </a:pPr>
            <a:r>
              <a:rPr lang="en-US" dirty="0"/>
              <a:t>For your supervisor, the one-sentence version: the augmented model drifts because the ANN emits a small constant force on the stiffness-free X/Y axes, and a constant force on a free integrator integrates into unbounded position — proven by the fact that subtracting that constant removes the drift.</a:t>
            </a:r>
          </a:p>
          <a:p>
            <a:pPr marL="171450" indent="-171450">
              <a:buFontTx/>
              <a:buChar char="-"/>
            </a:pPr>
            <a:endParaRPr lang="en-US" dirty="0"/>
          </a:p>
          <a:p>
            <a:pPr marL="171450" indent="-171450">
              <a:buFontTx/>
              <a:buChar char="-"/>
            </a:pPr>
            <a:endParaRPr lang="en-US" dirty="0"/>
          </a:p>
          <a:p>
            <a:pPr marL="171450" indent="-171450">
              <a:buFontTx/>
              <a:buChar char="-"/>
            </a:pPr>
            <a:r>
              <a:rPr lang="en-US" dirty="0"/>
              <a:t>How it was </a:t>
            </a:r>
            <a:r>
              <a:rPr lang="en-US" dirty="0" err="1"/>
              <a:t>trainedThe</a:t>
            </a:r>
            <a:r>
              <a:rPr lang="en-US" dirty="0"/>
              <a:t> recipe (from the script's config):- Framework: Jan's SUBNET augmentation — the physics LPV-LFR gantry baseline in parallel with a small feedforward ANN (NX_ANN=2, 16 nodes, 2 layers, tanh) that adds corrections to the routed state rows. Encoder builds the initial state; training is windowed BPTT minimizing the </a:t>
            </a:r>
            <a:r>
              <a:rPr lang="en-US" dirty="0" err="1"/>
              <a:t>nf</a:t>
            </a:r>
            <a:r>
              <a:rPr lang="en-US" dirty="0"/>
              <a:t>-window simulation error with Adam.- Routing: full X+</a:t>
            </a:r>
            <a:r>
              <a:rPr lang="el-GR" dirty="0"/>
              <a:t>Θ+</a:t>
            </a:r>
            <a:r>
              <a:rPr lang="en-US" dirty="0" err="1"/>
              <a:t>Y+absorber</a:t>
            </a:r>
            <a:r>
              <a:rPr lang="en-US" dirty="0"/>
              <a:t> (0,1,2,3,4,5,6,7) — the deliverable routing, i.e. the ANN can write to the K=0 rows (that's what lets it drift).- Hyperparameters: </a:t>
            </a:r>
            <a:r>
              <a:rPr lang="en-US" dirty="0" err="1"/>
              <a:t>lr</a:t>
            </a:r>
            <a:r>
              <a:rPr lang="en-US" dirty="0"/>
              <a:t> = 1.49e-8, </a:t>
            </a:r>
            <a:r>
              <a:rPr lang="en-US" dirty="0" err="1"/>
              <a:t>nf</a:t>
            </a:r>
            <a:r>
              <a:rPr lang="en-US" dirty="0"/>
              <a:t> = 1400 (0.35 s window), 20 epochs, stride=100, validation on a cropped 8000-sample slice. Seed = </a:t>
            </a:r>
            <a:r>
              <a:rPr lang="en-US" dirty="0" err="1"/>
              <a:t>cfg.seed</a:t>
            </a:r>
            <a:r>
              <a:rPr lang="en-US" dirty="0"/>
              <a:t> + 3, mirroring Trial 3 of the </a:t>
            </a:r>
            <a:r>
              <a:rPr lang="en-US" dirty="0" err="1"/>
              <a:t>Optuna</a:t>
            </a:r>
            <a:r>
              <a:rPr lang="en-US" dirty="0"/>
              <a:t> search — the one config whose </a:t>
            </a:r>
            <a:r>
              <a:rPr lang="en-US" dirty="0" err="1"/>
              <a:t>val</a:t>
            </a:r>
            <a:r>
              <a:rPr lang="en-US" dirty="0"/>
              <a:t> sim-RMS actually moved past epoch 0 (6.58e-5 vs 8.01e-5), so its trained weights genuinely drift rather than staying at zero-</a:t>
            </a:r>
            <a:r>
              <a:rPr lang="en-US" dirty="0" err="1"/>
              <a:t>init.</a:t>
            </a:r>
            <a:r>
              <a:rPr lang="en-US" dirty="0"/>
              <a:t>- </a:t>
            </a:r>
            <a:r>
              <a:rPr lang="el-GR" dirty="0"/>
              <a:t>θ: </a:t>
            </a:r>
            <a:r>
              <a:rPr lang="en-US" dirty="0"/>
              <a:t>nominal (</a:t>
            </a:r>
            <a:r>
              <a:rPr lang="en-US" dirty="0" err="1"/>
              <a:t>joint_estimation</a:t>
            </a:r>
            <a:r>
              <a:rPr lang="en-US" dirty="0"/>
              <a:t>=False) — free ANN on a correct physics baseline.- Data: the 14 noiseless augmentation simulation trajectories (standstill / </a:t>
            </a:r>
            <a:r>
              <a:rPr lang="en-US" dirty="0" err="1"/>
              <a:t>ysweep</a:t>
            </a:r>
            <a:r>
              <a:rPr lang="en-US" dirty="0"/>
              <a:t> / </a:t>
            </a:r>
            <a:r>
              <a:rPr lang="en-US" dirty="0" err="1"/>
              <a:t>aprbs</a:t>
            </a:r>
            <a:r>
              <a:rPr lang="en-US" dirty="0"/>
              <a:t> / </a:t>
            </a:r>
            <a:r>
              <a:rPr lang="en-US" dirty="0" err="1"/>
              <a:t>lissajous</a:t>
            </a:r>
            <a:r>
              <a:rPr lang="en-US" dirty="0"/>
              <a:t>), which contain the hidden 150 Hz MSD absorber the ANN is meant to learn.</a:t>
            </a:r>
            <a:endParaRPr lang="en-NL" dirty="0"/>
          </a:p>
          <a:p>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24</a:t>
            </a:fld>
            <a:endParaRPr lang="en-NL"/>
          </a:p>
        </p:txBody>
      </p:sp>
    </p:spTree>
    <p:extLst>
      <p:ext uri="{BB962C8B-B14F-4D97-AF65-F5344CB8AC3E}">
        <p14:creationId xmlns:p14="http://schemas.microsoft.com/office/powerpoint/2010/main" val="1377135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Precisely, from the code: </a:t>
            </a:r>
            <a:r>
              <a:rPr lang="en-US" dirty="0" err="1"/>
              <a:t>absorber_rms</a:t>
            </a:r>
            <a:r>
              <a:rPr lang="en-US" dirty="0"/>
              <a:t> = </a:t>
            </a:r>
            <a:r>
              <a:rPr lang="en-US" dirty="0" err="1"/>
              <a:t>data.val_x_aug</a:t>
            </a:r>
            <a:r>
              <a:rPr lang="en-US" dirty="0"/>
              <a:t>[:, 0].std() — the standard deviation of the absorber's displacement </a:t>
            </a:r>
            <a:r>
              <a:rPr lang="en-US" dirty="0" err="1"/>
              <a:t>δa</a:t>
            </a:r>
            <a:r>
              <a:rPr lang="en-US" dirty="0"/>
              <a:t> over the V1 trajectory. That works out to ~2.19e-5 m ≈ 22 </a:t>
            </a:r>
            <a:r>
              <a:rPr lang="en-US" dirty="0" err="1"/>
              <a:t>μm</a:t>
            </a:r>
            <a:r>
              <a:rPr lang="en-US" dirty="0"/>
              <a:t>. It's plotted as two horizontal dotted lines at +22 </a:t>
            </a:r>
            <a:r>
              <a:rPr lang="en-US" dirty="0" err="1"/>
              <a:t>μm</a:t>
            </a:r>
            <a:r>
              <a:rPr lang="en-US" dirty="0"/>
              <a:t> and −22 </a:t>
            </a:r>
            <a:r>
              <a:rPr lang="en-US" dirty="0" err="1"/>
              <a:t>μm</a:t>
            </a:r>
            <a:r>
              <a:rPr lang="en-US" dirty="0"/>
              <a:t> (symmetric, because </a:t>
            </a:r>
            <a:r>
              <a:rPr lang="en-US" dirty="0" err="1"/>
              <a:t>δa</a:t>
            </a:r>
            <a:r>
              <a:rPr lang="en-US" dirty="0"/>
              <a:t> is a roughly zero-mean oscillation).What it represents: the hidden absorber (the 10%-mass MSD at 150 Hz) is exactly the unmodeled dynamics the augmentation exists to capture. Its displacement swings by ~22 </a:t>
            </a:r>
            <a:r>
              <a:rPr lang="en-US" dirty="0" err="1"/>
              <a:t>μm</a:t>
            </a:r>
            <a:r>
              <a:rPr lang="en-US" dirty="0"/>
              <a:t> RMS. So that band marks the scale of the thing the ANN should be </a:t>
            </a:r>
            <a:r>
              <a:rPr lang="en-US" dirty="0" err="1"/>
              <a:t>learning.Why</a:t>
            </a:r>
            <a:r>
              <a:rPr lang="en-US" dirty="0"/>
              <a:t> it's useful on an error plot: it turns the vertical axis into a "is this error meaningful?" yardstick:- Error inside the ±22 </a:t>
            </a:r>
            <a:r>
              <a:rPr lang="en-US" dirty="0" err="1"/>
              <a:t>μm</a:t>
            </a:r>
            <a:r>
              <a:rPr lang="en-US" dirty="0"/>
              <a:t> band → the residual is at absorber scale, i.e. the error is dominated by the very dynamics you're trying to model. That's the good regime.- Error outside the band → the error has grown beyond the signal itself, so it's no longer "unmodeled absorber," it's drift. On the untrained Y panel the ramp reaches ~110 </a:t>
            </a:r>
            <a:r>
              <a:rPr lang="en-US" dirty="0" err="1"/>
              <a:t>μm</a:t>
            </a:r>
            <a:r>
              <a:rPr lang="en-US" dirty="0"/>
              <a:t> ≈ 5× the band; on the trained figure the ANN reaches 2.6 cm ≈ 1000× the band. Both are "the error is now far bigger than the signal we care about.“</a:t>
            </a:r>
          </a:p>
          <a:p>
            <a:endParaRPr lang="en-US" dirty="0"/>
          </a:p>
          <a:p>
            <a:endParaRPr lang="en-US" dirty="0"/>
          </a:p>
          <a:p>
            <a:endParaRPr lang="en-US" dirty="0"/>
          </a:p>
          <a:p>
            <a:pPr marL="171450" indent="-171450">
              <a:buFontTx/>
              <a:buChar char="-"/>
            </a:pPr>
            <a:r>
              <a:rPr lang="en-US" dirty="0"/>
              <a:t>X and Y have no stiffness (K = 0). Their position is a free integrator — nothing pulls it back to a setpoint. (Physically: electric servo axes, no spring.)- Feed a constant force into such an axis: the velocity builds up to a terminal value (there's a little damping, so velocity itself stays bounded), but since that terminal velocity is nonzero and the position has no restoring stiffness, the position ramps forever. Constant force → constant drift rate → the curves you see (a short build-up, then a steady ramp to cm-scale).- Contrast with Theta (K &gt; 0): there a constant force just produces a bounded position offset F/K — the spring balances the force and it settles. That's why Theta doesn't drift and X/Y do, under the same kind of ANN error.</a:t>
            </a:r>
          </a:p>
          <a:p>
            <a:pPr marL="171450" indent="-171450">
              <a:buFontTx/>
              <a:buChar char="-"/>
            </a:pPr>
            <a:endParaRPr lang="en-US" dirty="0"/>
          </a:p>
          <a:p>
            <a:pPr marL="171450" indent="-171450">
              <a:buFontTx/>
              <a:buChar char="-"/>
            </a:pPr>
            <a:endParaRPr lang="en-US" dirty="0"/>
          </a:p>
          <a:p>
            <a:pPr marL="171450" indent="-171450">
              <a:buFontTx/>
              <a:buChar char="-"/>
            </a:pPr>
            <a:r>
              <a:rPr lang="en-US" dirty="0"/>
              <a:t>So "DC-drift" = constant force × free integrator (no stiffness) = unbounded position growth. The stiffness is precisely what would stop it, and X/Y don't have it.</a:t>
            </a:r>
          </a:p>
          <a:p>
            <a:pPr marL="171450" indent="-171450">
              <a:buFontTx/>
              <a:buChar char="-"/>
            </a:pPr>
            <a:endParaRPr lang="en-US" dirty="0"/>
          </a:p>
          <a:p>
            <a:pPr marL="171450" indent="-171450">
              <a:buFontTx/>
              <a:buChar char="-"/>
            </a:pPr>
            <a:r>
              <a:rPr lang="en-US" dirty="0"/>
              <a:t>For your supervisor, the one-sentence version: the augmented model drifts because the ANN emits a small constant force on the stiffness-free X/Y axes, and a constant force on a free integrator integrates into unbounded position — proven by the fact that subtracting that constant removes the drift.</a:t>
            </a:r>
          </a:p>
          <a:p>
            <a:pPr marL="171450" indent="-171450">
              <a:buFontTx/>
              <a:buChar char="-"/>
            </a:pPr>
            <a:endParaRPr lang="en-US" dirty="0"/>
          </a:p>
          <a:p>
            <a:pPr marL="171450" indent="-171450">
              <a:buFontTx/>
              <a:buChar char="-"/>
            </a:pPr>
            <a:endParaRPr lang="en-US" dirty="0"/>
          </a:p>
          <a:p>
            <a:pPr marL="171450" indent="-171450">
              <a:buFontTx/>
              <a:buChar char="-"/>
            </a:pPr>
            <a:r>
              <a:rPr lang="en-US" dirty="0"/>
              <a:t>How it was </a:t>
            </a:r>
            <a:r>
              <a:rPr lang="en-US" dirty="0" err="1"/>
              <a:t>trainedThe</a:t>
            </a:r>
            <a:r>
              <a:rPr lang="en-US" dirty="0"/>
              <a:t> recipe (from the script's config):- Framework: Jan's SUBNET augmentation — the physics LPV-LFR gantry baseline in parallel with a small feedforward ANN (NX_ANN=2, 16 nodes, 2 layers, tanh) that adds corrections to the routed state rows. Encoder builds the initial state; training is windowed BPTT minimizing the </a:t>
            </a:r>
            <a:r>
              <a:rPr lang="en-US" dirty="0" err="1"/>
              <a:t>nf</a:t>
            </a:r>
            <a:r>
              <a:rPr lang="en-US" dirty="0"/>
              <a:t>-window simulation error with Adam.- Routing: full X+</a:t>
            </a:r>
            <a:r>
              <a:rPr lang="el-GR" dirty="0"/>
              <a:t>Θ+</a:t>
            </a:r>
            <a:r>
              <a:rPr lang="en-US" dirty="0" err="1"/>
              <a:t>Y+absorber</a:t>
            </a:r>
            <a:r>
              <a:rPr lang="en-US" dirty="0"/>
              <a:t> (0,1,2,3,4,5,6,7) — the deliverable routing, i.e. the ANN can write to the K=0 rows (that's what lets it drift).- Hyperparameters: </a:t>
            </a:r>
            <a:r>
              <a:rPr lang="en-US" dirty="0" err="1"/>
              <a:t>lr</a:t>
            </a:r>
            <a:r>
              <a:rPr lang="en-US" dirty="0"/>
              <a:t> = 1.49e-8, </a:t>
            </a:r>
            <a:r>
              <a:rPr lang="en-US" dirty="0" err="1"/>
              <a:t>nf</a:t>
            </a:r>
            <a:r>
              <a:rPr lang="en-US" dirty="0"/>
              <a:t> = 1400 (0.35 s window), 20 epochs, stride=100, validation on a cropped 8000-sample slice. Seed = </a:t>
            </a:r>
            <a:r>
              <a:rPr lang="en-US" dirty="0" err="1"/>
              <a:t>cfg.seed</a:t>
            </a:r>
            <a:r>
              <a:rPr lang="en-US" dirty="0"/>
              <a:t> + 3, mirroring Trial 3 of the </a:t>
            </a:r>
            <a:r>
              <a:rPr lang="en-US" dirty="0" err="1"/>
              <a:t>Optuna</a:t>
            </a:r>
            <a:r>
              <a:rPr lang="en-US" dirty="0"/>
              <a:t> search — the one config whose </a:t>
            </a:r>
            <a:r>
              <a:rPr lang="en-US" dirty="0" err="1"/>
              <a:t>val</a:t>
            </a:r>
            <a:r>
              <a:rPr lang="en-US" dirty="0"/>
              <a:t> sim-RMS actually moved past epoch 0 (6.58e-5 vs 8.01e-5), so its trained weights genuinely drift rather than staying at zero-</a:t>
            </a:r>
            <a:r>
              <a:rPr lang="en-US" dirty="0" err="1"/>
              <a:t>init.</a:t>
            </a:r>
            <a:r>
              <a:rPr lang="en-US" dirty="0"/>
              <a:t>- </a:t>
            </a:r>
            <a:r>
              <a:rPr lang="el-GR" dirty="0"/>
              <a:t>θ: </a:t>
            </a:r>
            <a:r>
              <a:rPr lang="en-US" dirty="0"/>
              <a:t>nominal (</a:t>
            </a:r>
            <a:r>
              <a:rPr lang="en-US" dirty="0" err="1"/>
              <a:t>joint_estimation</a:t>
            </a:r>
            <a:r>
              <a:rPr lang="en-US" dirty="0"/>
              <a:t>=False) — free ANN on a correct physics baseline.- Data: the 14 noiseless augmentation simulation trajectories (standstill / </a:t>
            </a:r>
            <a:r>
              <a:rPr lang="en-US" dirty="0" err="1"/>
              <a:t>ysweep</a:t>
            </a:r>
            <a:r>
              <a:rPr lang="en-US" dirty="0"/>
              <a:t> / </a:t>
            </a:r>
            <a:r>
              <a:rPr lang="en-US" dirty="0" err="1"/>
              <a:t>aprbs</a:t>
            </a:r>
            <a:r>
              <a:rPr lang="en-US" dirty="0"/>
              <a:t> / </a:t>
            </a:r>
            <a:r>
              <a:rPr lang="en-US" dirty="0" err="1"/>
              <a:t>lissajous</a:t>
            </a:r>
            <a:r>
              <a:rPr lang="en-US" dirty="0"/>
              <a:t>), which contain the hidden 150 Hz MSD absorber the ANN is meant to learn.</a:t>
            </a:r>
            <a:endParaRPr lang="en-NL" dirty="0"/>
          </a:p>
        </p:txBody>
      </p:sp>
      <p:sp>
        <p:nvSpPr>
          <p:cNvPr id="4" name="Slide Number Placeholder 3"/>
          <p:cNvSpPr>
            <a:spLocks noGrp="1"/>
          </p:cNvSpPr>
          <p:nvPr>
            <p:ph type="sldNum" sz="quarter" idx="5"/>
          </p:nvPr>
        </p:nvSpPr>
        <p:spPr/>
        <p:txBody>
          <a:bodyPr/>
          <a:lstStyle/>
          <a:p>
            <a:fld id="{55E5551A-F052-48EF-86D5-0035F15B2DBE}" type="slidenum">
              <a:rPr lang="en-NL" smtClean="0"/>
              <a:t>25</a:t>
            </a:fld>
            <a:endParaRPr lang="en-NL"/>
          </a:p>
        </p:txBody>
      </p:sp>
    </p:spTree>
    <p:extLst>
      <p:ext uri="{BB962C8B-B14F-4D97-AF65-F5344CB8AC3E}">
        <p14:creationId xmlns:p14="http://schemas.microsoft.com/office/powerpoint/2010/main" val="26988025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Y panel, look at the fine fast ripple riding on the ramp — that fast wiggle is the ~150 Hz content. It appears on Y specifically because the unmodeled absorber mass sits in the +Y direction (equilibrium offset L0 in +Y), so its mismatch imprints mainly on Y. Over 0.75 s that's ~110 cycles, so it reads as a dense ripple, not clean sinusoids.</a:t>
            </a:r>
          </a:p>
          <a:p>
            <a:endParaRPr lang="en-US" dirty="0"/>
          </a:p>
          <a:p>
            <a:r>
              <a:rPr lang="en-US" dirty="0"/>
              <a:t>"does removing the ANN's constant force stop the drift?" Untrained → the mean is ~0, so subtracting it changes nothing → it lies exactly on top of the red line (that overlap is the whole point of the control).</a:t>
            </a:r>
          </a:p>
          <a:p>
            <a:endParaRPr lang="en-US" dirty="0"/>
          </a:p>
          <a:p>
            <a:endParaRPr lang="en-US" dirty="0"/>
          </a:p>
          <a:p>
            <a:r>
              <a:rPr lang="en-US" dirty="0"/>
              <a:t>- "full ANN" (red): the free-run error using the ANN's complete output. Here (untrained) the ANN is zero-</a:t>
            </a:r>
            <a:r>
              <a:rPr lang="en-US" dirty="0" err="1"/>
              <a:t>init</a:t>
            </a:r>
            <a:r>
              <a:rPr lang="en-US" dirty="0"/>
              <a:t>, so this is effectively baseline + zero-ANN = the baseline free-run error.- "ANN mean removed" (blue): the counterfactual — the same free-run but with the ANN's per-row time-average (its DC/constant component) subtracted. This is the d6 test: "does removing the ANN's constant force stop the drift?" Untrained → the mean is ~0, so subtracting it changes nothing → it lies exactly on top of the red line (that overlap is the whole point of the control).- "+/- absorber RMS" (dotted horizontal lines at ±2.19e-5 m): the RMS of the absorber displacement — the scale of the signal the ANN is supposed to learn. It's a materiality yardstick: error inside the band is absorber-scale; the Y ramp climbing past it means the drift already exceeds the signal you care about.</a:t>
            </a:r>
          </a:p>
          <a:p>
            <a:endParaRPr lang="en-NL" dirty="0"/>
          </a:p>
        </p:txBody>
      </p:sp>
      <p:sp>
        <p:nvSpPr>
          <p:cNvPr id="4" name="Slide Number Placeholder 3"/>
          <p:cNvSpPr>
            <a:spLocks noGrp="1"/>
          </p:cNvSpPr>
          <p:nvPr>
            <p:ph type="sldNum" sz="quarter" idx="5"/>
          </p:nvPr>
        </p:nvSpPr>
        <p:spPr/>
        <p:txBody>
          <a:bodyPr/>
          <a:lstStyle/>
          <a:p>
            <a:fld id="{55E5551A-F052-48EF-86D5-0035F15B2DBE}" type="slidenum">
              <a:rPr lang="en-NL" smtClean="0"/>
              <a:t>26</a:t>
            </a:fld>
            <a:endParaRPr lang="en-NL"/>
          </a:p>
        </p:txBody>
      </p:sp>
    </p:spTree>
    <p:extLst>
      <p:ext uri="{BB962C8B-B14F-4D97-AF65-F5344CB8AC3E}">
        <p14:creationId xmlns:p14="http://schemas.microsoft.com/office/powerpoint/2010/main" val="701991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28</a:t>
            </a:fld>
            <a:endParaRPr lang="en-NL"/>
          </a:p>
        </p:txBody>
      </p:sp>
    </p:spTree>
    <p:extLst>
      <p:ext uri="{BB962C8B-B14F-4D97-AF65-F5344CB8AC3E}">
        <p14:creationId xmlns:p14="http://schemas.microsoft.com/office/powerpoint/2010/main" val="2668284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f07 — is it a one-run accident? (per-row output mean across 10 checkpoints)- Shows: the DC (bar) and rms (whisker) of each ANN row for ten independently trained checkpoints spanning the </a:t>
            </a:r>
            <a:r>
              <a:rPr lang="en-US" dirty="0" err="1"/>
              <a:t>nf</a:t>
            </a:r>
            <a:r>
              <a:rPr lang="en-US" dirty="0"/>
              <a:t> and </a:t>
            </a:r>
            <a:r>
              <a:rPr lang="en-US" dirty="0" err="1"/>
              <a:t>lr</a:t>
            </a:r>
            <a:r>
              <a:rPr lang="en-US" dirty="0"/>
              <a:t> sweeps, cold and warm starts, plus 71167.- Hypothesis: one bad run → the other nine sit at zero; a physically demanded constant → same sign and size everywhere.- Conclusion: neither. All ten park a constant on the K=0 rows, but 71167 flips the Y/</a:t>
            </a:r>
            <a:r>
              <a:rPr lang="en-US" dirty="0" err="1"/>
              <a:t>dY</a:t>
            </a:r>
            <a:r>
              <a:rPr lang="en-US" dirty="0"/>
              <a:t> signs vs the other nine: universal in existence, arbitrary in value — the signature of an unconstrained direction, and direct evidence that the </a:t>
            </a:r>
            <a:r>
              <a:rPr lang="en-US" dirty="0" err="1"/>
              <a:t>nf</a:t>
            </a:r>
            <a:r>
              <a:rPr lang="en-US" dirty="0"/>
              <a:t>/</a:t>
            </a:r>
            <a:r>
              <a:rPr lang="en-US" dirty="0" err="1"/>
              <a:t>lr</a:t>
            </a:r>
            <a:r>
              <a:rPr lang="en-US" dirty="0"/>
              <a:t> tuning already performed never removed it.</a:t>
            </a:r>
          </a:p>
          <a:p>
            <a:endParaRPr lang="en-US" dirty="0"/>
          </a:p>
          <a:p>
            <a:endParaRPr lang="en-US" dirty="0"/>
          </a:p>
          <a:p>
            <a:endParaRPr lang="en-US" dirty="0"/>
          </a:p>
          <a:p>
            <a:r>
              <a:rPr lang="en-US" dirty="0"/>
              <a:t>f07 answers the robustness question a skeptical reader asks after f04: "you showed me one trained network with a non-zero mean — is that just one bad </a:t>
            </a:r>
            <a:r>
              <a:rPr lang="en-US" dirty="0" err="1"/>
              <a:t>run?"What</a:t>
            </a:r>
            <a:r>
              <a:rPr lang="en-US" dirty="0"/>
              <a:t> is </a:t>
            </a:r>
            <a:r>
              <a:rPr lang="en-US" dirty="0" err="1"/>
              <a:t>plottedEight</a:t>
            </a:r>
            <a:r>
              <a:rPr lang="en-US" dirty="0"/>
              <a:t> panels, one per ANN output row (X, Theta, Y, </a:t>
            </a:r>
            <a:r>
              <a:rPr lang="en-US" dirty="0" err="1"/>
              <a:t>dX</a:t>
            </a:r>
            <a:r>
              <a:rPr lang="en-US" dirty="0"/>
              <a:t>, </a:t>
            </a:r>
            <a:r>
              <a:rPr lang="en-US" dirty="0" err="1"/>
              <a:t>dTheta</a:t>
            </a:r>
            <a:r>
              <a:rPr lang="en-US" dirty="0"/>
              <a:t>, </a:t>
            </a:r>
            <a:r>
              <a:rPr lang="en-US" dirty="0" err="1"/>
              <a:t>dY</a:t>
            </a:r>
            <a:r>
              <a:rPr lang="en-US" dirty="0"/>
              <a:t>, and the two absorber </a:t>
            </a:r>
            <a:r>
              <a:rPr lang="en-US" dirty="0" err="1"/>
              <a:t>latents</a:t>
            </a:r>
            <a:r>
              <a:rPr lang="en-US" dirty="0"/>
              <a:t>), with the stiffness-free rows highlighted yellow. Within each panel there are ten bars = ten independently trained checkpoints:- the old rough drift checkpoint (</a:t>
            </a:r>
            <a:r>
              <a:rPr lang="en-US" dirty="0" err="1"/>
              <a:t>gantry_drift_last</a:t>
            </a:r>
            <a:r>
              <a:rPr lang="en-US" dirty="0"/>
              <a:t>),- four cold-start </a:t>
            </a:r>
            <a:r>
              <a:rPr lang="en-US" dirty="0" err="1"/>
              <a:t>nf</a:t>
            </a:r>
            <a:r>
              <a:rPr lang="en-US" dirty="0"/>
              <a:t>-sweep trials (</a:t>
            </a:r>
            <a:r>
              <a:rPr lang="en-US" dirty="0" err="1"/>
              <a:t>nf</a:t>
            </a:r>
            <a:r>
              <a:rPr lang="en-US" dirty="0"/>
              <a:t> = 800 to 3200, </a:t>
            </a:r>
            <a:r>
              <a:rPr lang="en-US" dirty="0" err="1"/>
              <a:t>lr</a:t>
            </a:r>
            <a:r>
              <a:rPr lang="en-US" dirty="0"/>
              <a:t> = 1e-7),- four warm-start curriculum rungs (</a:t>
            </a:r>
            <a:r>
              <a:rPr lang="en-US" dirty="0" err="1"/>
              <a:t>nf</a:t>
            </a:r>
            <a:r>
              <a:rPr lang="en-US" dirty="0"/>
              <a:t> = 400 to 2000),- and run 71167 (the current deck checkpoint), appended as the </a:t>
            </a:r>
            <a:r>
              <a:rPr lang="en-US" dirty="0" err="1"/>
              <a:t>tenth.For</a:t>
            </a:r>
            <a:r>
              <a:rPr lang="en-US" dirty="0"/>
              <a:t> each checkpoint, the ANN's output was recorded over a V1 free-run, and the bar shows the time-mean of that row's output (the DC, in normalized state-increment-per-step units); the whisker shows the rms of the same signal, i.e. the total signal size the mean should be judged against. Blue means positive mean, red negative. Bar comparable to whisker = nearly pure constant; small bar under a big whisker = a constant buried in </a:t>
            </a:r>
            <a:r>
              <a:rPr lang="en-US" dirty="0" err="1"/>
              <a:t>fluctuation.How</a:t>
            </a:r>
            <a:r>
              <a:rPr lang="en-US" dirty="0"/>
              <a:t> to read </a:t>
            </a:r>
            <a:r>
              <a:rPr lang="en-US" dirty="0" err="1"/>
              <a:t>itTwo</a:t>
            </a:r>
            <a:r>
              <a:rPr lang="en-US" dirty="0"/>
              <a:t> comparisons per panel: across bars (does every independently trained network park a constant on this row, and with what sign?) and bar vs whisker (how constant-like is each one?). Across panels: do the constants concentrate on the yellow K=0 </a:t>
            </a:r>
            <a:r>
              <a:rPr lang="en-US" dirty="0" err="1"/>
              <a:t>rows?What</a:t>
            </a:r>
            <a:r>
              <a:rPr lang="en-US" dirty="0"/>
              <a:t> it shows, honestly stated1. The constant is universal in existence. All ten checkpoints — different window lengths, learning-rate regimes, cold and warm starts — carry non-zero means on the K=0 rows. No amount of </a:t>
            </a:r>
            <a:r>
              <a:rPr lang="en-US" dirty="0" err="1"/>
              <a:t>nf</a:t>
            </a:r>
            <a:r>
              <a:rPr lang="en-US" dirty="0"/>
              <a:t> or </a:t>
            </a:r>
            <a:r>
              <a:rPr lang="en-US" dirty="0" err="1"/>
              <a:t>lr</a:t>
            </a:r>
            <a:r>
              <a:rPr lang="en-US" dirty="0"/>
              <a:t> tuning produced a zero-mean network, which is f07's direct contribution to the "tuning doesn't fix this" argument: the checkpoints are the tuning sweep.2. The constant is arbitrary in value and sign. This is the updated conclusion forced by 71167: the nine older checkpoints all parked a positive Y-row mean and negative </a:t>
            </a:r>
            <a:r>
              <a:rPr lang="en-US" dirty="0" err="1"/>
              <a:t>dY</a:t>
            </a:r>
            <a:r>
              <a:rPr lang="en-US" dirty="0"/>
              <a:t>-row mean, and 71167 flips both. The caption now says this explicitly. The sign scatter is not a weakness of the story — it is the strongest evidence for the mechanism: a constant demanded by physics would reproduce with the same sign and size in every run; a constant living in an unconstrained direction lands wherever each run's optimization noise pushes it. Ten runs, one shared property (a leftover DC), no shared value.3. 71167 is also visibly the outlier in magnitude on several rows (</a:t>
            </a:r>
            <a:r>
              <a:rPr lang="en-US" dirty="0" err="1"/>
              <a:t>dTheta</a:t>
            </a:r>
            <a:r>
              <a:rPr lang="en-US" dirty="0"/>
              <a:t>, </a:t>
            </a:r>
            <a:r>
              <a:rPr lang="en-US" dirty="0" err="1"/>
              <a:t>delta_a</a:t>
            </a:r>
            <a:r>
              <a:rPr lang="en-US" dirty="0"/>
              <a:t>, </a:t>
            </a:r>
            <a:r>
              <a:rPr lang="en-US" dirty="0" err="1"/>
              <a:t>vdelta_a</a:t>
            </a:r>
            <a:r>
              <a:rPr lang="en-US" dirty="0"/>
              <a:t> — largest bars and whiskers), consistent with it being the longest-trained member: more optimization steps in a flat direction means more accumulated </a:t>
            </a:r>
            <a:r>
              <a:rPr lang="en-US" dirty="0" err="1"/>
              <a:t>wander.One</a:t>
            </a:r>
            <a:r>
              <a:rPr lang="en-US" dirty="0"/>
              <a:t> provenance note to be transparent about in the meeting: the nine older members were measured over short (2 s) free-runs from the existing checkpoint bank, while 71167's bar is measured over the full 12 s of this generation — d15 established the DC is stationary over the run, so the horizons are comparable, but it should be said rather than </a:t>
            </a:r>
            <a:r>
              <a:rPr lang="en-US" dirty="0" err="1"/>
              <a:t>discovered.Summary</a:t>
            </a:r>
            <a:r>
              <a:rPr lang="en-US" dirty="0"/>
              <a:t>: f07 measures the per-row output mean of ten independently trained checkpoints spanning the </a:t>
            </a:r>
            <a:r>
              <a:rPr lang="en-US" dirty="0" err="1"/>
              <a:t>nf</a:t>
            </a:r>
            <a:r>
              <a:rPr lang="en-US" dirty="0"/>
              <a:t>/</a:t>
            </a:r>
            <a:r>
              <a:rPr lang="en-US" dirty="0" err="1"/>
              <a:t>lr</a:t>
            </a:r>
            <a:r>
              <a:rPr lang="en-US" dirty="0"/>
              <a:t>/</a:t>
            </a:r>
            <a:r>
              <a:rPr lang="en-US" dirty="0" err="1"/>
              <a:t>init</a:t>
            </a:r>
            <a:r>
              <a:rPr lang="en-US" dirty="0"/>
              <a:t> axes; every one of them parks a constant on the stiffness-free rows, but the sign and size differ per run (71167 flips Y/</a:t>
            </a:r>
            <a:r>
              <a:rPr lang="en-US" dirty="0" err="1"/>
              <a:t>dY</a:t>
            </a:r>
            <a:r>
              <a:rPr lang="en-US" dirty="0"/>
              <a:t> versus all nine older ones). Together that rules out both "one bad run" and "a fixed physical bias the ANN correctly learned," leaving exactly the deck's diagnosis: an unconstrained direction that every training run fills with its own arbitrary leftover.</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29</a:t>
            </a:fld>
            <a:endParaRPr lang="en-NL"/>
          </a:p>
        </p:txBody>
      </p:sp>
    </p:spTree>
    <p:extLst>
      <p:ext uri="{BB962C8B-B14F-4D97-AF65-F5344CB8AC3E}">
        <p14:creationId xmlns:p14="http://schemas.microsoft.com/office/powerpoint/2010/main" val="18611271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trained-ANN free-run position error from f01 (the red drifting curves) and differentiate it in time</a:t>
            </a:r>
            <a:br>
              <a:rPr lang="en-US" dirty="0"/>
            </a:br>
            <a:br>
              <a:rPr lang="en-US" dirty="0"/>
            </a:br>
            <a:r>
              <a:rPr lang="en-US" dirty="0"/>
              <a:t>At t = 0 the free-run starts from the encoder's estimated state, not the true one. The estimate is good but not exact, and its velocity components are the weakest part:</a:t>
            </a:r>
          </a:p>
          <a:p>
            <a:endParaRPr lang="en-US" dirty="0"/>
          </a:p>
          <a:p>
            <a:endParaRPr lang="en-US" dirty="0"/>
          </a:p>
          <a:p>
            <a:r>
              <a:rPr lang="en-US" dirty="0"/>
              <a:t>f08 — is it energy? (d/dt of the drifting run's error)- Shows: the error velocity of the same trained-ANN free-run as f01, with the settled terminal rate dashed. (t = 0 spike = the encoder's initial velocity estimate error decaying with each axis's time constant — an IC transient, not drift.)- Hypothesis: if the drift were energy accumulation/instability, velocity (and kinetic energy) would grow without bound.- Conclusion: every velocity saturates at a finite terminal value while position ramps — the exact signature of a constant force balanced by damping. Energy is bounded (injection = dissipation); Jan's "no energy drift" intuition is confirmed, and an energy constraint targets nothing that is failing.</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32</a:t>
            </a:fld>
            <a:endParaRPr lang="en-NL"/>
          </a:p>
        </p:txBody>
      </p:sp>
    </p:spTree>
    <p:extLst>
      <p:ext uri="{BB962C8B-B14F-4D97-AF65-F5344CB8AC3E}">
        <p14:creationId xmlns:p14="http://schemas.microsoft.com/office/powerpoint/2010/main" val="18872892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f10 — why is the constant unconstrained? (training input spectrum)- Shows: the excitation's amplitude spectrum: energy strictly inside 130-180 Hz, exactly zero at 0 Hz.- Hypothesis: to identify a constant (a 0 Hz component), the data must contain energy at 0 Hz for the model to match or mismatch.- Conclusion: they contain none, so the correction's mean is a direction the fit never compares against anything — a free parameter. Combined with f09 (the loss can't see its consequence either), the constant is doubly unconstrained: unexcited and unpriced.</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33</a:t>
            </a:fld>
            <a:endParaRPr lang="en-NL"/>
          </a:p>
        </p:txBody>
      </p:sp>
    </p:spTree>
    <p:extLst>
      <p:ext uri="{BB962C8B-B14F-4D97-AF65-F5344CB8AC3E}">
        <p14:creationId xmlns:p14="http://schemas.microsoft.com/office/powerpoint/2010/main" val="17861955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36</a:t>
            </a:fld>
            <a:endParaRPr lang="en-NL"/>
          </a:p>
        </p:txBody>
      </p:sp>
    </p:spTree>
    <p:extLst>
      <p:ext uri="{BB962C8B-B14F-4D97-AF65-F5344CB8AC3E}">
        <p14:creationId xmlns:p14="http://schemas.microsoft.com/office/powerpoint/2010/main" val="41905944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CF35-1D7D-05E0-F763-48B865208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20AD0-A82A-5D52-CF93-B9083A03A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8CA90-9D97-82D9-5A59-105778C96E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730851B-33C8-891E-0DB8-5C3D0D866D32}"/>
              </a:ext>
            </a:extLst>
          </p:cNvPr>
          <p:cNvSpPr>
            <a:spLocks noGrp="1"/>
          </p:cNvSpPr>
          <p:nvPr>
            <p:ph type="sldNum" sz="quarter" idx="5"/>
          </p:nvPr>
        </p:nvSpPr>
        <p:spPr/>
        <p:txBody>
          <a:bodyPr/>
          <a:lstStyle/>
          <a:p>
            <a:fld id="{B408ABE9-835D-41BF-A9B3-EFBAC967A8E2}" type="slidenum">
              <a:rPr lang="en-NL" smtClean="0"/>
              <a:t>37</a:t>
            </a:fld>
            <a:endParaRPr lang="en-NL"/>
          </a:p>
        </p:txBody>
      </p:sp>
    </p:spTree>
    <p:extLst>
      <p:ext uri="{BB962C8B-B14F-4D97-AF65-F5344CB8AC3E}">
        <p14:creationId xmlns:p14="http://schemas.microsoft.com/office/powerpoint/2010/main" val="10075204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21242-B236-7D16-35BE-1EA613A44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F6211-ACCE-93B6-A1F0-705BB7FF2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E359F-0075-0973-2A0F-36E149D08BB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FE03781-8715-1F9E-1461-B5D8E728E37B}"/>
              </a:ext>
            </a:extLst>
          </p:cNvPr>
          <p:cNvSpPr>
            <a:spLocks noGrp="1"/>
          </p:cNvSpPr>
          <p:nvPr>
            <p:ph type="sldNum" sz="quarter" idx="5"/>
          </p:nvPr>
        </p:nvSpPr>
        <p:spPr/>
        <p:txBody>
          <a:bodyPr/>
          <a:lstStyle/>
          <a:p>
            <a:fld id="{B408ABE9-835D-41BF-A9B3-EFBAC967A8E2}" type="slidenum">
              <a:rPr lang="en-NL" smtClean="0"/>
              <a:t>38</a:t>
            </a:fld>
            <a:endParaRPr lang="en-NL"/>
          </a:p>
        </p:txBody>
      </p:sp>
    </p:spTree>
    <p:extLst>
      <p:ext uri="{BB962C8B-B14F-4D97-AF65-F5344CB8AC3E}">
        <p14:creationId xmlns:p14="http://schemas.microsoft.com/office/powerpoint/2010/main" val="3412074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T1_standstill_Ym30, T2_standstill_Ym15, T3_standstill_Y000, T4_standstill_Yp15, T5_standstill_Yp30</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39</a:t>
            </a:fld>
            <a:endParaRPr lang="en-NL"/>
          </a:p>
        </p:txBody>
      </p:sp>
    </p:spTree>
    <p:extLst>
      <p:ext uri="{BB962C8B-B14F-4D97-AF65-F5344CB8AC3E}">
        <p14:creationId xmlns:p14="http://schemas.microsoft.com/office/powerpoint/2010/main" val="6584762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fig0b (v1f): uses a synthesized input (a DC offset + a 150 Hz tone) that the script generates itself and feeds straight into the plant EOMs. It never loads a T-record.</a:t>
            </a:r>
          </a:p>
          <a:p>
            <a:pPr marL="171450" indent="-171450">
              <a:buFontTx/>
              <a:buChar char="-"/>
            </a:pPr>
            <a:endParaRPr lang="en-US" dirty="0"/>
          </a:p>
          <a:p>
            <a:pPr marL="171450" indent="-171450">
              <a:buFontTx/>
              <a:buChar char="-"/>
            </a:pPr>
            <a:r>
              <a:rPr lang="en-US" dirty="0"/>
              <a:t>The only overlap is the operating points: v1f sweeps Y₀ = {−0.30, 0, +0.10, +0.30} m, which partially coincide with the standstill setpoints (−0.30, 0, +0.30 = T1/T3/T5; the +0.10 is the V1 validation operating point, not a standstill record). But that's just where it sets the initial Y — the input signal is entirely different (a designed excitation, not the recorded </a:t>
            </a:r>
            <a:r>
              <a:rPr lang="en-US" dirty="0" err="1"/>
              <a:t>multisine</a:t>
            </a:r>
            <a:r>
              <a:rPr lang="en-US" dirty="0"/>
              <a:t>).</a:t>
            </a:r>
          </a:p>
          <a:p>
            <a:pPr marL="171450" indent="-171450">
              <a:buFontTx/>
              <a:buChar char="-"/>
            </a:pPr>
            <a:endParaRPr lang="en-US" dirty="0"/>
          </a:p>
          <a:p>
            <a:pPr marL="171450" indent="-171450">
              <a:buFontTx/>
              <a:buChar char="-"/>
            </a:pPr>
            <a:endParaRPr lang="en-US" dirty="0"/>
          </a:p>
          <a:p>
            <a:pPr marL="171450" indent="-171450">
              <a:buFontTx/>
              <a:buChar char="-"/>
            </a:pPr>
            <a:r>
              <a:rPr lang="en-US" dirty="0"/>
              <a:t>Bottom line: fig0 = T1–T5 recorded standstill data; fig0b = a separate open-loop simulation with a designed </a:t>
            </a:r>
            <a:r>
              <a:rPr lang="en-US" dirty="0" err="1"/>
              <a:t>DC+tone</a:t>
            </a:r>
            <a:r>
              <a:rPr lang="en-US" dirty="0"/>
              <a:t> input at overlapping operating points. Only the Y operating points overlap; the data and method are otherwise completely different.</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40</a:t>
            </a:fld>
            <a:endParaRPr lang="en-NL"/>
          </a:p>
        </p:txBody>
      </p:sp>
    </p:spTree>
    <p:extLst>
      <p:ext uri="{BB962C8B-B14F-4D97-AF65-F5344CB8AC3E}">
        <p14:creationId xmlns:p14="http://schemas.microsoft.com/office/powerpoint/2010/main" val="4777427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 1.5–2e-6, both clearly training — SGD not stalled), not literally identical — SGD's was slightly higher. The point still holds because the DC differs ~2000×,</a:t>
            </a:r>
          </a:p>
          <a:p>
            <a:endParaRPr lang="en-US" dirty="0"/>
          </a:p>
          <a:p>
            <a:endParaRPr lang="en-US" dirty="0"/>
          </a:p>
          <a:p>
            <a:r>
              <a:rPr lang="en-US" dirty="0"/>
              <a:t>Same 14 trajectories training data</a:t>
            </a:r>
          </a:p>
          <a:p>
            <a:endParaRPr lang="en-US" dirty="0"/>
          </a:p>
          <a:p>
            <a:r>
              <a:rPr lang="en-US" dirty="0"/>
              <a:t>1. SGD underfits this problem. The augmentation objective is badly-scaled / block-heterogeneous (positions, velocities, latent states on very different scales; physics + ANN). Adam's per-parameter adaptivity is exactly what handles that — a single global SGD learning rate cannot (Zhang et al. 2024, "Why Transformers Need Adam"). Trained to convergence, SGD would give a worse augmentation, not a good DC-free one.2. Its low DC is a symptom, not a cure. SGD builds less DC because it takes a vanishing step in the flat direction — the very same reason it stalls in ill-conditioned directions. You'd trade the DC for poor convergence.3. Figure 4 is a short, low-loss probe. "Same loss" was matched in a short probe where neither optimizer has learned much of the real dynamics. It says nothing about held-out free-run quality (BFR) — we never validated that SGD produces a good model.4. The DC isn't even the main problem (fig 5). The dominant drift is the ANN's dynamic output destabilizing the marginal Y axis, not the DC. SGD-vs-Adam only concerns the DC (a smaller, X-axis effect) — so even a DC-free SGD wouldn't fix the dominant </a:t>
            </a:r>
            <a:r>
              <a:rPr lang="en-US" dirty="0" err="1"/>
              <a:t>divergence.Its</a:t>
            </a:r>
            <a:r>
              <a:rPr lang="en-US" dirty="0"/>
              <a:t> role in the </a:t>
            </a:r>
            <a:r>
              <a:rPr lang="en-US" dirty="0" err="1"/>
              <a:t>storyFigure</a:t>
            </a:r>
            <a:r>
              <a:rPr lang="en-US" dirty="0"/>
              <a:t> 4 does one job: it localizes the cause (Adam's implicit bias → the non-zero mean is estimator/optimizer-side, not physical), which supports Theme A/C — the system is zero-mean, the DC is an artifact. The fix is structural (a zero-mean constraint, or the stability-preserving augmentation route), keeping Adam's conditioning benefits. Switching to SGD would swap a targeted, fixable artifact for a globally worse fit.</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44</a:t>
            </a:fld>
            <a:endParaRPr lang="en-NL"/>
          </a:p>
        </p:txBody>
      </p:sp>
    </p:spTree>
    <p:extLst>
      <p:ext uri="{BB962C8B-B14F-4D97-AF65-F5344CB8AC3E}">
        <p14:creationId xmlns:p14="http://schemas.microsoft.com/office/powerpoint/2010/main" val="23115372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faint, jagged background is the raw per-step training loss — I plotted it lightly (alpha ~0.3) behind the bold smoothed curves. It's not an artifact or a problem; it's normal minibatch noise:- Each update step computes the loss on a different random minibatch (256 windows out of ~66k). So the measured loss jumps around step-to-step depending on which windows happen to be in that batch — anywhere from ~6e-7 to ~3e-6.- That step-to-step scatter is the expected fluctuation of stochastic (minibatch) training. It's the same for both optimizers, which is why it looks like one gray band (the Adam-raw and SGD-raw curves overlap).- The bold lines are the 15-step running mean — the underlying trend, which is what you read for "same loss." Both trends sit at ~1.4e-6 and </a:t>
            </a:r>
            <a:r>
              <a:rPr lang="en-US" dirty="0" err="1"/>
              <a:t>overlap.So</a:t>
            </a:r>
            <a:r>
              <a:rPr lang="en-US" dirty="0"/>
              <a:t>: faint = the real noisy loss; bold = its smoothed trend. I included the raw on purpose so the figure shows the actual measured loss (not a suspiciously-clean line), and so you can see both optimizers share the same noise </a:t>
            </a:r>
            <a:r>
              <a:rPr lang="en-US" dirty="0" err="1"/>
              <a:t>envelope.If</a:t>
            </a:r>
            <a:r>
              <a:rPr lang="en-US" dirty="0"/>
              <a:t> it reads as clutter for the meeting, I can either (a) drop the raw and show only the two smoothed curves (cleanest), or (b) lighten it further. I'd lean toward keeping a faint version — a reviewer trusts a noisy-but-overlapping loss more than two perfectly smooth lines. Want me to declutter it, or leave it as is?</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45</a:t>
            </a:fld>
            <a:endParaRPr lang="en-NL"/>
          </a:p>
        </p:txBody>
      </p:sp>
    </p:spTree>
    <p:extLst>
      <p:ext uri="{BB962C8B-B14F-4D97-AF65-F5344CB8AC3E}">
        <p14:creationId xmlns:p14="http://schemas.microsoft.com/office/powerpoint/2010/main" val="3766439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SGD is not the proper fit for the problem:</a:t>
            </a:r>
          </a:p>
          <a:p>
            <a:r>
              <a:rPr lang="en-US" dirty="0"/>
              <a:t>1. SGD underfits this problem. The augmentation objective is badly-scaled / block-heterogeneous (positions, velocities, latent states on very different scales; physics + ANN). Adam's per-parameter adaptivity is exactly what handles that — a single global SGD learning rate cannot (Zhang et al. 2024, "Why Transformers Need Adam"). Trained to convergence, SGD would give a worse augmentation, not a good DC-free one.</a:t>
            </a:r>
            <a:endParaRPr lang="en-NL" dirty="0"/>
          </a:p>
          <a:p>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46</a:t>
            </a:fld>
            <a:endParaRPr lang="en-NL"/>
          </a:p>
        </p:txBody>
      </p:sp>
    </p:spTree>
    <p:extLst>
      <p:ext uri="{BB962C8B-B14F-4D97-AF65-F5344CB8AC3E}">
        <p14:creationId xmlns:p14="http://schemas.microsoft.com/office/powerpoint/2010/main" val="16461887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7A217-BC89-726B-76DF-585CDAEED9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40155-7E3A-B87B-F56C-1D0F1D7E5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A85D9-4E1B-DC51-2F18-D089891E161D}"/>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8AC1E455-120B-73CE-D460-715383EB2628}"/>
              </a:ext>
            </a:extLst>
          </p:cNvPr>
          <p:cNvSpPr>
            <a:spLocks noGrp="1"/>
          </p:cNvSpPr>
          <p:nvPr>
            <p:ph type="sldNum" sz="quarter" idx="5"/>
          </p:nvPr>
        </p:nvSpPr>
        <p:spPr/>
        <p:txBody>
          <a:bodyPr/>
          <a:lstStyle/>
          <a:p>
            <a:fld id="{B408ABE9-835D-41BF-A9B3-EFBAC967A8E2}" type="slidenum">
              <a:rPr lang="en-NL" smtClean="0"/>
              <a:t>53</a:t>
            </a:fld>
            <a:endParaRPr lang="en-NL"/>
          </a:p>
        </p:txBody>
      </p:sp>
    </p:spTree>
    <p:extLst>
      <p:ext uri="{BB962C8B-B14F-4D97-AF65-F5344CB8AC3E}">
        <p14:creationId xmlns:p14="http://schemas.microsoft.com/office/powerpoint/2010/main" val="40823259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32CD2-6902-08E7-94CA-936CAFB070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64DC70-BB1B-8C44-08E9-FB8FD7079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CF582A-D2B6-34BB-FE02-6DE5FDA9110E}"/>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9A6A60CF-0494-FE42-03A0-669934B14176}"/>
              </a:ext>
            </a:extLst>
          </p:cNvPr>
          <p:cNvSpPr>
            <a:spLocks noGrp="1"/>
          </p:cNvSpPr>
          <p:nvPr>
            <p:ph type="sldNum" sz="quarter" idx="5"/>
          </p:nvPr>
        </p:nvSpPr>
        <p:spPr/>
        <p:txBody>
          <a:bodyPr/>
          <a:lstStyle/>
          <a:p>
            <a:fld id="{B408ABE9-835D-41BF-A9B3-EFBAC967A8E2}" type="slidenum">
              <a:rPr lang="en-NL" smtClean="0"/>
              <a:t>54</a:t>
            </a:fld>
            <a:endParaRPr lang="en-NL"/>
          </a:p>
        </p:txBody>
      </p:sp>
    </p:spTree>
    <p:extLst>
      <p:ext uri="{BB962C8B-B14F-4D97-AF65-F5344CB8AC3E}">
        <p14:creationId xmlns:p14="http://schemas.microsoft.com/office/powerpoint/2010/main" val="18333735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8C75C-969C-32CF-E900-7240F02865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A17330CD-8A6A-5A13-5428-787B88F967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BFAEB80C-C4AA-C752-0520-FEAB2A193BB9}"/>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5" name="Footer Placeholder 4">
            <a:extLst>
              <a:ext uri="{FF2B5EF4-FFF2-40B4-BE49-F238E27FC236}">
                <a16:creationId xmlns:a16="http://schemas.microsoft.com/office/drawing/2014/main" id="{63FA8413-01E8-F9D5-6976-0462EABF5E6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3FA7BCFF-CB29-F43A-E0E0-B2EA5C4FE812}"/>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466884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32F6C-6312-F37B-EBB0-3B369063B81F}"/>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65EE5605-15F1-6E66-DF10-F383E16850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38258DA2-15FC-72DA-D223-6E2A57CD1955}"/>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5" name="Footer Placeholder 4">
            <a:extLst>
              <a:ext uri="{FF2B5EF4-FFF2-40B4-BE49-F238E27FC236}">
                <a16:creationId xmlns:a16="http://schemas.microsoft.com/office/drawing/2014/main" id="{3AD4FFD4-6445-D20A-2F84-A0A6C7E5C9F5}"/>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C2E03FC-0B6B-818E-E5FA-B17B33BF9BDA}"/>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2391756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F2DE6-327B-5CCC-38BE-4B76B2704B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1516BD1A-E440-FF43-917A-5EB2D92402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FE9585-8567-99BD-BA36-DC420DE82A6E}"/>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5" name="Footer Placeholder 4">
            <a:extLst>
              <a:ext uri="{FF2B5EF4-FFF2-40B4-BE49-F238E27FC236}">
                <a16:creationId xmlns:a16="http://schemas.microsoft.com/office/drawing/2014/main" id="{83BC2F5F-0B85-6B5C-41C2-5D8E2EBEB825}"/>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CADF36-CC8C-CB4A-CF12-842454E90DD2}"/>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697715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1978A-9E5E-7C0D-AA37-DCE1F9EA4C60}"/>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8E7C20E7-7401-FD93-9338-09BD90669F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4090D6EC-4B67-F1DA-E1B5-CD0DD3A06C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77DFEB9A-25F9-DF31-32D5-3849E92621F6}"/>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6" name="Footer Placeholder 5">
            <a:extLst>
              <a:ext uri="{FF2B5EF4-FFF2-40B4-BE49-F238E27FC236}">
                <a16:creationId xmlns:a16="http://schemas.microsoft.com/office/drawing/2014/main" id="{DFC7F65E-E791-4F60-5B45-258603E5D15D}"/>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E89605BF-B3F2-D318-C394-6FA97A218ECC}"/>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2001262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70BC0-AD1D-DFCE-9099-C817A0A8068B}"/>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1A17B8D5-3C03-F6B1-A9C5-DA0CAAA050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90BEDD-6177-9326-0431-1A1EF92C59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E8549060-403F-9109-71D5-137141049F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CEAC44-D9A9-516A-2505-62D1B45696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14DDC1E7-FE70-C5DF-57DE-F5E03F6FBCC2}"/>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8" name="Footer Placeholder 7">
            <a:extLst>
              <a:ext uri="{FF2B5EF4-FFF2-40B4-BE49-F238E27FC236}">
                <a16:creationId xmlns:a16="http://schemas.microsoft.com/office/drawing/2014/main" id="{703A0F3B-51F8-12F4-647D-604F1F33A4A3}"/>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2DF9E8A9-3EC8-6E0A-1A83-D30A8FF2300C}"/>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2797789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8B26-1C0B-3386-6EEE-680D62948F01}"/>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B90E5898-6660-49F6-1D78-092C85FBA03E}"/>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4" name="Footer Placeholder 3">
            <a:extLst>
              <a:ext uri="{FF2B5EF4-FFF2-40B4-BE49-F238E27FC236}">
                <a16:creationId xmlns:a16="http://schemas.microsoft.com/office/drawing/2014/main" id="{81785AFB-8387-B257-FCCE-754159762273}"/>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585DF2A3-AA17-F2E8-0445-1F11ABB4BCCB}"/>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1928447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0F045E-2068-B4EF-63D1-6D3B9C57F26D}"/>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3" name="Footer Placeholder 2">
            <a:extLst>
              <a:ext uri="{FF2B5EF4-FFF2-40B4-BE49-F238E27FC236}">
                <a16:creationId xmlns:a16="http://schemas.microsoft.com/office/drawing/2014/main" id="{3DF89DCC-D7BA-E341-65D1-61B6CF1153FF}"/>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1C5E3510-3443-19CC-577B-6CE9B7D486B0}"/>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2577288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48999-84C4-C855-D740-5ADDBB32C2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D350B583-E235-83EB-2882-FCA4D1C5DD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8CDFF2D6-415D-A136-4D3F-87D782F859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D49758-B724-0312-568D-CCF28DF3E48C}"/>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6" name="Footer Placeholder 5">
            <a:extLst>
              <a:ext uri="{FF2B5EF4-FFF2-40B4-BE49-F238E27FC236}">
                <a16:creationId xmlns:a16="http://schemas.microsoft.com/office/drawing/2014/main" id="{71740A56-8294-06AB-29AD-4489295AC7F4}"/>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D09549F-15AE-CC50-529E-F421B09D4B40}"/>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1700401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C4033-2A81-3E2A-A975-E91BD8182D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6540DEFE-A1E3-B7AA-3AB1-354D2AEFA9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EBEF3050-2656-390B-EA4D-19248966CD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C2BE7F-D370-B1B4-7D63-3731E18576A3}"/>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6" name="Footer Placeholder 5">
            <a:extLst>
              <a:ext uri="{FF2B5EF4-FFF2-40B4-BE49-F238E27FC236}">
                <a16:creationId xmlns:a16="http://schemas.microsoft.com/office/drawing/2014/main" id="{C56BE60E-F8EE-8E63-C3E2-3892607E7482}"/>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F5590B8-A162-8503-34D7-CCD96BCD0426}"/>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2538884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8674D-5779-7165-D8E4-A77A17CFA7A3}"/>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FE8FFABE-F068-FE7F-5EDF-49A42B183B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B6455C3-6AA7-BF6D-3DC3-BF2E26E93763}"/>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5" name="Footer Placeholder 4">
            <a:extLst>
              <a:ext uri="{FF2B5EF4-FFF2-40B4-BE49-F238E27FC236}">
                <a16:creationId xmlns:a16="http://schemas.microsoft.com/office/drawing/2014/main" id="{2931DD51-437D-446F-3EE7-5B755C6B0B9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C02064D1-367E-0F7D-37EA-6845617BB5F2}"/>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3810829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94F1B6-3034-C372-97AF-CE07BCF42B6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6A6A9D2D-5A52-4A41-D2D9-3358F8D9D9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FBA29228-C43B-AC0E-EDC0-8256F962F44E}"/>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5" name="Footer Placeholder 4">
            <a:extLst>
              <a:ext uri="{FF2B5EF4-FFF2-40B4-BE49-F238E27FC236}">
                <a16:creationId xmlns:a16="http://schemas.microsoft.com/office/drawing/2014/main" id="{730695B6-43CA-B5E6-010D-3F850EA3228B}"/>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B770AE7-44B1-A090-B1D7-E264D2783D39}"/>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2937972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72C8B5-27BF-3B30-B02E-4E2A1905BB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466D3C8E-93A0-C672-DF99-25334201EE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5FDC87B1-CF2C-4743-F5B5-2B5C7FA22A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C92F91-FD43-41AB-9C6D-8E5BA6D70E24}" type="datetimeFigureOut">
              <a:rPr lang="en-NL" smtClean="0"/>
              <a:t>19/07/2026</a:t>
            </a:fld>
            <a:endParaRPr lang="en-NL"/>
          </a:p>
        </p:txBody>
      </p:sp>
      <p:sp>
        <p:nvSpPr>
          <p:cNvPr id="5" name="Footer Placeholder 4">
            <a:extLst>
              <a:ext uri="{FF2B5EF4-FFF2-40B4-BE49-F238E27FC236}">
                <a16:creationId xmlns:a16="http://schemas.microsoft.com/office/drawing/2014/main" id="{18B84C14-B5EF-187B-237D-B655F42559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70318D84-7ADB-6450-F383-5B49535E92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1AA8D2-7833-4A4D-A061-940D48CF1EBF}" type="slidenum">
              <a:rPr lang="en-NL" smtClean="0"/>
              <a:t>‹#›</a:t>
            </a:fld>
            <a:endParaRPr lang="en-NL"/>
          </a:p>
        </p:txBody>
      </p:sp>
    </p:spTree>
    <p:extLst>
      <p:ext uri="{BB962C8B-B14F-4D97-AF65-F5344CB8AC3E}">
        <p14:creationId xmlns:p14="http://schemas.microsoft.com/office/powerpoint/2010/main" val="30030630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58346-11EF-AF16-3F7E-D4AE642D6182}"/>
              </a:ext>
            </a:extLst>
          </p:cNvPr>
          <p:cNvSpPr>
            <a:spLocks noGrp="1"/>
          </p:cNvSpPr>
          <p:nvPr>
            <p:ph type="title"/>
          </p:nvPr>
        </p:nvSpPr>
        <p:spPr/>
        <p:txBody>
          <a:bodyPr/>
          <a:lstStyle/>
          <a:p>
            <a:r>
              <a:rPr lang="en-US" dirty="0"/>
              <a:t>Meeting Week 25</a:t>
            </a:r>
            <a:endParaRPr lang="en-NL" dirty="0"/>
          </a:p>
        </p:txBody>
      </p:sp>
      <p:sp>
        <p:nvSpPr>
          <p:cNvPr id="3" name="Content Placeholder 2">
            <a:extLst>
              <a:ext uri="{FF2B5EF4-FFF2-40B4-BE49-F238E27FC236}">
                <a16:creationId xmlns:a16="http://schemas.microsoft.com/office/drawing/2014/main" id="{DAAEF679-3C39-E36C-B710-9B50CBAE487E}"/>
              </a:ext>
            </a:extLst>
          </p:cNvPr>
          <p:cNvSpPr>
            <a:spLocks noGrp="1"/>
          </p:cNvSpPr>
          <p:nvPr>
            <p:ph idx="1"/>
          </p:nvPr>
        </p:nvSpPr>
        <p:spPr/>
        <p:txBody>
          <a:bodyPr>
            <a:normAutofit/>
          </a:bodyPr>
          <a:lstStyle/>
          <a:p>
            <a:r>
              <a:rPr lang="en-US" dirty="0"/>
              <a:t>Last week summary</a:t>
            </a:r>
          </a:p>
          <a:p>
            <a:pPr lvl="1"/>
            <a:r>
              <a:rPr lang="en-US" dirty="0"/>
              <a:t>Problem definition</a:t>
            </a:r>
          </a:p>
          <a:p>
            <a:pPr lvl="1"/>
            <a:r>
              <a:rPr lang="en-US" dirty="0"/>
              <a:t>System, model</a:t>
            </a:r>
          </a:p>
          <a:p>
            <a:pPr lvl="1"/>
            <a:r>
              <a:rPr lang="en-US" dirty="0"/>
              <a:t>Only theta routing is NOT the solution</a:t>
            </a:r>
          </a:p>
          <a:p>
            <a:pPr lvl="1"/>
            <a:r>
              <a:rPr lang="en-US" dirty="0"/>
              <a:t>The ANN is causing a drift problem</a:t>
            </a:r>
          </a:p>
          <a:p>
            <a:r>
              <a:rPr lang="en-US" dirty="0"/>
              <a:t>Augmentation</a:t>
            </a:r>
          </a:p>
          <a:p>
            <a:pPr lvl="1"/>
            <a:r>
              <a:rPr lang="en-US" dirty="0"/>
              <a:t>Drift issue, can’t progress towards orthogonality with this</a:t>
            </a:r>
          </a:p>
          <a:p>
            <a:pPr lvl="1"/>
            <a:r>
              <a:rPr lang="en-US" dirty="0"/>
              <a:t>System zero mean?</a:t>
            </a:r>
          </a:p>
          <a:p>
            <a:pPr lvl="1"/>
            <a:r>
              <a:rPr lang="en-US" dirty="0"/>
              <a:t>Optimizer issue</a:t>
            </a:r>
          </a:p>
          <a:p>
            <a:r>
              <a:rPr lang="en-US" dirty="0"/>
              <a:t>Outline </a:t>
            </a:r>
            <a:r>
              <a:rPr lang="en-US" dirty="0" err="1"/>
              <a:t>ToDo</a:t>
            </a:r>
            <a:r>
              <a:rPr lang="en-US" dirty="0"/>
              <a:t> next week</a:t>
            </a:r>
            <a:endParaRPr lang="en-NL" dirty="0"/>
          </a:p>
        </p:txBody>
      </p:sp>
    </p:spTree>
    <p:extLst>
      <p:ext uri="{BB962C8B-B14F-4D97-AF65-F5344CB8AC3E}">
        <p14:creationId xmlns:p14="http://schemas.microsoft.com/office/powerpoint/2010/main" val="2679595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7EA98-8D1B-6CE2-E115-DA1A87D3A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20950-7F8C-D5A6-B65B-87476C8777CC}"/>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095C759E-3ACF-EF89-6CE3-7927E207EA35}"/>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B63C349-FF01-6CFE-81A2-DDA64151B99A}"/>
              </a:ext>
            </a:extLst>
          </p:cNvPr>
          <p:cNvPicPr>
            <a:picLocks noChangeAspect="1"/>
          </p:cNvPicPr>
          <p:nvPr/>
        </p:nvPicPr>
        <p:blipFill>
          <a:blip r:embed="rId3"/>
          <a:stretch>
            <a:fillRect/>
          </a:stretch>
        </p:blipFill>
        <p:spPr>
          <a:xfrm>
            <a:off x="1082749" y="365125"/>
            <a:ext cx="9751828" cy="6148937"/>
          </a:xfrm>
          <a:prstGeom prst="rect">
            <a:avLst/>
          </a:prstGeom>
        </p:spPr>
      </p:pic>
    </p:spTree>
    <p:extLst>
      <p:ext uri="{BB962C8B-B14F-4D97-AF65-F5344CB8AC3E}">
        <p14:creationId xmlns:p14="http://schemas.microsoft.com/office/powerpoint/2010/main" val="85456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3484-94F2-14D6-31CA-9FAE07C6B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8ACE78-B9D1-45C7-4074-CA9FD738A193}"/>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D5D74970-240D-E8B5-D9FB-7F973C49B2C4}"/>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49F7AEE-FE93-C857-4A68-4D907138D619}"/>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5C86B106-CFF8-302B-FE52-85E0AD584BA7}"/>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C55DC95B-5EFB-972A-3B1B-33CE82661250}"/>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FB0D30DC-25C2-1DFF-F1F4-D297D6260F43}"/>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Tree>
    <p:extLst>
      <p:ext uri="{BB962C8B-B14F-4D97-AF65-F5344CB8AC3E}">
        <p14:creationId xmlns:p14="http://schemas.microsoft.com/office/powerpoint/2010/main" val="3379626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9631A-D804-6081-6747-3C1240E0B6F8}"/>
              </a:ext>
            </a:extLst>
          </p:cNvPr>
          <p:cNvSpPr>
            <a:spLocks noGrp="1"/>
          </p:cNvSpPr>
          <p:nvPr>
            <p:ph type="title"/>
          </p:nvPr>
        </p:nvSpPr>
        <p:spPr/>
        <p:txBody>
          <a:bodyPr/>
          <a:lstStyle/>
          <a:p>
            <a:r>
              <a:rPr lang="en-US" dirty="0"/>
              <a:t>Initial problem</a:t>
            </a:r>
            <a:endParaRPr lang="en-NL" dirty="0"/>
          </a:p>
        </p:txBody>
      </p:sp>
      <p:sp>
        <p:nvSpPr>
          <p:cNvPr id="3" name="Content Placeholder 2">
            <a:extLst>
              <a:ext uri="{FF2B5EF4-FFF2-40B4-BE49-F238E27FC236}">
                <a16:creationId xmlns:a16="http://schemas.microsoft.com/office/drawing/2014/main" id="{66FC91D9-FB4E-1DBA-AA35-574B91B84510}"/>
              </a:ext>
            </a:extLst>
          </p:cNvPr>
          <p:cNvSpPr>
            <a:spLocks noGrp="1"/>
          </p:cNvSpPr>
          <p:nvPr>
            <p:ph idx="1"/>
          </p:nvPr>
        </p:nvSpPr>
        <p:spPr/>
        <p:txBody>
          <a:bodyPr/>
          <a:lstStyle/>
          <a:p>
            <a:r>
              <a:rPr lang="en-US" dirty="0"/>
              <a:t>After initialization immediate blow up </a:t>
            </a:r>
            <a:r>
              <a:rPr lang="en-US" dirty="0">
                <a:sym typeface="Wingdings" panose="05000000000000000000" pitchFamily="2" charset="2"/>
              </a:rPr>
              <a:t> factor 100 worse</a:t>
            </a:r>
          </a:p>
          <a:p>
            <a:r>
              <a:rPr lang="en-US" dirty="0">
                <a:sym typeface="Wingdings" panose="05000000000000000000" pitchFamily="2" charset="2"/>
              </a:rPr>
              <a:t>Issue stiffness matrix K only positions for Theta (X, Theta, Y)</a:t>
            </a:r>
          </a:p>
          <a:p>
            <a:pPr marL="0" indent="0">
              <a:buNone/>
            </a:pPr>
            <a:r>
              <a:rPr lang="nl-NL" dirty="0"/>
              <a:t>K = [0,  0,       0;</a:t>
            </a:r>
            <a:endParaRPr lang="en-NL" dirty="0"/>
          </a:p>
          <a:p>
            <a:pPr marL="0" indent="0">
              <a:buNone/>
            </a:pPr>
            <a:r>
              <a:rPr lang="nl-NL" dirty="0"/>
              <a:t>         0,  kb1+kb2, 0;</a:t>
            </a:r>
            <a:endParaRPr lang="en-NL" dirty="0"/>
          </a:p>
          <a:p>
            <a:pPr marL="0" indent="0">
              <a:buNone/>
            </a:pPr>
            <a:r>
              <a:rPr lang="nl-NL" dirty="0"/>
              <a:t>        0,  0,       0]</a:t>
            </a:r>
          </a:p>
          <a:p>
            <a:r>
              <a:rPr lang="nl-NL" dirty="0" err="1"/>
              <a:t>Resulted</a:t>
            </a:r>
            <a:r>
              <a:rPr lang="nl-NL" dirty="0"/>
              <a:t> in ANN </a:t>
            </a:r>
            <a:r>
              <a:rPr lang="nl-NL" dirty="0" err="1"/>
              <a:t>correction</a:t>
            </a:r>
            <a:r>
              <a:rPr lang="nl-NL" dirty="0"/>
              <a:t> </a:t>
            </a:r>
            <a:r>
              <a:rPr lang="nl-NL" dirty="0" err="1"/>
              <a:t>accumulating</a:t>
            </a:r>
            <a:r>
              <a:rPr lang="nl-NL" dirty="0"/>
              <a:t> over </a:t>
            </a:r>
            <a:r>
              <a:rPr lang="nl-NL" dirty="0" err="1"/>
              <a:t>my</a:t>
            </a:r>
            <a:r>
              <a:rPr lang="nl-NL" dirty="0"/>
              <a:t> </a:t>
            </a:r>
            <a:r>
              <a:rPr lang="nl-NL" dirty="0" err="1"/>
              <a:t>simulation</a:t>
            </a:r>
            <a:r>
              <a:rPr lang="nl-NL" dirty="0"/>
              <a:t> steps without demping</a:t>
            </a:r>
            <a:endParaRPr lang="en-NL" dirty="0"/>
          </a:p>
          <a:p>
            <a:endParaRPr lang="en-NL" dirty="0"/>
          </a:p>
        </p:txBody>
      </p:sp>
    </p:spTree>
    <p:extLst>
      <p:ext uri="{BB962C8B-B14F-4D97-AF65-F5344CB8AC3E}">
        <p14:creationId xmlns:p14="http://schemas.microsoft.com/office/powerpoint/2010/main" val="1553031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230595-08F1-C954-370E-062BB874CEB3}"/>
              </a:ext>
            </a:extLst>
          </p:cNvPr>
          <p:cNvSpPr>
            <a:spLocks noGrp="1"/>
          </p:cNvSpPr>
          <p:nvPr>
            <p:ph idx="1"/>
          </p:nvPr>
        </p:nvSpPr>
        <p:spPr>
          <a:xfrm>
            <a:off x="326923" y="365125"/>
            <a:ext cx="3292577" cy="6127750"/>
          </a:xfrm>
        </p:spPr>
        <p:txBody>
          <a:bodyPr>
            <a:normAutofit fontScale="92500" lnSpcReduction="10000"/>
          </a:bodyPr>
          <a:lstStyle/>
          <a:p>
            <a:pPr marL="0" indent="0">
              <a:buNone/>
            </a:pPr>
            <a:r>
              <a:rPr lang="nl-NL" dirty="0"/>
              <a:t>K = [0,  0,       0;</a:t>
            </a:r>
            <a:endParaRPr lang="en-NL" dirty="0"/>
          </a:p>
          <a:p>
            <a:pPr marL="0" indent="0">
              <a:buNone/>
            </a:pPr>
            <a:r>
              <a:rPr lang="nl-NL" dirty="0"/>
              <a:t>         0,  kb1+kb2, 0;</a:t>
            </a:r>
            <a:endParaRPr lang="en-NL" dirty="0"/>
          </a:p>
          <a:p>
            <a:pPr marL="0" indent="0">
              <a:buNone/>
            </a:pPr>
            <a:r>
              <a:rPr lang="nl-NL" dirty="0"/>
              <a:t>        0,  0,       0]</a:t>
            </a:r>
          </a:p>
          <a:p>
            <a:pPr marL="0" indent="0">
              <a:buNone/>
            </a:pPr>
            <a:r>
              <a:rPr lang="nl-NL" dirty="0"/>
              <a:t>Kb1+kb2 = 3975</a:t>
            </a:r>
          </a:p>
          <a:p>
            <a:pPr marL="0" indent="0">
              <a:buNone/>
            </a:pPr>
            <a:endParaRPr lang="nl-NL" dirty="0"/>
          </a:p>
          <a:p>
            <a:pPr marL="0" indent="0">
              <a:buNone/>
            </a:pPr>
            <a:r>
              <a:rPr lang="nl-NL" dirty="0" err="1"/>
              <a:t>Comparison</a:t>
            </a:r>
            <a:r>
              <a:rPr lang="nl-NL" dirty="0"/>
              <a:t>:</a:t>
            </a:r>
          </a:p>
          <a:p>
            <a:pPr marL="0" indent="0">
              <a:buNone/>
            </a:pPr>
            <a:r>
              <a:rPr lang="nl-NL" dirty="0"/>
              <a:t>K = [1000,  0,       0;</a:t>
            </a:r>
            <a:endParaRPr lang="en-NL" dirty="0"/>
          </a:p>
          <a:p>
            <a:pPr marL="0" indent="0">
              <a:buNone/>
            </a:pPr>
            <a:r>
              <a:rPr lang="nl-NL" dirty="0"/>
              <a:t>         0,  kb1+kb2, 0;</a:t>
            </a:r>
            <a:endParaRPr lang="en-NL" dirty="0"/>
          </a:p>
          <a:p>
            <a:pPr marL="0" indent="0">
              <a:buNone/>
            </a:pPr>
            <a:r>
              <a:rPr lang="nl-NL" dirty="0"/>
              <a:t>        0,  0,       1000]</a:t>
            </a:r>
          </a:p>
          <a:p>
            <a:pPr marL="0" indent="0">
              <a:buNone/>
            </a:pPr>
            <a:endParaRPr lang="nl-NL" dirty="0"/>
          </a:p>
          <a:p>
            <a:pPr marL="0" indent="0">
              <a:buNone/>
            </a:pPr>
            <a:r>
              <a:rPr lang="nl-NL" dirty="0" err="1"/>
              <a:t>Open-loop</a:t>
            </a:r>
            <a:r>
              <a:rPr lang="nl-NL" dirty="0"/>
              <a:t> run over full </a:t>
            </a:r>
            <a:r>
              <a:rPr lang="nl-NL" dirty="0" err="1"/>
              <a:t>trajectory</a:t>
            </a:r>
            <a:r>
              <a:rPr lang="nl-NL" dirty="0"/>
              <a:t>: sim-RMS</a:t>
            </a:r>
          </a:p>
          <a:p>
            <a:pPr marL="0" indent="0">
              <a:buNone/>
            </a:pPr>
            <a:r>
              <a:rPr lang="nl-NL" dirty="0">
                <a:sym typeface="Wingdings" panose="05000000000000000000" pitchFamily="2" charset="2"/>
              </a:rPr>
              <a:t> </a:t>
            </a:r>
            <a:r>
              <a:rPr lang="nl-NL" dirty="0" err="1">
                <a:sym typeface="Wingdings" panose="05000000000000000000" pitchFamily="2" charset="2"/>
              </a:rPr>
              <a:t>So</a:t>
            </a:r>
            <a:r>
              <a:rPr lang="nl-NL" dirty="0">
                <a:sym typeface="Wingdings" panose="05000000000000000000" pitchFamily="2" charset="2"/>
              </a:rPr>
              <a:t> </a:t>
            </a:r>
            <a:r>
              <a:rPr lang="nl-NL" dirty="0" err="1">
                <a:sym typeface="Wingdings" panose="05000000000000000000" pitchFamily="2" charset="2"/>
              </a:rPr>
              <a:t>only</a:t>
            </a:r>
            <a:r>
              <a:rPr lang="nl-NL" dirty="0">
                <a:sym typeface="Wingdings" panose="05000000000000000000" pitchFamily="2" charset="2"/>
              </a:rPr>
              <a:t> </a:t>
            </a:r>
            <a:r>
              <a:rPr lang="nl-NL" dirty="0" err="1">
                <a:sym typeface="Wingdings" panose="05000000000000000000" pitchFamily="2" charset="2"/>
              </a:rPr>
              <a:t>initial</a:t>
            </a:r>
            <a:r>
              <a:rPr lang="nl-NL" dirty="0">
                <a:sym typeface="Wingdings" panose="05000000000000000000" pitchFamily="2" charset="2"/>
              </a:rPr>
              <a:t> state</a:t>
            </a:r>
            <a:endParaRPr lang="nl-NL" dirty="0"/>
          </a:p>
        </p:txBody>
      </p:sp>
      <p:pic>
        <p:nvPicPr>
          <p:cNvPr id="7" name="Picture 6">
            <a:extLst>
              <a:ext uri="{FF2B5EF4-FFF2-40B4-BE49-F238E27FC236}">
                <a16:creationId xmlns:a16="http://schemas.microsoft.com/office/drawing/2014/main" id="{8A59367C-4D76-8ED9-9E77-EC0B074B3E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9500" y="0"/>
            <a:ext cx="8572500" cy="6858000"/>
          </a:xfrm>
          <a:prstGeom prst="rect">
            <a:avLst/>
          </a:prstGeom>
        </p:spPr>
      </p:pic>
    </p:spTree>
    <p:extLst>
      <p:ext uri="{BB962C8B-B14F-4D97-AF65-F5344CB8AC3E}">
        <p14:creationId xmlns:p14="http://schemas.microsoft.com/office/powerpoint/2010/main" val="3767096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8B8AEB-9959-B8BC-B44D-5DB4F841361E}"/>
              </a:ext>
            </a:extLst>
          </p:cNvPr>
          <p:cNvPicPr>
            <a:picLocks noChangeAspect="1"/>
          </p:cNvPicPr>
          <p:nvPr/>
        </p:nvPicPr>
        <p:blipFill>
          <a:blip r:embed="rId2"/>
          <a:stretch>
            <a:fillRect/>
          </a:stretch>
        </p:blipFill>
        <p:spPr>
          <a:xfrm>
            <a:off x="12902080" y="459125"/>
            <a:ext cx="9784473" cy="6893606"/>
          </a:xfrm>
          <a:prstGeom prst="rect">
            <a:avLst/>
          </a:prstGeom>
        </p:spPr>
      </p:pic>
      <p:sp>
        <p:nvSpPr>
          <p:cNvPr id="3" name="Content Placeholder 2">
            <a:extLst>
              <a:ext uri="{FF2B5EF4-FFF2-40B4-BE49-F238E27FC236}">
                <a16:creationId xmlns:a16="http://schemas.microsoft.com/office/drawing/2014/main" id="{EF4D48A1-DE61-391F-CC66-4973039BE26B}"/>
              </a:ext>
            </a:extLst>
          </p:cNvPr>
          <p:cNvSpPr>
            <a:spLocks noGrp="1"/>
          </p:cNvSpPr>
          <p:nvPr>
            <p:ph idx="1"/>
          </p:nvPr>
        </p:nvSpPr>
        <p:spPr>
          <a:xfrm>
            <a:off x="0" y="107356"/>
            <a:ext cx="4059534" cy="6243201"/>
          </a:xfrm>
        </p:spPr>
        <p:txBody>
          <a:bodyPr/>
          <a:lstStyle/>
          <a:p>
            <a:endParaRPr lang="en-NL" dirty="0"/>
          </a:p>
        </p:txBody>
      </p:sp>
      <p:pic>
        <p:nvPicPr>
          <p:cNvPr id="4" name="Picture 3">
            <a:extLst>
              <a:ext uri="{FF2B5EF4-FFF2-40B4-BE49-F238E27FC236}">
                <a16:creationId xmlns:a16="http://schemas.microsoft.com/office/drawing/2014/main" id="{96E4D96D-A20E-8696-80AD-19FFDCD52731}"/>
              </a:ext>
            </a:extLst>
          </p:cNvPr>
          <p:cNvPicPr>
            <a:picLocks noChangeAspect="1"/>
          </p:cNvPicPr>
          <p:nvPr/>
        </p:nvPicPr>
        <p:blipFill>
          <a:blip r:embed="rId3"/>
          <a:stretch>
            <a:fillRect/>
          </a:stretch>
        </p:blipFill>
        <p:spPr>
          <a:xfrm>
            <a:off x="3632493" y="-38528"/>
            <a:ext cx="8467513" cy="6896528"/>
          </a:xfrm>
          <a:prstGeom prst="rect">
            <a:avLst/>
          </a:prstGeom>
        </p:spPr>
      </p:pic>
    </p:spTree>
    <p:extLst>
      <p:ext uri="{BB962C8B-B14F-4D97-AF65-F5344CB8AC3E}">
        <p14:creationId xmlns:p14="http://schemas.microsoft.com/office/powerpoint/2010/main" val="328541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789DA-2B5A-1C70-2656-703695B3423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58AB7FB-125A-7D0E-31B9-ED7FC1B027C1}"/>
              </a:ext>
            </a:extLst>
          </p:cNvPr>
          <p:cNvPicPr>
            <a:picLocks noChangeAspect="1"/>
          </p:cNvPicPr>
          <p:nvPr/>
        </p:nvPicPr>
        <p:blipFill>
          <a:blip r:embed="rId2"/>
          <a:stretch>
            <a:fillRect/>
          </a:stretch>
        </p:blipFill>
        <p:spPr>
          <a:xfrm>
            <a:off x="12902080" y="459125"/>
            <a:ext cx="9784473" cy="6893606"/>
          </a:xfrm>
          <a:prstGeom prst="rect">
            <a:avLst/>
          </a:prstGeom>
        </p:spPr>
      </p:pic>
      <p:sp>
        <p:nvSpPr>
          <p:cNvPr id="3" name="Content Placeholder 2">
            <a:extLst>
              <a:ext uri="{FF2B5EF4-FFF2-40B4-BE49-F238E27FC236}">
                <a16:creationId xmlns:a16="http://schemas.microsoft.com/office/drawing/2014/main" id="{67FC1296-3274-D8D0-F14A-8CFED36EE672}"/>
              </a:ext>
            </a:extLst>
          </p:cNvPr>
          <p:cNvSpPr>
            <a:spLocks noGrp="1"/>
          </p:cNvSpPr>
          <p:nvPr>
            <p:ph idx="1"/>
          </p:nvPr>
        </p:nvSpPr>
        <p:spPr>
          <a:xfrm>
            <a:off x="0" y="107356"/>
            <a:ext cx="4059534" cy="6243201"/>
          </a:xfrm>
        </p:spPr>
        <p:txBody>
          <a:bodyPr/>
          <a:lstStyle/>
          <a:p>
            <a:r>
              <a:rPr lang="en-US" dirty="0"/>
              <a:t>Added setpoint generator for the input u</a:t>
            </a:r>
          </a:p>
          <a:p>
            <a:r>
              <a:rPr lang="en-US" dirty="0"/>
              <a:t>(Due to coupling we HAVE to also route through X and Y)</a:t>
            </a:r>
            <a:endParaRPr lang="en-NL" dirty="0"/>
          </a:p>
        </p:txBody>
      </p:sp>
      <p:pic>
        <p:nvPicPr>
          <p:cNvPr id="4" name="Picture 3">
            <a:extLst>
              <a:ext uri="{FF2B5EF4-FFF2-40B4-BE49-F238E27FC236}">
                <a16:creationId xmlns:a16="http://schemas.microsoft.com/office/drawing/2014/main" id="{F6BD7CAA-12A0-8111-6982-6FBCEF9427A6}"/>
              </a:ext>
            </a:extLst>
          </p:cNvPr>
          <p:cNvPicPr>
            <a:picLocks noChangeAspect="1"/>
          </p:cNvPicPr>
          <p:nvPr/>
        </p:nvPicPr>
        <p:blipFill>
          <a:blip r:embed="rId3"/>
          <a:stretch>
            <a:fillRect/>
          </a:stretch>
        </p:blipFill>
        <p:spPr>
          <a:xfrm>
            <a:off x="3632493" y="-38528"/>
            <a:ext cx="8467513" cy="6896528"/>
          </a:xfrm>
          <a:prstGeom prst="rect">
            <a:avLst/>
          </a:prstGeom>
        </p:spPr>
      </p:pic>
    </p:spTree>
    <p:extLst>
      <p:ext uri="{BB962C8B-B14F-4D97-AF65-F5344CB8AC3E}">
        <p14:creationId xmlns:p14="http://schemas.microsoft.com/office/powerpoint/2010/main" val="3648527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882BA-7F45-EF41-6BE0-36F6943DF1C4}"/>
              </a:ext>
            </a:extLst>
          </p:cNvPr>
          <p:cNvSpPr>
            <a:spLocks noGrp="1"/>
          </p:cNvSpPr>
          <p:nvPr>
            <p:ph type="title"/>
          </p:nvPr>
        </p:nvSpPr>
        <p:spPr/>
        <p:txBody>
          <a:bodyPr/>
          <a:lstStyle/>
          <a:p>
            <a:r>
              <a:rPr lang="en-US" dirty="0"/>
              <a:t>Only theta routing not sufficient</a:t>
            </a:r>
            <a:br>
              <a:rPr lang="en-US" dirty="0"/>
            </a:br>
            <a:r>
              <a:rPr lang="en-US" dirty="0"/>
              <a:t>Model is coupled</a:t>
            </a:r>
            <a:endParaRPr lang="en-NL" dirty="0"/>
          </a:p>
        </p:txBody>
      </p:sp>
      <p:sp>
        <p:nvSpPr>
          <p:cNvPr id="3" name="Content Placeholder 2">
            <a:extLst>
              <a:ext uri="{FF2B5EF4-FFF2-40B4-BE49-F238E27FC236}">
                <a16:creationId xmlns:a16="http://schemas.microsoft.com/office/drawing/2014/main" id="{7D756608-F586-2D0E-F78C-9EA549AF20BE}"/>
              </a:ext>
            </a:extLst>
          </p:cNvPr>
          <p:cNvSpPr>
            <a:spLocks noGrp="1"/>
          </p:cNvSpPr>
          <p:nvPr>
            <p:ph idx="1"/>
          </p:nvPr>
        </p:nvSpPr>
        <p:spPr/>
        <p:txBody>
          <a:bodyPr/>
          <a:lstStyle/>
          <a:p>
            <a:r>
              <a:rPr lang="en-US" dirty="0"/>
              <a:t>For correct augmentation the ANN needs to be able to enter X and Y</a:t>
            </a:r>
          </a:p>
          <a:p>
            <a:pPr lvl="1"/>
            <a:r>
              <a:rPr lang="en-US" dirty="0"/>
              <a:t>Due to coupling I need to be able to route the ANN through X and Y </a:t>
            </a:r>
            <a:r>
              <a:rPr lang="en-US" dirty="0" err="1"/>
              <a:t>aswell</a:t>
            </a:r>
            <a:r>
              <a:rPr lang="en-US" dirty="0"/>
              <a:t> (off-diagonal terms)</a:t>
            </a:r>
            <a:endParaRPr lang="en-NL" dirty="0"/>
          </a:p>
        </p:txBody>
      </p:sp>
    </p:spTree>
    <p:extLst>
      <p:ext uri="{BB962C8B-B14F-4D97-AF65-F5344CB8AC3E}">
        <p14:creationId xmlns:p14="http://schemas.microsoft.com/office/powerpoint/2010/main" val="4280157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3C7DCED-90DB-948D-EB03-2DBA0D12BE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1526" y="557684"/>
            <a:ext cx="9450474" cy="6300316"/>
          </a:xfrm>
          <a:prstGeom prst="rect">
            <a:avLst/>
          </a:prstGeom>
        </p:spPr>
      </p:pic>
      <p:sp>
        <p:nvSpPr>
          <p:cNvPr id="2" name="Title 1">
            <a:extLst>
              <a:ext uri="{FF2B5EF4-FFF2-40B4-BE49-F238E27FC236}">
                <a16:creationId xmlns:a16="http://schemas.microsoft.com/office/drawing/2014/main" id="{87A92A29-7D47-AFAD-852B-3E70B4A779CB}"/>
              </a:ext>
            </a:extLst>
          </p:cNvPr>
          <p:cNvSpPr>
            <a:spLocks noGrp="1"/>
          </p:cNvSpPr>
          <p:nvPr>
            <p:ph type="title"/>
          </p:nvPr>
        </p:nvSpPr>
        <p:spPr>
          <a:xfrm>
            <a:off x="0" y="-1419989"/>
            <a:ext cx="5496448" cy="3619248"/>
          </a:xfrm>
        </p:spPr>
        <p:txBody>
          <a:bodyPr/>
          <a:lstStyle/>
          <a:p>
            <a:r>
              <a:rPr lang="en-US" dirty="0"/>
              <a:t>Drift with ANN</a:t>
            </a:r>
            <a:endParaRPr lang="en-NL" dirty="0"/>
          </a:p>
        </p:txBody>
      </p:sp>
      <p:sp>
        <p:nvSpPr>
          <p:cNvPr id="10" name="Content Placeholder 2">
            <a:extLst>
              <a:ext uri="{FF2B5EF4-FFF2-40B4-BE49-F238E27FC236}">
                <a16:creationId xmlns:a16="http://schemas.microsoft.com/office/drawing/2014/main" id="{AD7959AC-5B85-8288-E4AD-EC5CF25360FA}"/>
              </a:ext>
            </a:extLst>
          </p:cNvPr>
          <p:cNvSpPr txBox="1">
            <a:spLocks/>
          </p:cNvSpPr>
          <p:nvPr/>
        </p:nvSpPr>
        <p:spPr>
          <a:xfrm>
            <a:off x="124767" y="1016539"/>
            <a:ext cx="2616759" cy="56202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ANN creates:</a:t>
            </a:r>
          </a:p>
          <a:p>
            <a:pPr lvl="1"/>
            <a:r>
              <a:rPr lang="en-US" dirty="0"/>
              <a:t>DC offset force added</a:t>
            </a:r>
          </a:p>
          <a:p>
            <a:r>
              <a:rPr lang="en-US" dirty="0"/>
              <a:t>Shows the error</a:t>
            </a:r>
          </a:p>
          <a:p>
            <a:r>
              <a:rPr lang="en-US" dirty="0"/>
              <a:t>Standstill trajectory at Y = 0.1 m with </a:t>
            </a:r>
            <a:r>
              <a:rPr lang="en-US" dirty="0" err="1"/>
              <a:t>multisine</a:t>
            </a:r>
            <a:r>
              <a:rPr lang="en-US" dirty="0"/>
              <a:t> 130-180hz</a:t>
            </a:r>
          </a:p>
          <a:p>
            <a:endParaRPr lang="en-NL" dirty="0"/>
          </a:p>
        </p:txBody>
      </p:sp>
    </p:spTree>
    <p:extLst>
      <p:ext uri="{BB962C8B-B14F-4D97-AF65-F5344CB8AC3E}">
        <p14:creationId xmlns:p14="http://schemas.microsoft.com/office/powerpoint/2010/main" val="2862808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F95E1-4A64-F7FC-52CA-188D77A439A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83D994-4612-886C-5BF3-CD24D02A5F7E}"/>
              </a:ext>
            </a:extLst>
          </p:cNvPr>
          <p:cNvSpPr>
            <a:spLocks noGrp="1"/>
          </p:cNvSpPr>
          <p:nvPr>
            <p:ph idx="1"/>
          </p:nvPr>
        </p:nvSpPr>
        <p:spPr>
          <a:xfrm>
            <a:off x="124767" y="951418"/>
            <a:ext cx="2616759" cy="5620204"/>
          </a:xfrm>
        </p:spPr>
        <p:txBody>
          <a:bodyPr/>
          <a:lstStyle/>
          <a:p>
            <a:r>
              <a:rPr lang="en-US" dirty="0"/>
              <a:t>ANN at zero </a:t>
            </a:r>
            <a:r>
              <a:rPr lang="en-US" dirty="0" err="1"/>
              <a:t>init</a:t>
            </a:r>
            <a:r>
              <a:rPr lang="en-US" dirty="0"/>
              <a:t>: </a:t>
            </a:r>
          </a:p>
          <a:p>
            <a:pPr lvl="1"/>
            <a:r>
              <a:rPr lang="en-US" dirty="0"/>
              <a:t>No DC offset force added</a:t>
            </a:r>
          </a:p>
          <a:p>
            <a:r>
              <a:rPr lang="en-US" dirty="0"/>
              <a:t>Shows the error</a:t>
            </a:r>
          </a:p>
          <a:p>
            <a:r>
              <a:rPr lang="en-US" dirty="0"/>
              <a:t>Standstill trajectory at Y = 0.1 m with </a:t>
            </a:r>
            <a:r>
              <a:rPr lang="en-US" dirty="0" err="1"/>
              <a:t>multisine</a:t>
            </a:r>
            <a:r>
              <a:rPr lang="en-US" dirty="0"/>
              <a:t> 130-180hz</a:t>
            </a:r>
          </a:p>
          <a:p>
            <a:endParaRPr lang="en-NL" dirty="0"/>
          </a:p>
        </p:txBody>
      </p:sp>
      <p:pic>
        <p:nvPicPr>
          <p:cNvPr id="5" name="Picture 4">
            <a:extLst>
              <a:ext uri="{FF2B5EF4-FFF2-40B4-BE49-F238E27FC236}">
                <a16:creationId xmlns:a16="http://schemas.microsoft.com/office/drawing/2014/main" id="{0CB9FACD-3C80-59FC-7199-1C4AEA3D6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3846" y="532564"/>
            <a:ext cx="9488154" cy="6325436"/>
          </a:xfrm>
          <a:prstGeom prst="rect">
            <a:avLst/>
          </a:prstGeom>
        </p:spPr>
      </p:pic>
      <p:sp>
        <p:nvSpPr>
          <p:cNvPr id="2" name="Title 1">
            <a:extLst>
              <a:ext uri="{FF2B5EF4-FFF2-40B4-BE49-F238E27FC236}">
                <a16:creationId xmlns:a16="http://schemas.microsoft.com/office/drawing/2014/main" id="{0648B857-7222-96CD-FAB4-C67F0C89BC18}"/>
              </a:ext>
            </a:extLst>
          </p:cNvPr>
          <p:cNvSpPr>
            <a:spLocks noGrp="1"/>
          </p:cNvSpPr>
          <p:nvPr>
            <p:ph type="title"/>
          </p:nvPr>
        </p:nvSpPr>
        <p:spPr>
          <a:xfrm>
            <a:off x="124767" y="0"/>
            <a:ext cx="5496448" cy="926034"/>
          </a:xfrm>
        </p:spPr>
        <p:txBody>
          <a:bodyPr/>
          <a:lstStyle/>
          <a:p>
            <a:r>
              <a:rPr lang="en-US" dirty="0"/>
              <a:t>Drift with ANN</a:t>
            </a:r>
            <a:endParaRPr lang="en-NL" dirty="0"/>
          </a:p>
        </p:txBody>
      </p:sp>
    </p:spTree>
    <p:extLst>
      <p:ext uri="{BB962C8B-B14F-4D97-AF65-F5344CB8AC3E}">
        <p14:creationId xmlns:p14="http://schemas.microsoft.com/office/powerpoint/2010/main" val="4230504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76A44-19FA-B373-DEB7-B437455E5629}"/>
              </a:ext>
            </a:extLst>
          </p:cNvPr>
          <p:cNvSpPr>
            <a:spLocks noGrp="1"/>
          </p:cNvSpPr>
          <p:nvPr>
            <p:ph type="title"/>
          </p:nvPr>
        </p:nvSpPr>
        <p:spPr/>
        <p:txBody>
          <a:bodyPr/>
          <a:lstStyle/>
          <a:p>
            <a:endParaRPr lang="en-NL"/>
          </a:p>
        </p:txBody>
      </p:sp>
      <p:pic>
        <p:nvPicPr>
          <p:cNvPr id="9" name="Content Placeholder 8">
            <a:extLst>
              <a:ext uri="{FF2B5EF4-FFF2-40B4-BE49-F238E27FC236}">
                <a16:creationId xmlns:a16="http://schemas.microsoft.com/office/drawing/2014/main" id="{AC226E42-61C6-8BD5-B217-942BA95C44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7004"/>
            <a:ext cx="10435716" cy="6958739"/>
          </a:xfrm>
          <a:prstGeom prst="rect">
            <a:avLst/>
          </a:prstGeom>
        </p:spPr>
      </p:pic>
    </p:spTree>
    <p:extLst>
      <p:ext uri="{BB962C8B-B14F-4D97-AF65-F5344CB8AC3E}">
        <p14:creationId xmlns:p14="http://schemas.microsoft.com/office/powerpoint/2010/main" val="696274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55F18-6998-CF6F-9186-F88611809349}"/>
              </a:ext>
            </a:extLst>
          </p:cNvPr>
          <p:cNvSpPr>
            <a:spLocks noGrp="1"/>
          </p:cNvSpPr>
          <p:nvPr>
            <p:ph type="title"/>
          </p:nvPr>
        </p:nvSpPr>
        <p:spPr/>
        <p:txBody>
          <a:bodyPr/>
          <a:lstStyle/>
          <a:p>
            <a:r>
              <a:rPr lang="en-US" dirty="0"/>
              <a:t>The problem – End of summary</a:t>
            </a:r>
            <a:endParaRPr lang="en-NL" dirty="0"/>
          </a:p>
        </p:txBody>
      </p:sp>
      <p:sp>
        <p:nvSpPr>
          <p:cNvPr id="3" name="Content Placeholder 2">
            <a:extLst>
              <a:ext uri="{FF2B5EF4-FFF2-40B4-BE49-F238E27FC236}">
                <a16:creationId xmlns:a16="http://schemas.microsoft.com/office/drawing/2014/main" id="{2C1596B5-ED75-D0DC-1012-B9D42CC5F0DB}"/>
              </a:ext>
            </a:extLst>
          </p:cNvPr>
          <p:cNvSpPr>
            <a:spLocks noGrp="1"/>
          </p:cNvSpPr>
          <p:nvPr>
            <p:ph idx="1"/>
          </p:nvPr>
        </p:nvSpPr>
        <p:spPr/>
        <p:txBody>
          <a:bodyPr/>
          <a:lstStyle/>
          <a:p>
            <a:r>
              <a:rPr lang="en-US" dirty="0"/>
              <a:t>The augmented model drifts in free-run </a:t>
            </a:r>
          </a:p>
          <a:p>
            <a:pPr lvl="1"/>
            <a:r>
              <a:rPr lang="en-US" dirty="0"/>
              <a:t>The ANN leaves a small non-zero-mean (constant) force on the stiffness-free X/Y axes</a:t>
            </a:r>
          </a:p>
          <a:p>
            <a:pPr lvl="1"/>
            <a:r>
              <a:rPr lang="en-US" dirty="0"/>
              <a:t>Nothing in the setup constrains that constant</a:t>
            </a:r>
            <a:endParaRPr lang="en-NL" dirty="0"/>
          </a:p>
        </p:txBody>
      </p:sp>
    </p:spTree>
    <p:extLst>
      <p:ext uri="{BB962C8B-B14F-4D97-AF65-F5344CB8AC3E}">
        <p14:creationId xmlns:p14="http://schemas.microsoft.com/office/powerpoint/2010/main" val="2079637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01885-4846-8134-BEC0-72B9E9F36B35}"/>
              </a:ext>
            </a:extLst>
          </p:cNvPr>
          <p:cNvSpPr>
            <a:spLocks noGrp="1"/>
          </p:cNvSpPr>
          <p:nvPr>
            <p:ph type="title"/>
          </p:nvPr>
        </p:nvSpPr>
        <p:spPr/>
        <p:txBody>
          <a:bodyPr/>
          <a:lstStyle/>
          <a:p>
            <a:r>
              <a:rPr lang="en-US" dirty="0"/>
              <a:t>Why the system requires to be zero-mean</a:t>
            </a:r>
            <a:endParaRPr lang="en-NL" dirty="0"/>
          </a:p>
        </p:txBody>
      </p:sp>
      <p:sp>
        <p:nvSpPr>
          <p:cNvPr id="3" name="Content Placeholder 2">
            <a:extLst>
              <a:ext uri="{FF2B5EF4-FFF2-40B4-BE49-F238E27FC236}">
                <a16:creationId xmlns:a16="http://schemas.microsoft.com/office/drawing/2014/main" id="{69E11215-6FC3-FFFB-42F5-5755E2760086}"/>
              </a:ext>
            </a:extLst>
          </p:cNvPr>
          <p:cNvSpPr>
            <a:spLocks noGrp="1"/>
          </p:cNvSpPr>
          <p:nvPr>
            <p:ph idx="1"/>
          </p:nvPr>
        </p:nvSpPr>
        <p:spPr/>
        <p:txBody>
          <a:bodyPr/>
          <a:lstStyle/>
          <a:p>
            <a:r>
              <a:rPr lang="en-US" dirty="0"/>
              <a:t>Current implementation is made around zero-mean system:</a:t>
            </a:r>
          </a:p>
          <a:p>
            <a:pPr lvl="1"/>
            <a:r>
              <a:rPr lang="en-US" dirty="0"/>
              <a:t>Xavier neural network weights initialization requires the system to be zero mean</a:t>
            </a:r>
          </a:p>
          <a:p>
            <a:pPr lvl="1"/>
            <a:r>
              <a:rPr lang="en-US" dirty="0"/>
              <a:t>Input output normalization: subtract mean and divide by std</a:t>
            </a:r>
          </a:p>
          <a:p>
            <a:pPr lvl="1"/>
            <a:r>
              <a:rPr lang="en-US" dirty="0"/>
              <a:t>Tanh activation: zero-centered and symmetric</a:t>
            </a:r>
          </a:p>
          <a:p>
            <a:pPr lvl="1"/>
            <a:r>
              <a:rPr lang="en-US" dirty="0"/>
              <a:t>Loss + optimizer: MSE ↔ a zero-mean-Gaussian residual assumption</a:t>
            </a:r>
            <a:endParaRPr lang="en-NL" dirty="0"/>
          </a:p>
        </p:txBody>
      </p:sp>
    </p:spTree>
    <p:extLst>
      <p:ext uri="{BB962C8B-B14F-4D97-AF65-F5344CB8AC3E}">
        <p14:creationId xmlns:p14="http://schemas.microsoft.com/office/powerpoint/2010/main" val="2392899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0D91-6799-F3EC-F70E-CCDFCDDF1B1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1CD46C7-6D54-966D-E177-E7900FED32F7}"/>
              </a:ext>
            </a:extLst>
          </p:cNvPr>
          <p:cNvSpPr>
            <a:spLocks noGrp="1"/>
          </p:cNvSpPr>
          <p:nvPr>
            <p:ph idx="1"/>
          </p:nvPr>
        </p:nvSpPr>
        <p:spPr/>
        <p:txBody>
          <a:bodyPr/>
          <a:lstStyle/>
          <a:p>
            <a:r>
              <a:rPr lang="en-NL" dirty="0"/>
              <a:t>This is simultaneously an </a:t>
            </a:r>
            <a:r>
              <a:rPr lang="en-NL" b="1" dirty="0"/>
              <a:t>identifiability</a:t>
            </a:r>
            <a:r>
              <a:rPr lang="en-NL" dirty="0"/>
              <a:t> failure (the data do not constrain the direction) and a </a:t>
            </a:r>
            <a:r>
              <a:rPr lang="en-NL" b="1" dirty="0"/>
              <a:t>loss-blindness</a:t>
            </a:r>
            <a:r>
              <a:rPr lang="en-NL" dirty="0"/>
              <a:t> failure (the objective does not penalize it). The marginal integrator is the </a:t>
            </a:r>
            <a:r>
              <a:rPr lang="en-NL" i="1" dirty="0"/>
              <a:t>amplifier</a:t>
            </a:r>
            <a:r>
              <a:rPr lang="en-NL" dirty="0"/>
              <a:t>, not the </a:t>
            </a:r>
            <a:r>
              <a:rPr lang="en-NL" i="1" dirty="0"/>
              <a:t>cause</a:t>
            </a:r>
            <a:r>
              <a:rPr lang="en-NL" dirty="0"/>
              <a:t>.</a:t>
            </a:r>
          </a:p>
        </p:txBody>
      </p:sp>
    </p:spTree>
    <p:extLst>
      <p:ext uri="{BB962C8B-B14F-4D97-AF65-F5344CB8AC3E}">
        <p14:creationId xmlns:p14="http://schemas.microsoft.com/office/powerpoint/2010/main" val="3596533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26370-98DE-2992-7AD3-29F0557F7AD2}"/>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FE761CF9-D5E0-381B-FCF8-A82781629E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5669" y="0"/>
            <a:ext cx="10220661" cy="6815336"/>
          </a:xfrm>
          <a:prstGeom prst="rect">
            <a:avLst/>
          </a:prstGeom>
        </p:spPr>
      </p:pic>
      <p:sp>
        <p:nvSpPr>
          <p:cNvPr id="3" name="TextBox 2">
            <a:extLst>
              <a:ext uri="{FF2B5EF4-FFF2-40B4-BE49-F238E27FC236}">
                <a16:creationId xmlns:a16="http://schemas.microsoft.com/office/drawing/2014/main" id="{D5DAED49-F1CE-3B59-8E90-C1447995BDE8}"/>
              </a:ext>
            </a:extLst>
          </p:cNvPr>
          <p:cNvSpPr txBox="1"/>
          <p:nvPr/>
        </p:nvSpPr>
        <p:spPr>
          <a:xfrm>
            <a:off x="127322" y="5185458"/>
            <a:ext cx="3397661" cy="646331"/>
          </a:xfrm>
          <a:prstGeom prst="rect">
            <a:avLst/>
          </a:prstGeom>
          <a:noFill/>
        </p:spPr>
        <p:txBody>
          <a:bodyPr wrap="none" rtlCol="0">
            <a:spAutoFit/>
          </a:bodyPr>
          <a:lstStyle/>
          <a:p>
            <a:r>
              <a:rPr lang="en-US" dirty="0"/>
              <a:t>For context:</a:t>
            </a:r>
          </a:p>
          <a:p>
            <a:r>
              <a:rPr lang="en-US" dirty="0"/>
              <a:t>The data used for coming figures</a:t>
            </a:r>
            <a:endParaRPr lang="en-NL" dirty="0"/>
          </a:p>
        </p:txBody>
      </p:sp>
    </p:spTree>
    <p:extLst>
      <p:ext uri="{BB962C8B-B14F-4D97-AF65-F5344CB8AC3E}">
        <p14:creationId xmlns:p14="http://schemas.microsoft.com/office/powerpoint/2010/main" val="1954554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F3A8A-63CD-D6A3-A1CA-D415CE6DA9AF}"/>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88638659-E7EC-685C-B068-1222C52B11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2815" y="-4678"/>
            <a:ext cx="10291656" cy="6862678"/>
          </a:xfrm>
          <a:prstGeom prst="rect">
            <a:avLst/>
          </a:prstGeom>
        </p:spPr>
      </p:pic>
    </p:spTree>
    <p:extLst>
      <p:ext uri="{BB962C8B-B14F-4D97-AF65-F5344CB8AC3E}">
        <p14:creationId xmlns:p14="http://schemas.microsoft.com/office/powerpoint/2010/main" val="2478931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9F6BAE-57DB-BCC1-8C44-B8F6EB05BE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4768" y="0"/>
            <a:ext cx="9777232" cy="6648517"/>
          </a:xfrm>
          <a:prstGeom prst="rect">
            <a:avLst/>
          </a:prstGeom>
        </p:spPr>
      </p:pic>
      <p:sp>
        <p:nvSpPr>
          <p:cNvPr id="7" name="Content Placeholder 6">
            <a:extLst>
              <a:ext uri="{FF2B5EF4-FFF2-40B4-BE49-F238E27FC236}">
                <a16:creationId xmlns:a16="http://schemas.microsoft.com/office/drawing/2014/main" id="{77DC1AFE-1BA3-0A37-05C6-542489EC5E9F}"/>
              </a:ext>
            </a:extLst>
          </p:cNvPr>
          <p:cNvSpPr>
            <a:spLocks noGrp="1"/>
          </p:cNvSpPr>
          <p:nvPr>
            <p:ph idx="1"/>
          </p:nvPr>
        </p:nvSpPr>
        <p:spPr>
          <a:xfrm>
            <a:off x="278802" y="1833208"/>
            <a:ext cx="10515600" cy="4351338"/>
          </a:xfrm>
        </p:spPr>
        <p:txBody>
          <a:bodyPr/>
          <a:lstStyle/>
          <a:p>
            <a:endParaRPr lang="en-NL" dirty="0"/>
          </a:p>
        </p:txBody>
      </p:sp>
      <p:sp>
        <p:nvSpPr>
          <p:cNvPr id="2" name="Title 1">
            <a:extLst>
              <a:ext uri="{FF2B5EF4-FFF2-40B4-BE49-F238E27FC236}">
                <a16:creationId xmlns:a16="http://schemas.microsoft.com/office/drawing/2014/main" id="{47C9BC89-481C-D976-7871-661417549267}"/>
              </a:ext>
            </a:extLst>
          </p:cNvPr>
          <p:cNvSpPr>
            <a:spLocks noGrp="1"/>
          </p:cNvSpPr>
          <p:nvPr>
            <p:ph type="title"/>
          </p:nvPr>
        </p:nvSpPr>
        <p:spPr>
          <a:xfrm>
            <a:off x="149160" y="209483"/>
            <a:ext cx="2626314" cy="1616142"/>
          </a:xfrm>
        </p:spPr>
        <p:txBody>
          <a:bodyPr/>
          <a:lstStyle/>
          <a:p>
            <a:r>
              <a:rPr lang="en-US" dirty="0"/>
              <a:t>ANN adds drift</a:t>
            </a:r>
            <a:endParaRPr lang="en-NL" dirty="0"/>
          </a:p>
        </p:txBody>
      </p:sp>
    </p:spTree>
    <p:extLst>
      <p:ext uri="{BB962C8B-B14F-4D97-AF65-F5344CB8AC3E}">
        <p14:creationId xmlns:p14="http://schemas.microsoft.com/office/powerpoint/2010/main" val="6534960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3AC1E-82FB-8D5D-BECD-3DE0D4343A0B}"/>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A85BDEF0-8751-87A9-EE7E-1A1C0CDBCF8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38064" y="0"/>
            <a:ext cx="10082162" cy="6855871"/>
          </a:xfrm>
          <a:prstGeom prst="rect">
            <a:avLst/>
          </a:prstGeom>
        </p:spPr>
      </p:pic>
      <p:sp>
        <p:nvSpPr>
          <p:cNvPr id="3" name="TextBox 2">
            <a:extLst>
              <a:ext uri="{FF2B5EF4-FFF2-40B4-BE49-F238E27FC236}">
                <a16:creationId xmlns:a16="http://schemas.microsoft.com/office/drawing/2014/main" id="{F7FF8C4E-8E3A-6992-1781-C6A7790645ED}"/>
              </a:ext>
            </a:extLst>
          </p:cNvPr>
          <p:cNvSpPr txBox="1"/>
          <p:nvPr/>
        </p:nvSpPr>
        <p:spPr>
          <a:xfrm>
            <a:off x="7248467" y="6018836"/>
            <a:ext cx="4943533" cy="646331"/>
          </a:xfrm>
          <a:prstGeom prst="rect">
            <a:avLst/>
          </a:prstGeom>
          <a:noFill/>
        </p:spPr>
        <p:txBody>
          <a:bodyPr wrap="none" rtlCol="0">
            <a:spAutoFit/>
          </a:bodyPr>
          <a:lstStyle/>
          <a:p>
            <a:r>
              <a:rPr lang="en-US" dirty="0"/>
              <a:t>Added for training the true system: with the MSD</a:t>
            </a:r>
          </a:p>
          <a:p>
            <a:r>
              <a:rPr lang="en-US" dirty="0"/>
              <a:t>For comparison</a:t>
            </a:r>
          </a:p>
        </p:txBody>
      </p:sp>
    </p:spTree>
    <p:extLst>
      <p:ext uri="{BB962C8B-B14F-4D97-AF65-F5344CB8AC3E}">
        <p14:creationId xmlns:p14="http://schemas.microsoft.com/office/powerpoint/2010/main" val="2381970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CA030-7E9A-FF79-3E4E-CD912FFC4D8A}"/>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A50617D4-E635-94D7-05B2-AF9AE9A3398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361740" y="0"/>
            <a:ext cx="5830260" cy="6763103"/>
          </a:xfrm>
          <a:prstGeom prst="rect">
            <a:avLst/>
          </a:prstGeom>
        </p:spPr>
      </p:pic>
      <p:sp>
        <p:nvSpPr>
          <p:cNvPr id="6" name="Content Placeholder 2">
            <a:extLst>
              <a:ext uri="{FF2B5EF4-FFF2-40B4-BE49-F238E27FC236}">
                <a16:creationId xmlns:a16="http://schemas.microsoft.com/office/drawing/2014/main" id="{FEEBABA5-AE21-E590-0710-4F64138C6FA1}"/>
              </a:ext>
            </a:extLst>
          </p:cNvPr>
          <p:cNvSpPr txBox="1">
            <a:spLocks/>
          </p:cNvSpPr>
          <p:nvPr/>
        </p:nvSpPr>
        <p:spPr>
          <a:xfrm>
            <a:off x="326923" y="365125"/>
            <a:ext cx="3292577" cy="61277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ANN correction to physical states</a:t>
            </a:r>
            <a:endParaRPr lang="nl-NL" dirty="0"/>
          </a:p>
        </p:txBody>
      </p:sp>
      <p:sp>
        <p:nvSpPr>
          <p:cNvPr id="4" name="TextBox 3">
            <a:extLst>
              <a:ext uri="{FF2B5EF4-FFF2-40B4-BE49-F238E27FC236}">
                <a16:creationId xmlns:a16="http://schemas.microsoft.com/office/drawing/2014/main" id="{DE4561A8-E93C-D1D6-A20C-50679CE63A8F}"/>
              </a:ext>
            </a:extLst>
          </p:cNvPr>
          <p:cNvSpPr txBox="1"/>
          <p:nvPr/>
        </p:nvSpPr>
        <p:spPr>
          <a:xfrm>
            <a:off x="211060" y="1690688"/>
            <a:ext cx="5613075" cy="400110"/>
          </a:xfrm>
          <a:prstGeom prst="rect">
            <a:avLst/>
          </a:prstGeom>
          <a:noFill/>
        </p:spPr>
        <p:txBody>
          <a:bodyPr wrap="none" rtlCol="0">
            <a:spAutoFit/>
          </a:bodyPr>
          <a:lstStyle/>
          <a:p>
            <a:r>
              <a:rPr lang="en-US" sz="2000" dirty="0"/>
              <a:t>Look at the ANN correction to the physical states </a:t>
            </a:r>
          </a:p>
        </p:txBody>
      </p:sp>
    </p:spTree>
    <p:extLst>
      <p:ext uri="{BB962C8B-B14F-4D97-AF65-F5344CB8AC3E}">
        <p14:creationId xmlns:p14="http://schemas.microsoft.com/office/powerpoint/2010/main" val="39227374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113F5-3A19-914E-2AA9-204A011F16E1}"/>
              </a:ext>
            </a:extLst>
          </p:cNvPr>
          <p:cNvSpPr>
            <a:spLocks noGrp="1"/>
          </p:cNvSpPr>
          <p:nvPr>
            <p:ph type="title"/>
          </p:nvPr>
        </p:nvSpPr>
        <p:spPr/>
        <p:txBody>
          <a:bodyPr/>
          <a:lstStyle/>
          <a:p>
            <a:r>
              <a:rPr lang="en-US" dirty="0"/>
              <a:t>Zero-mean?</a:t>
            </a:r>
            <a:endParaRPr lang="en-NL" dirty="0"/>
          </a:p>
        </p:txBody>
      </p:sp>
      <p:sp>
        <p:nvSpPr>
          <p:cNvPr id="3" name="Content Placeholder 2">
            <a:extLst>
              <a:ext uri="{FF2B5EF4-FFF2-40B4-BE49-F238E27FC236}">
                <a16:creationId xmlns:a16="http://schemas.microsoft.com/office/drawing/2014/main" id="{B36DAEC1-E271-322E-C11B-C2E2206A0226}"/>
              </a:ext>
            </a:extLst>
          </p:cNvPr>
          <p:cNvSpPr>
            <a:spLocks noGrp="1"/>
          </p:cNvSpPr>
          <p:nvPr>
            <p:ph idx="1"/>
          </p:nvPr>
        </p:nvSpPr>
        <p:spPr/>
        <p:txBody>
          <a:bodyPr>
            <a:normAutofit/>
          </a:bodyPr>
          <a:lstStyle/>
          <a:p>
            <a:r>
              <a:rPr lang="en-NL" b="1" dirty="0"/>
              <a:t>Ratio = 1</a:t>
            </a:r>
            <a:endParaRPr lang="en-NL" dirty="0"/>
          </a:p>
          <a:p>
            <a:pPr lvl="1"/>
            <a:r>
              <a:rPr lang="en-NL" dirty="0"/>
              <a:t>The signal is essentially constant.</a:t>
            </a:r>
          </a:p>
          <a:p>
            <a:r>
              <a:rPr lang="en-NL" b="1" dirty="0"/>
              <a:t>Ratio ≈ 0</a:t>
            </a:r>
            <a:endParaRPr lang="en-NL" dirty="0"/>
          </a:p>
          <a:p>
            <a:pPr lvl="1"/>
            <a:r>
              <a:rPr lang="en-NL" dirty="0"/>
              <a:t>The signal oscillates around zero.</a:t>
            </a:r>
            <a:endParaRPr lang="en-US" dirty="0"/>
          </a:p>
          <a:p>
            <a:pPr lvl="1"/>
            <a:endParaRPr lang="en-US" dirty="0"/>
          </a:p>
          <a:p>
            <a:r>
              <a:rPr lang="en-US" dirty="0"/>
              <a:t>Y-position: 0.71</a:t>
            </a:r>
          </a:p>
          <a:p>
            <a:pPr lvl="1"/>
            <a:r>
              <a:rPr lang="en-US" dirty="0"/>
              <a:t>MSD attached to Y-payload</a:t>
            </a:r>
          </a:p>
          <a:p>
            <a:r>
              <a:rPr lang="en-US" dirty="0"/>
              <a:t>Compared to Theta: 0.08</a:t>
            </a:r>
          </a:p>
          <a:p>
            <a:pPr lvl="1"/>
            <a:r>
              <a:rPr lang="en-US" dirty="0"/>
              <a:t>Actual zero-mean</a:t>
            </a:r>
            <a:endParaRPr lang="en-NL" dirty="0"/>
          </a:p>
        </p:txBody>
      </p:sp>
    </p:spTree>
    <p:extLst>
      <p:ext uri="{BB962C8B-B14F-4D97-AF65-F5344CB8AC3E}">
        <p14:creationId xmlns:p14="http://schemas.microsoft.com/office/powerpoint/2010/main" val="8613034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C6261-B4B6-AD13-19FE-58E38CE99794}"/>
              </a:ext>
            </a:extLst>
          </p:cNvPr>
          <p:cNvSpPr>
            <a:spLocks noGrp="1"/>
          </p:cNvSpPr>
          <p:nvPr>
            <p:ph type="title"/>
          </p:nvPr>
        </p:nvSpPr>
        <p:spPr/>
        <p:txBody>
          <a:bodyPr/>
          <a:lstStyle/>
          <a:p>
            <a:endParaRPr lang="en-NL" dirty="0"/>
          </a:p>
        </p:txBody>
      </p:sp>
      <p:pic>
        <p:nvPicPr>
          <p:cNvPr id="8" name="Content Placeholder 7">
            <a:extLst>
              <a:ext uri="{FF2B5EF4-FFF2-40B4-BE49-F238E27FC236}">
                <a16:creationId xmlns:a16="http://schemas.microsoft.com/office/drawing/2014/main" id="{FA5A7BB4-12F8-A9E7-A9B4-5440572C54B3}"/>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b="52157"/>
          <a:stretch>
            <a:fillRect/>
          </a:stretch>
        </p:blipFill>
        <p:spPr>
          <a:xfrm>
            <a:off x="0" y="105543"/>
            <a:ext cx="11976847" cy="6646914"/>
          </a:xfrm>
          <a:prstGeom prst="rect">
            <a:avLst/>
          </a:prstGeom>
        </p:spPr>
      </p:pic>
    </p:spTree>
    <p:extLst>
      <p:ext uri="{BB962C8B-B14F-4D97-AF65-F5344CB8AC3E}">
        <p14:creationId xmlns:p14="http://schemas.microsoft.com/office/powerpoint/2010/main" val="1019356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B8693-758F-BDFA-C079-2071AFC40D4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EF53F78-1A8E-A200-F11B-7854A4ABFD5C}"/>
              </a:ext>
            </a:extLst>
          </p:cNvPr>
          <p:cNvSpPr>
            <a:spLocks noGrp="1"/>
          </p:cNvSpPr>
          <p:nvPr>
            <p:ph idx="1"/>
          </p:nvPr>
        </p:nvSpPr>
        <p:spPr/>
        <p:txBody>
          <a:bodyPr/>
          <a:lstStyle/>
          <a:p>
            <a:endParaRPr lang="en-NL"/>
          </a:p>
        </p:txBody>
      </p:sp>
      <p:pic>
        <p:nvPicPr>
          <p:cNvPr id="5" name="Content Placeholder 7">
            <a:extLst>
              <a:ext uri="{FF2B5EF4-FFF2-40B4-BE49-F238E27FC236}">
                <a16:creationId xmlns:a16="http://schemas.microsoft.com/office/drawing/2014/main" id="{34A53AB9-F89E-542B-3560-D354392B201E}"/>
              </a:ext>
            </a:extLst>
          </p:cNvPr>
          <p:cNvPicPr>
            <a:picLocks noChangeAspect="1"/>
          </p:cNvPicPr>
          <p:nvPr/>
        </p:nvPicPr>
        <p:blipFill>
          <a:blip r:embed="rId3">
            <a:extLst>
              <a:ext uri="{28A0092B-C50C-407E-A947-70E740481C1C}">
                <a14:useLocalDpi xmlns:a14="http://schemas.microsoft.com/office/drawing/2010/main" val="0"/>
              </a:ext>
            </a:extLst>
          </a:blip>
          <a:srcRect t="47585" b="-1"/>
          <a:stretch>
            <a:fillRect/>
          </a:stretch>
        </p:blipFill>
        <p:spPr>
          <a:xfrm>
            <a:off x="563880" y="130698"/>
            <a:ext cx="11064240" cy="6727302"/>
          </a:xfrm>
          <a:prstGeom prst="rect">
            <a:avLst/>
          </a:prstGeom>
        </p:spPr>
      </p:pic>
    </p:spTree>
    <p:extLst>
      <p:ext uri="{BB962C8B-B14F-4D97-AF65-F5344CB8AC3E}">
        <p14:creationId xmlns:p14="http://schemas.microsoft.com/office/powerpoint/2010/main" val="30855655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757A-A42F-3D0B-1EF4-A4C3AAAD9E06}"/>
              </a:ext>
            </a:extLst>
          </p:cNvPr>
          <p:cNvSpPr>
            <a:spLocks noGrp="1"/>
          </p:cNvSpPr>
          <p:nvPr>
            <p:ph type="title"/>
          </p:nvPr>
        </p:nvSpPr>
        <p:spPr>
          <a:xfrm>
            <a:off x="85845" y="72520"/>
            <a:ext cx="5909841" cy="1432189"/>
          </a:xfrm>
        </p:spPr>
        <p:txBody>
          <a:bodyPr/>
          <a:lstStyle/>
          <a:p>
            <a:r>
              <a:rPr lang="en-US" dirty="0"/>
              <a:t>Compare against perfect correction</a:t>
            </a:r>
            <a:endParaRPr lang="en-NL" dirty="0"/>
          </a:p>
        </p:txBody>
      </p:sp>
      <p:pic>
        <p:nvPicPr>
          <p:cNvPr id="5" name="Content Placeholder 4">
            <a:extLst>
              <a:ext uri="{FF2B5EF4-FFF2-40B4-BE49-F238E27FC236}">
                <a16:creationId xmlns:a16="http://schemas.microsoft.com/office/drawing/2014/main" id="{808E254E-DA0B-3F5D-1504-C7FA2F0881B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282698" y="365125"/>
            <a:ext cx="5560184" cy="6449814"/>
          </a:xfrm>
          <a:prstGeom prst="rect">
            <a:avLst/>
          </a:prstGeom>
        </p:spPr>
      </p:pic>
      <p:sp>
        <p:nvSpPr>
          <p:cNvPr id="3" name="TextBox 2">
            <a:extLst>
              <a:ext uri="{FF2B5EF4-FFF2-40B4-BE49-F238E27FC236}">
                <a16:creationId xmlns:a16="http://schemas.microsoft.com/office/drawing/2014/main" id="{E563A7E4-53D1-A69D-2F7A-1172001DDD11}"/>
              </a:ext>
            </a:extLst>
          </p:cNvPr>
          <p:cNvSpPr txBox="1"/>
          <p:nvPr/>
        </p:nvSpPr>
        <p:spPr>
          <a:xfrm>
            <a:off x="0" y="1504709"/>
            <a:ext cx="6667018" cy="2554545"/>
          </a:xfrm>
          <a:prstGeom prst="rect">
            <a:avLst/>
          </a:prstGeom>
          <a:noFill/>
        </p:spPr>
        <p:txBody>
          <a:bodyPr wrap="square" rtlCol="0">
            <a:spAutoFit/>
          </a:bodyPr>
          <a:lstStyle/>
          <a:p>
            <a:pPr marL="285750" indent="-285750">
              <a:buFont typeface="Arial" panose="020B0604020202020204" pitchFamily="34" charset="0"/>
              <a:buChar char="•"/>
            </a:pPr>
            <a:r>
              <a:rPr lang="en-US" sz="3200" dirty="0"/>
              <a:t>The correction </a:t>
            </a:r>
            <a:r>
              <a:rPr lang="en-US" sz="3200" dirty="0" err="1"/>
              <a:t>correction</a:t>
            </a:r>
            <a:r>
              <a:rPr lang="en-US" sz="3200" dirty="0"/>
              <a:t> for the ANN is actually zero-mean</a:t>
            </a:r>
          </a:p>
          <a:p>
            <a:pPr marL="285750" indent="-285750">
              <a:buFont typeface="Arial" panose="020B0604020202020204" pitchFamily="34" charset="0"/>
              <a:buChar char="•"/>
            </a:pPr>
            <a:r>
              <a:rPr lang="en-US" sz="3200" dirty="0"/>
              <a:t>Truth - baseline = zero-mean</a:t>
            </a:r>
          </a:p>
          <a:p>
            <a:endParaRPr lang="en-US" sz="3200" dirty="0"/>
          </a:p>
          <a:p>
            <a:endParaRPr lang="en-NL" sz="3200" dirty="0"/>
          </a:p>
        </p:txBody>
      </p:sp>
    </p:spTree>
    <p:extLst>
      <p:ext uri="{BB962C8B-B14F-4D97-AF65-F5344CB8AC3E}">
        <p14:creationId xmlns:p14="http://schemas.microsoft.com/office/powerpoint/2010/main" val="2870383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E3189-29C0-0D6F-9474-BECEC6C79B0F}"/>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CDD48AF3-039C-82FC-B697-661CF37BA1A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77403" y="32708"/>
            <a:ext cx="10037193" cy="6825292"/>
          </a:xfrm>
          <a:prstGeom prst="rect">
            <a:avLst/>
          </a:prstGeom>
        </p:spPr>
      </p:pic>
    </p:spTree>
    <p:extLst>
      <p:ext uri="{BB962C8B-B14F-4D97-AF65-F5344CB8AC3E}">
        <p14:creationId xmlns:p14="http://schemas.microsoft.com/office/powerpoint/2010/main" val="27799972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3C7DCED-90DB-948D-EB03-2DBA0D12BE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1526" y="557684"/>
            <a:ext cx="9450474" cy="6300316"/>
          </a:xfrm>
          <a:prstGeom prst="rect">
            <a:avLst/>
          </a:prstGeom>
        </p:spPr>
      </p:pic>
      <p:sp>
        <p:nvSpPr>
          <p:cNvPr id="2" name="Title 1">
            <a:extLst>
              <a:ext uri="{FF2B5EF4-FFF2-40B4-BE49-F238E27FC236}">
                <a16:creationId xmlns:a16="http://schemas.microsoft.com/office/drawing/2014/main" id="{87A92A29-7D47-AFAD-852B-3E70B4A779CB}"/>
              </a:ext>
            </a:extLst>
          </p:cNvPr>
          <p:cNvSpPr>
            <a:spLocks noGrp="1"/>
          </p:cNvSpPr>
          <p:nvPr>
            <p:ph type="title"/>
          </p:nvPr>
        </p:nvSpPr>
        <p:spPr>
          <a:xfrm>
            <a:off x="0" y="-1419989"/>
            <a:ext cx="5496448" cy="3619248"/>
          </a:xfrm>
        </p:spPr>
        <p:txBody>
          <a:bodyPr/>
          <a:lstStyle/>
          <a:p>
            <a:r>
              <a:rPr lang="en-US" dirty="0"/>
              <a:t>Drift with ANN</a:t>
            </a:r>
            <a:endParaRPr lang="en-NL" dirty="0"/>
          </a:p>
        </p:txBody>
      </p:sp>
      <p:sp>
        <p:nvSpPr>
          <p:cNvPr id="10" name="Content Placeholder 2">
            <a:extLst>
              <a:ext uri="{FF2B5EF4-FFF2-40B4-BE49-F238E27FC236}">
                <a16:creationId xmlns:a16="http://schemas.microsoft.com/office/drawing/2014/main" id="{AD7959AC-5B85-8288-E4AD-EC5CF25360FA}"/>
              </a:ext>
            </a:extLst>
          </p:cNvPr>
          <p:cNvSpPr txBox="1">
            <a:spLocks/>
          </p:cNvSpPr>
          <p:nvPr/>
        </p:nvSpPr>
        <p:spPr>
          <a:xfrm>
            <a:off x="124767" y="1016539"/>
            <a:ext cx="2616759" cy="56202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ANN creates:</a:t>
            </a:r>
          </a:p>
          <a:p>
            <a:pPr lvl="1"/>
            <a:r>
              <a:rPr lang="en-US" dirty="0"/>
              <a:t>DC offset force added</a:t>
            </a:r>
          </a:p>
          <a:p>
            <a:r>
              <a:rPr lang="en-US" dirty="0"/>
              <a:t>Shows the error</a:t>
            </a:r>
          </a:p>
          <a:p>
            <a:r>
              <a:rPr lang="en-US" dirty="0"/>
              <a:t>Standstill trajectory at Y = 0.1 m with </a:t>
            </a:r>
            <a:r>
              <a:rPr lang="en-US" dirty="0" err="1"/>
              <a:t>multisine</a:t>
            </a:r>
            <a:r>
              <a:rPr lang="en-US" dirty="0"/>
              <a:t> 130-180hz</a:t>
            </a:r>
          </a:p>
          <a:p>
            <a:endParaRPr lang="en-NL" dirty="0"/>
          </a:p>
        </p:txBody>
      </p:sp>
    </p:spTree>
    <p:extLst>
      <p:ext uri="{BB962C8B-B14F-4D97-AF65-F5344CB8AC3E}">
        <p14:creationId xmlns:p14="http://schemas.microsoft.com/office/powerpoint/2010/main" val="29743154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F95E1-4A64-F7FC-52CA-188D77A439A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83D994-4612-886C-5BF3-CD24D02A5F7E}"/>
              </a:ext>
            </a:extLst>
          </p:cNvPr>
          <p:cNvSpPr>
            <a:spLocks noGrp="1"/>
          </p:cNvSpPr>
          <p:nvPr>
            <p:ph idx="1"/>
          </p:nvPr>
        </p:nvSpPr>
        <p:spPr>
          <a:xfrm>
            <a:off x="124767" y="951418"/>
            <a:ext cx="2616759" cy="5620204"/>
          </a:xfrm>
        </p:spPr>
        <p:txBody>
          <a:bodyPr/>
          <a:lstStyle/>
          <a:p>
            <a:r>
              <a:rPr lang="en-US" dirty="0"/>
              <a:t>ANN at zero </a:t>
            </a:r>
            <a:r>
              <a:rPr lang="en-US" dirty="0" err="1"/>
              <a:t>init</a:t>
            </a:r>
            <a:r>
              <a:rPr lang="en-US" dirty="0"/>
              <a:t>: </a:t>
            </a:r>
          </a:p>
          <a:p>
            <a:pPr lvl="1"/>
            <a:r>
              <a:rPr lang="en-US" dirty="0"/>
              <a:t>No DC offset force added</a:t>
            </a:r>
          </a:p>
          <a:p>
            <a:r>
              <a:rPr lang="en-US" dirty="0"/>
              <a:t>Shows the error</a:t>
            </a:r>
          </a:p>
          <a:p>
            <a:r>
              <a:rPr lang="en-US" dirty="0"/>
              <a:t>Standstill trajectory at Y = 0.1 m with </a:t>
            </a:r>
            <a:r>
              <a:rPr lang="en-US" dirty="0" err="1"/>
              <a:t>multisine</a:t>
            </a:r>
            <a:r>
              <a:rPr lang="en-US" dirty="0"/>
              <a:t> 130-180hz</a:t>
            </a:r>
          </a:p>
          <a:p>
            <a:endParaRPr lang="en-NL" dirty="0"/>
          </a:p>
        </p:txBody>
      </p:sp>
      <p:pic>
        <p:nvPicPr>
          <p:cNvPr id="5" name="Picture 4">
            <a:extLst>
              <a:ext uri="{FF2B5EF4-FFF2-40B4-BE49-F238E27FC236}">
                <a16:creationId xmlns:a16="http://schemas.microsoft.com/office/drawing/2014/main" id="{0CB9FACD-3C80-59FC-7199-1C4AEA3D6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3846" y="532564"/>
            <a:ext cx="9488154" cy="6325436"/>
          </a:xfrm>
          <a:prstGeom prst="rect">
            <a:avLst/>
          </a:prstGeom>
        </p:spPr>
      </p:pic>
      <p:sp>
        <p:nvSpPr>
          <p:cNvPr id="2" name="Title 1">
            <a:extLst>
              <a:ext uri="{FF2B5EF4-FFF2-40B4-BE49-F238E27FC236}">
                <a16:creationId xmlns:a16="http://schemas.microsoft.com/office/drawing/2014/main" id="{0648B857-7222-96CD-FAB4-C67F0C89BC18}"/>
              </a:ext>
            </a:extLst>
          </p:cNvPr>
          <p:cNvSpPr>
            <a:spLocks noGrp="1"/>
          </p:cNvSpPr>
          <p:nvPr>
            <p:ph type="title"/>
          </p:nvPr>
        </p:nvSpPr>
        <p:spPr>
          <a:xfrm>
            <a:off x="124767" y="0"/>
            <a:ext cx="5496448" cy="926034"/>
          </a:xfrm>
        </p:spPr>
        <p:txBody>
          <a:bodyPr/>
          <a:lstStyle/>
          <a:p>
            <a:r>
              <a:rPr lang="en-US" dirty="0"/>
              <a:t>Drift with ANN</a:t>
            </a:r>
            <a:endParaRPr lang="en-NL" dirty="0"/>
          </a:p>
        </p:txBody>
      </p:sp>
    </p:spTree>
    <p:extLst>
      <p:ext uri="{BB962C8B-B14F-4D97-AF65-F5344CB8AC3E}">
        <p14:creationId xmlns:p14="http://schemas.microsoft.com/office/powerpoint/2010/main" val="31256216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298FE-1B0F-7CF2-0D19-60BB4D7B4CD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0AB5AA3-7D2F-F543-628D-9E15F9556670}"/>
              </a:ext>
            </a:extLst>
          </p:cNvPr>
          <p:cNvSpPr>
            <a:spLocks noGrp="1"/>
          </p:cNvSpPr>
          <p:nvPr>
            <p:ph idx="1"/>
          </p:nvPr>
        </p:nvSpPr>
        <p:spPr/>
        <p:txBody>
          <a:bodyPr/>
          <a:lstStyle/>
          <a:p>
            <a:pPr lvl="2"/>
            <a:r>
              <a:rPr lang="en-US"/>
              <a:t>Nothing in the setup constrains that constant: the excitation does not excite it and the 0.1 s training window cannot see its free-run consequence. So the training objective is blind to the error that dominates deployment, and the augmentation is unlearnable as set up.</a:t>
            </a:r>
            <a:endParaRPr lang="en-NL" dirty="0"/>
          </a:p>
        </p:txBody>
      </p:sp>
    </p:spTree>
    <p:extLst>
      <p:ext uri="{BB962C8B-B14F-4D97-AF65-F5344CB8AC3E}">
        <p14:creationId xmlns:p14="http://schemas.microsoft.com/office/powerpoint/2010/main" val="34050728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DF2A6-FD95-59AD-3E0A-E18D67F6EC50}"/>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82DEE4E0-362C-84BF-505C-1EA1FD7C42E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9770"/>
          <a:stretch>
            <a:fillRect/>
          </a:stretch>
        </p:blipFill>
        <p:spPr>
          <a:xfrm>
            <a:off x="87464" y="421420"/>
            <a:ext cx="11720222" cy="5287616"/>
          </a:xfrm>
          <a:prstGeom prst="rect">
            <a:avLst/>
          </a:prstGeom>
        </p:spPr>
      </p:pic>
      <p:sp>
        <p:nvSpPr>
          <p:cNvPr id="3" name="TextBox 2">
            <a:extLst>
              <a:ext uri="{FF2B5EF4-FFF2-40B4-BE49-F238E27FC236}">
                <a16:creationId xmlns:a16="http://schemas.microsoft.com/office/drawing/2014/main" id="{6921682C-BD0D-423D-36D7-D18D4B347DD7}"/>
              </a:ext>
            </a:extLst>
          </p:cNvPr>
          <p:cNvSpPr txBox="1"/>
          <p:nvPr/>
        </p:nvSpPr>
        <p:spPr>
          <a:xfrm>
            <a:off x="181335" y="5707456"/>
            <a:ext cx="5868365" cy="1200329"/>
          </a:xfrm>
          <a:prstGeom prst="rect">
            <a:avLst/>
          </a:prstGeom>
          <a:noFill/>
        </p:spPr>
        <p:txBody>
          <a:bodyPr wrap="square" rtlCol="0">
            <a:spAutoFit/>
          </a:bodyPr>
          <a:lstStyle/>
          <a:p>
            <a:r>
              <a:rPr lang="en-US" dirty="0"/>
              <a:t>Hyperparameter search:</a:t>
            </a:r>
          </a:p>
          <a:p>
            <a:r>
              <a:rPr lang="en-US" dirty="0"/>
              <a:t>Learning rate and number of samples used for training (training window)</a:t>
            </a:r>
          </a:p>
          <a:p>
            <a:r>
              <a:rPr lang="en-US" dirty="0"/>
              <a:t>Conclusion: it is not a hyperparameter problem</a:t>
            </a:r>
            <a:endParaRPr lang="en-NL" dirty="0"/>
          </a:p>
        </p:txBody>
      </p:sp>
    </p:spTree>
    <p:extLst>
      <p:ext uri="{BB962C8B-B14F-4D97-AF65-F5344CB8AC3E}">
        <p14:creationId xmlns:p14="http://schemas.microsoft.com/office/powerpoint/2010/main" val="12314819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475A9-C9BE-075A-20E7-29CE29174DC9}"/>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5C4BF3EB-2B03-3B76-313C-E1DFC6D0F45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35760" y="0"/>
            <a:ext cx="7654366" cy="6520387"/>
          </a:xfrm>
          <a:prstGeom prst="rect">
            <a:avLst/>
          </a:prstGeom>
        </p:spPr>
      </p:pic>
    </p:spTree>
    <p:extLst>
      <p:ext uri="{BB962C8B-B14F-4D97-AF65-F5344CB8AC3E}">
        <p14:creationId xmlns:p14="http://schemas.microsoft.com/office/powerpoint/2010/main" val="13125789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3C75E-256E-52CA-4060-A6D536BDA5CE}"/>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843F1F5D-BBDB-FE12-E30C-26CA028911B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4409"/>
          <a:stretch>
            <a:fillRect/>
          </a:stretch>
        </p:blipFill>
        <p:spPr>
          <a:xfrm>
            <a:off x="0" y="0"/>
            <a:ext cx="11447038" cy="6127750"/>
          </a:xfrm>
          <a:prstGeom prst="rect">
            <a:avLst/>
          </a:prstGeom>
        </p:spPr>
      </p:pic>
      <p:sp>
        <p:nvSpPr>
          <p:cNvPr id="4" name="TextBox 3">
            <a:extLst>
              <a:ext uri="{FF2B5EF4-FFF2-40B4-BE49-F238E27FC236}">
                <a16:creationId xmlns:a16="http://schemas.microsoft.com/office/drawing/2014/main" id="{64686530-9500-22AA-F9B1-D2C389997501}"/>
              </a:ext>
            </a:extLst>
          </p:cNvPr>
          <p:cNvSpPr txBox="1"/>
          <p:nvPr/>
        </p:nvSpPr>
        <p:spPr>
          <a:xfrm>
            <a:off x="8494514" y="4402402"/>
            <a:ext cx="3786223" cy="2862322"/>
          </a:xfrm>
          <a:prstGeom prst="rect">
            <a:avLst/>
          </a:prstGeom>
          <a:noFill/>
        </p:spPr>
        <p:txBody>
          <a:bodyPr wrap="square" rtlCol="0">
            <a:spAutoFit/>
          </a:bodyPr>
          <a:lstStyle/>
          <a:p>
            <a:r>
              <a:rPr lang="en-US" b="1" dirty="0"/>
              <a:t>Look at train and validation loss for the training window</a:t>
            </a:r>
          </a:p>
          <a:p>
            <a:endParaRPr lang="en-US" b="1" dirty="0"/>
          </a:p>
          <a:p>
            <a:r>
              <a:rPr lang="en-US" b="1" dirty="0"/>
              <a:t>Why:</a:t>
            </a:r>
          </a:p>
          <a:p>
            <a:r>
              <a:rPr lang="en-US" b="1" dirty="0"/>
              <a:t>For validation we use sim-RMS, which is the full 12s validation open-loop free run and now 0.1 s </a:t>
            </a:r>
          </a:p>
          <a:p>
            <a:endParaRPr lang="en-US" b="1" dirty="0"/>
          </a:p>
          <a:p>
            <a:endParaRPr lang="en-US" b="1" dirty="0"/>
          </a:p>
          <a:p>
            <a:endParaRPr lang="en-NL" b="1" dirty="0"/>
          </a:p>
        </p:txBody>
      </p:sp>
    </p:spTree>
    <p:extLst>
      <p:ext uri="{BB962C8B-B14F-4D97-AF65-F5344CB8AC3E}">
        <p14:creationId xmlns:p14="http://schemas.microsoft.com/office/powerpoint/2010/main" val="10460197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BB64E-F55F-9292-2E71-7CF05BDF5A8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2FF0C2E-3ED6-674A-5035-35050A2529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4768" y="0"/>
            <a:ext cx="9777232" cy="6648517"/>
          </a:xfrm>
          <a:prstGeom prst="rect">
            <a:avLst/>
          </a:prstGeom>
        </p:spPr>
      </p:pic>
      <p:sp>
        <p:nvSpPr>
          <p:cNvPr id="7" name="Content Placeholder 6">
            <a:extLst>
              <a:ext uri="{FF2B5EF4-FFF2-40B4-BE49-F238E27FC236}">
                <a16:creationId xmlns:a16="http://schemas.microsoft.com/office/drawing/2014/main" id="{8943EB93-FEA8-A2D0-A992-7D354299AC1C}"/>
              </a:ext>
            </a:extLst>
          </p:cNvPr>
          <p:cNvSpPr>
            <a:spLocks noGrp="1"/>
          </p:cNvSpPr>
          <p:nvPr>
            <p:ph idx="1"/>
          </p:nvPr>
        </p:nvSpPr>
        <p:spPr>
          <a:xfrm>
            <a:off x="0" y="209483"/>
            <a:ext cx="2657438" cy="5975063"/>
          </a:xfrm>
        </p:spPr>
        <p:txBody>
          <a:bodyPr/>
          <a:lstStyle/>
          <a:p>
            <a:r>
              <a:rPr lang="en-US" dirty="0"/>
              <a:t>Take the derivative of the trained-ANN free-run</a:t>
            </a:r>
          </a:p>
          <a:p>
            <a:r>
              <a:rPr lang="en-US" dirty="0"/>
              <a:t>Position-error is the red line</a:t>
            </a:r>
          </a:p>
          <a:p>
            <a:r>
              <a:rPr lang="en-US" dirty="0"/>
              <a:t>Answer: is it an energy problem?</a:t>
            </a:r>
          </a:p>
          <a:p>
            <a:endParaRPr lang="en-NL" dirty="0"/>
          </a:p>
        </p:txBody>
      </p:sp>
    </p:spTree>
    <p:extLst>
      <p:ext uri="{BB962C8B-B14F-4D97-AF65-F5344CB8AC3E}">
        <p14:creationId xmlns:p14="http://schemas.microsoft.com/office/powerpoint/2010/main" val="19946233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813D6-4EEE-EBCE-8C4E-80559AC8185D}"/>
              </a:ext>
            </a:extLst>
          </p:cNvPr>
          <p:cNvSpPr>
            <a:spLocks noGrp="1"/>
          </p:cNvSpPr>
          <p:nvPr>
            <p:ph type="title"/>
          </p:nvPr>
        </p:nvSpPr>
        <p:spPr/>
        <p:txBody>
          <a:bodyPr/>
          <a:lstStyle/>
          <a:p>
            <a:endParaRPr lang="en-NL"/>
          </a:p>
        </p:txBody>
      </p:sp>
      <p:pic>
        <p:nvPicPr>
          <p:cNvPr id="9" name="Picture 8">
            <a:extLst>
              <a:ext uri="{FF2B5EF4-FFF2-40B4-BE49-F238E27FC236}">
                <a16:creationId xmlns:a16="http://schemas.microsoft.com/office/drawing/2014/main" id="{B3DC464C-741F-E2EC-2078-A859B19788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8206" y="228600"/>
            <a:ext cx="9412942" cy="6400800"/>
          </a:xfrm>
          <a:prstGeom prst="rect">
            <a:avLst/>
          </a:prstGeom>
        </p:spPr>
      </p:pic>
      <p:sp>
        <p:nvSpPr>
          <p:cNvPr id="3" name="Content Placeholder 2">
            <a:extLst>
              <a:ext uri="{FF2B5EF4-FFF2-40B4-BE49-F238E27FC236}">
                <a16:creationId xmlns:a16="http://schemas.microsoft.com/office/drawing/2014/main" id="{A7BD40E6-C594-6F70-0DDD-662E8B124447}"/>
              </a:ext>
            </a:extLst>
          </p:cNvPr>
          <p:cNvSpPr>
            <a:spLocks noGrp="1"/>
          </p:cNvSpPr>
          <p:nvPr>
            <p:ph idx="1"/>
          </p:nvPr>
        </p:nvSpPr>
        <p:spPr>
          <a:xfrm>
            <a:off x="0" y="228600"/>
            <a:ext cx="3611880" cy="5741035"/>
          </a:xfrm>
        </p:spPr>
        <p:txBody>
          <a:bodyPr/>
          <a:lstStyle/>
          <a:p>
            <a:pPr marL="0" indent="0">
              <a:buNone/>
            </a:pPr>
            <a:r>
              <a:rPr lang="en-US" dirty="0"/>
              <a:t>Conclusion:</a:t>
            </a:r>
          </a:p>
          <a:p>
            <a:pPr marL="0" indent="0">
              <a:buNone/>
            </a:pPr>
            <a:r>
              <a:rPr lang="en-US" dirty="0"/>
              <a:t>Not an energy problem velocity seems to settle </a:t>
            </a:r>
            <a:endParaRPr lang="en-NL" dirty="0"/>
          </a:p>
        </p:txBody>
      </p:sp>
    </p:spTree>
    <p:extLst>
      <p:ext uri="{BB962C8B-B14F-4D97-AF65-F5344CB8AC3E}">
        <p14:creationId xmlns:p14="http://schemas.microsoft.com/office/powerpoint/2010/main" val="35758754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6C25B-9DD0-2ACE-A7AA-F98C5CB45D49}"/>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006CB088-C493-1828-BFC3-654076AFA38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8599" y="365125"/>
            <a:ext cx="11734801" cy="6400800"/>
          </a:xfrm>
          <a:prstGeom prst="rect">
            <a:avLst/>
          </a:prstGeom>
        </p:spPr>
      </p:pic>
    </p:spTree>
    <p:extLst>
      <p:ext uri="{BB962C8B-B14F-4D97-AF65-F5344CB8AC3E}">
        <p14:creationId xmlns:p14="http://schemas.microsoft.com/office/powerpoint/2010/main" val="18568342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8570D-8A3A-9A6C-7B1C-FA4F69E6774F}"/>
              </a:ext>
            </a:extLst>
          </p:cNvPr>
          <p:cNvSpPr>
            <a:spLocks noGrp="1"/>
          </p:cNvSpPr>
          <p:nvPr>
            <p:ph type="title"/>
          </p:nvPr>
        </p:nvSpPr>
        <p:spPr/>
        <p:txBody>
          <a:bodyPr/>
          <a:lstStyle/>
          <a:p>
            <a:r>
              <a:rPr lang="en-US" dirty="0"/>
              <a:t>Solution?</a:t>
            </a:r>
            <a:endParaRPr lang="en-NL" dirty="0"/>
          </a:p>
        </p:txBody>
      </p:sp>
      <p:sp>
        <p:nvSpPr>
          <p:cNvPr id="3" name="Content Placeholder 2">
            <a:extLst>
              <a:ext uri="{FF2B5EF4-FFF2-40B4-BE49-F238E27FC236}">
                <a16:creationId xmlns:a16="http://schemas.microsoft.com/office/drawing/2014/main" id="{5E794647-2364-75C1-5433-78E95DC94922}"/>
              </a:ext>
            </a:extLst>
          </p:cNvPr>
          <p:cNvSpPr>
            <a:spLocks noGrp="1"/>
          </p:cNvSpPr>
          <p:nvPr>
            <p:ph idx="1"/>
          </p:nvPr>
        </p:nvSpPr>
        <p:spPr/>
        <p:txBody>
          <a:bodyPr/>
          <a:lstStyle/>
          <a:p>
            <a:r>
              <a:rPr lang="en-US" dirty="0"/>
              <a:t>Steer training so that the force added to the stiffness-free X and Y axes has no net average.</a:t>
            </a:r>
          </a:p>
          <a:p>
            <a:pPr lvl="1"/>
            <a:r>
              <a:rPr lang="en-US" dirty="0"/>
              <a:t>Not a hard constraint: only discourage where the data gives no reason for one</a:t>
            </a:r>
          </a:p>
          <a:p>
            <a:pPr lvl="1"/>
            <a:r>
              <a:rPr lang="en-US" dirty="0"/>
              <a:t>Problem: real system will have friction with nonzero average</a:t>
            </a:r>
          </a:p>
          <a:p>
            <a:pPr lvl="2"/>
            <a:r>
              <a:rPr lang="en-US" dirty="0"/>
              <a:t>Therefore: steer only in the direction the data cannot inform</a:t>
            </a:r>
            <a:endParaRPr lang="en-NL" dirty="0"/>
          </a:p>
        </p:txBody>
      </p:sp>
    </p:spTree>
    <p:extLst>
      <p:ext uri="{BB962C8B-B14F-4D97-AF65-F5344CB8AC3E}">
        <p14:creationId xmlns:p14="http://schemas.microsoft.com/office/powerpoint/2010/main" val="39716956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6C7CF-D322-C243-1F7A-E3938F9C15EE}"/>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25A79193-5A19-5FEE-0542-5E40EDB6FBE4}"/>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47DD4C7D-8EE9-6124-0978-4654D4846E25}"/>
              </a:ext>
            </a:extLst>
          </p:cNvPr>
          <p:cNvSpPr txBox="1"/>
          <p:nvPr/>
        </p:nvSpPr>
        <p:spPr>
          <a:xfrm>
            <a:off x="147320" y="1389817"/>
            <a:ext cx="6094206" cy="4247317"/>
          </a:xfrm>
          <a:prstGeom prst="rect">
            <a:avLst/>
          </a:prstGeom>
          <a:noFill/>
        </p:spPr>
        <p:txBody>
          <a:bodyPr wrap="square">
            <a:spAutoFit/>
          </a:bodyPr>
          <a:lstStyle/>
          <a:p>
            <a:r>
              <a:rPr lang="en-NL" dirty="0"/>
              <a:t>Configuration:</a:t>
            </a:r>
          </a:p>
          <a:p>
            <a:r>
              <a:rPr lang="en-NL" dirty="0"/>
              <a:t>  MODE:           augmentation</a:t>
            </a:r>
          </a:p>
          <a:p>
            <a:r>
              <a:rPr lang="en-NL" dirty="0"/>
              <a:t>  ENCODER_INIT:   </a:t>
            </a:r>
            <a:r>
              <a:rPr lang="en-NL" dirty="0" err="1"/>
              <a:t>linear_map</a:t>
            </a:r>
            <a:endParaRPr lang="en-NL" dirty="0"/>
          </a:p>
          <a:p>
            <a:r>
              <a:rPr lang="en-NL" dirty="0"/>
              <a:t>  ANN_ACTIVATION: tanh</a:t>
            </a:r>
          </a:p>
          <a:p>
            <a:r>
              <a:rPr lang="en-NL" dirty="0"/>
              <a:t>  JOINT_ESTIM:    False</a:t>
            </a:r>
          </a:p>
          <a:p>
            <a:r>
              <a:rPr lang="en-NL" dirty="0"/>
              <a:t>  SNR (noise):    None (noiseless)</a:t>
            </a:r>
          </a:p>
          <a:p>
            <a:r>
              <a:rPr lang="en-NL" dirty="0"/>
              <a:t>  </a:t>
            </a:r>
            <a:r>
              <a:rPr lang="en-NL" dirty="0" err="1"/>
              <a:t>save_dir</a:t>
            </a:r>
            <a:r>
              <a:rPr lang="en-NL" dirty="0"/>
              <a:t>:       /dataB1/</a:t>
            </a:r>
            <a:r>
              <a:rPr lang="en-NL" dirty="0" err="1"/>
              <a:t>dirk_van_den_berg</a:t>
            </a:r>
            <a:r>
              <a:rPr lang="en-NL" dirty="0"/>
              <a:t>/repos/LPV-LFR-Baseline-Augmentation/simulations/</a:t>
            </a:r>
            <a:r>
              <a:rPr lang="en-NL" dirty="0" err="1"/>
              <a:t>gantry_subnet</a:t>
            </a:r>
            <a:r>
              <a:rPr lang="en-NL" dirty="0"/>
              <a:t>/</a:t>
            </a:r>
            <a:r>
              <a:rPr lang="en-NL" dirty="0" err="1"/>
              <a:t>augmentation_linear_map</a:t>
            </a:r>
            <a:r>
              <a:rPr lang="en-NL" dirty="0"/>
              <a:t>/71167</a:t>
            </a:r>
          </a:p>
          <a:p>
            <a:r>
              <a:rPr lang="en-NL" dirty="0"/>
              <a:t>  NF_SECONDS:     0.1</a:t>
            </a:r>
          </a:p>
          <a:p>
            <a:r>
              <a:rPr lang="en-NL" dirty="0"/>
              <a:t>  </a:t>
            </a:r>
            <a:r>
              <a:rPr lang="en-NL" dirty="0" err="1"/>
              <a:t>na_nb</a:t>
            </a:r>
            <a:r>
              <a:rPr lang="en-NL" dirty="0"/>
              <a:t> (samples): 17  (4.25 </a:t>
            </a:r>
            <a:r>
              <a:rPr lang="en-NL" dirty="0" err="1"/>
              <a:t>ms</a:t>
            </a:r>
            <a:r>
              <a:rPr lang="en-NL" dirty="0"/>
              <a:t>)</a:t>
            </a:r>
          </a:p>
          <a:p>
            <a:r>
              <a:rPr lang="en-NL" dirty="0"/>
              <a:t>  Sampling rate:  4000 Hz (D=5)</a:t>
            </a:r>
          </a:p>
          <a:p>
            <a:r>
              <a:rPr lang="en-NL" dirty="0"/>
              <a:t>  </a:t>
            </a:r>
            <a:r>
              <a:rPr lang="en-NL" dirty="0" err="1"/>
              <a:t>Dtype</a:t>
            </a:r>
            <a:r>
              <a:rPr lang="en-NL" dirty="0"/>
              <a:t>:          float32</a:t>
            </a:r>
          </a:p>
          <a:p>
            <a:endParaRPr lang="en-NL" dirty="0"/>
          </a:p>
        </p:txBody>
      </p:sp>
      <p:sp>
        <p:nvSpPr>
          <p:cNvPr id="9" name="TextBox 8">
            <a:extLst>
              <a:ext uri="{FF2B5EF4-FFF2-40B4-BE49-F238E27FC236}">
                <a16:creationId xmlns:a16="http://schemas.microsoft.com/office/drawing/2014/main" id="{4535380F-C340-3583-81FC-03224450BA9E}"/>
              </a:ext>
            </a:extLst>
          </p:cNvPr>
          <p:cNvSpPr txBox="1"/>
          <p:nvPr/>
        </p:nvSpPr>
        <p:spPr>
          <a:xfrm>
            <a:off x="6812280" y="1389817"/>
            <a:ext cx="6094206" cy="3139321"/>
          </a:xfrm>
          <a:prstGeom prst="rect">
            <a:avLst/>
          </a:prstGeom>
          <a:noFill/>
        </p:spPr>
        <p:txBody>
          <a:bodyPr wrap="square">
            <a:spAutoFit/>
          </a:bodyPr>
          <a:lstStyle/>
          <a:p>
            <a:r>
              <a:rPr lang="en-NL" dirty="0"/>
              <a:t>Default hyperparameters (may be overridden by checkpoint):</a:t>
            </a:r>
          </a:p>
          <a:p>
            <a:r>
              <a:rPr lang="en-NL" dirty="0"/>
              <a:t>  NX_ANN: 2</a:t>
            </a:r>
          </a:p>
          <a:p>
            <a:r>
              <a:rPr lang="en-NL" dirty="0"/>
              <a:t>  </a:t>
            </a:r>
            <a:r>
              <a:rPr lang="en-NL" dirty="0" err="1"/>
              <a:t>n_nodes_per_layer</a:t>
            </a:r>
            <a:r>
              <a:rPr lang="en-NL" dirty="0"/>
              <a:t>: 16</a:t>
            </a:r>
          </a:p>
          <a:p>
            <a:r>
              <a:rPr lang="en-NL" dirty="0"/>
              <a:t>  </a:t>
            </a:r>
            <a:r>
              <a:rPr lang="en-NL" dirty="0" err="1"/>
              <a:t>n_hidden_layers</a:t>
            </a:r>
            <a:r>
              <a:rPr lang="en-NL" dirty="0"/>
              <a:t>: 2</a:t>
            </a:r>
          </a:p>
          <a:p>
            <a:r>
              <a:rPr lang="en-NL" dirty="0"/>
              <a:t>  </a:t>
            </a:r>
            <a:r>
              <a:rPr lang="en-NL" dirty="0" err="1"/>
              <a:t>up_sample</a:t>
            </a:r>
            <a:r>
              <a:rPr lang="en-NL" dirty="0"/>
              <a:t>: 1</a:t>
            </a:r>
          </a:p>
          <a:p>
            <a:r>
              <a:rPr lang="en-NL" dirty="0"/>
              <a:t>  </a:t>
            </a:r>
            <a:r>
              <a:rPr lang="en-NL" dirty="0" err="1"/>
              <a:t>nf</a:t>
            </a:r>
            <a:r>
              <a:rPr lang="en-NL" dirty="0"/>
              <a:t>: 400</a:t>
            </a:r>
          </a:p>
          <a:p>
            <a:r>
              <a:rPr lang="en-NL" dirty="0"/>
              <a:t>  </a:t>
            </a:r>
            <a:r>
              <a:rPr lang="en-NL" dirty="0" err="1"/>
              <a:t>na_nb</a:t>
            </a:r>
            <a:r>
              <a:rPr lang="en-NL" dirty="0"/>
              <a:t>: 17</a:t>
            </a:r>
          </a:p>
          <a:p>
            <a:r>
              <a:rPr lang="en-NL" dirty="0"/>
              <a:t>  </a:t>
            </a:r>
            <a:r>
              <a:rPr lang="en-NL" dirty="0" err="1"/>
              <a:t>batch_size</a:t>
            </a:r>
            <a:r>
              <a:rPr lang="en-NL" dirty="0"/>
              <a:t>: 256</a:t>
            </a:r>
          </a:p>
          <a:p>
            <a:r>
              <a:rPr lang="en-NL" dirty="0"/>
              <a:t>  </a:t>
            </a:r>
            <a:r>
              <a:rPr lang="en-NL" dirty="0" err="1"/>
              <a:t>lr</a:t>
            </a:r>
            <a:r>
              <a:rPr lang="en-NL" dirty="0"/>
              <a:t>: 1e-07</a:t>
            </a:r>
          </a:p>
          <a:p>
            <a:r>
              <a:rPr lang="en-NL" dirty="0"/>
              <a:t>  epochs: 20</a:t>
            </a:r>
          </a:p>
        </p:txBody>
      </p:sp>
    </p:spTree>
    <p:extLst>
      <p:ext uri="{BB962C8B-B14F-4D97-AF65-F5344CB8AC3E}">
        <p14:creationId xmlns:p14="http://schemas.microsoft.com/office/powerpoint/2010/main" val="36734739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3347F-2DD5-EC65-74F6-8C4385C13AAC}"/>
              </a:ext>
            </a:extLst>
          </p:cNvPr>
          <p:cNvSpPr>
            <a:spLocks noGrp="1"/>
          </p:cNvSpPr>
          <p:nvPr>
            <p:ph type="title"/>
          </p:nvPr>
        </p:nvSpPr>
        <p:spPr/>
        <p:txBody>
          <a:bodyPr/>
          <a:lstStyle/>
          <a:p>
            <a:r>
              <a:rPr lang="en-US" dirty="0"/>
              <a:t>Is the system actually zero-mean?</a:t>
            </a:r>
            <a:br>
              <a:rPr lang="en-US" dirty="0"/>
            </a:br>
            <a:r>
              <a:rPr lang="en-US" dirty="0"/>
              <a:t>How is it with and without MSD</a:t>
            </a:r>
            <a:endParaRPr lang="en-NL" dirty="0"/>
          </a:p>
        </p:txBody>
      </p:sp>
      <p:sp>
        <p:nvSpPr>
          <p:cNvPr id="3" name="Content Placeholder 2">
            <a:extLst>
              <a:ext uri="{FF2B5EF4-FFF2-40B4-BE49-F238E27FC236}">
                <a16:creationId xmlns:a16="http://schemas.microsoft.com/office/drawing/2014/main" id="{378D4263-D145-1E57-6B08-D4ADF3A3CF37}"/>
              </a:ext>
            </a:extLst>
          </p:cNvPr>
          <p:cNvSpPr>
            <a:spLocks noGrp="1"/>
          </p:cNvSpPr>
          <p:nvPr>
            <p:ph idx="1"/>
          </p:nvPr>
        </p:nvSpPr>
        <p:spPr/>
        <p:txBody>
          <a:bodyPr/>
          <a:lstStyle/>
          <a:p>
            <a:r>
              <a:rPr lang="en-US" dirty="0"/>
              <a:t>For the added mass we add an offset, does this cause the system to be non zero-mean?</a:t>
            </a:r>
          </a:p>
          <a:p>
            <a:r>
              <a:rPr lang="en-US" dirty="0"/>
              <a:t>For each signal take the time average</a:t>
            </a:r>
            <a:endParaRPr lang="en-NL" dirty="0"/>
          </a:p>
        </p:txBody>
      </p:sp>
    </p:spTree>
    <p:extLst>
      <p:ext uri="{BB962C8B-B14F-4D97-AF65-F5344CB8AC3E}">
        <p14:creationId xmlns:p14="http://schemas.microsoft.com/office/powerpoint/2010/main" val="15492655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1766-357A-F697-D8CF-0B93B13F1B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FA70E1-F44C-959E-F00A-7D1998A69AE5}"/>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8220F951-DD9B-F45D-50B5-11B4672E1726}"/>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B065416-E73C-E2C5-D375-735245493175}"/>
              </a:ext>
            </a:extLst>
          </p:cNvPr>
          <p:cNvPicPr>
            <a:picLocks noChangeAspect="1"/>
          </p:cNvPicPr>
          <p:nvPr/>
        </p:nvPicPr>
        <p:blipFill>
          <a:blip r:embed="rId3"/>
          <a:stretch>
            <a:fillRect/>
          </a:stretch>
        </p:blipFill>
        <p:spPr>
          <a:xfrm>
            <a:off x="1082749" y="365125"/>
            <a:ext cx="9751828" cy="6148937"/>
          </a:xfrm>
          <a:prstGeom prst="rect">
            <a:avLst/>
          </a:prstGeom>
        </p:spPr>
      </p:pic>
    </p:spTree>
    <p:extLst>
      <p:ext uri="{BB962C8B-B14F-4D97-AF65-F5344CB8AC3E}">
        <p14:creationId xmlns:p14="http://schemas.microsoft.com/office/powerpoint/2010/main" val="11898212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E9B4-23FB-1998-8E19-FFF40448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908A7-FAFE-B899-33C8-DE52232C8B17}"/>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FAE9AEE8-A13E-86ED-0ACF-7EB8AA4F571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A779187-6521-8183-A42D-6B722C417CF8}"/>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B8D048B6-2A3A-5938-7434-A28D6F029485}"/>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02ECBD7A-55A5-328D-D6B7-C6AFCAE1B515}"/>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B43EAF92-C9FE-A2F5-9E87-8A1CC21EFDCB}"/>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Tree>
    <p:extLst>
      <p:ext uri="{BB962C8B-B14F-4D97-AF65-F5344CB8AC3E}">
        <p14:creationId xmlns:p14="http://schemas.microsoft.com/office/powerpoint/2010/main" val="31116933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2B314-9EF0-F2F4-1B67-60A453E3141F}"/>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60FC4D47-9A6F-F699-0445-190BDB7E1B70}"/>
              </a:ext>
            </a:extLst>
          </p:cNvPr>
          <p:cNvSpPr>
            <a:spLocks noGrp="1"/>
          </p:cNvSpPr>
          <p:nvPr>
            <p:ph idx="1"/>
          </p:nvPr>
        </p:nvSpPr>
        <p:spPr>
          <a:xfrm>
            <a:off x="97419" y="5461000"/>
            <a:ext cx="13664879" cy="4351338"/>
          </a:xfrm>
        </p:spPr>
        <p:txBody>
          <a:bodyPr/>
          <a:lstStyle/>
          <a:p>
            <a:r>
              <a:rPr lang="en-US" dirty="0"/>
              <a:t>Note: minus the setpoint; NOT the signal’s own time-mean</a:t>
            </a:r>
          </a:p>
          <a:p>
            <a:r>
              <a:rPr lang="en-US" dirty="0"/>
              <a:t>Standstill operating points: T1_standstill_Ym30, T2_standstill_Ym15, T3_standstill_Y000, T4_standstill_Yp15, T5_standstill_Yp30</a:t>
            </a:r>
            <a:endParaRPr lang="en-NL" dirty="0"/>
          </a:p>
        </p:txBody>
      </p:sp>
      <p:pic>
        <p:nvPicPr>
          <p:cNvPr id="7" name="Picture 6">
            <a:extLst>
              <a:ext uri="{FF2B5EF4-FFF2-40B4-BE49-F238E27FC236}">
                <a16:creationId xmlns:a16="http://schemas.microsoft.com/office/drawing/2014/main" id="{EE008423-C766-CC84-17B8-F760405D2D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97000"/>
            <a:ext cx="12192000" cy="4064000"/>
          </a:xfrm>
          <a:prstGeom prst="rect">
            <a:avLst/>
          </a:prstGeom>
        </p:spPr>
      </p:pic>
    </p:spTree>
    <p:extLst>
      <p:ext uri="{BB962C8B-B14F-4D97-AF65-F5344CB8AC3E}">
        <p14:creationId xmlns:p14="http://schemas.microsoft.com/office/powerpoint/2010/main" val="15471160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554E6-0B86-BB5B-0517-E3F9878D5A5D}"/>
              </a:ext>
            </a:extLst>
          </p:cNvPr>
          <p:cNvSpPr>
            <a:spLocks noGrp="1"/>
          </p:cNvSpPr>
          <p:nvPr>
            <p:ph type="title"/>
          </p:nvPr>
        </p:nvSpPr>
        <p:spPr/>
        <p:txBody>
          <a:bodyPr/>
          <a:lstStyle/>
          <a:p>
            <a:r>
              <a:rPr lang="en-US" dirty="0"/>
              <a:t>Does the controller compensate/mask the zero mean issue?</a:t>
            </a:r>
            <a:endParaRPr lang="en-NL" dirty="0"/>
          </a:p>
        </p:txBody>
      </p:sp>
      <p:pic>
        <p:nvPicPr>
          <p:cNvPr id="5" name="Content Placeholder 4">
            <a:extLst>
              <a:ext uri="{FF2B5EF4-FFF2-40B4-BE49-F238E27FC236}">
                <a16:creationId xmlns:a16="http://schemas.microsoft.com/office/drawing/2014/main" id="{A1BACAB5-9D8D-78A0-A3E9-38ECA6815E9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87129" y="1505493"/>
            <a:ext cx="9417742" cy="5248335"/>
          </a:xfrm>
          <a:prstGeom prst="rect">
            <a:avLst/>
          </a:prstGeom>
        </p:spPr>
      </p:pic>
    </p:spTree>
    <p:extLst>
      <p:ext uri="{BB962C8B-B14F-4D97-AF65-F5344CB8AC3E}">
        <p14:creationId xmlns:p14="http://schemas.microsoft.com/office/powerpoint/2010/main" val="4861474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BB103-51CD-D1AD-EF66-6845F822B8C6}"/>
              </a:ext>
            </a:extLst>
          </p:cNvPr>
          <p:cNvSpPr>
            <a:spLocks noGrp="1"/>
          </p:cNvSpPr>
          <p:nvPr>
            <p:ph type="title"/>
          </p:nvPr>
        </p:nvSpPr>
        <p:spPr>
          <a:xfrm>
            <a:off x="97421" y="0"/>
            <a:ext cx="10515600" cy="1325563"/>
          </a:xfrm>
        </p:spPr>
        <p:txBody>
          <a:bodyPr>
            <a:normAutofit/>
          </a:bodyPr>
          <a:lstStyle/>
          <a:p>
            <a:r>
              <a:rPr lang="en-US" dirty="0"/>
              <a:t>Required correction is zero-mean</a:t>
            </a:r>
            <a:br>
              <a:rPr lang="en-US" dirty="0"/>
            </a:br>
            <a:r>
              <a:rPr lang="en-US" dirty="0"/>
              <a:t>For optimal augmentation</a:t>
            </a:r>
            <a:endParaRPr lang="en-NL" dirty="0"/>
          </a:p>
        </p:txBody>
      </p:sp>
      <p:pic>
        <p:nvPicPr>
          <p:cNvPr id="7" name="Content Placeholder 6">
            <a:extLst>
              <a:ext uri="{FF2B5EF4-FFF2-40B4-BE49-F238E27FC236}">
                <a16:creationId xmlns:a16="http://schemas.microsoft.com/office/drawing/2014/main" id="{FAB32DE3-3C8D-06A1-4B7F-20890D477A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5895" y="1325563"/>
            <a:ext cx="9228220" cy="5531110"/>
          </a:xfrm>
          <a:prstGeom prst="rect">
            <a:avLst/>
          </a:prstGeom>
        </p:spPr>
      </p:pic>
    </p:spTree>
    <p:extLst>
      <p:ext uri="{BB962C8B-B14F-4D97-AF65-F5344CB8AC3E}">
        <p14:creationId xmlns:p14="http://schemas.microsoft.com/office/powerpoint/2010/main" val="24947527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80250-30D8-5F77-700E-CA3A3ED3CED5}"/>
              </a:ext>
            </a:extLst>
          </p:cNvPr>
          <p:cNvSpPr>
            <a:spLocks noGrp="1"/>
          </p:cNvSpPr>
          <p:nvPr>
            <p:ph type="title"/>
          </p:nvPr>
        </p:nvSpPr>
        <p:spPr>
          <a:xfrm>
            <a:off x="118641" y="0"/>
            <a:ext cx="10515600" cy="1325563"/>
          </a:xfrm>
        </p:spPr>
        <p:txBody>
          <a:bodyPr/>
          <a:lstStyle/>
          <a:p>
            <a:r>
              <a:rPr lang="en-US" dirty="0"/>
              <a:t>Error is linear</a:t>
            </a:r>
            <a:endParaRPr lang="en-NL" dirty="0"/>
          </a:p>
        </p:txBody>
      </p:sp>
      <p:pic>
        <p:nvPicPr>
          <p:cNvPr id="5" name="Content Placeholder 4">
            <a:extLst>
              <a:ext uri="{FF2B5EF4-FFF2-40B4-BE49-F238E27FC236}">
                <a16:creationId xmlns:a16="http://schemas.microsoft.com/office/drawing/2014/main" id="{873F4197-3B53-0AA2-3B63-C4723CF542A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00183" y="1041722"/>
            <a:ext cx="10054062" cy="5474303"/>
          </a:xfrm>
          <a:prstGeom prst="rect">
            <a:avLst/>
          </a:prstGeom>
        </p:spPr>
      </p:pic>
      <p:sp>
        <p:nvSpPr>
          <p:cNvPr id="7" name="TextBox 6">
            <a:extLst>
              <a:ext uri="{FF2B5EF4-FFF2-40B4-BE49-F238E27FC236}">
                <a16:creationId xmlns:a16="http://schemas.microsoft.com/office/drawing/2014/main" id="{B0AF9000-84C2-6AFC-E406-81F73CCEF3FB}"/>
              </a:ext>
            </a:extLst>
          </p:cNvPr>
          <p:cNvSpPr txBox="1"/>
          <p:nvPr/>
        </p:nvSpPr>
        <p:spPr>
          <a:xfrm>
            <a:off x="118641" y="1825624"/>
            <a:ext cx="1981542" cy="2585323"/>
          </a:xfrm>
          <a:prstGeom prst="rect">
            <a:avLst/>
          </a:prstGeom>
          <a:noFill/>
        </p:spPr>
        <p:txBody>
          <a:bodyPr wrap="square">
            <a:spAutoFit/>
          </a:bodyPr>
          <a:lstStyle/>
          <a:p>
            <a:r>
              <a:rPr lang="en-NL" dirty="0"/>
              <a:t> within the window the K=0 (Y) error is a linear ramp (R²=0.994) — no explosion; Theta (sprung) parks. (No fading memory is K=0-specific.)</a:t>
            </a:r>
          </a:p>
        </p:txBody>
      </p:sp>
    </p:spTree>
    <p:extLst>
      <p:ext uri="{BB962C8B-B14F-4D97-AF65-F5344CB8AC3E}">
        <p14:creationId xmlns:p14="http://schemas.microsoft.com/office/powerpoint/2010/main" val="31081097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41F86-044E-D055-8B1E-FAE7CE705EDD}"/>
              </a:ext>
            </a:extLst>
          </p:cNvPr>
          <p:cNvSpPr>
            <a:spLocks noGrp="1"/>
          </p:cNvSpPr>
          <p:nvPr>
            <p:ph type="title"/>
          </p:nvPr>
        </p:nvSpPr>
        <p:spPr/>
        <p:txBody>
          <a:bodyPr/>
          <a:lstStyle/>
          <a:p>
            <a:r>
              <a:rPr lang="en-US" dirty="0"/>
              <a:t>DC is systematic</a:t>
            </a:r>
            <a:br>
              <a:rPr lang="en-US" dirty="0"/>
            </a:br>
            <a:r>
              <a:rPr lang="en-US" dirty="0"/>
              <a:t>Different seeds</a:t>
            </a:r>
            <a:endParaRPr lang="en-NL" dirty="0"/>
          </a:p>
        </p:txBody>
      </p:sp>
      <p:pic>
        <p:nvPicPr>
          <p:cNvPr id="5" name="Content Placeholder 4">
            <a:extLst>
              <a:ext uri="{FF2B5EF4-FFF2-40B4-BE49-F238E27FC236}">
                <a16:creationId xmlns:a16="http://schemas.microsoft.com/office/drawing/2014/main" id="{2AF7A049-4ECF-58D0-C4FD-CA143DC275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08725" y="1690688"/>
            <a:ext cx="9169368" cy="5065793"/>
          </a:xfrm>
          <a:prstGeom prst="rect">
            <a:avLst/>
          </a:prstGeom>
        </p:spPr>
      </p:pic>
    </p:spTree>
    <p:extLst>
      <p:ext uri="{BB962C8B-B14F-4D97-AF65-F5344CB8AC3E}">
        <p14:creationId xmlns:p14="http://schemas.microsoft.com/office/powerpoint/2010/main" val="31845959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21B1B-C686-4B39-D347-2FAF804A5BBA}"/>
              </a:ext>
            </a:extLst>
          </p:cNvPr>
          <p:cNvSpPr>
            <a:spLocks noGrp="1"/>
          </p:cNvSpPr>
          <p:nvPr>
            <p:ph type="title"/>
          </p:nvPr>
        </p:nvSpPr>
        <p:spPr>
          <a:xfrm>
            <a:off x="155294" y="63237"/>
            <a:ext cx="10515600" cy="1325563"/>
          </a:xfrm>
        </p:spPr>
        <p:txBody>
          <a:bodyPr/>
          <a:lstStyle/>
          <a:p>
            <a:r>
              <a:rPr lang="en-US" dirty="0"/>
              <a:t>Optimizer</a:t>
            </a:r>
            <a:br>
              <a:rPr lang="en-US" dirty="0"/>
            </a:br>
            <a:r>
              <a:rPr lang="en-US" dirty="0"/>
              <a:t>Adam vs SGD</a:t>
            </a:r>
            <a:endParaRPr lang="en-NL" dirty="0"/>
          </a:p>
        </p:txBody>
      </p:sp>
      <p:pic>
        <p:nvPicPr>
          <p:cNvPr id="5" name="Content Placeholder 4">
            <a:extLst>
              <a:ext uri="{FF2B5EF4-FFF2-40B4-BE49-F238E27FC236}">
                <a16:creationId xmlns:a16="http://schemas.microsoft.com/office/drawing/2014/main" id="{A03A8F9B-ADD1-D53D-1201-E0023BA9850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96710" y="1388800"/>
            <a:ext cx="9495290" cy="5104075"/>
          </a:xfrm>
          <a:prstGeom prst="rect">
            <a:avLst/>
          </a:prstGeom>
        </p:spPr>
      </p:pic>
      <p:sp>
        <p:nvSpPr>
          <p:cNvPr id="6" name="TextBox 5">
            <a:extLst>
              <a:ext uri="{FF2B5EF4-FFF2-40B4-BE49-F238E27FC236}">
                <a16:creationId xmlns:a16="http://schemas.microsoft.com/office/drawing/2014/main" id="{0309BC99-90DE-5BED-A122-797FFB7E4D78}"/>
              </a:ext>
            </a:extLst>
          </p:cNvPr>
          <p:cNvSpPr txBox="1"/>
          <p:nvPr/>
        </p:nvSpPr>
        <p:spPr>
          <a:xfrm>
            <a:off x="0" y="1620455"/>
            <a:ext cx="2696710"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t>Everything is held fixed, only changed the optimizer</a:t>
            </a:r>
          </a:p>
          <a:p>
            <a:pPr marL="342900" indent="-342900">
              <a:buFont typeface="Arial" panose="020B0604020202020204" pitchFamily="34" charset="0"/>
              <a:buChar char="•"/>
            </a:pPr>
            <a:r>
              <a:rPr lang="en-US" sz="2400" dirty="0"/>
              <a:t>Same training loss</a:t>
            </a:r>
          </a:p>
          <a:p>
            <a:pPr marL="342900" indent="-342900">
              <a:buFont typeface="Arial" panose="020B0604020202020204" pitchFamily="34" charset="0"/>
              <a:buChar char="•"/>
            </a:pPr>
            <a:r>
              <a:rPr lang="en-US" sz="2400" dirty="0"/>
              <a:t>ANN correction: Shows the mean of the output of </a:t>
            </a:r>
            <a:r>
              <a:rPr lang="en-US" sz="2400" dirty="0" err="1"/>
              <a:t>dY</a:t>
            </a:r>
            <a:r>
              <a:rPr lang="en-US" sz="2400" dirty="0"/>
              <a:t> and for </a:t>
            </a:r>
            <a:r>
              <a:rPr lang="en-US" sz="2400" dirty="0" err="1"/>
              <a:t>adam</a:t>
            </a:r>
            <a:r>
              <a:rPr lang="en-US" sz="2400" dirty="0"/>
              <a:t> it clearly becomes non-zero</a:t>
            </a:r>
            <a:endParaRPr lang="en-NL" sz="2400" dirty="0"/>
          </a:p>
        </p:txBody>
      </p:sp>
    </p:spTree>
    <p:extLst>
      <p:ext uri="{BB962C8B-B14F-4D97-AF65-F5344CB8AC3E}">
        <p14:creationId xmlns:p14="http://schemas.microsoft.com/office/powerpoint/2010/main" val="39819465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0B137-871C-A25D-7879-FEDA82AB92D1}"/>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944D530C-EBA9-54AA-32BA-90EE846135D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7241" y="248927"/>
            <a:ext cx="11712990" cy="6066079"/>
          </a:xfrm>
          <a:prstGeom prst="rect">
            <a:avLst/>
          </a:prstGeom>
        </p:spPr>
      </p:pic>
    </p:spTree>
    <p:extLst>
      <p:ext uri="{BB962C8B-B14F-4D97-AF65-F5344CB8AC3E}">
        <p14:creationId xmlns:p14="http://schemas.microsoft.com/office/powerpoint/2010/main" val="38781505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2849D-779F-BE86-5AC7-E8F9C9505472}"/>
              </a:ext>
            </a:extLst>
          </p:cNvPr>
          <p:cNvSpPr>
            <a:spLocks noGrp="1"/>
          </p:cNvSpPr>
          <p:nvPr>
            <p:ph type="title"/>
          </p:nvPr>
        </p:nvSpPr>
        <p:spPr/>
        <p:txBody>
          <a:bodyPr/>
          <a:lstStyle/>
          <a:p>
            <a:r>
              <a:rPr lang="en-US" dirty="0"/>
              <a:t>Why not just replace Adam with SGD?</a:t>
            </a:r>
            <a:endParaRPr lang="en-NL" dirty="0"/>
          </a:p>
        </p:txBody>
      </p:sp>
      <p:sp>
        <p:nvSpPr>
          <p:cNvPr id="3" name="Content Placeholder 2">
            <a:extLst>
              <a:ext uri="{FF2B5EF4-FFF2-40B4-BE49-F238E27FC236}">
                <a16:creationId xmlns:a16="http://schemas.microsoft.com/office/drawing/2014/main" id="{52ACE1F0-F014-49C6-621E-8312293A42CF}"/>
              </a:ext>
            </a:extLst>
          </p:cNvPr>
          <p:cNvSpPr>
            <a:spLocks noGrp="1"/>
          </p:cNvSpPr>
          <p:nvPr>
            <p:ph idx="1"/>
          </p:nvPr>
        </p:nvSpPr>
        <p:spPr/>
        <p:txBody>
          <a:bodyPr/>
          <a:lstStyle/>
          <a:p>
            <a:r>
              <a:rPr lang="en-US" dirty="0"/>
              <a:t>SGD is not the proper fit for the problem:</a:t>
            </a:r>
          </a:p>
          <a:p>
            <a:pPr lvl="1"/>
            <a:r>
              <a:rPr lang="en-US" dirty="0"/>
              <a:t>SGD underfits this problem: the augmentation objective is badly-scaled (positions, velocities, latent states on very different scales; physics + ANN). </a:t>
            </a:r>
          </a:p>
          <a:p>
            <a:pPr lvl="2"/>
            <a:r>
              <a:rPr lang="en-US" dirty="0"/>
              <a:t>Adam's per-parameter adaptivity is exactly what handles that</a:t>
            </a:r>
          </a:p>
          <a:p>
            <a:pPr lvl="2"/>
            <a:r>
              <a:rPr lang="en-US" dirty="0"/>
              <a:t>a single global SGD learning rate cannot, SGD would have worse convergence /augmentation</a:t>
            </a:r>
          </a:p>
          <a:p>
            <a:r>
              <a:rPr lang="en-US" dirty="0"/>
              <a:t>Look into other per </a:t>
            </a:r>
            <a:r>
              <a:rPr lang="en-US"/>
              <a:t>parameter optimizers?</a:t>
            </a:r>
            <a:endParaRPr lang="en-NL" dirty="0"/>
          </a:p>
        </p:txBody>
      </p:sp>
    </p:spTree>
    <p:extLst>
      <p:ext uri="{BB962C8B-B14F-4D97-AF65-F5344CB8AC3E}">
        <p14:creationId xmlns:p14="http://schemas.microsoft.com/office/powerpoint/2010/main" val="38356466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8C41A-E585-E17D-9411-0EEBED56261D}"/>
              </a:ext>
            </a:extLst>
          </p:cNvPr>
          <p:cNvSpPr>
            <a:spLocks noGrp="1"/>
          </p:cNvSpPr>
          <p:nvPr>
            <p:ph type="title"/>
          </p:nvPr>
        </p:nvSpPr>
        <p:spPr/>
        <p:txBody>
          <a:bodyPr>
            <a:normAutofit fontScale="90000"/>
          </a:bodyPr>
          <a:lstStyle/>
          <a:p>
            <a:r>
              <a:rPr lang="en-US" dirty="0"/>
              <a:t>nulling the DC brings X back to baseline but makes Y worse — the dominant drift is the ANN destabilizing, not a DC.</a:t>
            </a:r>
            <a:endParaRPr lang="en-NL" dirty="0"/>
          </a:p>
        </p:txBody>
      </p:sp>
      <p:pic>
        <p:nvPicPr>
          <p:cNvPr id="5" name="Content Placeholder 4">
            <a:extLst>
              <a:ext uri="{FF2B5EF4-FFF2-40B4-BE49-F238E27FC236}">
                <a16:creationId xmlns:a16="http://schemas.microsoft.com/office/drawing/2014/main" id="{9CC5F3FD-9C63-9DC0-1CE9-3F1FEA2607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762747"/>
            <a:ext cx="10434676" cy="4730128"/>
          </a:xfrm>
          <a:prstGeom prst="rect">
            <a:avLst/>
          </a:prstGeom>
        </p:spPr>
      </p:pic>
    </p:spTree>
    <p:extLst>
      <p:ext uri="{BB962C8B-B14F-4D97-AF65-F5344CB8AC3E}">
        <p14:creationId xmlns:p14="http://schemas.microsoft.com/office/powerpoint/2010/main" val="40611790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24C20-8753-3096-33A6-2004D6CAE60A}"/>
              </a:ext>
            </a:extLst>
          </p:cNvPr>
          <p:cNvSpPr>
            <a:spLocks noGrp="1"/>
          </p:cNvSpPr>
          <p:nvPr>
            <p:ph type="title"/>
          </p:nvPr>
        </p:nvSpPr>
        <p:spPr/>
        <p:txBody>
          <a:bodyPr>
            <a:normAutofit fontScale="90000"/>
          </a:bodyPr>
          <a:lstStyle/>
          <a:p>
            <a:r>
              <a:rPr lang="en-US" dirty="0"/>
              <a:t>Control diverges (114×); the L=1 cap was non-binding (fit identical) → stability-preserving prototype, tighter sweep next.</a:t>
            </a:r>
            <a:endParaRPr lang="en-NL" dirty="0"/>
          </a:p>
        </p:txBody>
      </p:sp>
      <p:pic>
        <p:nvPicPr>
          <p:cNvPr id="5" name="Content Placeholder 4">
            <a:extLst>
              <a:ext uri="{FF2B5EF4-FFF2-40B4-BE49-F238E27FC236}">
                <a16:creationId xmlns:a16="http://schemas.microsoft.com/office/drawing/2014/main" id="{D60BD642-4732-6193-AC24-6575811B9A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987671"/>
            <a:ext cx="10154752" cy="4603236"/>
          </a:xfrm>
          <a:prstGeom prst="rect">
            <a:avLst/>
          </a:prstGeom>
        </p:spPr>
      </p:pic>
    </p:spTree>
    <p:extLst>
      <p:ext uri="{BB962C8B-B14F-4D97-AF65-F5344CB8AC3E}">
        <p14:creationId xmlns:p14="http://schemas.microsoft.com/office/powerpoint/2010/main" val="26124993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9B920-6FAF-B53C-74E9-E2EDB8ACF7D9}"/>
              </a:ext>
            </a:extLst>
          </p:cNvPr>
          <p:cNvSpPr>
            <a:spLocks noGrp="1"/>
          </p:cNvSpPr>
          <p:nvPr>
            <p:ph type="title"/>
          </p:nvPr>
        </p:nvSpPr>
        <p:spPr/>
        <p:txBody>
          <a:bodyPr/>
          <a:lstStyle/>
          <a:p>
            <a:r>
              <a:rPr lang="en-US" dirty="0"/>
              <a:t>Outline next week</a:t>
            </a:r>
            <a:endParaRPr lang="en-NL" dirty="0"/>
          </a:p>
        </p:txBody>
      </p:sp>
      <p:sp>
        <p:nvSpPr>
          <p:cNvPr id="3" name="Content Placeholder 2">
            <a:extLst>
              <a:ext uri="{FF2B5EF4-FFF2-40B4-BE49-F238E27FC236}">
                <a16:creationId xmlns:a16="http://schemas.microsoft.com/office/drawing/2014/main" id="{C47538A7-D76C-4BBE-8F84-286D4C449328}"/>
              </a:ext>
            </a:extLst>
          </p:cNvPr>
          <p:cNvSpPr>
            <a:spLocks noGrp="1"/>
          </p:cNvSpPr>
          <p:nvPr>
            <p:ph idx="1"/>
          </p:nvPr>
        </p:nvSpPr>
        <p:spPr/>
        <p:txBody>
          <a:bodyPr/>
          <a:lstStyle/>
          <a:p>
            <a:r>
              <a:rPr lang="en-US" dirty="0"/>
              <a:t>Need to fix the optimizer issue before I can proceed with anything else</a:t>
            </a:r>
          </a:p>
          <a:p>
            <a:pPr lvl="1"/>
            <a:r>
              <a:rPr lang="en-US" dirty="0"/>
              <a:t>Rest of the training such as orthogonality depends on the ANN properly working.</a:t>
            </a:r>
          </a:p>
        </p:txBody>
      </p:sp>
    </p:spTree>
    <p:extLst>
      <p:ext uri="{BB962C8B-B14F-4D97-AF65-F5344CB8AC3E}">
        <p14:creationId xmlns:p14="http://schemas.microsoft.com/office/powerpoint/2010/main" val="558241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5AE7E-C9D2-F851-79A8-74A0603AE311}"/>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A787703B-0235-7FCA-2307-564A8432B1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4418" y="0"/>
            <a:ext cx="9935231" cy="6815077"/>
          </a:xfrm>
          <a:prstGeom prst="rect">
            <a:avLst/>
          </a:prstGeom>
        </p:spPr>
      </p:pic>
    </p:spTree>
    <p:extLst>
      <p:ext uri="{BB962C8B-B14F-4D97-AF65-F5344CB8AC3E}">
        <p14:creationId xmlns:p14="http://schemas.microsoft.com/office/powerpoint/2010/main" val="42169700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EAB97-7F11-CF8B-40AC-AD9FC30CA7F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EF330B3-FD65-DF49-119C-083E40523482}"/>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4074769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BBEE9-0528-AAA5-14AC-B486035CE935}"/>
              </a:ext>
            </a:extLst>
          </p:cNvPr>
          <p:cNvSpPr>
            <a:spLocks noGrp="1"/>
          </p:cNvSpPr>
          <p:nvPr>
            <p:ph type="title"/>
          </p:nvPr>
        </p:nvSpPr>
        <p:spPr/>
        <p:txBody>
          <a:bodyPr/>
          <a:lstStyle/>
          <a:p>
            <a:r>
              <a:rPr lang="en-US" dirty="0"/>
              <a:t>Real data</a:t>
            </a:r>
            <a:endParaRPr lang="en-NL" dirty="0"/>
          </a:p>
        </p:txBody>
      </p:sp>
      <p:sp>
        <p:nvSpPr>
          <p:cNvPr id="3" name="Content Placeholder 2">
            <a:extLst>
              <a:ext uri="{FF2B5EF4-FFF2-40B4-BE49-F238E27FC236}">
                <a16:creationId xmlns:a16="http://schemas.microsoft.com/office/drawing/2014/main" id="{AAB4E908-593A-DCBB-B6A5-774C88E36E83}"/>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4874766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7EA98-8D1B-6CE2-E115-DA1A87D3A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20950-7F8C-D5A6-B65B-87476C8777CC}"/>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095C759E-3ACF-EF89-6CE3-7927E207EA35}"/>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B63C349-FF01-6CFE-81A2-DDA64151B99A}"/>
              </a:ext>
            </a:extLst>
          </p:cNvPr>
          <p:cNvPicPr>
            <a:picLocks noChangeAspect="1"/>
          </p:cNvPicPr>
          <p:nvPr/>
        </p:nvPicPr>
        <p:blipFill>
          <a:blip r:embed="rId3"/>
          <a:stretch>
            <a:fillRect/>
          </a:stretch>
        </p:blipFill>
        <p:spPr>
          <a:xfrm>
            <a:off x="1082749" y="365125"/>
            <a:ext cx="9751828" cy="6148937"/>
          </a:xfrm>
          <a:prstGeom prst="rect">
            <a:avLst/>
          </a:prstGeom>
        </p:spPr>
      </p:pic>
    </p:spTree>
    <p:extLst>
      <p:ext uri="{BB962C8B-B14F-4D97-AF65-F5344CB8AC3E}">
        <p14:creationId xmlns:p14="http://schemas.microsoft.com/office/powerpoint/2010/main" val="26407751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3484-94F2-14D6-31CA-9FAE07C6B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8ACE78-B9D1-45C7-4074-CA9FD738A193}"/>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D5D74970-240D-E8B5-D9FB-7F973C49B2C4}"/>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49F7AEE-FE93-C857-4A68-4D907138D619}"/>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5C86B106-CFF8-302B-FE52-85E0AD584BA7}"/>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C55DC95B-5EFB-972A-3B1B-33CE82661250}"/>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FB0D30DC-25C2-1DFF-F1F4-D297D6260F43}"/>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Tree>
    <p:extLst>
      <p:ext uri="{BB962C8B-B14F-4D97-AF65-F5344CB8AC3E}">
        <p14:creationId xmlns:p14="http://schemas.microsoft.com/office/powerpoint/2010/main" val="35442678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8818B-D528-3919-0E86-EFB3BF654E7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7508A80-4B70-ABFB-04B7-57AD52A39EE7}"/>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5042885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5AB0D-2F50-6CDC-4972-ED9B9A48AF7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7F8028B-1F56-2F40-6C56-7FADB0832FA0}"/>
              </a:ext>
            </a:extLst>
          </p:cNvPr>
          <p:cNvSpPr>
            <a:spLocks noGrp="1"/>
          </p:cNvSpPr>
          <p:nvPr>
            <p:ph idx="1"/>
          </p:nvPr>
        </p:nvSpPr>
        <p:spPr/>
        <p:txBody>
          <a:bodyPr/>
          <a:lstStyle/>
          <a:p>
            <a:r>
              <a:rPr lang="en-US" dirty="0"/>
              <a:t>Tanh smoothing for coulomb friction</a:t>
            </a:r>
            <a:endParaRPr lang="en-NL" dirty="0"/>
          </a:p>
        </p:txBody>
      </p:sp>
      <p:pic>
        <p:nvPicPr>
          <p:cNvPr id="5" name="Picture 4">
            <a:extLst>
              <a:ext uri="{FF2B5EF4-FFF2-40B4-BE49-F238E27FC236}">
                <a16:creationId xmlns:a16="http://schemas.microsoft.com/office/drawing/2014/main" id="{2568CC53-42FF-A67B-F22D-BCF8D53B9405}"/>
              </a:ext>
            </a:extLst>
          </p:cNvPr>
          <p:cNvPicPr>
            <a:picLocks noChangeAspect="1"/>
          </p:cNvPicPr>
          <p:nvPr/>
        </p:nvPicPr>
        <p:blipFill>
          <a:blip r:embed="rId2"/>
          <a:stretch>
            <a:fillRect/>
          </a:stretch>
        </p:blipFill>
        <p:spPr>
          <a:xfrm>
            <a:off x="646939" y="2385484"/>
            <a:ext cx="10898121" cy="3791479"/>
          </a:xfrm>
          <a:prstGeom prst="rect">
            <a:avLst/>
          </a:prstGeom>
        </p:spPr>
      </p:pic>
    </p:spTree>
    <p:extLst>
      <p:ext uri="{BB962C8B-B14F-4D97-AF65-F5344CB8AC3E}">
        <p14:creationId xmlns:p14="http://schemas.microsoft.com/office/powerpoint/2010/main" val="20107383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3A19C-B516-C98E-C9C8-730A420A18A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D3BF93A-6145-6691-7963-298800FD4C1C}"/>
              </a:ext>
            </a:extLst>
          </p:cNvPr>
          <p:cNvSpPr>
            <a:spLocks noGrp="1"/>
          </p:cNvSpPr>
          <p:nvPr>
            <p:ph idx="1"/>
          </p:nvPr>
        </p:nvSpPr>
        <p:spPr/>
        <p:txBody>
          <a:bodyPr/>
          <a:lstStyle/>
          <a:p>
            <a:r>
              <a:rPr lang="en-US"/>
              <a:t>This is a strong thesis result on its own: the closed-loop test reveals that the ~300 Hz X structural mode is absent from the recovered model — a specific target for the augmentation to capture, and the reason CL cannot currently validate the model.</a:t>
            </a:r>
            <a:endParaRPr lang="en-NL" dirty="0"/>
          </a:p>
        </p:txBody>
      </p:sp>
    </p:spTree>
    <p:extLst>
      <p:ext uri="{BB962C8B-B14F-4D97-AF65-F5344CB8AC3E}">
        <p14:creationId xmlns:p14="http://schemas.microsoft.com/office/powerpoint/2010/main" val="12904570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F17AA-9B9F-BA83-5005-C73FDC3ACEA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FDF4D49-79F6-3263-A562-7D6BB161D269}"/>
              </a:ext>
            </a:extLst>
          </p:cNvPr>
          <p:cNvSpPr>
            <a:spLocks noGrp="1"/>
          </p:cNvSpPr>
          <p:nvPr>
            <p:ph idx="1"/>
          </p:nvPr>
        </p:nvSpPr>
        <p:spPr/>
        <p:txBody>
          <a:bodyPr/>
          <a:lstStyle/>
          <a:p>
            <a:r>
              <a:rPr lang="en-US" dirty="0"/>
              <a:t>These aren't in tension because the DC does not come from the physics. It comes from the estimation setup. The optimizer is never asked to match the zero-mean true correction directly — it minimizes a windowed free-run loss on K=0 integrator states,</a:t>
            </a:r>
            <a:endParaRPr lang="en-NL" dirty="0"/>
          </a:p>
        </p:txBody>
      </p:sp>
    </p:spTree>
    <p:extLst>
      <p:ext uri="{BB962C8B-B14F-4D97-AF65-F5344CB8AC3E}">
        <p14:creationId xmlns:p14="http://schemas.microsoft.com/office/powerpoint/2010/main" val="38823248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30F12-D4E3-2D86-3237-7A999D194CB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08D0040-243A-613F-F268-116999B7181A}"/>
              </a:ext>
            </a:extLst>
          </p:cNvPr>
          <p:cNvSpPr>
            <a:spLocks noGrp="1"/>
          </p:cNvSpPr>
          <p:nvPr>
            <p:ph idx="1"/>
          </p:nvPr>
        </p:nvSpPr>
        <p:spPr/>
        <p:txBody>
          <a:bodyPr/>
          <a:lstStyle/>
          <a:p>
            <a:r>
              <a:rPr lang="en-US" dirty="0"/>
              <a:t> How can you say the system is actually zero mean, if </a:t>
            </a:r>
            <a:r>
              <a:rPr lang="en-US" dirty="0" err="1"/>
              <a:t>i</a:t>
            </a:r>
            <a:r>
              <a:rPr lang="en-US" dirty="0"/>
              <a:t> look at the correction the ANN should actually learn it's  also zero mean.  but as far as </a:t>
            </a:r>
            <a:r>
              <a:rPr lang="en-US" dirty="0" err="1"/>
              <a:t>i</a:t>
            </a:r>
            <a:r>
              <a:rPr lang="en-US" dirty="0"/>
              <a:t> know you can correct me, what the ANN learns is non zero mean.</a:t>
            </a:r>
            <a:endParaRPr lang="en-NL" dirty="0"/>
          </a:p>
        </p:txBody>
      </p:sp>
    </p:spTree>
    <p:extLst>
      <p:ext uri="{BB962C8B-B14F-4D97-AF65-F5344CB8AC3E}">
        <p14:creationId xmlns:p14="http://schemas.microsoft.com/office/powerpoint/2010/main" val="11678067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7275A-1CDE-3976-0EE8-FFA2C4B5D2FD}"/>
              </a:ext>
            </a:extLst>
          </p:cNvPr>
          <p:cNvSpPr>
            <a:spLocks noGrp="1"/>
          </p:cNvSpPr>
          <p:nvPr>
            <p:ph type="title"/>
          </p:nvPr>
        </p:nvSpPr>
        <p:spPr/>
        <p:txBody>
          <a:bodyPr/>
          <a:lstStyle/>
          <a:p>
            <a:r>
              <a:rPr lang="en-US" dirty="0"/>
              <a:t>Optimizer</a:t>
            </a:r>
            <a:br>
              <a:rPr lang="en-US" dirty="0"/>
            </a:br>
            <a:r>
              <a:rPr lang="en-US" dirty="0"/>
              <a:t>Adam vs SGD</a:t>
            </a:r>
            <a:endParaRPr lang="en-NL" dirty="0"/>
          </a:p>
        </p:txBody>
      </p:sp>
      <p:sp>
        <p:nvSpPr>
          <p:cNvPr id="3" name="Content Placeholder 2">
            <a:extLst>
              <a:ext uri="{FF2B5EF4-FFF2-40B4-BE49-F238E27FC236}">
                <a16:creationId xmlns:a16="http://schemas.microsoft.com/office/drawing/2014/main" id="{79BD0376-4CC3-AE98-D9D3-F4E3D035CBB4}"/>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36630263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63BB2-CBF6-7898-20B5-505BFF8E419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09C086C-BE1E-7489-CFC1-2ADC67D106A5}"/>
              </a:ext>
            </a:extLst>
          </p:cNvPr>
          <p:cNvSpPr>
            <a:spLocks noGrp="1"/>
          </p:cNvSpPr>
          <p:nvPr>
            <p:ph idx="1"/>
          </p:nvPr>
        </p:nvSpPr>
        <p:spPr/>
        <p:txBody>
          <a:bodyPr/>
          <a:lstStyle/>
          <a:p>
            <a:r>
              <a:rPr lang="en-US" dirty="0"/>
              <a:t>The chain of reasoning:- Our confirmed result: Adam amplifies a tiny, seed-consistent gradient in the DC direction (stage 2). Open question: why does that tiny gradient exist at all?- The report's hypothesis: it's truncated-BPTT bias, and that bias is non-decaying specifically because the X/Y axes are marginally stable — poles exactly at z=1 (λ→1). For a contractive mode (λ&lt;1) the bias would decay; for a pure integrator it never does.- The pole-perturbation tests that hypothesis directly: add a small stiffness so the X/Y poles move from z=1 to z=1−δ (λ&lt;1). If the DC then shrinks, marginal stability (λ=1) is confirmed as the source. If the DC is unchanged, the source is something else.</a:t>
            </a:r>
            <a:endParaRPr lang="en-NL" dirty="0"/>
          </a:p>
        </p:txBody>
      </p:sp>
    </p:spTree>
    <p:extLst>
      <p:ext uri="{BB962C8B-B14F-4D97-AF65-F5344CB8AC3E}">
        <p14:creationId xmlns:p14="http://schemas.microsoft.com/office/powerpoint/2010/main" val="7418793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613B9-24A1-5152-D35A-57F56D25BAEA}"/>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48D50295-3608-9EC7-EFA5-1EB2AEACC0FA}"/>
              </a:ext>
            </a:extLst>
          </p:cNvPr>
          <p:cNvSpPr>
            <a:spLocks noGrp="1"/>
          </p:cNvSpPr>
          <p:nvPr>
            <p:ph idx="1"/>
          </p:nvPr>
        </p:nvSpPr>
        <p:spPr/>
        <p:txBody>
          <a:bodyPr/>
          <a:lstStyle/>
          <a:p>
            <a:r>
              <a:rPr lang="en-US" dirty="0"/>
              <a:t>Updated figure</a:t>
            </a:r>
          </a:p>
          <a:p>
            <a:r>
              <a:rPr lang="en-US" dirty="0"/>
              <a:t>Laten </a:t>
            </a:r>
            <a:r>
              <a:rPr lang="en-US" dirty="0" err="1"/>
              <a:t>zien</a:t>
            </a:r>
            <a:r>
              <a:rPr lang="en-US" dirty="0"/>
              <a:t> hoe coulomb nu </a:t>
            </a:r>
            <a:r>
              <a:rPr lang="en-US" dirty="0" err="1"/>
              <a:t>terug</a:t>
            </a:r>
            <a:r>
              <a:rPr lang="en-US" dirty="0"/>
              <a:t> </a:t>
            </a:r>
            <a:r>
              <a:rPr lang="en-US" dirty="0" err="1"/>
              <a:t>komt</a:t>
            </a:r>
            <a:r>
              <a:rPr lang="en-US" dirty="0"/>
              <a:t> in de </a:t>
            </a:r>
            <a:r>
              <a:rPr lang="en-US" dirty="0" err="1"/>
              <a:t>formules</a:t>
            </a:r>
            <a:r>
              <a:rPr lang="en-US" dirty="0"/>
              <a:t> </a:t>
            </a:r>
            <a:r>
              <a:rPr lang="en-US" dirty="0" err="1"/>
              <a:t>voorheen</a:t>
            </a:r>
            <a:r>
              <a:rPr lang="en-US" dirty="0"/>
              <a:t> </a:t>
            </a:r>
            <a:r>
              <a:rPr lang="en-US" dirty="0" err="1"/>
              <a:t>en</a:t>
            </a:r>
            <a:r>
              <a:rPr lang="en-US" dirty="0"/>
              <a:t> nu</a:t>
            </a:r>
          </a:p>
          <a:p>
            <a:r>
              <a:rPr lang="en-US" dirty="0"/>
              <a:t>Zero mean problem </a:t>
            </a:r>
            <a:r>
              <a:rPr lang="en-US" dirty="0" err="1"/>
              <a:t>uitleggen</a:t>
            </a:r>
            <a:r>
              <a:rPr lang="en-US" dirty="0"/>
              <a:t> </a:t>
            </a:r>
            <a:r>
              <a:rPr lang="en-US" dirty="0" err="1"/>
              <a:t>omdat</a:t>
            </a:r>
            <a:r>
              <a:rPr lang="en-US" dirty="0"/>
              <a:t> alle </a:t>
            </a:r>
            <a:r>
              <a:rPr lang="en-US" dirty="0" err="1"/>
              <a:t>initializatie</a:t>
            </a:r>
            <a:r>
              <a:rPr lang="en-US" dirty="0"/>
              <a:t> around a zero mean is.</a:t>
            </a:r>
          </a:p>
          <a:p>
            <a:pPr lvl="1"/>
            <a:r>
              <a:rPr lang="en-US" dirty="0"/>
              <a:t>Offset </a:t>
            </a:r>
            <a:r>
              <a:rPr lang="en-US" dirty="0" err="1"/>
              <a:t>msd</a:t>
            </a:r>
            <a:r>
              <a:rPr lang="en-US" dirty="0"/>
              <a:t> </a:t>
            </a:r>
            <a:r>
              <a:rPr lang="en-US" dirty="0" err="1"/>
              <a:t>zou</a:t>
            </a:r>
            <a:r>
              <a:rPr lang="en-US" dirty="0"/>
              <a:t> </a:t>
            </a:r>
            <a:r>
              <a:rPr lang="en-US" dirty="0" err="1"/>
              <a:t>dit</a:t>
            </a:r>
            <a:r>
              <a:rPr lang="en-US" dirty="0"/>
              <a:t> </a:t>
            </a:r>
            <a:r>
              <a:rPr lang="en-US" dirty="0" err="1"/>
              <a:t>kunnen</a:t>
            </a:r>
            <a:r>
              <a:rPr lang="en-US" dirty="0"/>
              <a:t> </a:t>
            </a:r>
            <a:r>
              <a:rPr lang="en-US" dirty="0" err="1"/>
              <a:t>veroorzaken</a:t>
            </a:r>
            <a:endParaRPr lang="en-US" dirty="0"/>
          </a:p>
          <a:p>
            <a:pPr lvl="1"/>
            <a:r>
              <a:rPr lang="en-US" dirty="0"/>
              <a:t>Laten </a:t>
            </a:r>
            <a:r>
              <a:rPr lang="en-US" dirty="0" err="1"/>
              <a:t>zien</a:t>
            </a:r>
            <a:r>
              <a:rPr lang="en-US" dirty="0"/>
              <a:t> </a:t>
            </a:r>
            <a:r>
              <a:rPr lang="en-US" dirty="0" err="1"/>
              <a:t>dat</a:t>
            </a:r>
            <a:r>
              <a:rPr lang="en-US" dirty="0"/>
              <a:t> het system </a:t>
            </a:r>
            <a:r>
              <a:rPr lang="en-US" dirty="0" err="1"/>
              <a:t>daadwerkelijk</a:t>
            </a:r>
            <a:r>
              <a:rPr lang="en-US" dirty="0"/>
              <a:t> zero mean is</a:t>
            </a:r>
          </a:p>
          <a:p>
            <a:pPr lvl="1"/>
            <a:r>
              <a:rPr lang="en-US" dirty="0"/>
              <a:t>De </a:t>
            </a:r>
            <a:r>
              <a:rPr lang="en-US" dirty="0" err="1"/>
              <a:t>juiste</a:t>
            </a:r>
            <a:r>
              <a:rPr lang="en-US" dirty="0"/>
              <a:t> </a:t>
            </a:r>
            <a:r>
              <a:rPr lang="en-US" dirty="0" err="1"/>
              <a:t>correctie</a:t>
            </a:r>
            <a:r>
              <a:rPr lang="en-US" dirty="0"/>
              <a:t> is </a:t>
            </a:r>
            <a:r>
              <a:rPr lang="en-US" dirty="0" err="1"/>
              <a:t>ook</a:t>
            </a:r>
            <a:r>
              <a:rPr lang="en-US" dirty="0"/>
              <a:t> zero-mean</a:t>
            </a:r>
          </a:p>
          <a:p>
            <a:pPr lvl="2"/>
            <a:r>
              <a:rPr lang="en-US" dirty="0"/>
              <a:t>Wat is dan het problem?</a:t>
            </a:r>
            <a:endParaRPr lang="en-NL" dirty="0"/>
          </a:p>
        </p:txBody>
      </p:sp>
    </p:spTree>
    <p:extLst>
      <p:ext uri="{BB962C8B-B14F-4D97-AF65-F5344CB8AC3E}">
        <p14:creationId xmlns:p14="http://schemas.microsoft.com/office/powerpoint/2010/main" val="36815605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43FF3-C614-B9EA-DBFE-975118523A3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18F75690-362C-37DE-0E93-D86330FC1BD7}"/>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6156139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AF3F9-5504-6E14-318C-C0DED07F468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10F4476-8425-C771-23AC-82C2ADA65701}"/>
              </a:ext>
            </a:extLst>
          </p:cNvPr>
          <p:cNvSpPr>
            <a:spLocks noGrp="1"/>
          </p:cNvSpPr>
          <p:nvPr>
            <p:ph idx="1"/>
          </p:nvPr>
        </p:nvSpPr>
        <p:spPr/>
        <p:txBody>
          <a:bodyPr/>
          <a:lstStyle/>
          <a:p>
            <a:r>
              <a:rPr lang="en-US" dirty="0" err="1"/>
              <a:t>compute_normalization</a:t>
            </a:r>
            <a:r>
              <a:rPr lang="en-US" dirty="0"/>
              <a:t> subtracts the mean and divides by std precisely to manufacture the zero-mean/unit-variance inputs that Xavier and tanh assume. But it uses one pooled normalization. Our data has multiple operating points (Y ≈ 0.1–0.3 m), so each record's normalized signal still carries an O(1) constant offset from the pooled mean — the zero-mean assumption is satisfied on average, but violated per record. That's the Theme-B mismatch.</a:t>
            </a:r>
            <a:endParaRPr lang="en-NL" dirty="0"/>
          </a:p>
        </p:txBody>
      </p:sp>
    </p:spTree>
    <p:extLst>
      <p:ext uri="{BB962C8B-B14F-4D97-AF65-F5344CB8AC3E}">
        <p14:creationId xmlns:p14="http://schemas.microsoft.com/office/powerpoint/2010/main" val="25665511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1997D-3BAB-6077-7291-BE74ECC738B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B2B3C2B-DA87-7773-1AE1-D273DA40E0BB}"/>
              </a:ext>
            </a:extLst>
          </p:cNvPr>
          <p:cNvSpPr>
            <a:spLocks noGrp="1"/>
          </p:cNvSpPr>
          <p:nvPr>
            <p:ph idx="1"/>
          </p:nvPr>
        </p:nvSpPr>
        <p:spPr/>
        <p:txBody>
          <a:bodyPr/>
          <a:lstStyle/>
          <a:p>
            <a:r>
              <a:rPr lang="en-US" dirty="0"/>
              <a:t>These are closed-loop recorded signals, so "position ≈ setpoint" is partly the servo, not the physics. So label this as the as-recorded view and keep v1f (open-loop, same input) as the physics-clean backup — there a real DC would show as an unmissable ramp, and it came out ~1e-7.</a:t>
            </a:r>
            <a:endParaRPr lang="en-NL" dirty="0"/>
          </a:p>
        </p:txBody>
      </p:sp>
    </p:spTree>
    <p:extLst>
      <p:ext uri="{BB962C8B-B14F-4D97-AF65-F5344CB8AC3E}">
        <p14:creationId xmlns:p14="http://schemas.microsoft.com/office/powerpoint/2010/main" val="6278611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6248</TotalTime>
  <Words>8047</Words>
  <Application>Microsoft Office PowerPoint</Application>
  <PresentationFormat>Widescreen</PresentationFormat>
  <Paragraphs>299</Paragraphs>
  <Slides>65</Slides>
  <Notes>30</Notes>
  <HiddenSlides>7</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65</vt:i4>
      </vt:variant>
    </vt:vector>
  </HeadingPairs>
  <TitlesOfParts>
    <vt:vector size="71" baseType="lpstr">
      <vt:lpstr>Aptos</vt:lpstr>
      <vt:lpstr>Aptos Display</vt:lpstr>
      <vt:lpstr>Arial</vt:lpstr>
      <vt:lpstr>Cambria Math</vt:lpstr>
      <vt:lpstr>Wingdings</vt:lpstr>
      <vt:lpstr>Office Theme</vt:lpstr>
      <vt:lpstr>Meeting Week 25</vt:lpstr>
      <vt:lpstr>PowerPoint Presentation</vt:lpstr>
      <vt:lpstr>PowerPoint Presentation</vt:lpstr>
      <vt:lpstr>Initial problem</vt:lpstr>
      <vt:lpstr>PowerPoint Presentation</vt:lpstr>
      <vt:lpstr>PowerPoint Presentation</vt:lpstr>
      <vt:lpstr>PowerPoint Presentation</vt:lpstr>
      <vt:lpstr>Only theta routing not sufficient Model is coupled</vt:lpstr>
      <vt:lpstr>Drift with ANN</vt:lpstr>
      <vt:lpstr>Drift with ANN</vt:lpstr>
      <vt:lpstr>PowerPoint Presentation</vt:lpstr>
      <vt:lpstr>The problem – End of summary</vt:lpstr>
      <vt:lpstr>Why the system requires to be zero-mean</vt:lpstr>
      <vt:lpstr>PowerPoint Presentation</vt:lpstr>
      <vt:lpstr>PowerPoint Presentation</vt:lpstr>
      <vt:lpstr>PowerPoint Presentation</vt:lpstr>
      <vt:lpstr>ANN adds drift</vt:lpstr>
      <vt:lpstr>PowerPoint Presentation</vt:lpstr>
      <vt:lpstr>PowerPoint Presentation</vt:lpstr>
      <vt:lpstr>Zero-mean?</vt:lpstr>
      <vt:lpstr>PowerPoint Presentation</vt:lpstr>
      <vt:lpstr>PowerPoint Presentation</vt:lpstr>
      <vt:lpstr>Compare against perfect correction</vt:lpstr>
      <vt:lpstr>PowerPoint Presentation</vt:lpstr>
      <vt:lpstr>Drift with ANN</vt:lpstr>
      <vt:lpstr>Drift with ANN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Solution?</vt:lpstr>
      <vt:lpstr>PowerPoint Presentation</vt:lpstr>
      <vt:lpstr>Is the system actually zero-mean? How is it with and without MSD</vt:lpstr>
      <vt:lpstr>PowerPoint Presentation</vt:lpstr>
      <vt:lpstr>PowerPoint Presentation</vt:lpstr>
      <vt:lpstr>PowerPoint Presentation</vt:lpstr>
      <vt:lpstr>Does the controller compensate/mask the zero mean issue?</vt:lpstr>
      <vt:lpstr>Required correction is zero-mean For optimal augmentation</vt:lpstr>
      <vt:lpstr>Error is linear</vt:lpstr>
      <vt:lpstr>DC is systematic Different seeds</vt:lpstr>
      <vt:lpstr>Optimizer Adam vs SGD</vt:lpstr>
      <vt:lpstr>PowerPoint Presentation</vt:lpstr>
      <vt:lpstr>Why not just replace Adam with SGD?</vt:lpstr>
      <vt:lpstr>nulling the DC brings X back to baseline but makes Y worse — the dominant drift is the ANN destabilizing, not a DC.</vt:lpstr>
      <vt:lpstr>Control diverges (114×); the L=1 cap was non-binding (fit identical) → stability-preserving prototype, tighter sweep next.</vt:lpstr>
      <vt:lpstr>Outline next week</vt:lpstr>
      <vt:lpstr>PowerPoint Presentation</vt:lpstr>
      <vt:lpstr>PowerPoint Presentation</vt:lpstr>
      <vt:lpstr>Real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Optimizer Adam vs SGD</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 Dirk van den</dc:creator>
  <cp:lastModifiedBy>Berg, Dirk van den</cp:lastModifiedBy>
  <cp:revision>1</cp:revision>
  <dcterms:created xsi:type="dcterms:W3CDTF">2026-07-14T12:54:41Z</dcterms:created>
  <dcterms:modified xsi:type="dcterms:W3CDTF">2026-07-20T09:00:27Z</dcterms:modified>
</cp:coreProperties>
</file>