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27"/>
  </p:notesMasterIdLst>
  <p:sldIdLst>
    <p:sldId id="257" r:id="rId2"/>
    <p:sldId id="258" r:id="rId3"/>
    <p:sldId id="309" r:id="rId4"/>
    <p:sldId id="294" r:id="rId5"/>
    <p:sldId id="310" r:id="rId6"/>
    <p:sldId id="259" r:id="rId7"/>
    <p:sldId id="311" r:id="rId8"/>
    <p:sldId id="312" r:id="rId9"/>
    <p:sldId id="313" r:id="rId10"/>
    <p:sldId id="314" r:id="rId11"/>
    <p:sldId id="315" r:id="rId12"/>
    <p:sldId id="316" r:id="rId13"/>
    <p:sldId id="319" r:id="rId14"/>
    <p:sldId id="320" r:id="rId15"/>
    <p:sldId id="321" r:id="rId16"/>
    <p:sldId id="322" r:id="rId17"/>
    <p:sldId id="323" r:id="rId18"/>
    <p:sldId id="317" r:id="rId19"/>
    <p:sldId id="318" r:id="rId20"/>
    <p:sldId id="302" r:id="rId21"/>
    <p:sldId id="303" r:id="rId22"/>
    <p:sldId id="304" r:id="rId23"/>
    <p:sldId id="260" r:id="rId24"/>
    <p:sldId id="305" r:id="rId25"/>
    <p:sldId id="261" r:id="rId26"/>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F0F7BB-C23C-4E08-9DDF-E61685CA4DE3}" v="50" dt="2026-03-02T08:22:56.8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86683" autoAdjust="0"/>
  </p:normalViewPr>
  <p:slideViewPr>
    <p:cSldViewPr snapToGrid="0">
      <p:cViewPr varScale="1">
        <p:scale>
          <a:sx n="96" d="100"/>
          <a:sy n="96" d="100"/>
        </p:scale>
        <p:origin x="103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pc:chgData name="Berg, Dirk van den" userId="035ecb32-01d9-4b47-a105-eacf059a4647" providerId="ADAL" clId="{F7FF961E-CF96-44AC-93C2-93612F62D46D}" dt="2026-03-02T09:08:47.964" v="1888" actId="20577"/>
      <pc:docMkLst>
        <pc:docMk/>
      </pc:docMkLst>
      <pc:sldChg chg="delSp modSp mod">
        <pc:chgData name="Berg, Dirk van den" userId="035ecb32-01d9-4b47-a105-eacf059a4647" providerId="ADAL" clId="{F7FF961E-CF96-44AC-93C2-93612F62D46D}" dt="2026-03-02T07:27:25.195" v="597" actId="20577"/>
        <pc:sldMkLst>
          <pc:docMk/>
          <pc:sldMk cId="2679595137" sldId="257"/>
        </pc:sldMkLst>
        <pc:spChg chg="mod">
          <ac:chgData name="Berg, Dirk van den" userId="035ecb32-01d9-4b47-a105-eacf059a4647" providerId="ADAL" clId="{F7FF961E-CF96-44AC-93C2-93612F62D46D}" dt="2026-03-02T07:27:25.195" v="597" actId="20577"/>
          <ac:spMkLst>
            <pc:docMk/>
            <pc:sldMk cId="2679595137" sldId="257"/>
            <ac:spMk id="2" creationId="{1CA58346-11EF-AF16-3F7E-D4AE642D6182}"/>
          </ac:spMkLst>
        </pc:spChg>
        <pc:spChg chg="mod">
          <ac:chgData name="Berg, Dirk van den" userId="035ecb32-01d9-4b47-a105-eacf059a4647" providerId="ADAL" clId="{F7FF961E-CF96-44AC-93C2-93612F62D46D}" dt="2026-03-02T07:27:11.309" v="594" actId="20577"/>
          <ac:spMkLst>
            <pc:docMk/>
            <pc:sldMk cId="2679595137" sldId="257"/>
            <ac:spMk id="3" creationId="{DAAEF679-3C39-E36C-B710-9B50CBAE487E}"/>
          </ac:spMkLst>
        </pc:spChg>
        <pc:spChg chg="del">
          <ac:chgData name="Berg, Dirk van den" userId="035ecb32-01d9-4b47-a105-eacf059a4647" providerId="ADAL" clId="{F7FF961E-CF96-44AC-93C2-93612F62D46D}" dt="2026-03-02T07:27:23.011" v="595" actId="478"/>
          <ac:spMkLst>
            <pc:docMk/>
            <pc:sldMk cId="2679595137" sldId="257"/>
            <ac:spMk id="4" creationId="{465EFC2D-66CC-A333-8AD7-17BCBCDB18BB}"/>
          </ac:spMkLst>
        </pc:spChg>
      </pc:sldChg>
      <pc:sldChg chg="delSp modSp mod">
        <pc:chgData name="Berg, Dirk van den" userId="035ecb32-01d9-4b47-a105-eacf059a4647" providerId="ADAL" clId="{F7FF961E-CF96-44AC-93C2-93612F62D46D}" dt="2026-03-02T08:14:11.510" v="1455" actId="20577"/>
        <pc:sldMkLst>
          <pc:docMk/>
          <pc:sldMk cId="1617226886" sldId="258"/>
        </pc:sldMkLst>
        <pc:spChg chg="mod">
          <ac:chgData name="Berg, Dirk van den" userId="035ecb32-01d9-4b47-a105-eacf059a4647" providerId="ADAL" clId="{F7FF961E-CF96-44AC-93C2-93612F62D46D}" dt="2026-03-02T08:14:11.510" v="1455" actId="20577"/>
          <ac:spMkLst>
            <pc:docMk/>
            <pc:sldMk cId="1617226886" sldId="258"/>
            <ac:spMk id="3" creationId="{1B16F991-22E1-98ED-FDA2-6483679AE450}"/>
          </ac:spMkLst>
        </pc:spChg>
        <pc:spChg chg="del">
          <ac:chgData name="Berg, Dirk van den" userId="035ecb32-01d9-4b47-a105-eacf059a4647" providerId="ADAL" clId="{F7FF961E-CF96-44AC-93C2-93612F62D46D}" dt="2026-03-02T08:13:47.301" v="1398" actId="478"/>
          <ac:spMkLst>
            <pc:docMk/>
            <pc:sldMk cId="1617226886" sldId="258"/>
            <ac:spMk id="5" creationId="{7CFFA8B5-4335-A79D-381E-82C9B8A52E4E}"/>
          </ac:spMkLst>
        </pc:spChg>
      </pc:sldChg>
      <pc:sldChg chg="delSp modSp mod">
        <pc:chgData name="Berg, Dirk van den" userId="035ecb32-01d9-4b47-a105-eacf059a4647" providerId="ADAL" clId="{F7FF961E-CF96-44AC-93C2-93612F62D46D}" dt="2026-03-02T09:06:30.973" v="1837" actId="113"/>
        <pc:sldMkLst>
          <pc:docMk/>
          <pc:sldMk cId="2138626586" sldId="259"/>
        </pc:sldMkLst>
        <pc:spChg chg="mod">
          <ac:chgData name="Berg, Dirk van den" userId="035ecb32-01d9-4b47-a105-eacf059a4647" providerId="ADAL" clId="{F7FF961E-CF96-44AC-93C2-93612F62D46D}" dt="2026-03-02T09:06:30.973" v="1837" actId="113"/>
          <ac:spMkLst>
            <pc:docMk/>
            <pc:sldMk cId="2138626586" sldId="259"/>
            <ac:spMk id="2" creationId="{1241CBB4-4332-CC27-31DC-1118749DC9EE}"/>
          </ac:spMkLst>
        </pc:spChg>
        <pc:spChg chg="mod">
          <ac:chgData name="Berg, Dirk van den" userId="035ecb32-01d9-4b47-a105-eacf059a4647" providerId="ADAL" clId="{F7FF961E-CF96-44AC-93C2-93612F62D46D}" dt="2026-03-02T06:57:41.580" v="17" actId="14"/>
          <ac:spMkLst>
            <pc:docMk/>
            <pc:sldMk cId="2138626586" sldId="259"/>
            <ac:spMk id="3" creationId="{EF5F3971-08E2-AD39-C334-D1FA58F77EB2}"/>
          </ac:spMkLst>
        </pc:spChg>
        <pc:spChg chg="del">
          <ac:chgData name="Berg, Dirk van den" userId="035ecb32-01d9-4b47-a105-eacf059a4647" providerId="ADAL" clId="{F7FF961E-CF96-44AC-93C2-93612F62D46D}" dt="2026-03-02T06:57:22.773" v="0" actId="478"/>
          <ac:spMkLst>
            <pc:docMk/>
            <pc:sldMk cId="2138626586" sldId="259"/>
            <ac:spMk id="4" creationId="{B119E904-9495-8CB1-E838-D562CF8BB5D9}"/>
          </ac:spMkLst>
        </pc:spChg>
      </pc:sldChg>
      <pc:sldChg chg="delSp modSp mod">
        <pc:chgData name="Berg, Dirk van den" userId="035ecb32-01d9-4b47-a105-eacf059a4647" providerId="ADAL" clId="{F7FF961E-CF96-44AC-93C2-93612F62D46D}" dt="2026-03-02T08:19:44.028" v="1725" actId="20577"/>
        <pc:sldMkLst>
          <pc:docMk/>
          <pc:sldMk cId="2175299465" sldId="260"/>
        </pc:sldMkLst>
        <pc:spChg chg="mod">
          <ac:chgData name="Berg, Dirk van den" userId="035ecb32-01d9-4b47-a105-eacf059a4647" providerId="ADAL" clId="{F7FF961E-CF96-44AC-93C2-93612F62D46D}" dt="2026-03-02T08:19:44.028" v="1725" actId="20577"/>
          <ac:spMkLst>
            <pc:docMk/>
            <pc:sldMk cId="2175299465" sldId="260"/>
            <ac:spMk id="3" creationId="{07C68050-ABAC-21A7-30BB-2C997CD155E6}"/>
          </ac:spMkLst>
        </pc:spChg>
        <pc:spChg chg="del">
          <ac:chgData name="Berg, Dirk van den" userId="035ecb32-01d9-4b47-a105-eacf059a4647" providerId="ADAL" clId="{F7FF961E-CF96-44AC-93C2-93612F62D46D}" dt="2026-03-02T07:20:35.026" v="56" actId="478"/>
          <ac:spMkLst>
            <pc:docMk/>
            <pc:sldMk cId="2175299465" sldId="260"/>
            <ac:spMk id="4" creationId="{C22B2196-272F-FC1F-4220-C87739CBF73F}"/>
          </ac:spMkLst>
        </pc:spChg>
      </pc:sldChg>
      <pc:sldChg chg="modSp mod">
        <pc:chgData name="Berg, Dirk van den" userId="035ecb32-01d9-4b47-a105-eacf059a4647" providerId="ADAL" clId="{F7FF961E-CF96-44AC-93C2-93612F62D46D}" dt="2026-03-02T08:18:48.677" v="1598" actId="20577"/>
        <pc:sldMkLst>
          <pc:docMk/>
          <pc:sldMk cId="4133975854" sldId="261"/>
        </pc:sldMkLst>
        <pc:spChg chg="mod">
          <ac:chgData name="Berg, Dirk van den" userId="035ecb32-01d9-4b47-a105-eacf059a4647" providerId="ADAL" clId="{F7FF961E-CF96-44AC-93C2-93612F62D46D}" dt="2026-03-02T08:18:48.677" v="1598" actId="20577"/>
          <ac:spMkLst>
            <pc:docMk/>
            <pc:sldMk cId="4133975854" sldId="261"/>
            <ac:spMk id="3" creationId="{78179DB8-2509-8E4F-14E4-B0B6B2FE756A}"/>
          </ac:spMkLst>
        </pc:spChg>
      </pc:sldChg>
      <pc:sldChg chg="del">
        <pc:chgData name="Berg, Dirk van den" userId="035ecb32-01d9-4b47-a105-eacf059a4647" providerId="ADAL" clId="{F7FF961E-CF96-44AC-93C2-93612F62D46D}" dt="2026-03-02T08:18:51.382" v="1599" actId="47"/>
        <pc:sldMkLst>
          <pc:docMk/>
          <pc:sldMk cId="3503897311" sldId="262"/>
        </pc:sldMkLst>
      </pc:sldChg>
      <pc:sldChg chg="modSp add mod">
        <pc:chgData name="Berg, Dirk van den" userId="035ecb32-01d9-4b47-a105-eacf059a4647" providerId="ADAL" clId="{F7FF961E-CF96-44AC-93C2-93612F62D46D}" dt="2026-03-02T07:29:04.294" v="661" actId="20577"/>
        <pc:sldMkLst>
          <pc:docMk/>
          <pc:sldMk cId="204469149" sldId="294"/>
        </pc:sldMkLst>
        <pc:spChg chg="mod">
          <ac:chgData name="Berg, Dirk van den" userId="035ecb32-01d9-4b47-a105-eacf059a4647" providerId="ADAL" clId="{F7FF961E-CF96-44AC-93C2-93612F62D46D}" dt="2026-03-02T07:29:04.294" v="661" actId="20577"/>
          <ac:spMkLst>
            <pc:docMk/>
            <pc:sldMk cId="204469149" sldId="294"/>
            <ac:spMk id="2" creationId="{F6B2EC01-B18F-0F88-B29B-23F2FF2F32F3}"/>
          </ac:spMkLst>
        </pc:spChg>
      </pc:sldChg>
      <pc:sldChg chg="add">
        <pc:chgData name="Berg, Dirk van den" userId="035ecb32-01d9-4b47-a105-eacf059a4647" providerId="ADAL" clId="{F7FF961E-CF96-44AC-93C2-93612F62D46D}" dt="2026-03-02T07:20:05.258" v="38"/>
        <pc:sldMkLst>
          <pc:docMk/>
          <pc:sldMk cId="4114858252" sldId="302"/>
        </pc:sldMkLst>
      </pc:sldChg>
      <pc:sldChg chg="add">
        <pc:chgData name="Berg, Dirk van den" userId="035ecb32-01d9-4b47-a105-eacf059a4647" providerId="ADAL" clId="{F7FF961E-CF96-44AC-93C2-93612F62D46D}" dt="2026-03-02T07:20:13.348" v="39"/>
        <pc:sldMkLst>
          <pc:docMk/>
          <pc:sldMk cId="1290507046" sldId="303"/>
        </pc:sldMkLst>
      </pc:sldChg>
      <pc:sldChg chg="add">
        <pc:chgData name="Berg, Dirk van den" userId="035ecb32-01d9-4b47-a105-eacf059a4647" providerId="ADAL" clId="{F7FF961E-CF96-44AC-93C2-93612F62D46D}" dt="2026-03-02T07:20:05.258" v="38"/>
        <pc:sldMkLst>
          <pc:docMk/>
          <pc:sldMk cId="4106138596" sldId="304"/>
        </pc:sldMkLst>
      </pc:sldChg>
      <pc:sldChg chg="modSp new mod">
        <pc:chgData name="Berg, Dirk van den" userId="035ecb32-01d9-4b47-a105-eacf059a4647" providerId="ADAL" clId="{F7FF961E-CF96-44AC-93C2-93612F62D46D}" dt="2026-03-02T07:23:30.366" v="444" actId="20577"/>
        <pc:sldMkLst>
          <pc:docMk/>
          <pc:sldMk cId="3925146999" sldId="305"/>
        </pc:sldMkLst>
        <pc:spChg chg="mod">
          <ac:chgData name="Berg, Dirk van den" userId="035ecb32-01d9-4b47-a105-eacf059a4647" providerId="ADAL" clId="{F7FF961E-CF96-44AC-93C2-93612F62D46D}" dt="2026-03-02T07:20:42.200" v="73" actId="20577"/>
          <ac:spMkLst>
            <pc:docMk/>
            <pc:sldMk cId="3925146999" sldId="305"/>
            <ac:spMk id="2" creationId="{17CE7FC6-19EF-777E-C9F2-BB553A8EE82A}"/>
          </ac:spMkLst>
        </pc:spChg>
        <pc:spChg chg="mod">
          <ac:chgData name="Berg, Dirk van den" userId="035ecb32-01d9-4b47-a105-eacf059a4647" providerId="ADAL" clId="{F7FF961E-CF96-44AC-93C2-93612F62D46D}" dt="2026-03-02T07:23:30.366" v="444" actId="20577"/>
          <ac:spMkLst>
            <pc:docMk/>
            <pc:sldMk cId="3925146999" sldId="305"/>
            <ac:spMk id="3" creationId="{8A266777-7539-B1BE-6603-8E4DCA78B091}"/>
          </ac:spMkLst>
        </pc:spChg>
      </pc:sldChg>
      <pc:sldChg chg="modSp add mod">
        <pc:chgData name="Berg, Dirk van den" userId="035ecb32-01d9-4b47-a105-eacf059a4647" providerId="ADAL" clId="{F7FF961E-CF96-44AC-93C2-93612F62D46D}" dt="2026-03-02T09:07:30.092" v="1856" actId="20577"/>
        <pc:sldMkLst>
          <pc:docMk/>
          <pc:sldMk cId="3889420193" sldId="309"/>
        </pc:sldMkLst>
        <pc:spChg chg="mod">
          <ac:chgData name="Berg, Dirk van den" userId="035ecb32-01d9-4b47-a105-eacf059a4647" providerId="ADAL" clId="{F7FF961E-CF96-44AC-93C2-93612F62D46D}" dt="2026-03-02T07:26:46.569" v="579" actId="20577"/>
          <ac:spMkLst>
            <pc:docMk/>
            <pc:sldMk cId="3889420193" sldId="309"/>
            <ac:spMk id="2" creationId="{365E0BC8-7E90-DCF6-9154-4D142BB5D5B8}"/>
          </ac:spMkLst>
        </pc:spChg>
        <pc:spChg chg="mod">
          <ac:chgData name="Berg, Dirk van den" userId="035ecb32-01d9-4b47-a105-eacf059a4647" providerId="ADAL" clId="{F7FF961E-CF96-44AC-93C2-93612F62D46D}" dt="2026-03-02T09:07:30.092" v="1856" actId="20577"/>
          <ac:spMkLst>
            <pc:docMk/>
            <pc:sldMk cId="3889420193" sldId="309"/>
            <ac:spMk id="3" creationId="{47CA0CF2-9BD0-38C9-8E87-6B4968D4834A}"/>
          </ac:spMkLst>
        </pc:spChg>
      </pc:sldChg>
      <pc:sldChg chg="addSp modSp new mod modNotesTx">
        <pc:chgData name="Berg, Dirk van den" userId="035ecb32-01d9-4b47-a105-eacf059a4647" providerId="ADAL" clId="{F7FF961E-CF96-44AC-93C2-93612F62D46D}" dt="2026-03-02T07:43:33.884" v="788" actId="14100"/>
        <pc:sldMkLst>
          <pc:docMk/>
          <pc:sldMk cId="2174244209" sldId="310"/>
        </pc:sldMkLst>
        <pc:spChg chg="mod">
          <ac:chgData name="Berg, Dirk van den" userId="035ecb32-01d9-4b47-a105-eacf059a4647" providerId="ADAL" clId="{F7FF961E-CF96-44AC-93C2-93612F62D46D}" dt="2026-03-02T07:27:45.710" v="623" actId="20577"/>
          <ac:spMkLst>
            <pc:docMk/>
            <pc:sldMk cId="2174244209" sldId="310"/>
            <ac:spMk id="2" creationId="{5951B62D-532F-1C6B-0FBF-039989E8D06E}"/>
          </ac:spMkLst>
        </pc:spChg>
        <pc:spChg chg="mod">
          <ac:chgData name="Berg, Dirk van den" userId="035ecb32-01d9-4b47-a105-eacf059a4647" providerId="ADAL" clId="{F7FF961E-CF96-44AC-93C2-93612F62D46D}" dt="2026-03-02T07:43:33.884" v="788" actId="14100"/>
          <ac:spMkLst>
            <pc:docMk/>
            <pc:sldMk cId="2174244209" sldId="310"/>
            <ac:spMk id="3" creationId="{587564ED-6984-8ABE-AF99-D3B380EBD555}"/>
          </ac:spMkLst>
        </pc:spChg>
        <pc:picChg chg="add mod ord">
          <ac:chgData name="Berg, Dirk van den" userId="035ecb32-01d9-4b47-a105-eacf059a4647" providerId="ADAL" clId="{F7FF961E-CF96-44AC-93C2-93612F62D46D}" dt="2026-03-02T07:30:28.406" v="758" actId="1076"/>
          <ac:picMkLst>
            <pc:docMk/>
            <pc:sldMk cId="2174244209" sldId="310"/>
            <ac:picMk id="4" creationId="{B0E22029-39CE-52F6-9769-EDAA3698C18D}"/>
          </ac:picMkLst>
        </pc:picChg>
      </pc:sldChg>
      <pc:sldChg chg="modSp new mod">
        <pc:chgData name="Berg, Dirk van den" userId="035ecb32-01d9-4b47-a105-eacf059a4647" providerId="ADAL" clId="{F7FF961E-CF96-44AC-93C2-93612F62D46D}" dt="2026-03-02T08:06:18.439" v="1101" actId="20577"/>
        <pc:sldMkLst>
          <pc:docMk/>
          <pc:sldMk cId="1140406129" sldId="311"/>
        </pc:sldMkLst>
        <pc:spChg chg="mod">
          <ac:chgData name="Berg, Dirk van den" userId="035ecb32-01d9-4b47-a105-eacf059a4647" providerId="ADAL" clId="{F7FF961E-CF96-44AC-93C2-93612F62D46D}" dt="2026-03-02T08:06:18.439" v="1101" actId="20577"/>
          <ac:spMkLst>
            <pc:docMk/>
            <pc:sldMk cId="1140406129" sldId="311"/>
            <ac:spMk id="2" creationId="{39091ABE-F791-0340-737D-BFA45734017F}"/>
          </ac:spMkLst>
        </pc:spChg>
        <pc:spChg chg="mod">
          <ac:chgData name="Berg, Dirk van den" userId="035ecb32-01d9-4b47-a105-eacf059a4647" providerId="ADAL" clId="{F7FF961E-CF96-44AC-93C2-93612F62D46D}" dt="2026-03-02T07:32:34.101" v="764"/>
          <ac:spMkLst>
            <pc:docMk/>
            <pc:sldMk cId="1140406129" sldId="311"/>
            <ac:spMk id="3" creationId="{1E544736-21E3-31CE-638C-929DAE560378}"/>
          </ac:spMkLst>
        </pc:spChg>
      </pc:sldChg>
      <pc:sldChg chg="modSp new mod">
        <pc:chgData name="Berg, Dirk van den" userId="035ecb32-01d9-4b47-a105-eacf059a4647" providerId="ADAL" clId="{F7FF961E-CF96-44AC-93C2-93612F62D46D}" dt="2026-03-02T09:06:34.457" v="1838" actId="113"/>
        <pc:sldMkLst>
          <pc:docMk/>
          <pc:sldMk cId="1299470459" sldId="312"/>
        </pc:sldMkLst>
        <pc:spChg chg="mod">
          <ac:chgData name="Berg, Dirk van den" userId="035ecb32-01d9-4b47-a105-eacf059a4647" providerId="ADAL" clId="{F7FF961E-CF96-44AC-93C2-93612F62D46D}" dt="2026-03-02T09:06:34.457" v="1838" actId="113"/>
          <ac:spMkLst>
            <pc:docMk/>
            <pc:sldMk cId="1299470459" sldId="312"/>
            <ac:spMk id="2" creationId="{6267DE3F-B06D-3197-1438-AD7FE2138332}"/>
          </ac:spMkLst>
        </pc:spChg>
        <pc:spChg chg="mod">
          <ac:chgData name="Berg, Dirk van den" userId="035ecb32-01d9-4b47-a105-eacf059a4647" providerId="ADAL" clId="{F7FF961E-CF96-44AC-93C2-93612F62D46D}" dt="2026-03-02T07:52:40.186" v="804" actId="20577"/>
          <ac:spMkLst>
            <pc:docMk/>
            <pc:sldMk cId="1299470459" sldId="312"/>
            <ac:spMk id="3" creationId="{2B8F8722-3836-AC02-6C39-1D60139CA79C}"/>
          </ac:spMkLst>
        </pc:spChg>
      </pc:sldChg>
      <pc:sldChg chg="modSp new mod modNotesTx">
        <pc:chgData name="Berg, Dirk van den" userId="035ecb32-01d9-4b47-a105-eacf059a4647" providerId="ADAL" clId="{F7FF961E-CF96-44AC-93C2-93612F62D46D}" dt="2026-03-02T09:06:36.560" v="1839" actId="113"/>
        <pc:sldMkLst>
          <pc:docMk/>
          <pc:sldMk cId="17155760" sldId="313"/>
        </pc:sldMkLst>
        <pc:spChg chg="mod">
          <ac:chgData name="Berg, Dirk van den" userId="035ecb32-01d9-4b47-a105-eacf059a4647" providerId="ADAL" clId="{F7FF961E-CF96-44AC-93C2-93612F62D46D}" dt="2026-03-02T09:06:36.560" v="1839" actId="113"/>
          <ac:spMkLst>
            <pc:docMk/>
            <pc:sldMk cId="17155760" sldId="313"/>
            <ac:spMk id="2" creationId="{F9F6859D-C9B0-CDCE-5418-C1BB45A7C90B}"/>
          </ac:spMkLst>
        </pc:spChg>
        <pc:spChg chg="mod">
          <ac:chgData name="Berg, Dirk van den" userId="035ecb32-01d9-4b47-a105-eacf059a4647" providerId="ADAL" clId="{F7FF961E-CF96-44AC-93C2-93612F62D46D}" dt="2026-03-02T07:54:52.274" v="845" actId="27636"/>
          <ac:spMkLst>
            <pc:docMk/>
            <pc:sldMk cId="17155760" sldId="313"/>
            <ac:spMk id="3" creationId="{03365750-CB29-828B-4DBF-A2888ABBCE82}"/>
          </ac:spMkLst>
        </pc:spChg>
      </pc:sldChg>
      <pc:sldChg chg="modSp new mod">
        <pc:chgData name="Berg, Dirk van den" userId="035ecb32-01d9-4b47-a105-eacf059a4647" providerId="ADAL" clId="{F7FF961E-CF96-44AC-93C2-93612F62D46D}" dt="2026-03-02T09:06:38.743" v="1840" actId="113"/>
        <pc:sldMkLst>
          <pc:docMk/>
          <pc:sldMk cId="1846533395" sldId="314"/>
        </pc:sldMkLst>
        <pc:spChg chg="mod">
          <ac:chgData name="Berg, Dirk van den" userId="035ecb32-01d9-4b47-a105-eacf059a4647" providerId="ADAL" clId="{F7FF961E-CF96-44AC-93C2-93612F62D46D}" dt="2026-03-02T09:06:38.743" v="1840" actId="113"/>
          <ac:spMkLst>
            <pc:docMk/>
            <pc:sldMk cId="1846533395" sldId="314"/>
            <ac:spMk id="2" creationId="{50B0C83C-7CA2-D1C4-321C-3CE15B5E8093}"/>
          </ac:spMkLst>
        </pc:spChg>
        <pc:spChg chg="mod">
          <ac:chgData name="Berg, Dirk van den" userId="035ecb32-01d9-4b47-a105-eacf059a4647" providerId="ADAL" clId="{F7FF961E-CF96-44AC-93C2-93612F62D46D}" dt="2026-03-02T08:05:53.207" v="1095" actId="20577"/>
          <ac:spMkLst>
            <pc:docMk/>
            <pc:sldMk cId="1846533395" sldId="314"/>
            <ac:spMk id="3" creationId="{E824F5F5-C212-BDA5-F2E8-C2E6365906D7}"/>
          </ac:spMkLst>
        </pc:spChg>
      </pc:sldChg>
      <pc:sldChg chg="modSp new del mod">
        <pc:chgData name="Berg, Dirk van den" userId="035ecb32-01d9-4b47-a105-eacf059a4647" providerId="ADAL" clId="{F7FF961E-CF96-44AC-93C2-93612F62D46D}" dt="2026-03-02T07:57:15.319" v="929" actId="47"/>
        <pc:sldMkLst>
          <pc:docMk/>
          <pc:sldMk cId="1930905954" sldId="314"/>
        </pc:sldMkLst>
        <pc:spChg chg="mod">
          <ac:chgData name="Berg, Dirk van den" userId="035ecb32-01d9-4b47-a105-eacf059a4647" providerId="ADAL" clId="{F7FF961E-CF96-44AC-93C2-93612F62D46D}" dt="2026-03-02T07:56:38.192" v="860" actId="20577"/>
          <ac:spMkLst>
            <pc:docMk/>
            <pc:sldMk cId="1930905954" sldId="314"/>
            <ac:spMk id="2" creationId="{71659C6F-D206-A261-DADA-F8FCC102F50E}"/>
          </ac:spMkLst>
        </pc:spChg>
        <pc:spChg chg="mod">
          <ac:chgData name="Berg, Dirk van den" userId="035ecb32-01d9-4b47-a105-eacf059a4647" providerId="ADAL" clId="{F7FF961E-CF96-44AC-93C2-93612F62D46D}" dt="2026-03-02T07:57:12.777" v="928" actId="20577"/>
          <ac:spMkLst>
            <pc:docMk/>
            <pc:sldMk cId="1930905954" sldId="314"/>
            <ac:spMk id="3" creationId="{9E559DD5-8BB5-FD79-9F44-8D958024C795}"/>
          </ac:spMkLst>
        </pc:spChg>
      </pc:sldChg>
      <pc:sldChg chg="addSp delSp modSp new del mod setBg modShow">
        <pc:chgData name="Berg, Dirk van den" userId="035ecb32-01d9-4b47-a105-eacf059a4647" providerId="ADAL" clId="{F7FF961E-CF96-44AC-93C2-93612F62D46D}" dt="2026-03-02T08:05:58.830" v="1096" actId="47"/>
        <pc:sldMkLst>
          <pc:docMk/>
          <pc:sldMk cId="970229177" sldId="315"/>
        </pc:sldMkLst>
        <pc:spChg chg="add del mod">
          <ac:chgData name="Berg, Dirk van den" userId="035ecb32-01d9-4b47-a105-eacf059a4647" providerId="ADAL" clId="{F7FF961E-CF96-44AC-93C2-93612F62D46D}" dt="2026-03-02T08:02:14.866" v="1049" actId="5793"/>
          <ac:spMkLst>
            <pc:docMk/>
            <pc:sldMk cId="970229177" sldId="315"/>
            <ac:spMk id="2" creationId="{9FB27BCD-3478-2FDF-8012-6F6B1E408DA9}"/>
          </ac:spMkLst>
        </pc:spChg>
        <pc:spChg chg="del">
          <ac:chgData name="Berg, Dirk van den" userId="035ecb32-01d9-4b47-a105-eacf059a4647" providerId="ADAL" clId="{F7FF961E-CF96-44AC-93C2-93612F62D46D}" dt="2026-03-02T08:01:43.666" v="1031"/>
          <ac:spMkLst>
            <pc:docMk/>
            <pc:sldMk cId="970229177" sldId="315"/>
            <ac:spMk id="3" creationId="{2A9715CC-13BA-3B18-4A0D-B6631B6AC97A}"/>
          </ac:spMkLst>
        </pc:spChg>
        <pc:spChg chg="add del">
          <ac:chgData name="Berg, Dirk van den" userId="035ecb32-01d9-4b47-a105-eacf059a4647" providerId="ADAL" clId="{F7FF961E-CF96-44AC-93C2-93612F62D46D}" dt="2026-03-02T08:01:58.447" v="1035" actId="26606"/>
          <ac:spMkLst>
            <pc:docMk/>
            <pc:sldMk cId="970229177" sldId="315"/>
            <ac:spMk id="6" creationId="{5105D448-4A6C-48A3-8C3C-71AF58F3E506}"/>
          </ac:spMkLst>
        </pc:spChg>
        <pc:spChg chg="add del">
          <ac:chgData name="Berg, Dirk van den" userId="035ecb32-01d9-4b47-a105-eacf059a4647" providerId="ADAL" clId="{F7FF961E-CF96-44AC-93C2-93612F62D46D}" dt="2026-03-02T08:01:58.447" v="1035" actId="26606"/>
          <ac:spMkLst>
            <pc:docMk/>
            <pc:sldMk cId="970229177" sldId="315"/>
            <ac:spMk id="7" creationId="{4025579F-C5D8-43BE-AF84-3E66A482C567}"/>
          </ac:spMkLst>
        </pc:spChg>
        <pc:spChg chg="add del">
          <ac:chgData name="Berg, Dirk van den" userId="035ecb32-01d9-4b47-a105-eacf059a4647" providerId="ADAL" clId="{F7FF961E-CF96-44AC-93C2-93612F62D46D}" dt="2026-03-02T08:01:50.995" v="1033" actId="26606"/>
          <ac:spMkLst>
            <pc:docMk/>
            <pc:sldMk cId="970229177" sldId="315"/>
            <ac:spMk id="9" creationId="{F3060C83-F051-4F0E-ABAD-AA0DFC48B218}"/>
          </ac:spMkLst>
        </pc:spChg>
        <pc:spChg chg="add del">
          <ac:chgData name="Berg, Dirk van den" userId="035ecb32-01d9-4b47-a105-eacf059a4647" providerId="ADAL" clId="{F7FF961E-CF96-44AC-93C2-93612F62D46D}" dt="2026-03-02T08:01:50.995" v="1033" actId="26606"/>
          <ac:spMkLst>
            <pc:docMk/>
            <pc:sldMk cId="970229177" sldId="315"/>
            <ac:spMk id="11" creationId="{83C98ABE-055B-441F-B07E-44F97F083C39}"/>
          </ac:spMkLst>
        </pc:spChg>
        <pc:spChg chg="add del">
          <ac:chgData name="Berg, Dirk van den" userId="035ecb32-01d9-4b47-a105-eacf059a4647" providerId="ADAL" clId="{F7FF961E-CF96-44AC-93C2-93612F62D46D}" dt="2026-03-02T08:01:50.995" v="1033" actId="26606"/>
          <ac:spMkLst>
            <pc:docMk/>
            <pc:sldMk cId="970229177" sldId="315"/>
            <ac:spMk id="13" creationId="{29FDB030-9B49-4CED-8CCD-4D99382388AC}"/>
          </ac:spMkLst>
        </pc:spChg>
        <pc:spChg chg="add del">
          <ac:chgData name="Berg, Dirk van den" userId="035ecb32-01d9-4b47-a105-eacf059a4647" providerId="ADAL" clId="{F7FF961E-CF96-44AC-93C2-93612F62D46D}" dt="2026-03-02T08:01:50.995" v="1033" actId="26606"/>
          <ac:spMkLst>
            <pc:docMk/>
            <pc:sldMk cId="970229177" sldId="315"/>
            <ac:spMk id="15" creationId="{3783CA14-24A1-485C-8B30-D6A5D87987AD}"/>
          </ac:spMkLst>
        </pc:spChg>
        <pc:spChg chg="add del">
          <ac:chgData name="Berg, Dirk van den" userId="035ecb32-01d9-4b47-a105-eacf059a4647" providerId="ADAL" clId="{F7FF961E-CF96-44AC-93C2-93612F62D46D}" dt="2026-03-02T08:01:50.995" v="1033" actId="26606"/>
          <ac:spMkLst>
            <pc:docMk/>
            <pc:sldMk cId="970229177" sldId="315"/>
            <ac:spMk id="17" creationId="{9A97C86A-04D6-40F7-AE84-31AB43E6A846}"/>
          </ac:spMkLst>
        </pc:spChg>
        <pc:spChg chg="add del">
          <ac:chgData name="Berg, Dirk van den" userId="035ecb32-01d9-4b47-a105-eacf059a4647" providerId="ADAL" clId="{F7FF961E-CF96-44AC-93C2-93612F62D46D}" dt="2026-03-02T08:01:50.995" v="1033" actId="26606"/>
          <ac:spMkLst>
            <pc:docMk/>
            <pc:sldMk cId="970229177" sldId="315"/>
            <ac:spMk id="19" creationId="{FF9F2414-84E8-453E-B1F3-389FDE8192D9}"/>
          </ac:spMkLst>
        </pc:spChg>
        <pc:spChg chg="add del">
          <ac:chgData name="Berg, Dirk van den" userId="035ecb32-01d9-4b47-a105-eacf059a4647" providerId="ADAL" clId="{F7FF961E-CF96-44AC-93C2-93612F62D46D}" dt="2026-03-02T08:01:50.995" v="1033" actId="26606"/>
          <ac:spMkLst>
            <pc:docMk/>
            <pc:sldMk cId="970229177" sldId="315"/>
            <ac:spMk id="21" creationId="{3ECA69A1-7536-43AC-85EF-C7106179F5ED}"/>
          </ac:spMkLst>
        </pc:spChg>
        <pc:graphicFrameChg chg="add mod modGraphic">
          <ac:chgData name="Berg, Dirk van den" userId="035ecb32-01d9-4b47-a105-eacf059a4647" providerId="ADAL" clId="{F7FF961E-CF96-44AC-93C2-93612F62D46D}" dt="2026-03-02T08:02:25.946" v="1052" actId="20577"/>
          <ac:graphicFrameMkLst>
            <pc:docMk/>
            <pc:sldMk cId="970229177" sldId="315"/>
            <ac:graphicFrameMk id="4" creationId="{9FA73851-4BAE-EEA8-995C-F37C1894A657}"/>
          </ac:graphicFrameMkLst>
        </pc:graphicFrameChg>
      </pc:sldChg>
      <pc:sldChg chg="modSp new mod">
        <pc:chgData name="Berg, Dirk van den" userId="035ecb32-01d9-4b47-a105-eacf059a4647" providerId="ADAL" clId="{F7FF961E-CF96-44AC-93C2-93612F62D46D}" dt="2026-03-02T08:08:09.350" v="1308" actId="20577"/>
        <pc:sldMkLst>
          <pc:docMk/>
          <pc:sldMk cId="2643926971" sldId="315"/>
        </pc:sldMkLst>
        <pc:spChg chg="mod">
          <ac:chgData name="Berg, Dirk van den" userId="035ecb32-01d9-4b47-a105-eacf059a4647" providerId="ADAL" clId="{F7FF961E-CF96-44AC-93C2-93612F62D46D}" dt="2026-03-02T08:06:23.342" v="1104" actId="20577"/>
          <ac:spMkLst>
            <pc:docMk/>
            <pc:sldMk cId="2643926971" sldId="315"/>
            <ac:spMk id="2" creationId="{9D7680B4-0510-B446-4231-32A0C273FF32}"/>
          </ac:spMkLst>
        </pc:spChg>
        <pc:spChg chg="mod">
          <ac:chgData name="Berg, Dirk van den" userId="035ecb32-01d9-4b47-a105-eacf059a4647" providerId="ADAL" clId="{F7FF961E-CF96-44AC-93C2-93612F62D46D}" dt="2026-03-02T08:08:09.350" v="1308" actId="20577"/>
          <ac:spMkLst>
            <pc:docMk/>
            <pc:sldMk cId="2643926971" sldId="315"/>
            <ac:spMk id="3" creationId="{33B2B5B2-98FD-E25B-9F75-65F8E0CCD047}"/>
          </ac:spMkLst>
        </pc:spChg>
      </pc:sldChg>
      <pc:sldChg chg="modSp new">
        <pc:chgData name="Berg, Dirk van den" userId="035ecb32-01d9-4b47-a105-eacf059a4647" providerId="ADAL" clId="{F7FF961E-CF96-44AC-93C2-93612F62D46D}" dt="2026-03-02T08:08:28.838" v="1311"/>
        <pc:sldMkLst>
          <pc:docMk/>
          <pc:sldMk cId="3934937382" sldId="316"/>
        </pc:sldMkLst>
        <pc:spChg chg="mod">
          <ac:chgData name="Berg, Dirk van den" userId="035ecb32-01d9-4b47-a105-eacf059a4647" providerId="ADAL" clId="{F7FF961E-CF96-44AC-93C2-93612F62D46D}" dt="2026-03-02T08:08:23.977" v="1310"/>
          <ac:spMkLst>
            <pc:docMk/>
            <pc:sldMk cId="3934937382" sldId="316"/>
            <ac:spMk id="2" creationId="{D9A1739C-6B91-8F66-8B52-308CC284EABC}"/>
          </ac:spMkLst>
        </pc:spChg>
        <pc:spChg chg="mod">
          <ac:chgData name="Berg, Dirk van den" userId="035ecb32-01d9-4b47-a105-eacf059a4647" providerId="ADAL" clId="{F7FF961E-CF96-44AC-93C2-93612F62D46D}" dt="2026-03-02T08:08:28.838" v="1311"/>
          <ac:spMkLst>
            <pc:docMk/>
            <pc:sldMk cId="3934937382" sldId="316"/>
            <ac:spMk id="3" creationId="{BC59B46D-F744-35B3-A016-9DFBB2A609F0}"/>
          </ac:spMkLst>
        </pc:spChg>
      </pc:sldChg>
      <pc:sldChg chg="modSp new">
        <pc:chgData name="Berg, Dirk van den" userId="035ecb32-01d9-4b47-a105-eacf059a4647" providerId="ADAL" clId="{F7FF961E-CF96-44AC-93C2-93612F62D46D}" dt="2026-03-02T08:08:52.125" v="1315"/>
        <pc:sldMkLst>
          <pc:docMk/>
          <pc:sldMk cId="2975506649" sldId="317"/>
        </pc:sldMkLst>
        <pc:spChg chg="mod">
          <ac:chgData name="Berg, Dirk van den" userId="035ecb32-01d9-4b47-a105-eacf059a4647" providerId="ADAL" clId="{F7FF961E-CF96-44AC-93C2-93612F62D46D}" dt="2026-03-02T08:08:48.291" v="1314"/>
          <ac:spMkLst>
            <pc:docMk/>
            <pc:sldMk cId="2975506649" sldId="317"/>
            <ac:spMk id="2" creationId="{0DF56FA4-A66F-4DB7-400C-FCFB35D05F8D}"/>
          </ac:spMkLst>
        </pc:spChg>
        <pc:spChg chg="mod">
          <ac:chgData name="Berg, Dirk van den" userId="035ecb32-01d9-4b47-a105-eacf059a4647" providerId="ADAL" clId="{F7FF961E-CF96-44AC-93C2-93612F62D46D}" dt="2026-03-02T08:08:52.125" v="1315"/>
          <ac:spMkLst>
            <pc:docMk/>
            <pc:sldMk cId="2975506649" sldId="317"/>
            <ac:spMk id="3" creationId="{899E7776-E54D-C2BC-2404-0DBD3FE9B0E7}"/>
          </ac:spMkLst>
        </pc:spChg>
      </pc:sldChg>
      <pc:sldChg chg="modSp new mod">
        <pc:chgData name="Berg, Dirk van den" userId="035ecb32-01d9-4b47-a105-eacf059a4647" providerId="ADAL" clId="{F7FF961E-CF96-44AC-93C2-93612F62D46D}" dt="2026-03-02T08:09:53.155" v="1334" actId="20577"/>
        <pc:sldMkLst>
          <pc:docMk/>
          <pc:sldMk cId="1939348350" sldId="318"/>
        </pc:sldMkLst>
        <pc:spChg chg="mod">
          <ac:chgData name="Berg, Dirk van den" userId="035ecb32-01d9-4b47-a105-eacf059a4647" providerId="ADAL" clId="{F7FF961E-CF96-44AC-93C2-93612F62D46D}" dt="2026-03-02T08:09:53.155" v="1334" actId="20577"/>
          <ac:spMkLst>
            <pc:docMk/>
            <pc:sldMk cId="1939348350" sldId="318"/>
            <ac:spMk id="3" creationId="{ED108F8A-6C8D-7FA2-3DED-013285159726}"/>
          </ac:spMkLst>
        </pc:spChg>
      </pc:sldChg>
      <pc:sldChg chg="modSp new mod modNotesTx">
        <pc:chgData name="Berg, Dirk van den" userId="035ecb32-01d9-4b47-a105-eacf059a4647" providerId="ADAL" clId="{F7FF961E-CF96-44AC-93C2-93612F62D46D}" dt="2026-03-02T09:03:13.860" v="1834" actId="20577"/>
        <pc:sldMkLst>
          <pc:docMk/>
          <pc:sldMk cId="2405937322" sldId="319"/>
        </pc:sldMkLst>
        <pc:spChg chg="mod">
          <ac:chgData name="Berg, Dirk van den" userId="035ecb32-01d9-4b47-a105-eacf059a4647" providerId="ADAL" clId="{F7FF961E-CF96-44AC-93C2-93612F62D46D}" dt="2026-03-02T08:10:32.621" v="1370" actId="20577"/>
          <ac:spMkLst>
            <pc:docMk/>
            <pc:sldMk cId="2405937322" sldId="319"/>
            <ac:spMk id="2" creationId="{63791215-6317-DAC1-89B7-4C8D328BEE1B}"/>
          </ac:spMkLst>
        </pc:spChg>
        <pc:spChg chg="mod">
          <ac:chgData name="Berg, Dirk van den" userId="035ecb32-01d9-4b47-a105-eacf059a4647" providerId="ADAL" clId="{F7FF961E-CF96-44AC-93C2-93612F62D46D}" dt="2026-03-02T08:10:18.366" v="1336"/>
          <ac:spMkLst>
            <pc:docMk/>
            <pc:sldMk cId="2405937322" sldId="319"/>
            <ac:spMk id="3" creationId="{4E92E92D-C8E9-BB19-5915-494BB582DE10}"/>
          </ac:spMkLst>
        </pc:spChg>
      </pc:sldChg>
      <pc:sldChg chg="addSp delSp modSp new mod setBg modNotesTx">
        <pc:chgData name="Berg, Dirk van den" userId="035ecb32-01d9-4b47-a105-eacf059a4647" providerId="ADAL" clId="{F7FF961E-CF96-44AC-93C2-93612F62D46D}" dt="2026-03-02T09:08:47.964" v="1888" actId="20577"/>
        <pc:sldMkLst>
          <pc:docMk/>
          <pc:sldMk cId="1520812418" sldId="320"/>
        </pc:sldMkLst>
        <pc:spChg chg="mod">
          <ac:chgData name="Berg, Dirk van den" userId="035ecb32-01d9-4b47-a105-eacf059a4647" providerId="ADAL" clId="{F7FF961E-CF96-44AC-93C2-93612F62D46D}" dt="2026-03-02T08:12:39.967" v="1390" actId="26606"/>
          <ac:spMkLst>
            <pc:docMk/>
            <pc:sldMk cId="1520812418" sldId="320"/>
            <ac:spMk id="2" creationId="{A42B1D5D-2609-E16F-0C27-9EEBBC61847A}"/>
          </ac:spMkLst>
        </pc:spChg>
        <pc:spChg chg="del mod">
          <ac:chgData name="Berg, Dirk van den" userId="035ecb32-01d9-4b47-a105-eacf059a4647" providerId="ADAL" clId="{F7FF961E-CF96-44AC-93C2-93612F62D46D}" dt="2026-03-02T08:11:35.231" v="1381" actId="22"/>
          <ac:spMkLst>
            <pc:docMk/>
            <pc:sldMk cId="1520812418" sldId="320"/>
            <ac:spMk id="3" creationId="{76ABD064-E3F3-9FC5-0B61-E7692AD47980}"/>
          </ac:spMkLst>
        </pc:spChg>
        <pc:spChg chg="add del">
          <ac:chgData name="Berg, Dirk van den" userId="035ecb32-01d9-4b47-a105-eacf059a4647" providerId="ADAL" clId="{F7FF961E-CF96-44AC-93C2-93612F62D46D}" dt="2026-03-02T08:12:39.967" v="1390" actId="26606"/>
          <ac:spMkLst>
            <pc:docMk/>
            <pc:sldMk cId="1520812418" sldId="320"/>
            <ac:spMk id="12" creationId="{C4879EFC-8E62-4E00-973C-C45EE9EC676D}"/>
          </ac:spMkLst>
        </pc:spChg>
        <pc:spChg chg="add del">
          <ac:chgData name="Berg, Dirk van den" userId="035ecb32-01d9-4b47-a105-eacf059a4647" providerId="ADAL" clId="{F7FF961E-CF96-44AC-93C2-93612F62D46D}" dt="2026-03-02T08:12:39.967" v="1390" actId="26606"/>
          <ac:spMkLst>
            <pc:docMk/>
            <pc:sldMk cId="1520812418" sldId="320"/>
            <ac:spMk id="14" creationId="{D6A9C53F-5F90-40A5-8C85-5412D39C8C68}"/>
          </ac:spMkLst>
        </pc:spChg>
        <pc:picChg chg="add mod ord">
          <ac:chgData name="Berg, Dirk van den" userId="035ecb32-01d9-4b47-a105-eacf059a4647" providerId="ADAL" clId="{F7FF961E-CF96-44AC-93C2-93612F62D46D}" dt="2026-03-02T08:12:39.967" v="1390" actId="26606"/>
          <ac:picMkLst>
            <pc:docMk/>
            <pc:sldMk cId="1520812418" sldId="320"/>
            <ac:picMk id="5" creationId="{0210A590-DFC9-47BD-1AD1-D3D33F5BDB29}"/>
          </ac:picMkLst>
        </pc:picChg>
        <pc:picChg chg="add mod">
          <ac:chgData name="Berg, Dirk van den" userId="035ecb32-01d9-4b47-a105-eacf059a4647" providerId="ADAL" clId="{F7FF961E-CF96-44AC-93C2-93612F62D46D}" dt="2026-03-02T08:12:39.967" v="1390" actId="26606"/>
          <ac:picMkLst>
            <pc:docMk/>
            <pc:sldMk cId="1520812418" sldId="320"/>
            <ac:picMk id="7" creationId="{605E25C9-D294-8D2B-FB71-2D9401EB2655}"/>
          </ac:picMkLst>
        </pc:picChg>
      </pc:sldChg>
      <pc:sldChg chg="modSp new mod">
        <pc:chgData name="Berg, Dirk van den" userId="035ecb32-01d9-4b47-a105-eacf059a4647" providerId="ADAL" clId="{F7FF961E-CF96-44AC-93C2-93612F62D46D}" dt="2026-03-02T08:17:37.596" v="1491" actId="20577"/>
        <pc:sldMkLst>
          <pc:docMk/>
          <pc:sldMk cId="2810422010" sldId="321"/>
        </pc:sldMkLst>
        <pc:spChg chg="mod">
          <ac:chgData name="Berg, Dirk van den" userId="035ecb32-01d9-4b47-a105-eacf059a4647" providerId="ADAL" clId="{F7FF961E-CF96-44AC-93C2-93612F62D46D}" dt="2026-03-02T08:13:32.059" v="1397"/>
          <ac:spMkLst>
            <pc:docMk/>
            <pc:sldMk cId="2810422010" sldId="321"/>
            <ac:spMk id="2" creationId="{9CC48F08-BEB3-3AEB-E3C1-9F7CD97EB345}"/>
          </ac:spMkLst>
        </pc:spChg>
        <pc:spChg chg="mod">
          <ac:chgData name="Berg, Dirk van den" userId="035ecb32-01d9-4b47-a105-eacf059a4647" providerId="ADAL" clId="{F7FF961E-CF96-44AC-93C2-93612F62D46D}" dt="2026-03-02T08:17:37.596" v="1491" actId="20577"/>
          <ac:spMkLst>
            <pc:docMk/>
            <pc:sldMk cId="2810422010" sldId="321"/>
            <ac:spMk id="3" creationId="{BB67F4BF-9A3D-804B-30BB-C5BA9E5B3B9E}"/>
          </ac:spMkLst>
        </pc:spChg>
      </pc:sldChg>
      <pc:sldChg chg="modSp new mod modNotesTx">
        <pc:chgData name="Berg, Dirk van den" userId="035ecb32-01d9-4b47-a105-eacf059a4647" providerId="ADAL" clId="{F7FF961E-CF96-44AC-93C2-93612F62D46D}" dt="2026-03-02T09:03:42.306" v="1835" actId="20577"/>
        <pc:sldMkLst>
          <pc:docMk/>
          <pc:sldMk cId="2348641296" sldId="322"/>
        </pc:sldMkLst>
        <pc:spChg chg="mod">
          <ac:chgData name="Berg, Dirk van den" userId="035ecb32-01d9-4b47-a105-eacf059a4647" providerId="ADAL" clId="{F7FF961E-CF96-44AC-93C2-93612F62D46D}" dt="2026-03-02T09:03:42.306" v="1835" actId="20577"/>
          <ac:spMkLst>
            <pc:docMk/>
            <pc:sldMk cId="2348641296" sldId="322"/>
            <ac:spMk id="2" creationId="{3F0F87EE-7312-98D0-9A1B-2EE8B04CD7D1}"/>
          </ac:spMkLst>
        </pc:spChg>
        <pc:spChg chg="mod">
          <ac:chgData name="Berg, Dirk van den" userId="035ecb32-01d9-4b47-a105-eacf059a4647" providerId="ADAL" clId="{F7FF961E-CF96-44AC-93C2-93612F62D46D}" dt="2026-03-02T08:23:15.788" v="1740" actId="20577"/>
          <ac:spMkLst>
            <pc:docMk/>
            <pc:sldMk cId="2348641296" sldId="322"/>
            <ac:spMk id="3" creationId="{F9B8891E-0A1C-81BD-AB78-20A5A4B06B8B}"/>
          </ac:spMkLst>
        </pc:spChg>
      </pc:sldChg>
      <pc:sldChg chg="addSp modSp new mod">
        <pc:chgData name="Berg, Dirk van den" userId="035ecb32-01d9-4b47-a105-eacf059a4647" providerId="ADAL" clId="{F7FF961E-CF96-44AC-93C2-93612F62D46D}" dt="2026-03-02T08:23:44.475" v="1745" actId="1076"/>
        <pc:sldMkLst>
          <pc:docMk/>
          <pc:sldMk cId="3015838471" sldId="323"/>
        </pc:sldMkLst>
        <pc:picChg chg="add mod">
          <ac:chgData name="Berg, Dirk van den" userId="035ecb32-01d9-4b47-a105-eacf059a4647" providerId="ADAL" clId="{F7FF961E-CF96-44AC-93C2-93612F62D46D}" dt="2026-03-02T08:23:44.475" v="1745" actId="1076"/>
          <ac:picMkLst>
            <pc:docMk/>
            <pc:sldMk cId="3015838471" sldId="323"/>
            <ac:picMk id="5" creationId="{724B17D4-C857-0363-3D31-CA30495B62F2}"/>
          </ac:picMkLst>
        </pc:picChg>
      </pc:sldChg>
    </pc:docChg>
  </pc:docChgLst>
  <pc:docChgLst>
    <pc:chgData name="Hoekstra, Jan" userId="5d496fe4-0c87-4596-89e4-7951f4c87ccb" providerId="ADAL" clId="{97D91625-A293-482C-B427-66C0286D47AF}"/>
    <pc:docChg chg="undo custSel addSld modSld">
      <pc:chgData name="Hoekstra, Jan" userId="5d496fe4-0c87-4596-89e4-7951f4c87ccb" providerId="ADAL" clId="{97D91625-A293-482C-B427-66C0286D47AF}" dt="2026-02-02T15:29:04.079" v="1141" actId="114"/>
      <pc:docMkLst>
        <pc:docMk/>
      </pc:docMkLst>
      <pc:sldChg chg="addSp modSp mod">
        <pc:chgData name="Hoekstra, Jan" userId="5d496fe4-0c87-4596-89e4-7951f4c87ccb" providerId="ADAL" clId="{97D91625-A293-482C-B427-66C0286D47AF}" dt="2026-02-02T15:29:04.079" v="1141" actId="114"/>
        <pc:sldMkLst>
          <pc:docMk/>
          <pc:sldMk cId="2679595137" sldId="257"/>
        </pc:sldMkLst>
        <pc:spChg chg="mod">
          <ac:chgData name="Hoekstra, Jan" userId="5d496fe4-0c87-4596-89e4-7951f4c87ccb" providerId="ADAL" clId="{97D91625-A293-482C-B427-66C0286D47AF}" dt="2026-02-02T15:25:52.790" v="826" actId="20577"/>
          <ac:spMkLst>
            <pc:docMk/>
            <pc:sldMk cId="2679595137" sldId="257"/>
            <ac:spMk id="3" creationId="{DAAEF679-3C39-E36C-B710-9B50CBAE487E}"/>
          </ac:spMkLst>
        </pc:spChg>
      </pc:sldChg>
      <pc:sldChg chg="addSp modSp new mod">
        <pc:chgData name="Hoekstra, Jan" userId="5d496fe4-0c87-4596-89e4-7951f4c87ccb" providerId="ADAL" clId="{97D91625-A293-482C-B427-66C0286D47AF}" dt="2026-02-02T15:27:13.239" v="1012" actId="20577"/>
        <pc:sldMkLst>
          <pc:docMk/>
          <pc:sldMk cId="2138626586" sldId="259"/>
        </pc:sldMkLst>
        <pc:spChg chg="mod">
          <ac:chgData name="Hoekstra, Jan" userId="5d496fe4-0c87-4596-89e4-7951f4c87ccb" providerId="ADAL" clId="{97D91625-A293-482C-B427-66C0286D47AF}" dt="2026-02-02T15:21:38.324" v="75" actId="20577"/>
          <ac:spMkLst>
            <pc:docMk/>
            <pc:sldMk cId="2138626586" sldId="259"/>
            <ac:spMk id="2" creationId="{1241CBB4-4332-CC27-31DC-1118749DC9EE}"/>
          </ac:spMkLst>
        </pc:spChg>
        <pc:spChg chg="mod">
          <ac:chgData name="Hoekstra, Jan" userId="5d496fe4-0c87-4596-89e4-7951f4c87ccb" providerId="ADAL" clId="{97D91625-A293-482C-B427-66C0286D47AF}" dt="2026-02-02T15:22:56.417" v="251" actId="20577"/>
          <ac:spMkLst>
            <pc:docMk/>
            <pc:sldMk cId="2138626586" sldId="259"/>
            <ac:spMk id="3" creationId="{EF5F3971-08E2-AD39-C334-D1FA58F77EB2}"/>
          </ac:spMkLst>
        </pc:spChg>
      </pc:sldChg>
      <pc:sldChg chg="addSp modSp new mod">
        <pc:chgData name="Hoekstra, Jan" userId="5d496fe4-0c87-4596-89e4-7951f4c87ccb" providerId="ADAL" clId="{97D91625-A293-482C-B427-66C0286D47AF}" dt="2026-02-02T15:24:23.914" v="615"/>
        <pc:sldMkLst>
          <pc:docMk/>
          <pc:sldMk cId="2175299465" sldId="260"/>
        </pc:sldMkLst>
        <pc:spChg chg="mod">
          <ac:chgData name="Hoekstra, Jan" userId="5d496fe4-0c87-4596-89e4-7951f4c87ccb" providerId="ADAL" clId="{97D91625-A293-482C-B427-66C0286D47AF}" dt="2026-02-02T15:23:06.129" v="262" actId="20577"/>
          <ac:spMkLst>
            <pc:docMk/>
            <pc:sldMk cId="2175299465" sldId="260"/>
            <ac:spMk id="2" creationId="{8275DA82-033F-A5A9-8242-2D5896D94857}"/>
          </ac:spMkLst>
        </pc:spChg>
        <pc:spChg chg="mod">
          <ac:chgData name="Hoekstra, Jan" userId="5d496fe4-0c87-4596-89e4-7951f4c87ccb" providerId="ADAL" clId="{97D91625-A293-482C-B427-66C0286D47AF}" dt="2026-02-02T15:24:18.480" v="614" actId="20577"/>
          <ac:spMkLst>
            <pc:docMk/>
            <pc:sldMk cId="2175299465" sldId="260"/>
            <ac:spMk id="3" creationId="{07C68050-ABAC-21A7-30BB-2C997CD155E6}"/>
          </ac:spMkLst>
        </pc:spChg>
      </pc:sldChg>
      <pc:sldChg chg="modSp new mod">
        <pc:chgData name="Hoekstra, Jan" userId="5d496fe4-0c87-4596-89e4-7951f4c87ccb" providerId="ADAL" clId="{97D91625-A293-482C-B427-66C0286D47AF}" dt="2026-02-02T15:26:33.865" v="951" actId="20577"/>
        <pc:sldMkLst>
          <pc:docMk/>
          <pc:sldMk cId="4133975854" sldId="261"/>
        </pc:sldMkLst>
        <pc:spChg chg="mod">
          <ac:chgData name="Hoekstra, Jan" userId="5d496fe4-0c87-4596-89e4-7951f4c87ccb" providerId="ADAL" clId="{97D91625-A293-482C-B427-66C0286D47AF}" dt="2026-02-02T15:24:51.240" v="639" actId="20577"/>
          <ac:spMkLst>
            <pc:docMk/>
            <pc:sldMk cId="4133975854" sldId="261"/>
            <ac:spMk id="2" creationId="{CE8922FA-98D7-2929-D27F-810CECE6E8CA}"/>
          </ac:spMkLst>
        </pc:spChg>
        <pc:spChg chg="mod">
          <ac:chgData name="Hoekstra, Jan" userId="5d496fe4-0c87-4596-89e4-7951f4c87ccb" providerId="ADAL" clId="{97D91625-A293-482C-B427-66C0286D47AF}" dt="2026-02-02T15:26:33.865" v="951" actId="20577"/>
          <ac:spMkLst>
            <pc:docMk/>
            <pc:sldMk cId="4133975854" sldId="261"/>
            <ac:spMk id="3" creationId="{78179DB8-2509-8E4F-14E4-B0B6B2FE756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853308-0D41-492E-8988-38D0B9C424D8}" type="datetimeFigureOut">
              <a:rPr lang="en-NL" smtClean="0"/>
              <a:t>02/03/2026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A97BAD-7668-4555-9914-B9C74190D58F}" type="slidenum">
              <a:rPr lang="en-NL" smtClean="0"/>
              <a:t>‹#›</a:t>
            </a:fld>
            <a:endParaRPr lang="en-NL"/>
          </a:p>
        </p:txBody>
      </p:sp>
    </p:spTree>
    <p:extLst>
      <p:ext uri="{BB962C8B-B14F-4D97-AF65-F5344CB8AC3E}">
        <p14:creationId xmlns:p14="http://schemas.microsoft.com/office/powerpoint/2010/main" val="1540508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Baseline LTI model:</a:t>
            </a:r>
            <a:r>
              <a:rPr lang="en-US" sz="1200" b="0" i="0" kern="1200" dirty="0">
                <a:solidFill>
                  <a:schemeClr val="tx1"/>
                </a:solidFill>
                <a:effectLst/>
                <a:latin typeface="+mn-lt"/>
                <a:ea typeface="+mn-ea"/>
                <a:cs typeface="+mn-cs"/>
              </a:rPr>
              <a:t> one fixed linear model (constant A,B,C,D) meant to approximate the system “on average” over a range of conditions. It does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change with operating point.</a:t>
            </a:r>
          </a:p>
          <a:p>
            <a:r>
              <a:rPr lang="en-US" sz="1200" b="1" i="0" kern="1200" dirty="0">
                <a:solidFill>
                  <a:schemeClr val="tx1"/>
                </a:solidFill>
                <a:effectLst/>
                <a:latin typeface="+mn-lt"/>
                <a:ea typeface="+mn-ea"/>
                <a:cs typeface="+mn-cs"/>
              </a:rPr>
              <a:t>Local linear model at the current operating point:</a:t>
            </a:r>
            <a:r>
              <a:rPr lang="en-US" sz="1200" b="0" i="0" kern="1200" dirty="0">
                <a:solidFill>
                  <a:schemeClr val="tx1"/>
                </a:solidFill>
                <a:effectLst/>
                <a:latin typeface="+mn-lt"/>
                <a:ea typeface="+mn-ea"/>
                <a:cs typeface="+mn-cs"/>
              </a:rPr>
              <a:t> the linearization that best matches the system </a:t>
            </a:r>
            <a:r>
              <a:rPr lang="en-US" sz="1200" b="1" i="0" kern="1200" dirty="0">
                <a:solidFill>
                  <a:schemeClr val="tx1"/>
                </a:solidFill>
                <a:effectLst/>
                <a:latin typeface="+mn-lt"/>
                <a:ea typeface="+mn-ea"/>
                <a:cs typeface="+mn-cs"/>
              </a:rPr>
              <a:t>around the current state/inputs</a:t>
            </a:r>
            <a:r>
              <a:rPr lang="en-US" sz="1200" b="0" i="0" kern="1200" dirty="0">
                <a:solidFill>
                  <a:schemeClr val="tx1"/>
                </a:solidFill>
                <a:effectLst/>
                <a:latin typeface="+mn-lt"/>
                <a:ea typeface="+mn-ea"/>
                <a:cs typeface="+mn-cs"/>
              </a:rPr>
              <a:t> (i.e., around the current operating point). Its matrices effectively depend on where you are, so it can be written as A(p),B(p),C(p),D(p).</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LPV models capture nonlinear behavior by letting the state-space matrices depend on a scheduling signal p(k). You can view this either as directly time-varying matrices A(p),B(p),C(p),D(p), or as an LTI baseline interconnected with a parameter-varying ‘delta’ block Δ(p(k)) that modifies the baseline dynamics as the operating point changes.</a:t>
            </a:r>
            <a:endParaRPr lang="en-NL" dirty="0"/>
          </a:p>
        </p:txBody>
      </p:sp>
      <p:sp>
        <p:nvSpPr>
          <p:cNvPr id="4" name="Slide Number Placeholder 3"/>
          <p:cNvSpPr>
            <a:spLocks noGrp="1"/>
          </p:cNvSpPr>
          <p:nvPr>
            <p:ph type="sldNum" sz="quarter" idx="5"/>
          </p:nvPr>
        </p:nvSpPr>
        <p:spPr/>
        <p:txBody>
          <a:bodyPr/>
          <a:lstStyle/>
          <a:p>
            <a:fld id="{7EA97BAD-7668-4555-9914-B9C74190D58F}" type="slidenum">
              <a:rPr lang="en-NL" smtClean="0"/>
              <a:t>5</a:t>
            </a:fld>
            <a:endParaRPr lang="en-NL"/>
          </a:p>
        </p:txBody>
      </p:sp>
    </p:spTree>
    <p:extLst>
      <p:ext uri="{BB962C8B-B14F-4D97-AF65-F5344CB8AC3E}">
        <p14:creationId xmlns:p14="http://schemas.microsoft.com/office/powerpoint/2010/main" val="1367243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Basis functions (structured)</a:t>
            </a:r>
          </a:p>
          <a:p>
            <a:r>
              <a:rPr lang="en-US" b="1" dirty="0"/>
              <a:t>Idea:</a:t>
            </a:r>
            <a:r>
              <a:rPr lang="en-US" dirty="0"/>
              <a:t> you choose a set of </a:t>
            </a:r>
            <a:r>
              <a:rPr lang="en-US" i="1" dirty="0"/>
              <a:t>meaningful</a:t>
            </a:r>
            <a:r>
              <a:rPr lang="en-US" dirty="0"/>
              <a:t> functions</a:t>
            </a:r>
          </a:p>
          <a:p>
            <a:endParaRPr lang="en-US" dirty="0"/>
          </a:p>
          <a:p>
            <a:endParaRPr lang="en-US" dirty="0"/>
          </a:p>
          <a:p>
            <a:r>
              <a:rPr lang="en-US" b="1" dirty="0"/>
              <a:t>Interpretable</a:t>
            </a:r>
            <a:r>
              <a:rPr lang="en-US" dirty="0"/>
              <a:t>: coefficients map to known effects.</a:t>
            </a:r>
          </a:p>
          <a:p>
            <a:r>
              <a:rPr lang="en-US" b="1" dirty="0"/>
              <a:t>Data-efficient</a:t>
            </a:r>
            <a:r>
              <a:rPr lang="en-US" dirty="0"/>
              <a:t>: strong prior structure → fewer parameters.</a:t>
            </a:r>
          </a:p>
          <a:p>
            <a:r>
              <a:rPr lang="en-US" b="1" dirty="0"/>
              <a:t>Easier to keep identifiable</a:t>
            </a:r>
            <a:r>
              <a:rPr lang="en-US" dirty="0"/>
              <a:t>: you can often design them to not overlap too much with physics terms (or enforce orthogonality).</a:t>
            </a:r>
          </a:p>
          <a:p>
            <a:r>
              <a:rPr lang="en-US" b="1" dirty="0"/>
              <a:t>Main downsides</a:t>
            </a:r>
          </a:p>
          <a:p>
            <a:r>
              <a:rPr lang="en-US" dirty="0"/>
              <a:t>You must </a:t>
            </a:r>
            <a:r>
              <a:rPr lang="en-US" b="1" dirty="0"/>
              <a:t>choose the right structure</a:t>
            </a:r>
            <a:r>
              <a:rPr lang="en-US" dirty="0"/>
              <a:t> and inputs.</a:t>
            </a:r>
          </a:p>
          <a:p>
            <a:r>
              <a:rPr lang="en-US" dirty="0"/>
              <a:t>If the true residual isn’t well represented by your chosen basis, you’ll underfit.</a:t>
            </a:r>
          </a:p>
          <a:p>
            <a:endParaRPr lang="en-NL" dirty="0"/>
          </a:p>
        </p:txBody>
      </p:sp>
      <p:sp>
        <p:nvSpPr>
          <p:cNvPr id="4" name="Slide Number Placeholder 3"/>
          <p:cNvSpPr>
            <a:spLocks noGrp="1"/>
          </p:cNvSpPr>
          <p:nvPr>
            <p:ph type="sldNum" sz="quarter" idx="5"/>
          </p:nvPr>
        </p:nvSpPr>
        <p:spPr/>
        <p:txBody>
          <a:bodyPr/>
          <a:lstStyle/>
          <a:p>
            <a:fld id="{7EA97BAD-7668-4555-9914-B9C74190D58F}" type="slidenum">
              <a:rPr lang="en-NL" smtClean="0"/>
              <a:t>9</a:t>
            </a:fld>
            <a:endParaRPr lang="en-NL"/>
          </a:p>
        </p:txBody>
      </p:sp>
    </p:spTree>
    <p:extLst>
      <p:ext uri="{BB962C8B-B14F-4D97-AF65-F5344CB8AC3E}">
        <p14:creationId xmlns:p14="http://schemas.microsoft.com/office/powerpoint/2010/main" val="3598005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Causal inverse model only depends on past inputs for model inversion</a:t>
            </a:r>
            <a:endParaRPr lang="en-NL" dirty="0"/>
          </a:p>
        </p:txBody>
      </p:sp>
      <p:sp>
        <p:nvSpPr>
          <p:cNvPr id="4" name="Slide Number Placeholder 3"/>
          <p:cNvSpPr>
            <a:spLocks noGrp="1"/>
          </p:cNvSpPr>
          <p:nvPr>
            <p:ph type="sldNum" sz="quarter" idx="5"/>
          </p:nvPr>
        </p:nvSpPr>
        <p:spPr/>
        <p:txBody>
          <a:bodyPr/>
          <a:lstStyle/>
          <a:p>
            <a:fld id="{7EA97BAD-7668-4555-9914-B9C74190D58F}" type="slidenum">
              <a:rPr lang="en-NL" smtClean="0"/>
              <a:t>13</a:t>
            </a:fld>
            <a:endParaRPr lang="en-NL"/>
          </a:p>
        </p:txBody>
      </p:sp>
    </p:spTree>
    <p:extLst>
      <p:ext uri="{BB962C8B-B14F-4D97-AF65-F5344CB8AC3E}">
        <p14:creationId xmlns:p14="http://schemas.microsoft.com/office/powerpoint/2010/main" val="3966745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Mathematical representation</a:t>
            </a:r>
            <a:endParaRPr lang="en-NL" dirty="0"/>
          </a:p>
        </p:txBody>
      </p:sp>
      <p:sp>
        <p:nvSpPr>
          <p:cNvPr id="4" name="Slide Number Placeholder 3"/>
          <p:cNvSpPr>
            <a:spLocks noGrp="1"/>
          </p:cNvSpPr>
          <p:nvPr>
            <p:ph type="sldNum" sz="quarter" idx="5"/>
          </p:nvPr>
        </p:nvSpPr>
        <p:spPr/>
        <p:txBody>
          <a:bodyPr/>
          <a:lstStyle/>
          <a:p>
            <a:fld id="{7EA97BAD-7668-4555-9914-B9C74190D58F}" type="slidenum">
              <a:rPr lang="en-NL" smtClean="0"/>
              <a:t>14</a:t>
            </a:fld>
            <a:endParaRPr lang="en-NL"/>
          </a:p>
        </p:txBody>
      </p:sp>
    </p:spTree>
    <p:extLst>
      <p:ext uri="{BB962C8B-B14F-4D97-AF65-F5344CB8AC3E}">
        <p14:creationId xmlns:p14="http://schemas.microsoft.com/office/powerpoint/2010/main" val="3243397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Time-to-band</a:t>
            </a:r>
            <a:r>
              <a:rPr lang="en-US" dirty="0"/>
              <a:t> is a specific settling performance metric that measures </a:t>
            </a:r>
            <a:r>
              <a:rPr lang="en-US" b="1" dirty="0"/>
              <a:t>how long it takes for positioning error to enter and remain within a specified tolerance band.</a:t>
            </a:r>
            <a:endParaRPr lang="en-US" dirty="0"/>
          </a:p>
          <a:p>
            <a:endParaRPr lang="en-NL" dirty="0"/>
          </a:p>
        </p:txBody>
      </p:sp>
      <p:sp>
        <p:nvSpPr>
          <p:cNvPr id="4" name="Slide Number Placeholder 3"/>
          <p:cNvSpPr>
            <a:spLocks noGrp="1"/>
          </p:cNvSpPr>
          <p:nvPr>
            <p:ph type="sldNum" sz="quarter" idx="5"/>
          </p:nvPr>
        </p:nvSpPr>
        <p:spPr/>
        <p:txBody>
          <a:bodyPr/>
          <a:lstStyle/>
          <a:p>
            <a:fld id="{7EA97BAD-7668-4555-9914-B9C74190D58F}" type="slidenum">
              <a:rPr lang="en-NL" smtClean="0"/>
              <a:t>15</a:t>
            </a:fld>
            <a:endParaRPr lang="en-NL"/>
          </a:p>
        </p:txBody>
      </p:sp>
    </p:spTree>
    <p:extLst>
      <p:ext uri="{BB962C8B-B14F-4D97-AF65-F5344CB8AC3E}">
        <p14:creationId xmlns:p14="http://schemas.microsoft.com/office/powerpoint/2010/main" val="4210735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Out-of-sample</a:t>
            </a:r>
            <a:r>
              <a:rPr lang="en-US" dirty="0"/>
              <a:t> performance on </a:t>
            </a:r>
            <a:r>
              <a:rPr lang="en-US" b="1" dirty="0"/>
              <a:t>new data the model hasn't seen during training</a:t>
            </a:r>
            <a:r>
              <a:rPr lang="en-US" dirty="0"/>
              <a:t> (validation/test trajectories). This is the </a:t>
            </a:r>
            <a:r>
              <a:rPr lang="en-US" b="1" dirty="0"/>
              <a:t>critical test</a:t>
            </a:r>
            <a:r>
              <a:rPr lang="en-US" dirty="0"/>
              <a:t> of whether orthogonality actually works.</a:t>
            </a:r>
          </a:p>
          <a:p>
            <a:endParaRPr lang="en-NL" dirty="0"/>
          </a:p>
        </p:txBody>
      </p:sp>
      <p:sp>
        <p:nvSpPr>
          <p:cNvPr id="4" name="Slide Number Placeholder 3"/>
          <p:cNvSpPr>
            <a:spLocks noGrp="1"/>
          </p:cNvSpPr>
          <p:nvPr>
            <p:ph type="sldNum" sz="quarter" idx="5"/>
          </p:nvPr>
        </p:nvSpPr>
        <p:spPr/>
        <p:txBody>
          <a:bodyPr/>
          <a:lstStyle/>
          <a:p>
            <a:fld id="{7EA97BAD-7668-4555-9914-B9C74190D58F}" type="slidenum">
              <a:rPr lang="en-NL" smtClean="0"/>
              <a:t>16</a:t>
            </a:fld>
            <a:endParaRPr lang="en-NL"/>
          </a:p>
        </p:txBody>
      </p:sp>
    </p:spTree>
    <p:extLst>
      <p:ext uri="{BB962C8B-B14F-4D97-AF65-F5344CB8AC3E}">
        <p14:creationId xmlns:p14="http://schemas.microsoft.com/office/powerpoint/2010/main" val="3602951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02/03/2026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02/03/2026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p:txBody>
          <a:bodyPr/>
          <a:lstStyle/>
          <a:p>
            <a:r>
              <a:rPr lang="en-US" dirty="0"/>
              <a:t>Meeting Week 5</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p:txBody>
          <a:bodyPr/>
          <a:lstStyle/>
          <a:p>
            <a:r>
              <a:rPr lang="en-US" dirty="0"/>
              <a:t>Last week summary</a:t>
            </a:r>
          </a:p>
          <a:p>
            <a:r>
              <a:rPr lang="en-US" dirty="0"/>
              <a:t>Research Plan</a:t>
            </a:r>
          </a:p>
          <a:p>
            <a:r>
              <a:rPr lang="en-US" dirty="0"/>
              <a:t>Simulation - MIMO</a:t>
            </a:r>
          </a:p>
          <a:p>
            <a:r>
              <a:rPr lang="en-US" dirty="0"/>
              <a:t>Question 1</a:t>
            </a:r>
          </a:p>
          <a:p>
            <a:r>
              <a:rPr lang="en-US" dirty="0"/>
              <a:t>Question 2</a:t>
            </a:r>
          </a:p>
          <a:p>
            <a:r>
              <a:rPr lang="en-US" dirty="0"/>
              <a:t>Outline </a:t>
            </a:r>
            <a:r>
              <a:rPr lang="en-US" dirty="0" err="1"/>
              <a:t>ToDo</a:t>
            </a:r>
            <a:r>
              <a:rPr lang="en-US" dirty="0"/>
              <a:t> next week</a:t>
            </a:r>
            <a:endParaRPr lang="en-NL" dirty="0"/>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700D-FF42-415C-9519-CE16CBBB575A}"/>
              </a:ext>
            </a:extLst>
          </p:cNvPr>
          <p:cNvSpPr>
            <a:spLocks noGrp="1"/>
          </p:cNvSpPr>
          <p:nvPr>
            <p:ph type="title"/>
          </p:nvPr>
        </p:nvSpPr>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1B16F991-22E1-98ED-FDA2-6483679AE450}"/>
              </a:ext>
            </a:extLst>
          </p:cNvPr>
          <p:cNvSpPr>
            <a:spLocks noGrp="1"/>
          </p:cNvSpPr>
          <p:nvPr>
            <p:ph idx="1"/>
          </p:nvPr>
        </p:nvSpPr>
        <p:spPr/>
        <p:txBody>
          <a:bodyPr/>
          <a:lstStyle/>
          <a:p>
            <a:r>
              <a:rPr lang="en-US" dirty="0"/>
              <a:t>Experiment design – Space filling</a:t>
            </a:r>
          </a:p>
          <a:p>
            <a:r>
              <a:rPr lang="en-US" dirty="0"/>
              <a:t>Simulation</a:t>
            </a:r>
            <a:endParaRPr lang="en-NL" dirty="0"/>
          </a:p>
        </p:txBody>
      </p:sp>
    </p:spTree>
    <p:extLst>
      <p:ext uri="{BB962C8B-B14F-4D97-AF65-F5344CB8AC3E}">
        <p14:creationId xmlns:p14="http://schemas.microsoft.com/office/powerpoint/2010/main" val="1617226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E0BC8-7E90-DCF6-9154-4D142BB5D5B8}"/>
              </a:ext>
            </a:extLst>
          </p:cNvPr>
          <p:cNvSpPr>
            <a:spLocks noGrp="1"/>
          </p:cNvSpPr>
          <p:nvPr>
            <p:ph type="title"/>
          </p:nvPr>
        </p:nvSpPr>
        <p:spPr>
          <a:xfrm>
            <a:off x="838200" y="260092"/>
            <a:ext cx="5708904" cy="1218348"/>
          </a:xfrm>
        </p:spPr>
        <p:txBody>
          <a:bodyPr>
            <a:normAutofit fontScale="90000"/>
          </a:bodyPr>
          <a:lstStyle/>
          <a:p>
            <a:r>
              <a:rPr lang="en-US" dirty="0"/>
              <a:t>Experiment design - Latin Hyper Cube sampling</a:t>
            </a:r>
            <a:endParaRPr lang="en-NL" dirty="0"/>
          </a:p>
        </p:txBody>
      </p:sp>
      <p:sp>
        <p:nvSpPr>
          <p:cNvPr id="3" name="Content Placeholder 2">
            <a:extLst>
              <a:ext uri="{FF2B5EF4-FFF2-40B4-BE49-F238E27FC236}">
                <a16:creationId xmlns:a16="http://schemas.microsoft.com/office/drawing/2014/main" id="{47CA0CF2-9BD0-38C9-8E87-6B4968D4834A}"/>
              </a:ext>
            </a:extLst>
          </p:cNvPr>
          <p:cNvSpPr>
            <a:spLocks noGrp="1"/>
          </p:cNvSpPr>
          <p:nvPr>
            <p:ph idx="1"/>
          </p:nvPr>
        </p:nvSpPr>
        <p:spPr>
          <a:xfrm>
            <a:off x="838200" y="1825625"/>
            <a:ext cx="5348782" cy="4163109"/>
          </a:xfrm>
        </p:spPr>
        <p:txBody>
          <a:bodyPr>
            <a:normAutofit/>
          </a:bodyPr>
          <a:lstStyle/>
          <a:p>
            <a:r>
              <a:rPr lang="en-US" dirty="0"/>
              <a:t>Latin Hyper Cube (LHC) sampling for space filling.</a:t>
            </a:r>
          </a:p>
          <a:p>
            <a:pPr lvl="1"/>
            <a:r>
              <a:rPr lang="en-US" dirty="0"/>
              <a:t>Uniform distribution </a:t>
            </a:r>
          </a:p>
          <a:p>
            <a:r>
              <a:rPr lang="en-US" dirty="0"/>
              <a:t>Mentioned alternatives to LHC</a:t>
            </a:r>
          </a:p>
          <a:p>
            <a:pPr lvl="1"/>
            <a:r>
              <a:rPr lang="en-US" dirty="0"/>
              <a:t>But not priority at the moment</a:t>
            </a:r>
          </a:p>
          <a:p>
            <a:endParaRPr lang="en-US" dirty="0"/>
          </a:p>
        </p:txBody>
      </p:sp>
      <p:pic>
        <p:nvPicPr>
          <p:cNvPr id="1026" name="Picture 2" descr="Latin Hypercube Sampling (LHS) with different numbers of realizations (a) 50 (b) 100, (c) 300, (d) 500. For illustration purposes, we take relative roughness versus tortuosity as an example. As observed, the space-filling trend has become more obvious with the increase of realizations.">
            <a:extLst>
              <a:ext uri="{FF2B5EF4-FFF2-40B4-BE49-F238E27FC236}">
                <a16:creationId xmlns:a16="http://schemas.microsoft.com/office/drawing/2014/main" id="{863432AB-5BEA-6A28-7E7E-688E0A670E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6982" y="183434"/>
            <a:ext cx="5768984" cy="576231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B7866DB-F98D-009E-607D-494B48C18A23}"/>
              </a:ext>
            </a:extLst>
          </p:cNvPr>
          <p:cNvSpPr txBox="1"/>
          <p:nvPr/>
        </p:nvSpPr>
        <p:spPr>
          <a:xfrm>
            <a:off x="6325530" y="5988734"/>
            <a:ext cx="6094140" cy="646331"/>
          </a:xfrm>
          <a:prstGeom prst="rect">
            <a:avLst/>
          </a:prstGeom>
          <a:noFill/>
        </p:spPr>
        <p:txBody>
          <a:bodyPr wrap="square">
            <a:spAutoFit/>
          </a:bodyPr>
          <a:lstStyle/>
          <a:p>
            <a:pPr algn="l">
              <a:buNone/>
            </a:pPr>
            <a:r>
              <a:rPr lang="en-US" b="0" i="0" dirty="0">
                <a:solidFill>
                  <a:srgbClr val="111111"/>
                </a:solidFill>
                <a:effectLst/>
                <a:latin typeface="Roboto" panose="02000000000000000000" pitchFamily="2" charset="0"/>
              </a:rPr>
              <a:t>Latin Hypercube Sampling with different numbers of realizations</a:t>
            </a:r>
          </a:p>
        </p:txBody>
      </p:sp>
    </p:spTree>
    <p:extLst>
      <p:ext uri="{BB962C8B-B14F-4D97-AF65-F5344CB8AC3E}">
        <p14:creationId xmlns:p14="http://schemas.microsoft.com/office/powerpoint/2010/main" val="3889420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2EC01-B18F-0F88-B29B-23F2FF2F32F3}"/>
              </a:ext>
            </a:extLst>
          </p:cNvPr>
          <p:cNvSpPr>
            <a:spLocks noGrp="1"/>
          </p:cNvSpPr>
          <p:nvPr>
            <p:ph type="title"/>
          </p:nvPr>
        </p:nvSpPr>
        <p:spPr/>
        <p:txBody>
          <a:bodyPr/>
          <a:lstStyle/>
          <a:p>
            <a:r>
              <a:rPr lang="en-US" dirty="0"/>
              <a:t>Simulation Jan - MSD system</a:t>
            </a:r>
            <a:endParaRPr lang="en-NL" dirty="0"/>
          </a:p>
        </p:txBody>
      </p:sp>
      <p:sp>
        <p:nvSpPr>
          <p:cNvPr id="3" name="Content Placeholder 2">
            <a:extLst>
              <a:ext uri="{FF2B5EF4-FFF2-40B4-BE49-F238E27FC236}">
                <a16:creationId xmlns:a16="http://schemas.microsoft.com/office/drawing/2014/main" id="{E75136A0-B3AE-93AC-6F3F-0F25AF091E48}"/>
              </a:ext>
            </a:extLst>
          </p:cNvPr>
          <p:cNvSpPr>
            <a:spLocks noGrp="1"/>
          </p:cNvSpPr>
          <p:nvPr>
            <p:ph idx="1"/>
          </p:nvPr>
        </p:nvSpPr>
        <p:spPr>
          <a:xfrm>
            <a:off x="838200" y="1825625"/>
            <a:ext cx="11353800" cy="2187575"/>
          </a:xfrm>
        </p:spPr>
        <p:txBody>
          <a:bodyPr>
            <a:normAutofit fontScale="92500"/>
          </a:bodyPr>
          <a:lstStyle/>
          <a:p>
            <a:r>
              <a:rPr lang="en-US" dirty="0"/>
              <a:t>Mass Spring Damper system: dynamics of the third (red) mass block and a nonlinear cubic spring (a1) attached to the known modeled system.</a:t>
            </a:r>
          </a:p>
          <a:p>
            <a:r>
              <a:rPr lang="en-US" dirty="0"/>
              <a:t>Baseline Model: The code assumes we only have an imperfect, simplified physical model: linear 2-DOF system that only takes the first two masses into account</a:t>
            </a:r>
          </a:p>
          <a:p>
            <a:endParaRPr lang="en-US" dirty="0"/>
          </a:p>
          <a:p>
            <a:endParaRPr lang="en-NL" dirty="0"/>
          </a:p>
        </p:txBody>
      </p:sp>
      <p:pic>
        <p:nvPicPr>
          <p:cNvPr id="5" name="Picture 4">
            <a:extLst>
              <a:ext uri="{FF2B5EF4-FFF2-40B4-BE49-F238E27FC236}">
                <a16:creationId xmlns:a16="http://schemas.microsoft.com/office/drawing/2014/main" id="{2EF37739-76F7-6290-A43F-93929C4A8AF4}"/>
              </a:ext>
            </a:extLst>
          </p:cNvPr>
          <p:cNvPicPr>
            <a:picLocks noChangeAspect="1"/>
          </p:cNvPicPr>
          <p:nvPr/>
        </p:nvPicPr>
        <p:blipFill>
          <a:blip r:embed="rId2"/>
          <a:stretch>
            <a:fillRect/>
          </a:stretch>
        </p:blipFill>
        <p:spPr>
          <a:xfrm>
            <a:off x="3973999" y="3552364"/>
            <a:ext cx="7887801" cy="3305636"/>
          </a:xfrm>
          <a:prstGeom prst="rect">
            <a:avLst/>
          </a:prstGeom>
        </p:spPr>
      </p:pic>
    </p:spTree>
    <p:extLst>
      <p:ext uri="{BB962C8B-B14F-4D97-AF65-F5344CB8AC3E}">
        <p14:creationId xmlns:p14="http://schemas.microsoft.com/office/powerpoint/2010/main" val="204469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E22029-39CE-52F6-9769-EDAA3698C18D}"/>
              </a:ext>
            </a:extLst>
          </p:cNvPr>
          <p:cNvPicPr>
            <a:picLocks noChangeAspect="1"/>
          </p:cNvPicPr>
          <p:nvPr/>
        </p:nvPicPr>
        <p:blipFill>
          <a:blip r:embed="rId3"/>
          <a:stretch>
            <a:fillRect/>
          </a:stretch>
        </p:blipFill>
        <p:spPr>
          <a:xfrm>
            <a:off x="8276679" y="2733104"/>
            <a:ext cx="3915321" cy="4029637"/>
          </a:xfrm>
          <a:prstGeom prst="rect">
            <a:avLst/>
          </a:prstGeom>
        </p:spPr>
      </p:pic>
      <p:sp>
        <p:nvSpPr>
          <p:cNvPr id="2" name="Title 1">
            <a:extLst>
              <a:ext uri="{FF2B5EF4-FFF2-40B4-BE49-F238E27FC236}">
                <a16:creationId xmlns:a16="http://schemas.microsoft.com/office/drawing/2014/main" id="{5951B62D-532F-1C6B-0FBF-039989E8D06E}"/>
              </a:ext>
            </a:extLst>
          </p:cNvPr>
          <p:cNvSpPr>
            <a:spLocks noGrp="1"/>
          </p:cNvSpPr>
          <p:nvPr>
            <p:ph type="title"/>
          </p:nvPr>
        </p:nvSpPr>
        <p:spPr/>
        <p:txBody>
          <a:bodyPr/>
          <a:lstStyle/>
          <a:p>
            <a:r>
              <a:rPr lang="en-US" dirty="0"/>
              <a:t>Simulation MIMO and LPV</a:t>
            </a:r>
            <a:endParaRPr lang="en-NL" dirty="0"/>
          </a:p>
        </p:txBody>
      </p:sp>
      <p:sp>
        <p:nvSpPr>
          <p:cNvPr id="3" name="Content Placeholder 2">
            <a:extLst>
              <a:ext uri="{FF2B5EF4-FFF2-40B4-BE49-F238E27FC236}">
                <a16:creationId xmlns:a16="http://schemas.microsoft.com/office/drawing/2014/main" id="{587564ED-6984-8ABE-AF99-D3B380EBD555}"/>
              </a:ext>
            </a:extLst>
          </p:cNvPr>
          <p:cNvSpPr>
            <a:spLocks noGrp="1"/>
          </p:cNvSpPr>
          <p:nvPr>
            <p:ph idx="1"/>
          </p:nvPr>
        </p:nvSpPr>
        <p:spPr>
          <a:xfrm>
            <a:off x="838200" y="1825625"/>
            <a:ext cx="8266043" cy="3760166"/>
          </a:xfrm>
        </p:spPr>
        <p:txBody>
          <a:bodyPr/>
          <a:lstStyle/>
          <a:p>
            <a:r>
              <a:rPr lang="en-US" dirty="0"/>
              <a:t>Current code is adapted to SISO </a:t>
            </a:r>
            <a:r>
              <a:rPr lang="en-US" dirty="0">
                <a:sym typeface="Wingdings" panose="05000000000000000000" pitchFamily="2" charset="2"/>
              </a:rPr>
              <a:t> Need to adapt structure to MIMO for dual-gantry</a:t>
            </a:r>
          </a:p>
          <a:p>
            <a:r>
              <a:rPr lang="en-US" dirty="0">
                <a:sym typeface="Wingdings" panose="05000000000000000000" pitchFamily="2" charset="2"/>
              </a:rPr>
              <a:t>LPV-LFR</a:t>
            </a:r>
          </a:p>
          <a:p>
            <a:pPr lvl="1"/>
            <a:r>
              <a:rPr lang="en-US" dirty="0"/>
              <a:t>Keep a </a:t>
            </a:r>
            <a:r>
              <a:rPr lang="en-US" b="1" dirty="0"/>
              <a:t>baseline LTI</a:t>
            </a:r>
            <a:r>
              <a:rPr lang="en-US" dirty="0"/>
              <a:t> part (fixed matrices), and add a structured block Δ(p(k)) in feedback/interconnection that injects the parameter-variation.</a:t>
            </a:r>
          </a:p>
          <a:p>
            <a:pPr lvl="1"/>
            <a:r>
              <a:rPr lang="en-US" dirty="0"/>
              <a:t>Delta block (</a:t>
            </a:r>
            <a:r>
              <a:rPr lang="el-GR" dirty="0"/>
              <a:t>Δ(</a:t>
            </a:r>
            <a:r>
              <a:rPr lang="en-US" i="1" dirty="0"/>
              <a:t>pk</a:t>
            </a:r>
            <a:r>
              <a:rPr lang="en-US" dirty="0"/>
              <a:t>​)): difference between the baseline LTI model and the local linear model at the current operating point.</a:t>
            </a:r>
          </a:p>
          <a:p>
            <a:endParaRPr lang="en-NL" dirty="0"/>
          </a:p>
        </p:txBody>
      </p:sp>
    </p:spTree>
    <p:extLst>
      <p:ext uri="{BB962C8B-B14F-4D97-AF65-F5344CB8AC3E}">
        <p14:creationId xmlns:p14="http://schemas.microsoft.com/office/powerpoint/2010/main" val="2174244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CBB4-4332-CC27-31DC-1118749DC9EE}"/>
              </a:ext>
            </a:extLst>
          </p:cNvPr>
          <p:cNvSpPr>
            <a:spLocks noGrp="1"/>
          </p:cNvSpPr>
          <p:nvPr>
            <p:ph type="title"/>
          </p:nvPr>
        </p:nvSpPr>
        <p:spPr/>
        <p:txBody>
          <a:bodyPr/>
          <a:lstStyle/>
          <a:p>
            <a:r>
              <a:rPr lang="en-US" dirty="0"/>
              <a:t>Research Plan</a:t>
            </a:r>
          </a:p>
        </p:txBody>
      </p:sp>
      <p:sp>
        <p:nvSpPr>
          <p:cNvPr id="3" name="Content Placeholder 2">
            <a:extLst>
              <a:ext uri="{FF2B5EF4-FFF2-40B4-BE49-F238E27FC236}">
                <a16:creationId xmlns:a16="http://schemas.microsoft.com/office/drawing/2014/main" id="{EF5F3971-08E2-AD39-C334-D1FA58F77EB2}"/>
              </a:ext>
            </a:extLst>
          </p:cNvPr>
          <p:cNvSpPr>
            <a:spLocks noGrp="1"/>
          </p:cNvSpPr>
          <p:nvPr>
            <p:ph idx="1"/>
          </p:nvPr>
        </p:nvSpPr>
        <p:spPr/>
        <p:txBody>
          <a:bodyPr/>
          <a:lstStyle/>
          <a:p>
            <a:r>
              <a:rPr lang="en-US" dirty="0"/>
              <a:t>1. Background and already obtained results in the topic</a:t>
            </a:r>
          </a:p>
          <a:p>
            <a:r>
              <a:rPr lang="en-US" dirty="0"/>
              <a:t>2. Literature survey </a:t>
            </a:r>
          </a:p>
          <a:p>
            <a:r>
              <a:rPr lang="en-US" dirty="0"/>
              <a:t>3. Research questions </a:t>
            </a:r>
          </a:p>
          <a:p>
            <a:r>
              <a:rPr lang="en-US" dirty="0"/>
              <a:t>4. AI&amp;ES relevance </a:t>
            </a:r>
          </a:p>
          <a:p>
            <a:r>
              <a:rPr lang="en-US" dirty="0"/>
              <a:t>5. Research methods </a:t>
            </a:r>
          </a:p>
          <a:p>
            <a:r>
              <a:rPr lang="en-US" dirty="0"/>
              <a:t>6. Expected outcomes of the project </a:t>
            </a:r>
          </a:p>
          <a:p>
            <a:r>
              <a:rPr lang="en-US" dirty="0"/>
              <a:t>7. Time planning phase 2 </a:t>
            </a:r>
          </a:p>
        </p:txBody>
      </p:sp>
    </p:spTree>
    <p:extLst>
      <p:ext uri="{BB962C8B-B14F-4D97-AF65-F5344CB8AC3E}">
        <p14:creationId xmlns:p14="http://schemas.microsoft.com/office/powerpoint/2010/main" val="2138626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91ABE-F791-0340-737D-BFA45734017F}"/>
              </a:ext>
            </a:extLst>
          </p:cNvPr>
          <p:cNvSpPr>
            <a:spLocks noGrp="1"/>
          </p:cNvSpPr>
          <p:nvPr>
            <p:ph type="title"/>
          </p:nvPr>
        </p:nvSpPr>
        <p:spPr/>
        <p:txBody>
          <a:bodyPr/>
          <a:lstStyle/>
          <a:p>
            <a:r>
              <a:rPr lang="en-US" dirty="0"/>
              <a:t>1. Background and already obtained results in the topic</a:t>
            </a:r>
            <a:endParaRPr lang="en-NL" dirty="0"/>
          </a:p>
        </p:txBody>
      </p:sp>
      <p:sp>
        <p:nvSpPr>
          <p:cNvPr id="3" name="Content Placeholder 2">
            <a:extLst>
              <a:ext uri="{FF2B5EF4-FFF2-40B4-BE49-F238E27FC236}">
                <a16:creationId xmlns:a16="http://schemas.microsoft.com/office/drawing/2014/main" id="{1E544736-21E3-31CE-638C-929DAE560378}"/>
              </a:ext>
            </a:extLst>
          </p:cNvPr>
          <p:cNvSpPr>
            <a:spLocks noGrp="1"/>
          </p:cNvSpPr>
          <p:nvPr>
            <p:ph idx="1"/>
          </p:nvPr>
        </p:nvSpPr>
        <p:spPr/>
        <p:txBody>
          <a:bodyPr/>
          <a:lstStyle/>
          <a:p>
            <a:r>
              <a:rPr lang="en-US" dirty="0"/>
              <a:t>Provide a short introduction to the topic of the project. What is the broad research area? What is the gap </a:t>
            </a:r>
            <a:r>
              <a:rPr lang="en-US" dirty="0" err="1"/>
              <a:t>inknowledge</a:t>
            </a:r>
            <a:r>
              <a:rPr lang="en-US" dirty="0"/>
              <a:t> of this topic that you are going to research and explain why it is important?</a:t>
            </a:r>
            <a:endParaRPr lang="en-NL" dirty="0"/>
          </a:p>
        </p:txBody>
      </p:sp>
    </p:spTree>
    <p:extLst>
      <p:ext uri="{BB962C8B-B14F-4D97-AF65-F5344CB8AC3E}">
        <p14:creationId xmlns:p14="http://schemas.microsoft.com/office/powerpoint/2010/main" val="1140406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DE3F-B06D-3197-1438-AD7FE2138332}"/>
              </a:ext>
            </a:extLst>
          </p:cNvPr>
          <p:cNvSpPr>
            <a:spLocks noGrp="1"/>
          </p:cNvSpPr>
          <p:nvPr>
            <p:ph type="title"/>
          </p:nvPr>
        </p:nvSpPr>
        <p:spPr/>
        <p:txBody>
          <a:bodyPr/>
          <a:lstStyle/>
          <a:p>
            <a:r>
              <a:rPr lang="en-US" dirty="0"/>
              <a:t>Motivation &amp; Current Practice</a:t>
            </a:r>
            <a:endParaRPr lang="en-NL" dirty="0"/>
          </a:p>
        </p:txBody>
      </p:sp>
      <p:sp>
        <p:nvSpPr>
          <p:cNvPr id="3" name="Content Placeholder 2">
            <a:extLst>
              <a:ext uri="{FF2B5EF4-FFF2-40B4-BE49-F238E27FC236}">
                <a16:creationId xmlns:a16="http://schemas.microsoft.com/office/drawing/2014/main" id="{2B8F8722-3836-AC02-6C39-1D60139CA79C}"/>
              </a:ext>
            </a:extLst>
          </p:cNvPr>
          <p:cNvSpPr>
            <a:spLocks noGrp="1"/>
          </p:cNvSpPr>
          <p:nvPr>
            <p:ph idx="1"/>
          </p:nvPr>
        </p:nvSpPr>
        <p:spPr/>
        <p:txBody>
          <a:bodyPr>
            <a:normAutofit/>
          </a:bodyPr>
          <a:lstStyle/>
          <a:p>
            <a:r>
              <a:rPr lang="en-US" b="1" dirty="0"/>
              <a:t>Advanced Packaging Context:</a:t>
            </a:r>
            <a:endParaRPr lang="en-US" dirty="0"/>
          </a:p>
          <a:p>
            <a:pPr lvl="1"/>
            <a:r>
              <a:rPr lang="en-US" dirty="0"/>
              <a:t>Hybrid bonding requires overlay accuracy</a:t>
            </a:r>
          </a:p>
          <a:p>
            <a:pPr lvl="1"/>
            <a:r>
              <a:rPr lang="en-US" dirty="0"/>
              <a:t>Settling performance impacts yield + throughput</a:t>
            </a:r>
          </a:p>
          <a:p>
            <a:r>
              <a:rPr lang="en-US" b="1" dirty="0"/>
              <a:t>Standard Approach - Physics-Based Feedforward:</a:t>
            </a:r>
            <a:endParaRPr lang="en-US" dirty="0"/>
          </a:p>
          <a:p>
            <a:pPr lvl="1"/>
            <a:r>
              <a:rPr lang="en-US" dirty="0"/>
              <a:t>Conceptual: F ≈ P⁻¹ (inverse modeling)</a:t>
            </a:r>
          </a:p>
          <a:p>
            <a:pPr lvl="1"/>
            <a:r>
              <a:rPr lang="en-US" dirty="0"/>
              <a:t>MIMO: modal coordinates for dual-gantry coupling</a:t>
            </a:r>
          </a:p>
          <a:p>
            <a:r>
              <a:rPr lang="en-US" b="1" dirty="0"/>
              <a:t>Limitation:</a:t>
            </a:r>
            <a:endParaRPr lang="en-US" dirty="0"/>
          </a:p>
          <a:p>
            <a:pPr lvl="1"/>
            <a:r>
              <a:rPr lang="en-US" dirty="0"/>
              <a:t>Systematic residual errors remain (friction, cogging)</a:t>
            </a:r>
          </a:p>
          <a:p>
            <a:endParaRPr lang="en-NL" dirty="0"/>
          </a:p>
        </p:txBody>
      </p:sp>
    </p:spTree>
    <p:extLst>
      <p:ext uri="{BB962C8B-B14F-4D97-AF65-F5344CB8AC3E}">
        <p14:creationId xmlns:p14="http://schemas.microsoft.com/office/powerpoint/2010/main" val="1299470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6859D-C9B0-CDCE-5418-C1BB45A7C90B}"/>
              </a:ext>
            </a:extLst>
          </p:cNvPr>
          <p:cNvSpPr>
            <a:spLocks noGrp="1"/>
          </p:cNvSpPr>
          <p:nvPr>
            <p:ph type="title"/>
          </p:nvPr>
        </p:nvSpPr>
        <p:spPr/>
        <p:txBody>
          <a:bodyPr>
            <a:normAutofit/>
          </a:bodyPr>
          <a:lstStyle/>
          <a:p>
            <a:r>
              <a:rPr lang="en-US" dirty="0"/>
              <a:t>Grey-Box Augmentation &amp; Identifiability</a:t>
            </a:r>
            <a:endParaRPr lang="en-NL" dirty="0"/>
          </a:p>
        </p:txBody>
      </p:sp>
      <p:sp>
        <p:nvSpPr>
          <p:cNvPr id="3" name="Content Placeholder 2">
            <a:extLst>
              <a:ext uri="{FF2B5EF4-FFF2-40B4-BE49-F238E27FC236}">
                <a16:creationId xmlns:a16="http://schemas.microsoft.com/office/drawing/2014/main" id="{03365750-CB29-828B-4DBF-A2888ABBCE82}"/>
              </a:ext>
            </a:extLst>
          </p:cNvPr>
          <p:cNvSpPr>
            <a:spLocks noGrp="1"/>
          </p:cNvSpPr>
          <p:nvPr>
            <p:ph idx="1"/>
          </p:nvPr>
        </p:nvSpPr>
        <p:spPr/>
        <p:txBody>
          <a:bodyPr>
            <a:normAutofit lnSpcReduction="10000"/>
          </a:bodyPr>
          <a:lstStyle/>
          <a:p>
            <a:r>
              <a:rPr lang="en-US" b="1" dirty="0"/>
              <a:t>Why Augment?</a:t>
            </a:r>
            <a:endParaRPr lang="en-US" dirty="0"/>
          </a:p>
          <a:p>
            <a:pPr lvl="1"/>
            <a:r>
              <a:rPr lang="en-US" dirty="0"/>
              <a:t>Physics baseline: interpretable, extrapolates well</a:t>
            </a:r>
          </a:p>
          <a:p>
            <a:pPr lvl="1"/>
            <a:r>
              <a:rPr lang="en-US" dirty="0"/>
              <a:t>Data-driven residuals: capture unmodeled effects</a:t>
            </a:r>
          </a:p>
          <a:p>
            <a:r>
              <a:rPr lang="en-US" b="1" dirty="0"/>
              <a:t>Existing Approaches:</a:t>
            </a:r>
            <a:endParaRPr lang="en-US" dirty="0"/>
          </a:p>
          <a:p>
            <a:pPr lvl="1"/>
            <a:r>
              <a:rPr lang="en-US" b="1" dirty="0"/>
              <a:t>Basis functions:</a:t>
            </a:r>
            <a:r>
              <a:rPr lang="en-US" dirty="0"/>
              <a:t> structured (friction models, Fourier series)</a:t>
            </a:r>
          </a:p>
          <a:p>
            <a:pPr lvl="1"/>
            <a:r>
              <a:rPr lang="en-US" b="1" dirty="0"/>
              <a:t>Learning-based:</a:t>
            </a:r>
            <a:r>
              <a:rPr lang="en-US" dirty="0"/>
              <a:t> flexible (neural networks, GPs)</a:t>
            </a:r>
          </a:p>
          <a:p>
            <a:r>
              <a:rPr lang="en-US" b="1" dirty="0"/>
              <a:t>Critical Problem:</a:t>
            </a:r>
            <a:endParaRPr lang="en-US" dirty="0"/>
          </a:p>
          <a:p>
            <a:pPr lvl="1"/>
            <a:r>
              <a:rPr lang="en-US" dirty="0"/>
              <a:t>Physics parameters lose meaning, poor generalization</a:t>
            </a:r>
          </a:p>
          <a:p>
            <a:r>
              <a:rPr lang="en-US" b="1" dirty="0"/>
              <a:t>Safeguard:</a:t>
            </a:r>
            <a:endParaRPr lang="en-US" dirty="0"/>
          </a:p>
          <a:p>
            <a:pPr lvl="1"/>
            <a:r>
              <a:rPr lang="en-US" b="1" dirty="0"/>
              <a:t>Orthogonality constraints</a:t>
            </a:r>
            <a:r>
              <a:rPr lang="en-US" dirty="0"/>
              <a:t> preserve identifiability</a:t>
            </a:r>
          </a:p>
          <a:p>
            <a:endParaRPr lang="en-NL" dirty="0"/>
          </a:p>
        </p:txBody>
      </p:sp>
    </p:spTree>
    <p:extLst>
      <p:ext uri="{BB962C8B-B14F-4D97-AF65-F5344CB8AC3E}">
        <p14:creationId xmlns:p14="http://schemas.microsoft.com/office/powerpoint/2010/main" val="17155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0C83C-7CA2-D1C4-321C-3CE15B5E8093}"/>
              </a:ext>
            </a:extLst>
          </p:cNvPr>
          <p:cNvSpPr>
            <a:spLocks noGrp="1"/>
          </p:cNvSpPr>
          <p:nvPr>
            <p:ph type="title"/>
          </p:nvPr>
        </p:nvSpPr>
        <p:spPr/>
        <p:txBody>
          <a:bodyPr/>
          <a:lstStyle/>
          <a:p>
            <a:r>
              <a:rPr lang="en-US" dirty="0"/>
              <a:t>Gap &amp; This Project</a:t>
            </a:r>
            <a:endParaRPr lang="en-NL" dirty="0"/>
          </a:p>
        </p:txBody>
      </p:sp>
      <p:sp>
        <p:nvSpPr>
          <p:cNvPr id="3" name="Content Placeholder 2">
            <a:extLst>
              <a:ext uri="{FF2B5EF4-FFF2-40B4-BE49-F238E27FC236}">
                <a16:creationId xmlns:a16="http://schemas.microsoft.com/office/drawing/2014/main" id="{E824F5F5-C212-BDA5-F2E8-C2E6365906D7}"/>
              </a:ext>
            </a:extLst>
          </p:cNvPr>
          <p:cNvSpPr>
            <a:spLocks noGrp="1"/>
          </p:cNvSpPr>
          <p:nvPr>
            <p:ph idx="1"/>
          </p:nvPr>
        </p:nvSpPr>
        <p:spPr/>
        <p:txBody>
          <a:bodyPr>
            <a:normAutofit/>
          </a:bodyPr>
          <a:lstStyle/>
          <a:p>
            <a:r>
              <a:rPr lang="en-US" b="1" dirty="0"/>
              <a:t>Research Gap Existing dual-gantry control:</a:t>
            </a:r>
            <a:endParaRPr lang="en-US" dirty="0"/>
          </a:p>
          <a:p>
            <a:pPr lvl="1"/>
            <a:r>
              <a:rPr lang="en-US" dirty="0"/>
              <a:t>Modal decoupling demonstrates significant error reduction</a:t>
            </a:r>
          </a:p>
          <a:p>
            <a:r>
              <a:rPr lang="en-US" b="1" dirty="0"/>
              <a:t>No frameworks for inverse augmentation preserving identifiability</a:t>
            </a:r>
          </a:p>
          <a:p>
            <a:r>
              <a:rPr lang="en-US" b="1" dirty="0"/>
              <a:t>This Research:</a:t>
            </a:r>
          </a:p>
          <a:p>
            <a:pPr lvl="1"/>
            <a:r>
              <a:rPr lang="en-US" dirty="0"/>
              <a:t>Whether orthogonality-constrained augmentation improves settling while preserving identifiability </a:t>
            </a:r>
          </a:p>
          <a:p>
            <a:pPr lvl="1"/>
            <a:r>
              <a:rPr lang="en-US" dirty="0"/>
              <a:t>Closed-loop identification feasibility for industrial systems</a:t>
            </a:r>
          </a:p>
          <a:p>
            <a:pPr lvl="1"/>
            <a:r>
              <a:rPr lang="en-US" dirty="0"/>
              <a:t>Performance validation using settling error bounds</a:t>
            </a:r>
          </a:p>
          <a:p>
            <a:endParaRPr lang="en-NL" dirty="0"/>
          </a:p>
        </p:txBody>
      </p:sp>
    </p:spTree>
    <p:extLst>
      <p:ext uri="{BB962C8B-B14F-4D97-AF65-F5344CB8AC3E}">
        <p14:creationId xmlns:p14="http://schemas.microsoft.com/office/powerpoint/2010/main" val="1846533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680B4-0510-B446-4231-32A0C273FF32}"/>
              </a:ext>
            </a:extLst>
          </p:cNvPr>
          <p:cNvSpPr>
            <a:spLocks noGrp="1"/>
          </p:cNvSpPr>
          <p:nvPr>
            <p:ph type="title"/>
          </p:nvPr>
        </p:nvSpPr>
        <p:spPr/>
        <p:txBody>
          <a:bodyPr/>
          <a:lstStyle/>
          <a:p>
            <a:r>
              <a:rPr lang="en-US" dirty="0"/>
              <a:t>2. Literature survey</a:t>
            </a:r>
            <a:endParaRPr lang="en-NL" dirty="0"/>
          </a:p>
        </p:txBody>
      </p:sp>
      <p:sp>
        <p:nvSpPr>
          <p:cNvPr id="3" name="Content Placeholder 2">
            <a:extLst>
              <a:ext uri="{FF2B5EF4-FFF2-40B4-BE49-F238E27FC236}">
                <a16:creationId xmlns:a16="http://schemas.microsoft.com/office/drawing/2014/main" id="{33B2B5B2-98FD-E25B-9F75-65F8E0CCD047}"/>
              </a:ext>
            </a:extLst>
          </p:cNvPr>
          <p:cNvSpPr>
            <a:spLocks noGrp="1"/>
          </p:cNvSpPr>
          <p:nvPr>
            <p:ph idx="1"/>
          </p:nvPr>
        </p:nvSpPr>
        <p:spPr/>
        <p:txBody>
          <a:bodyPr/>
          <a:lstStyle/>
          <a:p>
            <a:r>
              <a:rPr lang="en-US" dirty="0"/>
              <a:t>Relevant literature references of scientific articles and/or books that underlie the research proposal. </a:t>
            </a:r>
          </a:p>
          <a:p>
            <a:pPr lvl="1">
              <a:buFont typeface="Wingdings" panose="05000000000000000000" pitchFamily="2" charset="2"/>
              <a:buChar char="à"/>
            </a:pPr>
            <a:r>
              <a:rPr lang="en-US" dirty="0">
                <a:sym typeface="Wingdings" panose="05000000000000000000" pitchFamily="2" charset="2"/>
              </a:rPr>
              <a:t>Main articles I will use for research method</a:t>
            </a:r>
          </a:p>
          <a:p>
            <a:pPr marL="457200" lvl="1" indent="0">
              <a:buNone/>
            </a:pPr>
            <a:r>
              <a:rPr lang="en-US" dirty="0">
                <a:sym typeface="Wingdings" panose="05000000000000000000" pitchFamily="2" charset="2"/>
              </a:rPr>
              <a:t>Orthogonality papers</a:t>
            </a:r>
          </a:p>
          <a:p>
            <a:pPr marL="457200" lvl="1" indent="0">
              <a:buNone/>
            </a:pPr>
            <a:r>
              <a:rPr lang="en-US" dirty="0">
                <a:sym typeface="Wingdings" panose="05000000000000000000" pitchFamily="2" charset="2"/>
              </a:rPr>
              <a:t>Bas paper reference augmentation on industrial system</a:t>
            </a:r>
          </a:p>
          <a:p>
            <a:pPr marL="457200" lvl="1" indent="0">
              <a:buNone/>
            </a:pPr>
            <a:r>
              <a:rPr lang="en-US" dirty="0">
                <a:sym typeface="Wingdings" panose="05000000000000000000" pitchFamily="2" charset="2"/>
              </a:rPr>
              <a:t>Add more during method</a:t>
            </a:r>
            <a:endParaRPr lang="en-NL" dirty="0"/>
          </a:p>
        </p:txBody>
      </p:sp>
    </p:spTree>
    <p:extLst>
      <p:ext uri="{BB962C8B-B14F-4D97-AF65-F5344CB8AC3E}">
        <p14:creationId xmlns:p14="http://schemas.microsoft.com/office/powerpoint/2010/main" val="2643926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1739C-6B91-8F66-8B52-308CC284EABC}"/>
              </a:ext>
            </a:extLst>
          </p:cNvPr>
          <p:cNvSpPr>
            <a:spLocks noGrp="1"/>
          </p:cNvSpPr>
          <p:nvPr>
            <p:ph type="title"/>
          </p:nvPr>
        </p:nvSpPr>
        <p:spPr/>
        <p:txBody>
          <a:bodyPr/>
          <a:lstStyle/>
          <a:p>
            <a:r>
              <a:rPr lang="en-US" dirty="0"/>
              <a:t>3. Research questions </a:t>
            </a:r>
            <a:endParaRPr lang="en-NL" dirty="0"/>
          </a:p>
        </p:txBody>
      </p:sp>
      <p:sp>
        <p:nvSpPr>
          <p:cNvPr id="3" name="Content Placeholder 2">
            <a:extLst>
              <a:ext uri="{FF2B5EF4-FFF2-40B4-BE49-F238E27FC236}">
                <a16:creationId xmlns:a16="http://schemas.microsoft.com/office/drawing/2014/main" id="{BC59B46D-F744-35B3-A016-9DFBB2A609F0}"/>
              </a:ext>
            </a:extLst>
          </p:cNvPr>
          <p:cNvSpPr>
            <a:spLocks noGrp="1"/>
          </p:cNvSpPr>
          <p:nvPr>
            <p:ph idx="1"/>
          </p:nvPr>
        </p:nvSpPr>
        <p:spPr/>
        <p:txBody>
          <a:bodyPr/>
          <a:lstStyle/>
          <a:p>
            <a:r>
              <a:rPr lang="en-US" dirty="0"/>
              <a:t>What are you going to research? Provide a clear specification of the main research question and possibly sub questions, including any hypotheses to be tested. Make the research questions measurable. It must be possible to ascertain whether the stated research questions have been achieved. </a:t>
            </a:r>
            <a:endParaRPr lang="en-NL" dirty="0"/>
          </a:p>
        </p:txBody>
      </p:sp>
    </p:spTree>
    <p:extLst>
      <p:ext uri="{BB962C8B-B14F-4D97-AF65-F5344CB8AC3E}">
        <p14:creationId xmlns:p14="http://schemas.microsoft.com/office/powerpoint/2010/main" val="3934937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91215-6317-DAC1-89B7-4C8D328BEE1B}"/>
              </a:ext>
            </a:extLst>
          </p:cNvPr>
          <p:cNvSpPr>
            <a:spLocks noGrp="1"/>
          </p:cNvSpPr>
          <p:nvPr>
            <p:ph type="title"/>
          </p:nvPr>
        </p:nvSpPr>
        <p:spPr/>
        <p:txBody>
          <a:bodyPr/>
          <a:lstStyle/>
          <a:p>
            <a:r>
              <a:rPr lang="en-US" dirty="0"/>
              <a:t>Main Research Question (MRQ)</a:t>
            </a:r>
            <a:endParaRPr lang="en-NL" dirty="0"/>
          </a:p>
        </p:txBody>
      </p:sp>
      <p:sp>
        <p:nvSpPr>
          <p:cNvPr id="3" name="Content Placeholder 2">
            <a:extLst>
              <a:ext uri="{FF2B5EF4-FFF2-40B4-BE49-F238E27FC236}">
                <a16:creationId xmlns:a16="http://schemas.microsoft.com/office/drawing/2014/main" id="{4E92E92D-C8E9-BB19-5915-494BB582DE10}"/>
              </a:ext>
            </a:extLst>
          </p:cNvPr>
          <p:cNvSpPr>
            <a:spLocks noGrp="1"/>
          </p:cNvSpPr>
          <p:nvPr>
            <p:ph idx="1"/>
          </p:nvPr>
        </p:nvSpPr>
        <p:spPr/>
        <p:txBody>
          <a:bodyPr/>
          <a:lstStyle/>
          <a:p>
            <a:r>
              <a:rPr lang="en-US" dirty="0"/>
              <a:t>How can we obtain an implementable (causal, stable) inverse/feedforward model for a coupled dual-gantry motion system from closed-loop data, and augment it with an orthogonality-constrained residual model such that the settling error bound improves while physical parameter meaning is preserved?</a:t>
            </a:r>
            <a:endParaRPr lang="en-NL" dirty="0"/>
          </a:p>
        </p:txBody>
      </p:sp>
    </p:spTree>
    <p:extLst>
      <p:ext uri="{BB962C8B-B14F-4D97-AF65-F5344CB8AC3E}">
        <p14:creationId xmlns:p14="http://schemas.microsoft.com/office/powerpoint/2010/main" val="2405937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B1D5D-2609-E16F-0C27-9EEBBC61847A}"/>
              </a:ext>
            </a:extLst>
          </p:cNvPr>
          <p:cNvSpPr>
            <a:spLocks noGrp="1"/>
          </p:cNvSpPr>
          <p:nvPr>
            <p:ph type="title"/>
          </p:nvPr>
        </p:nvSpPr>
        <p:spPr/>
        <p:txBody>
          <a:bodyPr/>
          <a:lstStyle/>
          <a:p>
            <a:endParaRPr lang="en-NL" dirty="0"/>
          </a:p>
        </p:txBody>
      </p:sp>
      <p:pic>
        <p:nvPicPr>
          <p:cNvPr id="5" name="Content Placeholder 4">
            <a:extLst>
              <a:ext uri="{FF2B5EF4-FFF2-40B4-BE49-F238E27FC236}">
                <a16:creationId xmlns:a16="http://schemas.microsoft.com/office/drawing/2014/main" id="{0210A590-DFC9-47BD-1AD1-D3D33F5BDB29}"/>
              </a:ext>
            </a:extLst>
          </p:cNvPr>
          <p:cNvPicPr>
            <a:picLocks noGrp="1" noChangeAspect="1"/>
          </p:cNvPicPr>
          <p:nvPr>
            <p:ph idx="1"/>
          </p:nvPr>
        </p:nvPicPr>
        <p:blipFill>
          <a:blip r:embed="rId3"/>
          <a:stretch>
            <a:fillRect/>
          </a:stretch>
        </p:blipFill>
        <p:spPr>
          <a:xfrm>
            <a:off x="1075689" y="220074"/>
            <a:ext cx="10040622" cy="3437526"/>
          </a:xfrm>
          <a:prstGeom prst="rect">
            <a:avLst/>
          </a:prstGeom>
        </p:spPr>
      </p:pic>
      <p:pic>
        <p:nvPicPr>
          <p:cNvPr id="7" name="Picture 6">
            <a:extLst>
              <a:ext uri="{FF2B5EF4-FFF2-40B4-BE49-F238E27FC236}">
                <a16:creationId xmlns:a16="http://schemas.microsoft.com/office/drawing/2014/main" id="{605E25C9-D294-8D2B-FB71-2D9401EB2655}"/>
              </a:ext>
            </a:extLst>
          </p:cNvPr>
          <p:cNvPicPr>
            <a:picLocks noChangeAspect="1"/>
          </p:cNvPicPr>
          <p:nvPr/>
        </p:nvPicPr>
        <p:blipFill>
          <a:blip r:embed="rId4"/>
          <a:stretch>
            <a:fillRect/>
          </a:stretch>
        </p:blipFill>
        <p:spPr>
          <a:xfrm>
            <a:off x="1618625" y="3972205"/>
            <a:ext cx="8954750" cy="2705478"/>
          </a:xfrm>
          <a:prstGeom prst="rect">
            <a:avLst/>
          </a:prstGeom>
        </p:spPr>
      </p:pic>
    </p:spTree>
    <p:extLst>
      <p:ext uri="{BB962C8B-B14F-4D97-AF65-F5344CB8AC3E}">
        <p14:creationId xmlns:p14="http://schemas.microsoft.com/office/powerpoint/2010/main" val="1520812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48F08-BEB3-3AEB-E3C1-9F7CD97EB345}"/>
              </a:ext>
            </a:extLst>
          </p:cNvPr>
          <p:cNvSpPr>
            <a:spLocks noGrp="1"/>
          </p:cNvSpPr>
          <p:nvPr>
            <p:ph type="title"/>
          </p:nvPr>
        </p:nvSpPr>
        <p:spPr/>
        <p:txBody>
          <a:bodyPr/>
          <a:lstStyle/>
          <a:p>
            <a:r>
              <a:rPr lang="en-US" dirty="0"/>
              <a:t>RQ1: Implementable inverse/feedforward baseline from closed-loop data</a:t>
            </a:r>
            <a:endParaRPr lang="en-NL" dirty="0"/>
          </a:p>
        </p:txBody>
      </p:sp>
      <p:sp>
        <p:nvSpPr>
          <p:cNvPr id="3" name="Content Placeholder 2">
            <a:extLst>
              <a:ext uri="{FF2B5EF4-FFF2-40B4-BE49-F238E27FC236}">
                <a16:creationId xmlns:a16="http://schemas.microsoft.com/office/drawing/2014/main" id="{BB67F4BF-9A3D-804B-30BB-C5BA9E5B3B9E}"/>
              </a:ext>
            </a:extLst>
          </p:cNvPr>
          <p:cNvSpPr>
            <a:spLocks noGrp="1"/>
          </p:cNvSpPr>
          <p:nvPr>
            <p:ph idx="1"/>
          </p:nvPr>
        </p:nvSpPr>
        <p:spPr/>
        <p:txBody>
          <a:bodyPr>
            <a:normAutofit/>
          </a:bodyPr>
          <a:lstStyle/>
          <a:p>
            <a:r>
              <a:rPr lang="en-US" dirty="0"/>
              <a:t>RQ1: Which inverse/feedforward parameterization yields an implementable and effective baseline for settling-bound improvement using closed-loop operational data?</a:t>
            </a:r>
          </a:p>
          <a:p>
            <a:r>
              <a:rPr lang="en-US" dirty="0"/>
              <a:t>(</a:t>
            </a:r>
            <a:r>
              <a:rPr lang="en-US" b="1" dirty="0"/>
              <a:t>Time-to-band:</a:t>
            </a:r>
            <a:r>
              <a:rPr lang="en-US" dirty="0"/>
              <a:t> settling performance metric measures how long it takes for positioning error to enter and remain within a specified tolerance band.)</a:t>
            </a:r>
          </a:p>
          <a:p>
            <a:r>
              <a:rPr lang="en-US" dirty="0"/>
              <a:t>Measurable outcome. Demonstrate a stable, causal implementation and quantify settling-bound and time-to-band performance relative to the current baseline feed forward on held-out trajectories.</a:t>
            </a:r>
            <a:endParaRPr lang="en-NL" dirty="0"/>
          </a:p>
        </p:txBody>
      </p:sp>
    </p:spTree>
    <p:extLst>
      <p:ext uri="{BB962C8B-B14F-4D97-AF65-F5344CB8AC3E}">
        <p14:creationId xmlns:p14="http://schemas.microsoft.com/office/powerpoint/2010/main" val="2810422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F87EE-7312-98D0-9A1B-2EE8B04CD7D1}"/>
              </a:ext>
            </a:extLst>
          </p:cNvPr>
          <p:cNvSpPr>
            <a:spLocks noGrp="1"/>
          </p:cNvSpPr>
          <p:nvPr>
            <p:ph type="title"/>
          </p:nvPr>
        </p:nvSpPr>
        <p:spPr/>
        <p:txBody>
          <a:bodyPr/>
          <a:lstStyle/>
          <a:p>
            <a:r>
              <a:rPr lang="en-US" dirty="0"/>
              <a:t>RQ2: Orthogonality as anti-compensation mechanism</a:t>
            </a:r>
            <a:endParaRPr lang="en-NL" dirty="0"/>
          </a:p>
        </p:txBody>
      </p:sp>
      <p:sp>
        <p:nvSpPr>
          <p:cNvPr id="3" name="Content Placeholder 2">
            <a:extLst>
              <a:ext uri="{FF2B5EF4-FFF2-40B4-BE49-F238E27FC236}">
                <a16:creationId xmlns:a16="http://schemas.microsoft.com/office/drawing/2014/main" id="{F9B8891E-0A1C-81BD-AB78-20A5A4B06B8B}"/>
              </a:ext>
            </a:extLst>
          </p:cNvPr>
          <p:cNvSpPr>
            <a:spLocks noGrp="1"/>
          </p:cNvSpPr>
          <p:nvPr>
            <p:ph idx="1"/>
          </p:nvPr>
        </p:nvSpPr>
        <p:spPr/>
        <p:txBody>
          <a:bodyPr/>
          <a:lstStyle/>
          <a:p>
            <a:r>
              <a:rPr lang="en-US" dirty="0"/>
              <a:t>RQ2: Does enforcing orthogonality between physics and residual model directions reduce parameter compensation and improve out-of-sample performance compared to unconstrained augmentation?</a:t>
            </a:r>
          </a:p>
          <a:p>
            <a:r>
              <a:rPr lang="en-US" dirty="0"/>
              <a:t>(</a:t>
            </a:r>
            <a:r>
              <a:rPr lang="en-US" b="1" dirty="0"/>
              <a:t>Out-of-sample:</a:t>
            </a:r>
            <a:r>
              <a:rPr lang="en-US" dirty="0"/>
              <a:t> performance on </a:t>
            </a:r>
            <a:r>
              <a:rPr lang="en-US" b="1" dirty="0"/>
              <a:t>new data the model hasn't seen during training</a:t>
            </a:r>
            <a:r>
              <a:rPr lang="en-US" dirty="0"/>
              <a:t> (validation/test trajectories))</a:t>
            </a:r>
          </a:p>
        </p:txBody>
      </p:sp>
    </p:spTree>
    <p:extLst>
      <p:ext uri="{BB962C8B-B14F-4D97-AF65-F5344CB8AC3E}">
        <p14:creationId xmlns:p14="http://schemas.microsoft.com/office/powerpoint/2010/main" val="2348641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4B4D7-0BC0-D382-7B3B-8588B21E874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BB704CF-7783-7019-D9F3-35AC13F967F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24B17D4-C857-0363-3D31-CA30495B62F2}"/>
              </a:ext>
            </a:extLst>
          </p:cNvPr>
          <p:cNvPicPr>
            <a:picLocks noChangeAspect="1"/>
          </p:cNvPicPr>
          <p:nvPr/>
        </p:nvPicPr>
        <p:blipFill>
          <a:blip r:embed="rId2"/>
          <a:stretch>
            <a:fillRect/>
          </a:stretch>
        </p:blipFill>
        <p:spPr>
          <a:xfrm>
            <a:off x="1458360" y="1253331"/>
            <a:ext cx="10160372" cy="4351337"/>
          </a:xfrm>
          <a:prstGeom prst="rect">
            <a:avLst/>
          </a:prstGeom>
        </p:spPr>
      </p:pic>
    </p:spTree>
    <p:extLst>
      <p:ext uri="{BB962C8B-B14F-4D97-AF65-F5344CB8AC3E}">
        <p14:creationId xmlns:p14="http://schemas.microsoft.com/office/powerpoint/2010/main" val="3015838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56FA4-A66F-4DB7-400C-FCFB35D05F8D}"/>
              </a:ext>
            </a:extLst>
          </p:cNvPr>
          <p:cNvSpPr>
            <a:spLocks noGrp="1"/>
          </p:cNvSpPr>
          <p:nvPr>
            <p:ph type="title"/>
          </p:nvPr>
        </p:nvSpPr>
        <p:spPr/>
        <p:txBody>
          <a:bodyPr/>
          <a:lstStyle/>
          <a:p>
            <a:r>
              <a:rPr lang="en-US" dirty="0"/>
              <a:t>4. AI&amp;ES relevance </a:t>
            </a:r>
            <a:endParaRPr lang="en-NL" dirty="0"/>
          </a:p>
        </p:txBody>
      </p:sp>
      <p:sp>
        <p:nvSpPr>
          <p:cNvPr id="3" name="Content Placeholder 2">
            <a:extLst>
              <a:ext uri="{FF2B5EF4-FFF2-40B4-BE49-F238E27FC236}">
                <a16:creationId xmlns:a16="http://schemas.microsoft.com/office/drawing/2014/main" id="{899E7776-E54D-C2BC-2404-0DBD3FE9B0E7}"/>
              </a:ext>
            </a:extLst>
          </p:cNvPr>
          <p:cNvSpPr>
            <a:spLocks noGrp="1"/>
          </p:cNvSpPr>
          <p:nvPr>
            <p:ph idx="1"/>
          </p:nvPr>
        </p:nvSpPr>
        <p:spPr/>
        <p:txBody>
          <a:bodyPr/>
          <a:lstStyle/>
          <a:p>
            <a:r>
              <a:rPr lang="en-US" dirty="0"/>
              <a:t>Explain why your project fits the Artificial Intelligence &amp; Engineering Systems domain. </a:t>
            </a:r>
            <a:endParaRPr lang="en-NL" dirty="0"/>
          </a:p>
        </p:txBody>
      </p:sp>
    </p:spTree>
    <p:extLst>
      <p:ext uri="{BB962C8B-B14F-4D97-AF65-F5344CB8AC3E}">
        <p14:creationId xmlns:p14="http://schemas.microsoft.com/office/powerpoint/2010/main" val="2975506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B3C14-07DA-EECE-D62A-0D79C7F16B6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D108F8A-6C8D-7FA2-3DED-013285159726}"/>
              </a:ext>
            </a:extLst>
          </p:cNvPr>
          <p:cNvSpPr>
            <a:spLocks noGrp="1"/>
          </p:cNvSpPr>
          <p:nvPr>
            <p:ph idx="1"/>
          </p:nvPr>
        </p:nvSpPr>
        <p:spPr/>
        <p:txBody>
          <a:bodyPr/>
          <a:lstStyle/>
          <a:p>
            <a:r>
              <a:rPr lang="en-US" dirty="0"/>
              <a:t>This project fits the AI &amp;ES domain because it combines:</a:t>
            </a:r>
          </a:p>
          <a:p>
            <a:pPr lvl="1"/>
            <a:r>
              <a:rPr lang="en-US" b="1" dirty="0"/>
              <a:t>AI / data-driven learning: </a:t>
            </a:r>
            <a:r>
              <a:rPr lang="en-US" dirty="0"/>
              <a:t>learning a structured residual model from measured data to capture repeatable dynamics that a first-principles model misses. </a:t>
            </a:r>
          </a:p>
          <a:p>
            <a:pPr lvl="1"/>
            <a:r>
              <a:rPr lang="en-US" b="1" dirty="0"/>
              <a:t>Engineering systems: </a:t>
            </a:r>
            <a:r>
              <a:rPr lang="en-US" dirty="0"/>
              <a:t>embedding the learned residual in a physics-based inverse/feedforward model for a real dual-gantry system, accounting for coupling, stability, and actuator limits.</a:t>
            </a:r>
            <a:endParaRPr lang="en-NL" dirty="0"/>
          </a:p>
        </p:txBody>
      </p:sp>
    </p:spTree>
    <p:extLst>
      <p:ext uri="{BB962C8B-B14F-4D97-AF65-F5344CB8AC3E}">
        <p14:creationId xmlns:p14="http://schemas.microsoft.com/office/powerpoint/2010/main" val="1939348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61E9E-82B9-EF44-5D6D-30A6A613BAEC}"/>
              </a:ext>
            </a:extLst>
          </p:cNvPr>
          <p:cNvSpPr>
            <a:spLocks noGrp="1"/>
          </p:cNvSpPr>
          <p:nvPr>
            <p:ph type="title"/>
          </p:nvPr>
        </p:nvSpPr>
        <p:spPr/>
        <p:txBody>
          <a:bodyPr/>
          <a:lstStyle/>
          <a:p>
            <a:r>
              <a:rPr lang="en-US" dirty="0"/>
              <a:t>Simulation - MIMO</a:t>
            </a:r>
            <a:endParaRPr lang="en-NL" dirty="0"/>
          </a:p>
        </p:txBody>
      </p:sp>
      <p:sp>
        <p:nvSpPr>
          <p:cNvPr id="3" name="Content Placeholder 2">
            <a:extLst>
              <a:ext uri="{FF2B5EF4-FFF2-40B4-BE49-F238E27FC236}">
                <a16:creationId xmlns:a16="http://schemas.microsoft.com/office/drawing/2014/main" id="{29CC3E17-4C4E-5CD3-7136-38DAB9B0AA34}"/>
              </a:ext>
            </a:extLst>
          </p:cNvPr>
          <p:cNvSpPr>
            <a:spLocks noGrp="1"/>
          </p:cNvSpPr>
          <p:nvPr>
            <p:ph idx="1"/>
          </p:nvPr>
        </p:nvSpPr>
        <p:spPr/>
        <p:txBody>
          <a:bodyPr>
            <a:normAutofit/>
          </a:bodyPr>
          <a:lstStyle/>
          <a:p>
            <a:r>
              <a:rPr lang="en-US" dirty="0"/>
              <a:t>Asked other PhD student for adapted MIMO code</a:t>
            </a:r>
          </a:p>
          <a:p>
            <a:r>
              <a:rPr lang="en-US" dirty="0"/>
              <a:t>Compared it to the code of Jan</a:t>
            </a:r>
          </a:p>
          <a:p>
            <a:r>
              <a:rPr lang="en-US" dirty="0"/>
              <a:t>To change the structure to MIMO have to change two lines of code</a:t>
            </a:r>
          </a:p>
          <a:p>
            <a:r>
              <a:rPr lang="en-US" dirty="0"/>
              <a:t>Important Encoder function:</a:t>
            </a:r>
          </a:p>
          <a:p>
            <a:pPr lvl="1"/>
            <a:r>
              <a:rPr lang="en-US" dirty="0"/>
              <a:t>Neural network that estimates the </a:t>
            </a:r>
            <a:r>
              <a:rPr lang="en-US" b="1" dirty="0"/>
              <a:t>initial latent state</a:t>
            </a:r>
            <a:r>
              <a:rPr lang="en-US" dirty="0"/>
              <a:t> </a:t>
            </a:r>
            <a:r>
              <a:rPr lang="en-US" b="1" dirty="0"/>
              <a:t>X0</a:t>
            </a:r>
            <a:r>
              <a:rPr lang="en-US" dirty="0"/>
              <a:t> of the state‑space model from a short history of measured data.</a:t>
            </a:r>
          </a:p>
          <a:p>
            <a:pPr lvl="1"/>
            <a:r>
              <a:rPr lang="en-US" dirty="0"/>
              <a:t>Enables us to train a state‑space model from only input/output data (</a:t>
            </a:r>
            <a:r>
              <a:rPr lang="en-US" dirty="0" err="1"/>
              <a:t>u,y</a:t>
            </a:r>
            <a:r>
              <a:rPr lang="en-US" dirty="0"/>
              <a:t>)</a:t>
            </a:r>
          </a:p>
        </p:txBody>
      </p:sp>
    </p:spTree>
    <p:extLst>
      <p:ext uri="{BB962C8B-B14F-4D97-AF65-F5344CB8AC3E}">
        <p14:creationId xmlns:p14="http://schemas.microsoft.com/office/powerpoint/2010/main" val="4114858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6B0E4-2045-8849-74FB-5E43FADBF6A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8B4DBC3-EDF4-1EC1-7A52-CE9903C4C189}"/>
              </a:ext>
            </a:extLst>
          </p:cNvPr>
          <p:cNvSpPr>
            <a:spLocks noGrp="1"/>
          </p:cNvSpPr>
          <p:nvPr>
            <p:ph idx="1"/>
          </p:nvPr>
        </p:nvSpPr>
        <p:spPr/>
        <p:txBody>
          <a:bodyPr>
            <a:normAutofit/>
          </a:bodyPr>
          <a:lstStyle/>
          <a:p>
            <a:r>
              <a:rPr lang="en-US" b="1" dirty="0"/>
              <a:t>Fix </a:t>
            </a:r>
            <a:r>
              <a:rPr lang="en-US" b="1" dirty="0" err="1"/>
              <a:t>ny</a:t>
            </a:r>
            <a:r>
              <a:rPr lang="en-US" b="1" dirty="0"/>
              <a:t> so the encoder input includes all output channels (MIMO)</a:t>
            </a:r>
          </a:p>
          <a:p>
            <a:pPr lvl="1"/>
            <a:r>
              <a:rPr lang="en-US" dirty="0"/>
              <a:t>Before (public repo): modified_encoder_net.__</a:t>
            </a:r>
            <a:r>
              <a:rPr lang="en-US" dirty="0" err="1"/>
              <a:t>init</a:t>
            </a:r>
            <a:r>
              <a:rPr lang="en-US" dirty="0"/>
              <a:t>__ hardcoded </a:t>
            </a:r>
          </a:p>
          <a:p>
            <a:pPr marL="457200" lvl="1" indent="0">
              <a:buNone/>
            </a:pPr>
            <a:r>
              <a:rPr lang="en-US" dirty="0" err="1"/>
              <a:t>self.ny</a:t>
            </a:r>
            <a:r>
              <a:rPr lang="en-US" dirty="0"/>
              <a:t> = tuple() </a:t>
            </a:r>
            <a:r>
              <a:rPr lang="en-US" dirty="0">
                <a:sym typeface="Wingdings" panose="05000000000000000000" pitchFamily="2" charset="2"/>
              </a:rPr>
              <a:t></a:t>
            </a:r>
            <a:r>
              <a:rPr lang="en-US" dirty="0"/>
              <a:t> treats output-history size as 0</a:t>
            </a:r>
          </a:p>
          <a:p>
            <a:pPr lvl="1"/>
            <a:r>
              <a:rPr lang="en-US" dirty="0"/>
              <a:t>Easy way to not scale the encoder with the number of outputs (SISO only shortcut)</a:t>
            </a:r>
            <a:endParaRPr lang="en-US" b="1" dirty="0"/>
          </a:p>
          <a:p>
            <a:r>
              <a:rPr lang="en-US" b="1" dirty="0"/>
              <a:t>Effect</a:t>
            </a:r>
            <a:r>
              <a:rPr lang="en-US" dirty="0"/>
              <a:t>: the network input size becomes </a:t>
            </a:r>
            <a:r>
              <a:rPr lang="en-US" dirty="0" err="1"/>
              <a:t>nb</a:t>
            </a:r>
            <a:r>
              <a:rPr lang="en-US" dirty="0"/>
              <a:t>*nu + </a:t>
            </a:r>
            <a:r>
              <a:rPr lang="en-US" dirty="0" err="1"/>
              <a:t>na</a:t>
            </a:r>
            <a:r>
              <a:rPr lang="en-US" dirty="0"/>
              <a:t>*</a:t>
            </a:r>
            <a:r>
              <a:rPr lang="en-US" dirty="0" err="1"/>
              <a:t>ny</a:t>
            </a:r>
            <a:r>
              <a:rPr lang="en-US" dirty="0"/>
              <a:t> instead of </a:t>
            </a:r>
            <a:r>
              <a:rPr lang="en-US" dirty="0" err="1"/>
              <a:t>nb</a:t>
            </a:r>
            <a:r>
              <a:rPr lang="en-US" dirty="0"/>
              <a:t>*nu + 0, so it matches the flattened </a:t>
            </a:r>
            <a:r>
              <a:rPr lang="en-US" dirty="0" err="1"/>
              <a:t>ypast</a:t>
            </a:r>
            <a:r>
              <a:rPr lang="en-US" dirty="0"/>
              <a:t> for </a:t>
            </a:r>
            <a:r>
              <a:rPr lang="en-US" dirty="0" err="1"/>
              <a:t>ny</a:t>
            </a:r>
            <a:r>
              <a:rPr lang="en-US" dirty="0"/>
              <a:t>&gt;1</a:t>
            </a:r>
          </a:p>
          <a:p>
            <a:r>
              <a:rPr lang="en-US" b="1" dirty="0"/>
              <a:t>Optional: </a:t>
            </a:r>
            <a:r>
              <a:rPr lang="en-US" dirty="0"/>
              <a:t>Instead of using custom encoder switch to imported one from </a:t>
            </a:r>
            <a:r>
              <a:rPr lang="en-US" dirty="0" err="1"/>
              <a:t>DeepSI</a:t>
            </a:r>
            <a:r>
              <a:rPr lang="en-US" dirty="0"/>
              <a:t> library (adapted for MIMO)</a:t>
            </a:r>
          </a:p>
          <a:p>
            <a:endParaRPr lang="en-US" b="1" dirty="0"/>
          </a:p>
          <a:p>
            <a:endParaRPr lang="en-NL" dirty="0"/>
          </a:p>
        </p:txBody>
      </p:sp>
    </p:spTree>
    <p:extLst>
      <p:ext uri="{BB962C8B-B14F-4D97-AF65-F5344CB8AC3E}">
        <p14:creationId xmlns:p14="http://schemas.microsoft.com/office/powerpoint/2010/main" val="1290507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C9EAB-5A72-1037-CF7D-68CD4E9A826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011F178-DA54-8D2E-B5EE-C3F459B84C64}"/>
              </a:ext>
            </a:extLst>
          </p:cNvPr>
          <p:cNvSpPr>
            <a:spLocks noGrp="1"/>
          </p:cNvSpPr>
          <p:nvPr>
            <p:ph idx="1"/>
          </p:nvPr>
        </p:nvSpPr>
        <p:spPr/>
        <p:txBody>
          <a:bodyPr/>
          <a:lstStyle/>
          <a:p>
            <a:r>
              <a:rPr lang="en-US" dirty="0" err="1"/>
              <a:t>na</a:t>
            </a:r>
            <a:r>
              <a:rPr lang="en-US" dirty="0"/>
              <a:t> is the number of past time steps you feed in, and </a:t>
            </a:r>
            <a:r>
              <a:rPr lang="en-US" dirty="0" err="1"/>
              <a:t>ny</a:t>
            </a:r>
            <a:r>
              <a:rPr lang="en-US" dirty="0"/>
              <a:t> is how many outputs you have at each time step.</a:t>
            </a:r>
            <a:endParaRPr lang="nn-NO" dirty="0"/>
          </a:p>
          <a:p>
            <a:r>
              <a:rPr lang="nn-NO" dirty="0"/>
              <a:t>For SISO, ny=1, so na*ny = na.</a:t>
            </a:r>
          </a:p>
          <a:p>
            <a:pPr lvl="1"/>
            <a:r>
              <a:rPr lang="en-US" dirty="0"/>
              <a:t>Each past time step contributes </a:t>
            </a:r>
            <a:r>
              <a:rPr lang="en-US" b="1" dirty="0"/>
              <a:t>1 output value</a:t>
            </a:r>
            <a:r>
              <a:rPr lang="en-US" dirty="0"/>
              <a:t>. With </a:t>
            </a:r>
            <a:r>
              <a:rPr lang="en-US" dirty="0" err="1"/>
              <a:t>na</a:t>
            </a:r>
            <a:r>
              <a:rPr lang="en-US" dirty="0"/>
              <a:t> time steps, you have </a:t>
            </a:r>
            <a:r>
              <a:rPr lang="en-US" dirty="0" err="1"/>
              <a:t>na</a:t>
            </a:r>
            <a:r>
              <a:rPr lang="en-US" dirty="0"/>
              <a:t> x 1 = </a:t>
            </a:r>
            <a:r>
              <a:rPr lang="en-US" dirty="0" err="1"/>
              <a:t>na</a:t>
            </a:r>
            <a:r>
              <a:rPr lang="en-US" dirty="0"/>
              <a:t> output numbers.</a:t>
            </a:r>
            <a:endParaRPr lang="nn-NO" dirty="0"/>
          </a:p>
          <a:p>
            <a:r>
              <a:rPr lang="nn-NO" dirty="0"/>
              <a:t>For MIMO, ny&gt;1, so na*ny grows.</a:t>
            </a:r>
          </a:p>
          <a:p>
            <a:pPr lvl="1"/>
            <a:r>
              <a:rPr lang="en-US" dirty="0"/>
              <a:t>Each past time step contributes </a:t>
            </a:r>
            <a:r>
              <a:rPr lang="en-US" b="1" dirty="0"/>
              <a:t>multiple output values</a:t>
            </a:r>
            <a:r>
              <a:rPr lang="en-US" dirty="0"/>
              <a:t>. With </a:t>
            </a:r>
            <a:r>
              <a:rPr lang="en-US" dirty="0" err="1"/>
              <a:t>na</a:t>
            </a:r>
            <a:r>
              <a:rPr lang="en-US" dirty="0"/>
              <a:t> time steps, you have </a:t>
            </a:r>
            <a:r>
              <a:rPr lang="en-US" dirty="0" err="1"/>
              <a:t>na</a:t>
            </a:r>
            <a:r>
              <a:rPr lang="en-US" dirty="0"/>
              <a:t> x </a:t>
            </a:r>
            <a:r>
              <a:rPr lang="en-US" dirty="0" err="1"/>
              <a:t>ny</a:t>
            </a:r>
            <a:r>
              <a:rPr lang="en-US" dirty="0"/>
              <a:t> output numbers.</a:t>
            </a:r>
            <a:endParaRPr lang="nn-NO" dirty="0"/>
          </a:p>
          <a:p>
            <a:endParaRPr lang="en-NL" dirty="0"/>
          </a:p>
        </p:txBody>
      </p:sp>
    </p:spTree>
    <p:extLst>
      <p:ext uri="{BB962C8B-B14F-4D97-AF65-F5344CB8AC3E}">
        <p14:creationId xmlns:p14="http://schemas.microsoft.com/office/powerpoint/2010/main" val="4106138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5DA82-033F-A5A9-8242-2D5896D94857}"/>
              </a:ext>
            </a:extLst>
          </p:cNvPr>
          <p:cNvSpPr>
            <a:spLocks noGrp="1"/>
          </p:cNvSpPr>
          <p:nvPr>
            <p:ph type="title"/>
          </p:nvPr>
        </p:nvSpPr>
        <p:spPr/>
        <p:txBody>
          <a:bodyPr/>
          <a:lstStyle/>
          <a:p>
            <a:r>
              <a:rPr lang="en-US" dirty="0"/>
              <a:t>Question 1</a:t>
            </a:r>
            <a:endParaRPr lang="en-NL" dirty="0"/>
          </a:p>
        </p:txBody>
      </p:sp>
      <p:sp>
        <p:nvSpPr>
          <p:cNvPr id="3" name="Content Placeholder 2">
            <a:extLst>
              <a:ext uri="{FF2B5EF4-FFF2-40B4-BE49-F238E27FC236}">
                <a16:creationId xmlns:a16="http://schemas.microsoft.com/office/drawing/2014/main" id="{07C68050-ABAC-21A7-30BB-2C997CD155E6}"/>
              </a:ext>
            </a:extLst>
          </p:cNvPr>
          <p:cNvSpPr>
            <a:spLocks noGrp="1"/>
          </p:cNvSpPr>
          <p:nvPr>
            <p:ph idx="1"/>
          </p:nvPr>
        </p:nvSpPr>
        <p:spPr/>
        <p:txBody>
          <a:bodyPr/>
          <a:lstStyle/>
          <a:p>
            <a:r>
              <a:rPr lang="en-US" dirty="0"/>
              <a:t>Should the vibration system be taken into account for closed-loop system identification?</a:t>
            </a:r>
          </a:p>
          <a:p>
            <a:pPr lvl="1"/>
            <a:r>
              <a:rPr lang="en-US" dirty="0"/>
              <a:t>Or stepwise, first leave out vibration system</a:t>
            </a:r>
            <a:endParaRPr lang="en-NL" dirty="0"/>
          </a:p>
        </p:txBody>
      </p:sp>
    </p:spTree>
    <p:extLst>
      <p:ext uri="{BB962C8B-B14F-4D97-AF65-F5344CB8AC3E}">
        <p14:creationId xmlns:p14="http://schemas.microsoft.com/office/powerpoint/2010/main" val="2175299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E7FC6-19EF-777E-C9F2-BB553A8EE82A}"/>
              </a:ext>
            </a:extLst>
          </p:cNvPr>
          <p:cNvSpPr>
            <a:spLocks noGrp="1"/>
          </p:cNvSpPr>
          <p:nvPr>
            <p:ph type="title"/>
          </p:nvPr>
        </p:nvSpPr>
        <p:spPr/>
        <p:txBody>
          <a:bodyPr/>
          <a:lstStyle/>
          <a:p>
            <a:r>
              <a:rPr lang="en-US" dirty="0"/>
              <a:t>Question 2</a:t>
            </a:r>
            <a:endParaRPr lang="en-NL" dirty="0"/>
          </a:p>
        </p:txBody>
      </p:sp>
      <p:sp>
        <p:nvSpPr>
          <p:cNvPr id="3" name="Content Placeholder 2">
            <a:extLst>
              <a:ext uri="{FF2B5EF4-FFF2-40B4-BE49-F238E27FC236}">
                <a16:creationId xmlns:a16="http://schemas.microsoft.com/office/drawing/2014/main" id="{8A266777-7539-B1BE-6603-8E4DCA78B091}"/>
              </a:ext>
            </a:extLst>
          </p:cNvPr>
          <p:cNvSpPr>
            <a:spLocks noGrp="1"/>
          </p:cNvSpPr>
          <p:nvPr>
            <p:ph idx="1"/>
          </p:nvPr>
        </p:nvSpPr>
        <p:spPr/>
        <p:txBody>
          <a:bodyPr/>
          <a:lstStyle/>
          <a:p>
            <a:r>
              <a:rPr lang="en-US" dirty="0"/>
              <a:t>Are there specific motion profiles available for the dual-gantry system for the hybrid bonding?</a:t>
            </a:r>
          </a:p>
          <a:p>
            <a:pPr lvl="1"/>
            <a:r>
              <a:rPr lang="en-US" dirty="0"/>
              <a:t>To capture data relevant for improving settling error bound.</a:t>
            </a:r>
          </a:p>
          <a:p>
            <a:pPr lvl="1"/>
            <a:r>
              <a:rPr lang="en-US" dirty="0"/>
              <a:t>Is the starting position or region where the gantry starts always the same?</a:t>
            </a:r>
          </a:p>
          <a:p>
            <a:pPr lvl="2"/>
            <a:r>
              <a:rPr lang="en-US" dirty="0"/>
              <a:t>Could I drastically reduce the region by only considering this starting position/region?</a:t>
            </a:r>
            <a:endParaRPr lang="en-NL" dirty="0"/>
          </a:p>
        </p:txBody>
      </p:sp>
    </p:spTree>
    <p:extLst>
      <p:ext uri="{BB962C8B-B14F-4D97-AF65-F5344CB8AC3E}">
        <p14:creationId xmlns:p14="http://schemas.microsoft.com/office/powerpoint/2010/main" val="3925146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22FA-98D7-2929-D27F-810CECE6E8CA}"/>
              </a:ext>
            </a:extLst>
          </p:cNvPr>
          <p:cNvSpPr>
            <a:spLocks noGrp="1"/>
          </p:cNvSpPr>
          <p:nvPr>
            <p:ph type="title"/>
          </p:nvPr>
        </p:nvSpPr>
        <p:spPr/>
        <p:txBody>
          <a:bodyPr/>
          <a:lstStyle/>
          <a:p>
            <a:r>
              <a:rPr lang="en-US" dirty="0"/>
              <a:t>Outline next week</a:t>
            </a:r>
            <a:endParaRPr lang="en-NL" dirty="0"/>
          </a:p>
        </p:txBody>
      </p:sp>
      <p:sp>
        <p:nvSpPr>
          <p:cNvPr id="3" name="Content Placeholder 2">
            <a:extLst>
              <a:ext uri="{FF2B5EF4-FFF2-40B4-BE49-F238E27FC236}">
                <a16:creationId xmlns:a16="http://schemas.microsoft.com/office/drawing/2014/main" id="{78179DB8-2509-8E4F-14E4-B0B6B2FE756A}"/>
              </a:ext>
            </a:extLst>
          </p:cNvPr>
          <p:cNvSpPr>
            <a:spLocks noGrp="1"/>
          </p:cNvSpPr>
          <p:nvPr>
            <p:ph idx="1"/>
          </p:nvPr>
        </p:nvSpPr>
        <p:spPr/>
        <p:txBody>
          <a:bodyPr/>
          <a:lstStyle/>
          <a:p>
            <a:r>
              <a:rPr lang="en-US" dirty="0"/>
              <a:t>Finish Research plan</a:t>
            </a:r>
          </a:p>
          <a:p>
            <a:pPr lvl="1"/>
            <a:r>
              <a:rPr lang="en-US" dirty="0"/>
              <a:t>Main focus on Research methods and planning phase 2</a:t>
            </a:r>
          </a:p>
        </p:txBody>
      </p:sp>
    </p:spTree>
    <p:extLst>
      <p:ext uri="{BB962C8B-B14F-4D97-AF65-F5344CB8AC3E}">
        <p14:creationId xmlns:p14="http://schemas.microsoft.com/office/powerpoint/2010/main" val="4133975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147</TotalTime>
  <Words>1522</Words>
  <Application>Microsoft Office PowerPoint</Application>
  <PresentationFormat>Widescreen</PresentationFormat>
  <Paragraphs>140</Paragraphs>
  <Slides>25</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Roboto</vt:lpstr>
      <vt:lpstr>Wingdings</vt:lpstr>
      <vt:lpstr>Office Theme</vt:lpstr>
      <vt:lpstr>Meeting Week 5</vt:lpstr>
      <vt:lpstr>Last week summary</vt:lpstr>
      <vt:lpstr>Experiment design - Latin Hyper Cube sampling</vt:lpstr>
      <vt:lpstr>Simulation Jan - MSD system</vt:lpstr>
      <vt:lpstr>Simulation MIMO and LPV</vt:lpstr>
      <vt:lpstr>Research Plan</vt:lpstr>
      <vt:lpstr>1. Background and already obtained results in the topic</vt:lpstr>
      <vt:lpstr>Motivation &amp; Current Practice</vt:lpstr>
      <vt:lpstr>Grey-Box Augmentation &amp; Identifiability</vt:lpstr>
      <vt:lpstr>Gap &amp; This Project</vt:lpstr>
      <vt:lpstr>2. Literature survey</vt:lpstr>
      <vt:lpstr>3. Research questions </vt:lpstr>
      <vt:lpstr>Main Research Question (MRQ)</vt:lpstr>
      <vt:lpstr>PowerPoint Presentation</vt:lpstr>
      <vt:lpstr>RQ1: Implementable inverse/feedforward baseline from closed-loop data</vt:lpstr>
      <vt:lpstr>RQ2: Orthogonality as anti-compensation mechanism</vt:lpstr>
      <vt:lpstr>PowerPoint Presentation</vt:lpstr>
      <vt:lpstr>4. AI&amp;ES relevance </vt:lpstr>
      <vt:lpstr>PowerPoint Presentation</vt:lpstr>
      <vt:lpstr>Simulation - MIMO</vt:lpstr>
      <vt:lpstr>PowerPoint Presentation</vt:lpstr>
      <vt:lpstr>PowerPoint Presentation</vt:lpstr>
      <vt:lpstr>Question 1</vt:lpstr>
      <vt:lpstr>Question 2</vt:lpstr>
      <vt:lpstr>Outline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1</cp:revision>
  <dcterms:created xsi:type="dcterms:W3CDTF">2026-02-02T15:14:22Z</dcterms:created>
  <dcterms:modified xsi:type="dcterms:W3CDTF">2026-03-02T09:09:58Z</dcterms:modified>
</cp:coreProperties>
</file>