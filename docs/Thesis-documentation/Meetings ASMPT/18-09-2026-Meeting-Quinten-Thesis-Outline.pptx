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4C1F8B-3CAC-4C24-9626-F9CDDA1437BC}" v="34" dt="2026-09-18T12:30:06.6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g, Dirk van den" userId="035ecb32-01d9-4b47-a105-eacf059a4647" providerId="ADAL" clId="{F7FF961E-CF96-44AC-93C2-93612F62D46D}"/>
    <pc:docChg chg="modSld">
      <pc:chgData name="Berg, Dirk van den" userId="035ecb32-01d9-4b47-a105-eacf059a4647" providerId="ADAL" clId="{F7FF961E-CF96-44AC-93C2-93612F62D46D}" dt="2026-09-18T12:30:06.623" v="31"/>
      <pc:docMkLst>
        <pc:docMk/>
      </pc:docMkLst>
      <pc:sldChg chg="modSp">
        <pc:chgData name="Berg, Dirk van den" userId="035ecb32-01d9-4b47-a105-eacf059a4647" providerId="ADAL" clId="{F7FF961E-CF96-44AC-93C2-93612F62D46D}" dt="2026-09-18T12:10:54.247" v="2"/>
        <pc:sldMkLst>
          <pc:docMk/>
          <pc:sldMk cId="3072567518" sldId="259"/>
        </pc:sldMkLst>
        <pc:spChg chg="mod">
          <ac:chgData name="Berg, Dirk van den" userId="035ecb32-01d9-4b47-a105-eacf059a4647" providerId="ADAL" clId="{F7FF961E-CF96-44AC-93C2-93612F62D46D}" dt="2026-09-18T12:10:54.247" v="2"/>
          <ac:spMkLst>
            <pc:docMk/>
            <pc:sldMk cId="3072567518" sldId="259"/>
            <ac:spMk id="3" creationId="{9F58AD34-90AF-1536-054B-0953859B3498}"/>
          </ac:spMkLst>
        </pc:spChg>
      </pc:sldChg>
      <pc:sldChg chg="modSp">
        <pc:chgData name="Berg, Dirk van den" userId="035ecb32-01d9-4b47-a105-eacf059a4647" providerId="ADAL" clId="{F7FF961E-CF96-44AC-93C2-93612F62D46D}" dt="2026-09-18T12:10:40.338" v="1"/>
        <pc:sldMkLst>
          <pc:docMk/>
          <pc:sldMk cId="1893756169" sldId="260"/>
        </pc:sldMkLst>
        <pc:spChg chg="mod">
          <ac:chgData name="Berg, Dirk van den" userId="035ecb32-01d9-4b47-a105-eacf059a4647" providerId="ADAL" clId="{F7FF961E-CF96-44AC-93C2-93612F62D46D}" dt="2026-09-18T12:10:40.338" v="1"/>
          <ac:spMkLst>
            <pc:docMk/>
            <pc:sldMk cId="1893756169" sldId="260"/>
            <ac:spMk id="2" creationId="{827D7162-A426-1BB8-1CF1-4E1405F7A300}"/>
          </ac:spMkLst>
        </pc:spChg>
        <pc:spChg chg="mod">
          <ac:chgData name="Berg, Dirk van den" userId="035ecb32-01d9-4b47-a105-eacf059a4647" providerId="ADAL" clId="{F7FF961E-CF96-44AC-93C2-93612F62D46D}" dt="2026-09-18T12:09:09.887" v="0"/>
          <ac:spMkLst>
            <pc:docMk/>
            <pc:sldMk cId="1893756169" sldId="260"/>
            <ac:spMk id="3" creationId="{1A7082DD-285D-7288-EC27-BDFC3EF7C9FE}"/>
          </ac:spMkLst>
        </pc:spChg>
      </pc:sldChg>
      <pc:sldChg chg="modSp">
        <pc:chgData name="Berg, Dirk van den" userId="035ecb32-01d9-4b47-a105-eacf059a4647" providerId="ADAL" clId="{F7FF961E-CF96-44AC-93C2-93612F62D46D}" dt="2026-09-18T12:17:30.549" v="4"/>
        <pc:sldMkLst>
          <pc:docMk/>
          <pc:sldMk cId="2227899256" sldId="262"/>
        </pc:sldMkLst>
        <pc:spChg chg="mod">
          <ac:chgData name="Berg, Dirk van den" userId="035ecb32-01d9-4b47-a105-eacf059a4647" providerId="ADAL" clId="{F7FF961E-CF96-44AC-93C2-93612F62D46D}" dt="2026-09-18T12:17:30.549" v="4"/>
          <ac:spMkLst>
            <pc:docMk/>
            <pc:sldMk cId="2227899256" sldId="262"/>
            <ac:spMk id="3" creationId="{C1797181-F740-9BD7-C1C9-3F7EE1CBC3A9}"/>
          </ac:spMkLst>
        </pc:spChg>
      </pc:sldChg>
      <pc:sldChg chg="modSp">
        <pc:chgData name="Berg, Dirk van den" userId="035ecb32-01d9-4b47-a105-eacf059a4647" providerId="ADAL" clId="{F7FF961E-CF96-44AC-93C2-93612F62D46D}" dt="2026-09-18T12:20:27.555" v="10"/>
        <pc:sldMkLst>
          <pc:docMk/>
          <pc:sldMk cId="534761745" sldId="263"/>
        </pc:sldMkLst>
        <pc:spChg chg="mod">
          <ac:chgData name="Berg, Dirk van den" userId="035ecb32-01d9-4b47-a105-eacf059a4647" providerId="ADAL" clId="{F7FF961E-CF96-44AC-93C2-93612F62D46D}" dt="2026-09-18T12:20:27.555" v="10"/>
          <ac:spMkLst>
            <pc:docMk/>
            <pc:sldMk cId="534761745" sldId="263"/>
            <ac:spMk id="3" creationId="{582675D1-53FE-CF94-B3AB-FE22DF745A78}"/>
          </ac:spMkLst>
        </pc:spChg>
      </pc:sldChg>
      <pc:sldChg chg="modSp">
        <pc:chgData name="Berg, Dirk van den" userId="035ecb32-01d9-4b47-a105-eacf059a4647" providerId="ADAL" clId="{F7FF961E-CF96-44AC-93C2-93612F62D46D}" dt="2026-09-18T12:20:56.483" v="12"/>
        <pc:sldMkLst>
          <pc:docMk/>
          <pc:sldMk cId="5857940" sldId="264"/>
        </pc:sldMkLst>
        <pc:spChg chg="mod">
          <ac:chgData name="Berg, Dirk van den" userId="035ecb32-01d9-4b47-a105-eacf059a4647" providerId="ADAL" clId="{F7FF961E-CF96-44AC-93C2-93612F62D46D}" dt="2026-09-18T12:20:10.089" v="9"/>
          <ac:spMkLst>
            <pc:docMk/>
            <pc:sldMk cId="5857940" sldId="264"/>
            <ac:spMk id="2" creationId="{F481A099-8D36-F760-5FA1-89BC2473DF6F}"/>
          </ac:spMkLst>
        </pc:spChg>
        <pc:spChg chg="mod">
          <ac:chgData name="Berg, Dirk van den" userId="035ecb32-01d9-4b47-a105-eacf059a4647" providerId="ADAL" clId="{F7FF961E-CF96-44AC-93C2-93612F62D46D}" dt="2026-09-18T12:20:56.483" v="12"/>
          <ac:spMkLst>
            <pc:docMk/>
            <pc:sldMk cId="5857940" sldId="264"/>
            <ac:spMk id="3" creationId="{AD21458D-19E6-468E-4D9F-DB966A8332EA}"/>
          </ac:spMkLst>
        </pc:spChg>
      </pc:sldChg>
      <pc:sldChg chg="modSp">
        <pc:chgData name="Berg, Dirk van den" userId="035ecb32-01d9-4b47-a105-eacf059a4647" providerId="ADAL" clId="{F7FF961E-CF96-44AC-93C2-93612F62D46D}" dt="2026-09-18T12:22:19.996" v="14"/>
        <pc:sldMkLst>
          <pc:docMk/>
          <pc:sldMk cId="1794453133" sldId="265"/>
        </pc:sldMkLst>
        <pc:spChg chg="mod">
          <ac:chgData name="Berg, Dirk van den" userId="035ecb32-01d9-4b47-a105-eacf059a4647" providerId="ADAL" clId="{F7FF961E-CF96-44AC-93C2-93612F62D46D}" dt="2026-09-18T12:22:15.309" v="13"/>
          <ac:spMkLst>
            <pc:docMk/>
            <pc:sldMk cId="1794453133" sldId="265"/>
            <ac:spMk id="2" creationId="{565E99C3-4D54-4C6F-2C9C-EC42FE043528}"/>
          </ac:spMkLst>
        </pc:spChg>
        <pc:spChg chg="mod">
          <ac:chgData name="Berg, Dirk van den" userId="035ecb32-01d9-4b47-a105-eacf059a4647" providerId="ADAL" clId="{F7FF961E-CF96-44AC-93C2-93612F62D46D}" dt="2026-09-18T12:22:19.996" v="14"/>
          <ac:spMkLst>
            <pc:docMk/>
            <pc:sldMk cId="1794453133" sldId="265"/>
            <ac:spMk id="3" creationId="{8478979F-6937-79C3-C6F6-C3EB8A0C2AFF}"/>
          </ac:spMkLst>
        </pc:spChg>
      </pc:sldChg>
      <pc:sldChg chg="modSp">
        <pc:chgData name="Berg, Dirk van den" userId="035ecb32-01d9-4b47-a105-eacf059a4647" providerId="ADAL" clId="{F7FF961E-CF96-44AC-93C2-93612F62D46D}" dt="2026-09-18T12:22:51.889" v="16"/>
        <pc:sldMkLst>
          <pc:docMk/>
          <pc:sldMk cId="144385518" sldId="266"/>
        </pc:sldMkLst>
        <pc:spChg chg="mod">
          <ac:chgData name="Berg, Dirk van den" userId="035ecb32-01d9-4b47-a105-eacf059a4647" providerId="ADAL" clId="{F7FF961E-CF96-44AC-93C2-93612F62D46D}" dt="2026-09-18T12:22:46.205" v="15"/>
          <ac:spMkLst>
            <pc:docMk/>
            <pc:sldMk cId="144385518" sldId="266"/>
            <ac:spMk id="2" creationId="{B6156869-A7C4-FDC6-9717-6BAD858163D4}"/>
          </ac:spMkLst>
        </pc:spChg>
        <pc:spChg chg="mod">
          <ac:chgData name="Berg, Dirk van den" userId="035ecb32-01d9-4b47-a105-eacf059a4647" providerId="ADAL" clId="{F7FF961E-CF96-44AC-93C2-93612F62D46D}" dt="2026-09-18T12:22:51.889" v="16"/>
          <ac:spMkLst>
            <pc:docMk/>
            <pc:sldMk cId="144385518" sldId="266"/>
            <ac:spMk id="3" creationId="{4BC817A1-EECA-5642-EAAF-8036D683E3B2}"/>
          </ac:spMkLst>
        </pc:spChg>
      </pc:sldChg>
      <pc:sldChg chg="modSp">
        <pc:chgData name="Berg, Dirk van den" userId="035ecb32-01d9-4b47-a105-eacf059a4647" providerId="ADAL" clId="{F7FF961E-CF96-44AC-93C2-93612F62D46D}" dt="2026-09-18T12:23:49.174" v="20"/>
        <pc:sldMkLst>
          <pc:docMk/>
          <pc:sldMk cId="772172600" sldId="267"/>
        </pc:sldMkLst>
        <pc:spChg chg="mod">
          <ac:chgData name="Berg, Dirk van den" userId="035ecb32-01d9-4b47-a105-eacf059a4647" providerId="ADAL" clId="{F7FF961E-CF96-44AC-93C2-93612F62D46D}" dt="2026-09-18T12:23:43.406" v="19"/>
          <ac:spMkLst>
            <pc:docMk/>
            <pc:sldMk cId="772172600" sldId="267"/>
            <ac:spMk id="2" creationId="{660CA20A-D8E1-2A6F-5156-4C8D6FAEB2E3}"/>
          </ac:spMkLst>
        </pc:spChg>
        <pc:spChg chg="mod">
          <ac:chgData name="Berg, Dirk van den" userId="035ecb32-01d9-4b47-a105-eacf059a4647" providerId="ADAL" clId="{F7FF961E-CF96-44AC-93C2-93612F62D46D}" dt="2026-09-18T12:23:49.174" v="20"/>
          <ac:spMkLst>
            <pc:docMk/>
            <pc:sldMk cId="772172600" sldId="267"/>
            <ac:spMk id="3" creationId="{23D4B088-F1B8-5B43-06EB-7F9E30C1E332}"/>
          </ac:spMkLst>
        </pc:spChg>
      </pc:sldChg>
      <pc:sldChg chg="modSp">
        <pc:chgData name="Berg, Dirk van den" userId="035ecb32-01d9-4b47-a105-eacf059a4647" providerId="ADAL" clId="{F7FF961E-CF96-44AC-93C2-93612F62D46D}" dt="2026-09-18T12:25:41.243" v="24"/>
        <pc:sldMkLst>
          <pc:docMk/>
          <pc:sldMk cId="31956245" sldId="268"/>
        </pc:sldMkLst>
        <pc:spChg chg="mod">
          <ac:chgData name="Berg, Dirk van den" userId="035ecb32-01d9-4b47-a105-eacf059a4647" providerId="ADAL" clId="{F7FF961E-CF96-44AC-93C2-93612F62D46D}" dt="2026-09-18T12:25:36.079" v="23"/>
          <ac:spMkLst>
            <pc:docMk/>
            <pc:sldMk cId="31956245" sldId="268"/>
            <ac:spMk id="2" creationId="{B751B286-7C52-D324-A238-27ECEADBE0E1}"/>
          </ac:spMkLst>
        </pc:spChg>
        <pc:spChg chg="mod">
          <ac:chgData name="Berg, Dirk van den" userId="035ecb32-01d9-4b47-a105-eacf059a4647" providerId="ADAL" clId="{F7FF961E-CF96-44AC-93C2-93612F62D46D}" dt="2026-09-18T12:25:41.243" v="24"/>
          <ac:spMkLst>
            <pc:docMk/>
            <pc:sldMk cId="31956245" sldId="268"/>
            <ac:spMk id="3" creationId="{1002BB18-733B-C74D-B932-F8195CA0E1E4}"/>
          </ac:spMkLst>
        </pc:spChg>
      </pc:sldChg>
      <pc:sldChg chg="modSp">
        <pc:chgData name="Berg, Dirk van den" userId="035ecb32-01d9-4b47-a105-eacf059a4647" providerId="ADAL" clId="{F7FF961E-CF96-44AC-93C2-93612F62D46D}" dt="2026-09-18T12:27:52.381" v="26"/>
        <pc:sldMkLst>
          <pc:docMk/>
          <pc:sldMk cId="3353212994" sldId="269"/>
        </pc:sldMkLst>
        <pc:spChg chg="mod">
          <ac:chgData name="Berg, Dirk van den" userId="035ecb32-01d9-4b47-a105-eacf059a4647" providerId="ADAL" clId="{F7FF961E-CF96-44AC-93C2-93612F62D46D}" dt="2026-09-18T12:27:48.107" v="25"/>
          <ac:spMkLst>
            <pc:docMk/>
            <pc:sldMk cId="3353212994" sldId="269"/>
            <ac:spMk id="2" creationId="{C3A40B88-EB7A-0CD2-706F-65398FF38611}"/>
          </ac:spMkLst>
        </pc:spChg>
        <pc:spChg chg="mod">
          <ac:chgData name="Berg, Dirk van den" userId="035ecb32-01d9-4b47-a105-eacf059a4647" providerId="ADAL" clId="{F7FF961E-CF96-44AC-93C2-93612F62D46D}" dt="2026-09-18T12:27:52.381" v="26"/>
          <ac:spMkLst>
            <pc:docMk/>
            <pc:sldMk cId="3353212994" sldId="269"/>
            <ac:spMk id="3" creationId="{E21FD103-C345-3503-3956-1C8C1D914A51}"/>
          </ac:spMkLst>
        </pc:spChg>
      </pc:sldChg>
      <pc:sldChg chg="modSp">
        <pc:chgData name="Berg, Dirk van den" userId="035ecb32-01d9-4b47-a105-eacf059a4647" providerId="ADAL" clId="{F7FF961E-CF96-44AC-93C2-93612F62D46D}" dt="2026-09-18T12:29:41.156" v="28"/>
        <pc:sldMkLst>
          <pc:docMk/>
          <pc:sldMk cId="1781766318" sldId="270"/>
        </pc:sldMkLst>
        <pc:spChg chg="mod">
          <ac:chgData name="Berg, Dirk van den" userId="035ecb32-01d9-4b47-a105-eacf059a4647" providerId="ADAL" clId="{F7FF961E-CF96-44AC-93C2-93612F62D46D}" dt="2026-09-18T12:29:37.589" v="27"/>
          <ac:spMkLst>
            <pc:docMk/>
            <pc:sldMk cId="1781766318" sldId="270"/>
            <ac:spMk id="2" creationId="{812C20A6-445F-1DEE-44DE-2332DA5DD26C}"/>
          </ac:spMkLst>
        </pc:spChg>
        <pc:spChg chg="mod">
          <ac:chgData name="Berg, Dirk van den" userId="035ecb32-01d9-4b47-a105-eacf059a4647" providerId="ADAL" clId="{F7FF961E-CF96-44AC-93C2-93612F62D46D}" dt="2026-09-18T12:29:41.156" v="28"/>
          <ac:spMkLst>
            <pc:docMk/>
            <pc:sldMk cId="1781766318" sldId="270"/>
            <ac:spMk id="3" creationId="{4FD7A576-EBE0-40F6-16F6-923567B7BD6E}"/>
          </ac:spMkLst>
        </pc:spChg>
      </pc:sldChg>
      <pc:sldChg chg="modSp">
        <pc:chgData name="Berg, Dirk van den" userId="035ecb32-01d9-4b47-a105-eacf059a4647" providerId="ADAL" clId="{F7FF961E-CF96-44AC-93C2-93612F62D46D}" dt="2026-09-18T12:30:06.623" v="31"/>
        <pc:sldMkLst>
          <pc:docMk/>
          <pc:sldMk cId="1776862364" sldId="271"/>
        </pc:sldMkLst>
        <pc:spChg chg="mod">
          <ac:chgData name="Berg, Dirk van den" userId="035ecb32-01d9-4b47-a105-eacf059a4647" providerId="ADAL" clId="{F7FF961E-CF96-44AC-93C2-93612F62D46D}" dt="2026-09-18T12:29:59.459" v="29"/>
          <ac:spMkLst>
            <pc:docMk/>
            <pc:sldMk cId="1776862364" sldId="271"/>
            <ac:spMk id="2" creationId="{60B490AD-9C58-9811-E716-0E651E6082DA}"/>
          </ac:spMkLst>
        </pc:spChg>
        <pc:spChg chg="mod">
          <ac:chgData name="Berg, Dirk van den" userId="035ecb32-01d9-4b47-a105-eacf059a4647" providerId="ADAL" clId="{F7FF961E-CF96-44AC-93C2-93612F62D46D}" dt="2026-09-18T12:30:06.623" v="31"/>
          <ac:spMkLst>
            <pc:docMk/>
            <pc:sldMk cId="1776862364" sldId="271"/>
            <ac:spMk id="3" creationId="{BAE2BC9A-FB56-A679-7611-D012361034C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48B03-B158-B147-AC74-D17EE75FE0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C2949B-E848-379D-7886-E7F9B1BDCB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9B6E6-AF13-C60E-C21D-1B10B50F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F25DF-E0B7-483E-8334-E48E0EB4C6B1}" type="datetimeFigureOut">
              <a:rPr lang="en-NL" smtClean="0"/>
              <a:t>18/09/2026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61B54-AB57-741D-3D8C-0EE9DAD7F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D288ED-D075-DF30-07FB-73AB772B2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EE9DE-32DD-493A-B0C0-9A4E8676F9D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45653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181A9-277D-61B4-113F-0B7F6E45B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67E57-7C53-20D4-CDB0-F09B3C5C4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0D8E5-465F-CD69-F4AC-2BACD10D4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F25DF-E0B7-483E-8334-E48E0EB4C6B1}" type="datetimeFigureOut">
              <a:rPr lang="en-NL" smtClean="0"/>
              <a:t>18/09/2026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C7E720-51DB-CE05-711B-EA64389D7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6AC13-9EF5-2868-AE54-88EFECFBF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EE9DE-32DD-493A-B0C0-9A4E8676F9D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0526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D4B29-8741-0BC8-154A-8EFF01C10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CAF00C-72BB-8F8F-E9E0-749C51815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9C8B5-6467-5DD1-8B21-E0142A35C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F25DF-E0B7-483E-8334-E48E0EB4C6B1}" type="datetimeFigureOut">
              <a:rPr lang="en-NL" smtClean="0"/>
              <a:t>18/09/2026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D2167-DDE6-F4ED-DB8E-9643EF870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72832-3FC2-3AC1-702F-D99418E8D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EE9DE-32DD-493A-B0C0-9A4E8676F9D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47056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D0EFA-4269-D1E1-4883-A266D75F1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16B34-8667-7718-2E65-8FA5D166EA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ABB5AF-41B2-D49E-3F9C-D14DC0A7CC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58822-94CD-E65A-75F6-55C8BE3DB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F25DF-E0B7-483E-8334-E48E0EB4C6B1}" type="datetimeFigureOut">
              <a:rPr lang="en-NL" smtClean="0"/>
              <a:t>18/09/2026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14CCC5-1600-1A75-20BC-85A5BC2CB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CE9754-A8ED-4557-D83C-967D8F7A3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EE9DE-32DD-493A-B0C0-9A4E8676F9D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13581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CB3D2-94A9-6186-1C8B-A3C72D28E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5048BA-86C5-F4B4-7F24-4BD38D9AF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AB9169-08CF-2D8A-43BF-FBED2A1BE2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65ED87-F669-F141-472C-1B2E802E69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C41869-4364-3831-1443-3D62409884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4E1104-F9E2-B75B-030E-FBAD0BCA3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F25DF-E0B7-483E-8334-E48E0EB4C6B1}" type="datetimeFigureOut">
              <a:rPr lang="en-NL" smtClean="0"/>
              <a:t>18/09/2026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D7BE05-44DB-161E-4BCB-5B5E0FCD2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AC6114-0242-B400-1467-280BE6519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EE9DE-32DD-493A-B0C0-9A4E8676F9D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58309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EF6F7-A21F-9EF7-6763-C59CDCF4D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A2286E-DB3F-CA14-495F-A05DADE51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F25DF-E0B7-483E-8334-E48E0EB4C6B1}" type="datetimeFigureOut">
              <a:rPr lang="en-NL" smtClean="0"/>
              <a:t>18/09/2026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5AA228-9DB7-987A-0156-7DB90D375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39C025-60DA-0F57-8CA7-6CEF5AF14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EE9DE-32DD-493A-B0C0-9A4E8676F9D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508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678D17-7990-DCFC-471F-081A31713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F25DF-E0B7-483E-8334-E48E0EB4C6B1}" type="datetimeFigureOut">
              <a:rPr lang="en-NL" smtClean="0"/>
              <a:t>18/09/2026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511149-60A5-F472-0795-E08790826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C58239-0A6E-8CE1-0814-23F4C845B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EE9DE-32DD-493A-B0C0-9A4E8676F9D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85356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102C0-CEE1-6FBB-1F3E-54BED439C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34CB4-B710-725B-7DE9-932D50198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53C1BF-10D7-C2E1-707A-68B7652081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7CDA59-A03C-A13C-7C45-F6DBCFB51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F25DF-E0B7-483E-8334-E48E0EB4C6B1}" type="datetimeFigureOut">
              <a:rPr lang="en-NL" smtClean="0"/>
              <a:t>18/09/2026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01EED4-EB71-C0C7-2039-980665F1E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5D6739-4CB8-9EA7-C680-3D9A544B8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EE9DE-32DD-493A-B0C0-9A4E8676F9D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90557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7CD37-123C-55CE-41F7-F47DA7159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11E763-8A82-48FB-74E3-9CC6BACFA8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4E434E-A05E-46BE-560D-32B8E3A615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26F435-8F12-21B1-E479-003BA4C87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F25DF-E0B7-483E-8334-E48E0EB4C6B1}" type="datetimeFigureOut">
              <a:rPr lang="en-NL" smtClean="0"/>
              <a:t>18/09/2026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28B127-7DF4-30DB-8419-7C057E8B8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CCEEBD-0540-6328-835E-62CE90E7D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EE9DE-32DD-493A-B0C0-9A4E8676F9D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89736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DDFDA-B153-6493-B5E9-E22BCC1AB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085D4E-BC57-C283-A925-353F774816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48DD4-4416-1313-3E39-BEFFE40C1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F25DF-E0B7-483E-8334-E48E0EB4C6B1}" type="datetimeFigureOut">
              <a:rPr lang="en-NL" smtClean="0"/>
              <a:t>18/09/2026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8941B-15BB-A520-5029-83D70B449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7257A9-4957-E4C2-8F29-53AC4AAAB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EE9DE-32DD-493A-B0C0-9A4E8676F9D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52851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7BA4A9-4431-7D5E-2739-82ACCEABE4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795FF4-FCE2-B170-C3EB-E991EDE178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89B22-74CD-6926-9A0D-05F6D3015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F25DF-E0B7-483E-8334-E48E0EB4C6B1}" type="datetimeFigureOut">
              <a:rPr lang="en-NL" smtClean="0"/>
              <a:t>18/09/2026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D8915-71BD-128D-41D2-17CABE256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7D086-CE18-F1DA-DB81-11AA4FDDF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EE9DE-32DD-493A-B0C0-9A4E8676F9D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7481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50C20A-68B6-4D3A-F60B-5922BD37A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4EFC84-76AF-8AC6-C645-769BA8661E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2BC458-4627-693F-1A02-DF7BB68CD3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FF25DF-E0B7-483E-8334-E48E0EB4C6B1}" type="datetimeFigureOut">
              <a:rPr lang="en-NL" smtClean="0"/>
              <a:t>18/09/2026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91B25-4C69-B58E-CA87-B2F23FAC7C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D66CA-E111-9804-5AFA-5F59C91B0E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7EE9DE-32DD-493A-B0C0-9A4E8676F9D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69336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DF7DB-58B5-D414-6E32-A2EC088A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Thesis write up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5D169-305A-5BDF-30EC-0A8E82DFA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40149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496E3-CA7F-000A-10F3-CC8AEB4DD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relevant motion profiles gantry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76540-D27C-CB0D-D9F8-243DC1A5C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Meeting this morning motion profiles for use case ASMPT</a:t>
            </a:r>
          </a:p>
          <a:p>
            <a:r>
              <a:rPr lang="en-US" dirty="0"/>
              <a:t>Currently for orthogonality only </a:t>
            </a:r>
            <a:r>
              <a:rPr lang="en-US" dirty="0" err="1"/>
              <a:t>multisine</a:t>
            </a:r>
            <a:r>
              <a:rPr lang="en-US" dirty="0"/>
              <a:t> excitation around absorber band. </a:t>
            </a:r>
          </a:p>
          <a:p>
            <a:pPr lvl="1"/>
            <a:r>
              <a:rPr lang="en-US" dirty="0"/>
              <a:t>100hz Controller would counteract if I excite over the entire range </a:t>
            </a:r>
            <a:r>
              <a:rPr lang="en-US" dirty="0">
                <a:sym typeface="Wingdings" panose="05000000000000000000" pitchFamily="2" charset="2"/>
              </a:rPr>
              <a:t> could use the reference instead?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Maarten suggested to use relevant trajectories for ASMPT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 This would maybe also validate the method that it extrapolates outside the </a:t>
            </a:r>
            <a:r>
              <a:rPr lang="en-US" dirty="0" err="1">
                <a:sym typeface="Wingdings" panose="05000000000000000000" pitchFamily="2" charset="2"/>
              </a:rPr>
              <a:t>multisine</a:t>
            </a:r>
            <a:r>
              <a:rPr lang="en-US" dirty="0">
                <a:sym typeface="Wingdings" panose="05000000000000000000" pitchFamily="2" charset="2"/>
              </a:rPr>
              <a:t> band and actually useful for implementation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484094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2515A-7F43-3049-8475-CA3B307F7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Presenting data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8AD34-90AF-1536-054B-0953859B3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Should I do a </a:t>
            </a:r>
            <a:r>
              <a:rPr lang="en-NL" dirty="0"/>
              <a:t>Monte Carlo</a:t>
            </a:r>
            <a:r>
              <a:rPr lang="en-US" dirty="0"/>
              <a:t> run with different seeds?</a:t>
            </a:r>
          </a:p>
          <a:p>
            <a:pPr lvl="1"/>
            <a:r>
              <a:rPr lang="en-US" dirty="0"/>
              <a:t>Multiple seeds due to network initialization </a:t>
            </a:r>
            <a:r>
              <a:rPr lang="en-US" dirty="0" err="1"/>
              <a:t>etc</a:t>
            </a:r>
            <a:r>
              <a:rPr lang="en-US" dirty="0"/>
              <a:t>?</a:t>
            </a:r>
          </a:p>
          <a:p>
            <a:r>
              <a:rPr lang="en-US" dirty="0"/>
              <a:t>Multiple windows? Or keep it at </a:t>
            </a:r>
            <a:r>
              <a:rPr lang="en-US" dirty="0" err="1"/>
              <a:t>nf</a:t>
            </a:r>
            <a:r>
              <a:rPr lang="en-US" dirty="0"/>
              <a:t>=400 (0.1 s)</a:t>
            </a:r>
          </a:p>
          <a:p>
            <a:r>
              <a:rPr lang="en-US" dirty="0"/>
              <a:t>Parameter recovery used motion profiles from the paper</a:t>
            </a:r>
          </a:p>
          <a:p>
            <a:pPr lvl="1"/>
            <a:r>
              <a:rPr lang="en-US" dirty="0"/>
              <a:t>Not used for orthogonality or augmentation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072567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D7162-A426-1BB8-1CF1-4E1405F7A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Presenting data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082DD-285D-7288-EC27-BDFC3EF7C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42900" lvl="0" indent="-342900"/>
            <a:r>
              <a:rPr lang="en-NL" dirty="0"/>
              <a:t>Unseen </a:t>
            </a:r>
            <a:r>
              <a:rPr lang="en-NL" dirty="0" err="1"/>
              <a:t>multisine</a:t>
            </a:r>
            <a:r>
              <a:rPr lang="en-NL" dirty="0"/>
              <a:t> phase in </a:t>
            </a:r>
            <a:r>
              <a:rPr lang="en-NL" dirty="0" err="1"/>
              <a:t>val</a:t>
            </a:r>
            <a:r>
              <a:rPr lang="en-NL" dirty="0"/>
              <a:t>/test: enough to show performance?</a:t>
            </a:r>
          </a:p>
          <a:p>
            <a:pPr marL="342900" lvl="0" indent="-342900"/>
            <a:r>
              <a:rPr lang="en-NL" dirty="0"/>
              <a:t>Additional states set to zero: is that a convincing way to show what they add?</a:t>
            </a:r>
          </a:p>
          <a:p>
            <a:pPr marL="342900" lvl="0" indent="-342900"/>
            <a:r>
              <a:rPr lang="en-NL" dirty="0"/>
              <a:t>2D/3D coverage plot of the data vs the Telica operating rang</a:t>
            </a:r>
            <a:r>
              <a:rPr lang="en-US" dirty="0"/>
              <a:t>e</a:t>
            </a:r>
          </a:p>
          <a:p>
            <a:pPr marL="342900" lvl="0" indent="-342900"/>
            <a:r>
              <a:rPr lang="en-NL" dirty="0"/>
              <a:t>Extrapolation outside the </a:t>
            </a:r>
            <a:r>
              <a:rPr lang="en-NL" dirty="0" err="1"/>
              <a:t>multisine</a:t>
            </a:r>
            <a:r>
              <a:rPr lang="en-NL" dirty="0"/>
              <a:t> range: how to show it, or leave it out?</a:t>
            </a:r>
          </a:p>
          <a:p>
            <a:pPr marL="342900" lvl="0" indent="-342900"/>
            <a:r>
              <a:rPr lang="en-NL" dirty="0" err="1"/>
              <a:t>nf</a:t>
            </a:r>
            <a:r>
              <a:rPr lang="en-NL" dirty="0"/>
              <a:t> and encoder window: sweep them, or </a:t>
            </a:r>
            <a:r>
              <a:rPr lang="en-US" dirty="0"/>
              <a:t>base off dynamics?</a:t>
            </a:r>
            <a:endParaRPr lang="en-NL" dirty="0"/>
          </a:p>
          <a:p>
            <a:pPr marL="342900" lvl="0" indent="-342900"/>
            <a:r>
              <a:rPr lang="en-NL" dirty="0"/>
              <a:t>Amount of data: how to show it's enough?</a:t>
            </a:r>
          </a:p>
          <a:p>
            <a:pPr marL="342900" lvl="0" indent="-342900"/>
            <a:r>
              <a:rPr lang="en-NL" dirty="0"/>
              <a:t>Parameter recovery: where it goes in the thesis; use the paper-like trajectories?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893756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93AC1-A7C3-7209-A95B-AC2BA2583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Defend in paper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FD254-2373-27F1-F1A7-F3C69727E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not take velocity directly </a:t>
            </a:r>
            <a:r>
              <a:rPr lang="en-US" dirty="0">
                <a:sym typeface="Wingdings" panose="05000000000000000000" pitchFamily="2" charset="2"/>
              </a:rPr>
              <a:t> not available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498094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34F2A-600E-1CA0-8750-A9764A7D5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outline</a:t>
            </a:r>
            <a:br>
              <a:rPr lang="en-US" dirty="0"/>
            </a:br>
            <a:r>
              <a:rPr lang="en-US" dirty="0"/>
              <a:t>12 pages double column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97181-F740-9BD7-C1C9-3F7EE1CBC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NL" dirty="0"/>
              <a:t>Introduction</a:t>
            </a:r>
            <a:endParaRPr lang="en-US" dirty="0"/>
          </a:p>
          <a:p>
            <a:r>
              <a:rPr lang="en-NL" dirty="0"/>
              <a:t>Physical baseline </a:t>
            </a:r>
            <a:endParaRPr lang="en-US" dirty="0"/>
          </a:p>
          <a:p>
            <a:r>
              <a:rPr lang="en-NL" dirty="0"/>
              <a:t>Augmentation model </a:t>
            </a:r>
            <a:endParaRPr lang="en-US" dirty="0"/>
          </a:p>
          <a:p>
            <a:r>
              <a:rPr lang="en-NL" dirty="0"/>
              <a:t>Orthogonality </a:t>
            </a:r>
            <a:endParaRPr lang="en-US" dirty="0"/>
          </a:p>
          <a:p>
            <a:r>
              <a:rPr lang="en-NL" dirty="0"/>
              <a:t>Closed-loop training </a:t>
            </a:r>
            <a:endParaRPr lang="en-US" dirty="0"/>
          </a:p>
          <a:p>
            <a:r>
              <a:rPr lang="en-NL" dirty="0"/>
              <a:t>Data and setup </a:t>
            </a:r>
            <a:endParaRPr lang="en-US" dirty="0"/>
          </a:p>
          <a:p>
            <a:r>
              <a:rPr lang="en-NL" dirty="0"/>
              <a:t>Results 3.5 p </a:t>
            </a:r>
            <a:endParaRPr lang="en-US" dirty="0"/>
          </a:p>
          <a:p>
            <a:r>
              <a:rPr lang="en-NL" dirty="0"/>
              <a:t>Discussion </a:t>
            </a:r>
            <a:endParaRPr lang="en-US" dirty="0"/>
          </a:p>
          <a:p>
            <a:r>
              <a:rPr lang="en-NL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227899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A469B-D6D8-C8C8-A668-E780D7F38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br>
              <a:rPr lang="en-US" dirty="0"/>
            </a:br>
            <a:r>
              <a:rPr lang="en-US" dirty="0"/>
              <a:t>Research plan still relevant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675D1-53FE-CF94-B3AB-FE22DF745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L" dirty="0"/>
              <a:t>Dual-gantry: coupled dynamics that depend on Y </a:t>
            </a:r>
            <a:endParaRPr lang="en-US" dirty="0"/>
          </a:p>
          <a:p>
            <a:r>
              <a:rPr lang="en-NL" dirty="0"/>
              <a:t>Goal: accurate and interpretable model (</a:t>
            </a:r>
            <a:r>
              <a:rPr lang="en-NL" dirty="0">
                <a:highlight>
                  <a:srgbClr val="FFFF00"/>
                </a:highlight>
              </a:rPr>
              <a:t>settling prediction</a:t>
            </a:r>
            <a:r>
              <a:rPr lang="en-NL" dirty="0"/>
              <a:t>, controller design, health monitoring) </a:t>
            </a:r>
            <a:endParaRPr lang="en-US" dirty="0"/>
          </a:p>
          <a:p>
            <a:r>
              <a:rPr lang="en-NL" dirty="0"/>
              <a:t>White box incomplete, black box not interpretable, so augmentation </a:t>
            </a:r>
            <a:endParaRPr lang="en-US" dirty="0"/>
          </a:p>
          <a:p>
            <a:r>
              <a:rPr lang="en-NL" dirty="0"/>
              <a:t>Research question</a:t>
            </a:r>
            <a:r>
              <a:rPr lang="en-US" dirty="0"/>
              <a:t> with </a:t>
            </a:r>
            <a:r>
              <a:rPr lang="en-NL" dirty="0"/>
              <a:t>the 4 aspects from the research plan</a:t>
            </a:r>
            <a:endParaRPr lang="en-US" dirty="0"/>
          </a:p>
          <a:p>
            <a:pPr lvl="1"/>
            <a:r>
              <a:rPr lang="en-US" dirty="0"/>
              <a:t>Includes full black box and LTI comparisons</a:t>
            </a:r>
          </a:p>
          <a:p>
            <a:r>
              <a:rPr lang="en-NL" b="1" dirty="0"/>
              <a:t>Question</a:t>
            </a:r>
            <a:endParaRPr lang="en-US" b="1" dirty="0"/>
          </a:p>
          <a:p>
            <a:pPr lvl="1"/>
            <a:r>
              <a:rPr lang="en-NL" dirty="0"/>
              <a:t>Settling evaluation required, or is </a:t>
            </a:r>
            <a:r>
              <a:rPr lang="en-NL" dirty="0" err="1"/>
              <a:t>multisine</a:t>
            </a:r>
            <a:r>
              <a:rPr lang="en-NL" dirty="0"/>
              <a:t> enough?</a:t>
            </a:r>
          </a:p>
        </p:txBody>
      </p:sp>
    </p:spTree>
    <p:extLst>
      <p:ext uri="{BB962C8B-B14F-4D97-AF65-F5344CB8AC3E}">
        <p14:creationId xmlns:p14="http://schemas.microsoft.com/office/powerpoint/2010/main" val="534761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1A099-8D36-F760-5FA1-89BC2473D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Physical baseline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1458D-19E6-468E-4D9F-DB966A833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L" dirty="0"/>
              <a:t>Coordinates: logical vs stage, transform P </a:t>
            </a:r>
            <a:endParaRPr lang="en-US" dirty="0"/>
          </a:p>
          <a:p>
            <a:r>
              <a:rPr lang="en-NL" dirty="0"/>
              <a:t>K = 0 in X and Y : integrating axes </a:t>
            </a:r>
            <a:endParaRPr lang="en-US" dirty="0"/>
          </a:p>
          <a:p>
            <a:r>
              <a:rPr lang="en-NL" dirty="0"/>
              <a:t>LPV model: M(Y ), continuous time + RK4 (the plan said ZOH) </a:t>
            </a:r>
            <a:endParaRPr lang="en-US" dirty="0"/>
          </a:p>
          <a:p>
            <a:r>
              <a:rPr lang="en-NL" dirty="0"/>
              <a:t>LPV-LFR realisation: G, ∆(Y )</a:t>
            </a:r>
            <a:endParaRPr lang="en-US" dirty="0"/>
          </a:p>
          <a:p>
            <a:r>
              <a:rPr lang="en-NL" dirty="0"/>
              <a:t>4 raw parameters, 10 identifiable combinations </a:t>
            </a:r>
            <a:endParaRPr lang="en-US" dirty="0"/>
          </a:p>
          <a:p>
            <a:r>
              <a:rPr lang="en-NL" b="1" dirty="0"/>
              <a:t>Questions</a:t>
            </a:r>
            <a:r>
              <a:rPr lang="en-NL" dirty="0"/>
              <a:t> </a:t>
            </a:r>
            <a:endParaRPr lang="en-US" dirty="0"/>
          </a:p>
          <a:p>
            <a:pPr lvl="1"/>
            <a:r>
              <a:rPr lang="en-NL" dirty="0"/>
              <a:t>How to show the parameter merging: Jacobian rank?</a:t>
            </a:r>
            <a:endParaRPr lang="en-US" dirty="0"/>
          </a:p>
          <a:p>
            <a:pPr lvl="1"/>
            <a:r>
              <a:rPr lang="en-US" dirty="0"/>
              <a:t>Currently algebraic combinations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5857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E99C3-4D54-4C6F-2C9C-EC42FE043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Augmentation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8979F-6937-79C3-C6F6-C3EB8A0C2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L" dirty="0"/>
              <a:t>Dynamic parallel augmentation with additional states </a:t>
            </a:r>
            <a:endParaRPr lang="en-US" dirty="0"/>
          </a:p>
          <a:p>
            <a:r>
              <a:rPr lang="en-NL" dirty="0"/>
              <a:t>Additional states = learned memory, not physical states </a:t>
            </a:r>
            <a:endParaRPr lang="en-US" dirty="0"/>
          </a:p>
          <a:p>
            <a:r>
              <a:rPr lang="en-NL" dirty="0"/>
              <a:t>Encoder for initial states </a:t>
            </a:r>
            <a:endParaRPr lang="en-US" dirty="0"/>
          </a:p>
          <a:p>
            <a:r>
              <a:rPr lang="en-NL" dirty="0"/>
              <a:t>Joint estimation: fixed / unconstrained / orthogonal</a:t>
            </a:r>
          </a:p>
        </p:txBody>
      </p:sp>
    </p:spTree>
    <p:extLst>
      <p:ext uri="{BB962C8B-B14F-4D97-AF65-F5344CB8AC3E}">
        <p14:creationId xmlns:p14="http://schemas.microsoft.com/office/powerpoint/2010/main" val="1794453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56869-A7C4-FDC6-9717-6BAD85816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Orthogonality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817A1-EECA-5642-EAAF-8036D683E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L" dirty="0"/>
              <a:t>Baseline nonlinear in its parameters, so Jacobian construction </a:t>
            </a:r>
            <a:endParaRPr lang="en-US" dirty="0"/>
          </a:p>
          <a:p>
            <a:r>
              <a:rPr lang="en-NL" dirty="0"/>
              <a:t>Holds for one step on the state update, on a reference set; not over a rollout </a:t>
            </a:r>
            <a:endParaRPr lang="en-US" dirty="0"/>
          </a:p>
          <a:p>
            <a:r>
              <a:rPr lang="en-NL" dirty="0"/>
              <a:t>Additional-state update not constrained (baseline rows are zero) </a:t>
            </a:r>
            <a:endParaRPr lang="en-US" dirty="0"/>
          </a:p>
          <a:p>
            <a:endParaRPr lang="en-US" dirty="0"/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44385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CA20A-D8E1-2A6F-5156-4C8D6FAEB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Closed-loop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4B088-F1B8-5B43-06EB-7F9E30C1E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L" dirty="0"/>
              <a:t>Why: integrators make small errors drift </a:t>
            </a:r>
            <a:endParaRPr lang="en-US" dirty="0"/>
          </a:p>
          <a:p>
            <a:r>
              <a:rPr lang="en-NL" dirty="0"/>
              <a:t>Residual controller equation + assumptions</a:t>
            </a:r>
            <a:endParaRPr lang="en-US" dirty="0"/>
          </a:p>
          <a:p>
            <a:r>
              <a:rPr lang="en-US" dirty="0"/>
              <a:t>T</a:t>
            </a:r>
            <a:r>
              <a:rPr lang="en-NL" dirty="0"/>
              <a:t>raining procedure</a:t>
            </a:r>
            <a:endParaRPr lang="en-US" dirty="0"/>
          </a:p>
          <a:p>
            <a:r>
              <a:rPr lang="en-NL" dirty="0"/>
              <a:t>no separate controller-state reconstruction needed</a:t>
            </a:r>
            <a:endParaRPr lang="en-US" dirty="0"/>
          </a:p>
          <a:p>
            <a:pPr lvl="1"/>
            <a:r>
              <a:rPr lang="en-NL" dirty="0"/>
              <a:t>Downside: controller hides model errors, </a:t>
            </a:r>
            <a:r>
              <a:rPr lang="en-US" dirty="0"/>
              <a:t>cant </a:t>
            </a:r>
            <a:r>
              <a:rPr lang="en-NL" dirty="0"/>
              <a:t>report open loop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1726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1B286-7C52-D324-A238-27ECEADBE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Data and setup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2BB18-733B-C74D-B932-F8195CA0E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NL" dirty="0"/>
              <a:t>Simulation with a hidden mass-spring-damper mismatch</a:t>
            </a:r>
            <a:endParaRPr lang="en-US" dirty="0"/>
          </a:p>
          <a:p>
            <a:r>
              <a:rPr lang="en-NL" dirty="0" err="1"/>
              <a:t>Multisine</a:t>
            </a:r>
            <a:r>
              <a:rPr lang="en-NL" dirty="0"/>
              <a:t>, different random phase per split </a:t>
            </a:r>
            <a:endParaRPr lang="en-US" dirty="0"/>
          </a:p>
          <a:p>
            <a:r>
              <a:rPr lang="en-NL" dirty="0"/>
              <a:t>Velocities by central differences </a:t>
            </a:r>
            <a:endParaRPr lang="en-US" dirty="0"/>
          </a:p>
          <a:p>
            <a:r>
              <a:rPr lang="en-NL" dirty="0"/>
              <a:t>2D/3D coverage plot vs Telica operating range </a:t>
            </a:r>
            <a:endParaRPr lang="en-US" dirty="0"/>
          </a:p>
          <a:p>
            <a:r>
              <a:rPr lang="en-NL" dirty="0"/>
              <a:t>Amount of data, </a:t>
            </a:r>
            <a:r>
              <a:rPr lang="en-NL" dirty="0" err="1"/>
              <a:t>nf</a:t>
            </a:r>
            <a:r>
              <a:rPr lang="en-NL" dirty="0"/>
              <a:t> window, encoder window </a:t>
            </a:r>
            <a:endParaRPr lang="en-US" dirty="0"/>
          </a:p>
          <a:p>
            <a:r>
              <a:rPr lang="en-US" dirty="0"/>
              <a:t>A</a:t>
            </a:r>
            <a:r>
              <a:rPr lang="en-NL" dirty="0" err="1"/>
              <a:t>cceptance</a:t>
            </a:r>
            <a:r>
              <a:rPr lang="en-NL" dirty="0"/>
              <a:t> criterion </a:t>
            </a:r>
            <a:r>
              <a:rPr lang="en-US" dirty="0"/>
              <a:t>(currently not expressed in BFR)</a:t>
            </a:r>
          </a:p>
          <a:p>
            <a:r>
              <a:rPr lang="en-NL" dirty="0"/>
              <a:t>Black-box reference model </a:t>
            </a:r>
            <a:endParaRPr lang="en-US" dirty="0"/>
          </a:p>
          <a:p>
            <a:r>
              <a:rPr lang="en-NL" b="1" dirty="0"/>
              <a:t>Questions</a:t>
            </a:r>
            <a:r>
              <a:rPr lang="en-NL" dirty="0"/>
              <a:t> </a:t>
            </a:r>
            <a:endParaRPr lang="en-US" dirty="0"/>
          </a:p>
          <a:p>
            <a:pPr lvl="1"/>
            <a:r>
              <a:rPr lang="en-NL" dirty="0"/>
              <a:t>Unseen </a:t>
            </a:r>
            <a:r>
              <a:rPr lang="en-NL" dirty="0" err="1"/>
              <a:t>multisine</a:t>
            </a:r>
            <a:r>
              <a:rPr lang="en-NL" dirty="0"/>
              <a:t> phase enough to show performance? </a:t>
            </a:r>
            <a:endParaRPr lang="en-US" dirty="0"/>
          </a:p>
          <a:p>
            <a:pPr lvl="1"/>
            <a:r>
              <a:rPr lang="en-NL" dirty="0"/>
              <a:t>Why not measure velocity directly?</a:t>
            </a:r>
            <a:endParaRPr lang="en-US" dirty="0"/>
          </a:p>
          <a:p>
            <a:pPr lvl="1"/>
            <a:r>
              <a:rPr lang="en-NL" dirty="0"/>
              <a:t>What is a fair black box</a:t>
            </a:r>
            <a:r>
              <a:rPr lang="en-US" dirty="0"/>
              <a:t> comparison? Equal size network?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1956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40B88-EB7A-0CD2-706F-65398FF38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FD103-C345-3503-3956-1C8C1D914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NL" dirty="0"/>
              <a:t>Each result: expectation, result, verdict, why </a:t>
            </a:r>
            <a:endParaRPr lang="en-US" dirty="0"/>
          </a:p>
          <a:p>
            <a:r>
              <a:rPr lang="en-NL" dirty="0"/>
              <a:t>LPV vs frozen LTI </a:t>
            </a:r>
            <a:endParaRPr lang="en-US" dirty="0"/>
          </a:p>
          <a:p>
            <a:r>
              <a:rPr lang="en-NL" dirty="0"/>
              <a:t>Parameter recovery with exact model (verification) </a:t>
            </a:r>
            <a:r>
              <a:rPr lang="en-US" dirty="0"/>
              <a:t>?</a:t>
            </a:r>
          </a:p>
          <a:p>
            <a:r>
              <a:rPr lang="en-NL" dirty="0"/>
              <a:t>Baseline vs augmented vs black box </a:t>
            </a:r>
            <a:endParaRPr lang="en-US" dirty="0"/>
          </a:p>
          <a:p>
            <a:r>
              <a:rPr lang="en-NL" dirty="0"/>
              <a:t>Additional states set to zero: what they add </a:t>
            </a:r>
            <a:r>
              <a:rPr lang="en-US" dirty="0">
                <a:sym typeface="Wingdings" panose="05000000000000000000" pitchFamily="2" charset="2"/>
              </a:rPr>
              <a:t> enough to show they  have an impact?</a:t>
            </a:r>
            <a:endParaRPr lang="en-US" dirty="0"/>
          </a:p>
          <a:p>
            <a:r>
              <a:rPr lang="en-NL" dirty="0"/>
              <a:t>Joint estimation with vs without orthogonality (running, no result yet) •</a:t>
            </a:r>
            <a:endParaRPr lang="en-US" dirty="0"/>
          </a:p>
          <a:p>
            <a:r>
              <a:rPr lang="en-NL" dirty="0"/>
              <a:t>Held-out Y , unseen profiles, extrapolation </a:t>
            </a:r>
            <a:endParaRPr lang="en-US" dirty="0"/>
          </a:p>
          <a:p>
            <a:r>
              <a:rPr lang="en-NL" b="1" dirty="0"/>
              <a:t>Questions</a:t>
            </a:r>
            <a:r>
              <a:rPr lang="en-NL" dirty="0"/>
              <a:t> </a:t>
            </a:r>
            <a:endParaRPr lang="en-US" dirty="0"/>
          </a:p>
          <a:p>
            <a:pPr lvl="1"/>
            <a:r>
              <a:rPr lang="en-NL" dirty="0"/>
              <a:t>Where does parameter recovery go: results, baseline section, or appendix? </a:t>
            </a:r>
            <a:endParaRPr lang="en-US" dirty="0"/>
          </a:p>
          <a:p>
            <a:pPr lvl="1"/>
            <a:r>
              <a:rPr lang="en-NL" dirty="0"/>
              <a:t>Use the paper-like recovery trajectories for joint estimation? </a:t>
            </a:r>
            <a:endParaRPr lang="en-US" dirty="0"/>
          </a:p>
          <a:p>
            <a:pPr lvl="1"/>
            <a:r>
              <a:rPr lang="en-NL" dirty="0" err="1"/>
              <a:t>Gramians</a:t>
            </a:r>
            <a:r>
              <a:rPr lang="en-NL" dirty="0"/>
              <a:t> or Jacobian to show the additional states? </a:t>
            </a:r>
            <a:endParaRPr lang="en-US" dirty="0"/>
          </a:p>
          <a:p>
            <a:pPr lvl="2"/>
            <a:r>
              <a:rPr lang="en-US" dirty="0"/>
              <a:t>Energy usage of additional states? SVD</a:t>
            </a:r>
          </a:p>
          <a:p>
            <a:pPr lvl="1"/>
            <a:r>
              <a:rPr lang="en-NL" dirty="0"/>
              <a:t>How to show extrapolation outside the </a:t>
            </a:r>
            <a:r>
              <a:rPr lang="en-NL" dirty="0" err="1"/>
              <a:t>multisine</a:t>
            </a:r>
            <a:r>
              <a:rPr lang="en-NL" dirty="0"/>
              <a:t> range? </a:t>
            </a:r>
          </a:p>
        </p:txBody>
      </p:sp>
    </p:spTree>
    <p:extLst>
      <p:ext uri="{BB962C8B-B14F-4D97-AF65-F5344CB8AC3E}">
        <p14:creationId xmlns:p14="http://schemas.microsoft.com/office/powerpoint/2010/main" val="33532129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C20A6-445F-1DEE-44DE-2332DA5DD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7A576-EBE0-40F6-16F6-923567B7B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L" dirty="0"/>
              <a:t>Why not basis functions, FRF fit or mass-line fit </a:t>
            </a:r>
            <a:endParaRPr lang="en-US" dirty="0"/>
          </a:p>
          <a:p>
            <a:r>
              <a:rPr lang="en-NL" dirty="0"/>
              <a:t>Limits of the orthogonality guarantee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7663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490AD-9C58-9811-E716-0E651E608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2BC9A-FB56-A679-7611-D01236103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L"/>
              <a:t>Answer to each research aspect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776862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709</Words>
  <Application>Microsoft Office PowerPoint</Application>
  <PresentationFormat>Widescreen</PresentationFormat>
  <Paragraphs>96</Paragraphs>
  <Slides>15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Wingdings</vt:lpstr>
      <vt:lpstr>Office Theme</vt:lpstr>
      <vt:lpstr>Thesis write up</vt:lpstr>
      <vt:lpstr>Question relevant motion profiles gantry</vt:lpstr>
      <vt:lpstr>Presenting data</vt:lpstr>
      <vt:lpstr>Presenting data</vt:lpstr>
      <vt:lpstr>Defend in paper</vt:lpstr>
      <vt:lpstr>Overview outline 12 pages double column</vt:lpstr>
      <vt:lpstr>Introduction Research plan still relevant</vt:lpstr>
      <vt:lpstr>Physical baseline </vt:lpstr>
      <vt:lpstr>Augmentation model</vt:lpstr>
      <vt:lpstr>Orthogonality</vt:lpstr>
      <vt:lpstr>Closed-loop training</vt:lpstr>
      <vt:lpstr>Data and setup </vt:lpstr>
      <vt:lpstr>Results</vt:lpstr>
      <vt:lpstr>Discussion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Berg, Dirk van den</dc:creator>
  <cp:lastModifiedBy>Berg, Dirk van den</cp:lastModifiedBy>
  <cp:revision>1</cp:revision>
  <dcterms:created xsi:type="dcterms:W3CDTF">2026-09-18T10:26:00Z</dcterms:created>
  <dcterms:modified xsi:type="dcterms:W3CDTF">2026-09-18T12:30:17Z</dcterms:modified>
</cp:coreProperties>
</file>