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7" r:id="rId11"/>
    <p:sldId id="261" r:id="rId12"/>
    <p:sldId id="262" r:id="rId13"/>
    <p:sldId id="258" r:id="rId14"/>
    <p:sldId id="260" r:id="rId15"/>
    <p:sldId id="276" r:id="rId16"/>
    <p:sldId id="275" r:id="rId17"/>
    <p:sldId id="277" r:id="rId18"/>
    <p:sldId id="278" r:id="rId19"/>
    <p:sldId id="279" r:id="rId20"/>
    <p:sldId id="263" r:id="rId21"/>
    <p:sldId id="264" r:id="rId22"/>
    <p:sldId id="280" r:id="rId23"/>
    <p:sldId id="274" r:id="rId24"/>
    <p:sldId id="265" r:id="rId2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EF3B7C-FD8D-4415-BC36-92CAA1B28B4C}" v="10" dt="2026-07-06T07:59:43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">
      <pc:chgData name="Berg, Dirk van den" userId="035ecb32-01d9-4b47-a105-eacf059a4647" providerId="ADAL" clId="{F7FF961E-CF96-44AC-93C2-93612F62D46D}" dt="2026-07-06T08:01:23.554" v="2287" actId="20577"/>
      <pc:docMkLst>
        <pc:docMk/>
      </pc:docMkLst>
      <pc:sldChg chg="del">
        <pc:chgData name="Berg, Dirk van den" userId="035ecb32-01d9-4b47-a105-eacf059a4647" providerId="ADAL" clId="{F7FF961E-CF96-44AC-93C2-93612F62D46D}" dt="2026-07-06T07:03:07.572" v="33" actId="47"/>
        <pc:sldMkLst>
          <pc:docMk/>
          <pc:sldMk cId="4268454016" sldId="256"/>
        </pc:sldMkLst>
      </pc:sldChg>
      <pc:sldChg chg="mod modShow">
        <pc:chgData name="Berg, Dirk van den" userId="035ecb32-01d9-4b47-a105-eacf059a4647" providerId="ADAL" clId="{F7FF961E-CF96-44AC-93C2-93612F62D46D}" dt="2026-07-06T07:26:04.867" v="1079" actId="729"/>
        <pc:sldMkLst>
          <pc:docMk/>
          <pc:sldMk cId="423733561" sldId="257"/>
        </pc:sldMkLst>
      </pc:sldChg>
      <pc:sldChg chg="modSp new mod modNotesTx">
        <pc:chgData name="Berg, Dirk van den" userId="035ecb32-01d9-4b47-a105-eacf059a4647" providerId="ADAL" clId="{F7FF961E-CF96-44AC-93C2-93612F62D46D}" dt="2026-07-06T07:55:45.122" v="2170" actId="20577"/>
        <pc:sldMkLst>
          <pc:docMk/>
          <pc:sldMk cId="1881087924" sldId="258"/>
        </pc:sldMkLst>
        <pc:spChg chg="mod">
          <ac:chgData name="Berg, Dirk van den" userId="035ecb32-01d9-4b47-a105-eacf059a4647" providerId="ADAL" clId="{F7FF961E-CF96-44AC-93C2-93612F62D46D}" dt="2026-07-06T07:05:04.376" v="249" actId="20577"/>
          <ac:spMkLst>
            <pc:docMk/>
            <pc:sldMk cId="1881087924" sldId="258"/>
            <ac:spMk id="2" creationId="{B7C57C24-AF91-C6BD-F494-8C63695295CF}"/>
          </ac:spMkLst>
        </pc:spChg>
        <pc:spChg chg="mod">
          <ac:chgData name="Berg, Dirk van den" userId="035ecb32-01d9-4b47-a105-eacf059a4647" providerId="ADAL" clId="{F7FF961E-CF96-44AC-93C2-93612F62D46D}" dt="2026-07-06T07:55:39.648" v="2163" actId="20577"/>
          <ac:spMkLst>
            <pc:docMk/>
            <pc:sldMk cId="1881087924" sldId="258"/>
            <ac:spMk id="3" creationId="{B0F7DF56-FB78-1DCA-7D92-84FC2163572C}"/>
          </ac:spMkLst>
        </pc:spChg>
      </pc:sldChg>
      <pc:sldChg chg="modSp add mod">
        <pc:chgData name="Berg, Dirk van den" userId="035ecb32-01d9-4b47-a105-eacf059a4647" providerId="ADAL" clId="{F7FF961E-CF96-44AC-93C2-93612F62D46D}" dt="2026-07-06T08:01:23.554" v="2287" actId="20577"/>
        <pc:sldMkLst>
          <pc:docMk/>
          <pc:sldMk cId="2679595137" sldId="259"/>
        </pc:sldMkLst>
        <pc:spChg chg="mod">
          <ac:chgData name="Berg, Dirk van den" userId="035ecb32-01d9-4b47-a105-eacf059a4647" providerId="ADAL" clId="{F7FF961E-CF96-44AC-93C2-93612F62D46D}" dt="2026-07-06T08:01:23.554" v="2287" actId="20577"/>
          <ac:spMkLst>
            <pc:docMk/>
            <pc:sldMk cId="2679595137" sldId="259"/>
            <ac:spMk id="3" creationId="{DAAEF679-3C39-E36C-B710-9B50CBAE487E}"/>
          </ac:spMkLst>
        </pc:spChg>
      </pc:sldChg>
      <pc:sldChg chg="modSp new mod">
        <pc:chgData name="Berg, Dirk van den" userId="035ecb32-01d9-4b47-a105-eacf059a4647" providerId="ADAL" clId="{F7FF961E-CF96-44AC-93C2-93612F62D46D}" dt="2026-07-06T07:48:32.125" v="1919" actId="20577"/>
        <pc:sldMkLst>
          <pc:docMk/>
          <pc:sldMk cId="2437355560" sldId="260"/>
        </pc:sldMkLst>
        <pc:spChg chg="mod">
          <ac:chgData name="Berg, Dirk van den" userId="035ecb32-01d9-4b47-a105-eacf059a4647" providerId="ADAL" clId="{F7FF961E-CF96-44AC-93C2-93612F62D46D}" dt="2026-07-06T07:07:18.619" v="269" actId="20577"/>
          <ac:spMkLst>
            <pc:docMk/>
            <pc:sldMk cId="2437355560" sldId="260"/>
            <ac:spMk id="2" creationId="{C62B2AE8-D4B5-B50C-C28F-7FE00A1ADC1C}"/>
          </ac:spMkLst>
        </pc:spChg>
        <pc:spChg chg="mod">
          <ac:chgData name="Berg, Dirk van den" userId="035ecb32-01d9-4b47-a105-eacf059a4647" providerId="ADAL" clId="{F7FF961E-CF96-44AC-93C2-93612F62D46D}" dt="2026-07-06T07:48:32.125" v="1919" actId="20577"/>
          <ac:spMkLst>
            <pc:docMk/>
            <pc:sldMk cId="2437355560" sldId="260"/>
            <ac:spMk id="3" creationId="{20214AF1-19E4-EFB3-2FD4-CC9F5F272B4E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7-06T07:26:53.679" v="1080" actId="729"/>
        <pc:sldMkLst>
          <pc:docMk/>
          <pc:sldMk cId="3386986629" sldId="261"/>
        </pc:sldMkLst>
        <pc:spChg chg="mod">
          <ac:chgData name="Berg, Dirk van den" userId="035ecb32-01d9-4b47-a105-eacf059a4647" providerId="ADAL" clId="{F7FF961E-CF96-44AC-93C2-93612F62D46D}" dt="2026-07-06T07:04:35.095" v="202" actId="20577"/>
          <ac:spMkLst>
            <pc:docMk/>
            <pc:sldMk cId="3386986629" sldId="261"/>
            <ac:spMk id="3" creationId="{52D05624-39DC-74C7-15B7-A8DE712355E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7-06T07:05:17.853" v="252" actId="729"/>
        <pc:sldMkLst>
          <pc:docMk/>
          <pc:sldMk cId="886855624" sldId="262"/>
        </pc:sldMkLst>
        <pc:spChg chg="mod">
          <ac:chgData name="Berg, Dirk van den" userId="035ecb32-01d9-4b47-a105-eacf059a4647" providerId="ADAL" clId="{F7FF961E-CF96-44AC-93C2-93612F62D46D}" dt="2026-07-06T07:05:15.599" v="251"/>
          <ac:spMkLst>
            <pc:docMk/>
            <pc:sldMk cId="886855624" sldId="262"/>
            <ac:spMk id="3" creationId="{EE66A1D5-E80F-405D-CCA5-813125F9D258}"/>
          </ac:spMkLst>
        </pc:spChg>
      </pc:sldChg>
      <pc:sldChg chg="addSp modSp new mod">
        <pc:chgData name="Berg, Dirk van den" userId="035ecb32-01d9-4b47-a105-eacf059a4647" providerId="ADAL" clId="{F7FF961E-CF96-44AC-93C2-93612F62D46D}" dt="2026-07-06T07:09:43.241" v="433" actId="14100"/>
        <pc:sldMkLst>
          <pc:docMk/>
          <pc:sldMk cId="2353673491" sldId="263"/>
        </pc:sldMkLst>
        <pc:spChg chg="mod">
          <ac:chgData name="Berg, Dirk van den" userId="035ecb32-01d9-4b47-a105-eacf059a4647" providerId="ADAL" clId="{F7FF961E-CF96-44AC-93C2-93612F62D46D}" dt="2026-07-06T07:08:13.856" v="292" actId="20577"/>
          <ac:spMkLst>
            <pc:docMk/>
            <pc:sldMk cId="2353673491" sldId="263"/>
            <ac:spMk id="2" creationId="{18BF81B9-A73B-CFA9-33A3-917A9BAA155C}"/>
          </ac:spMkLst>
        </pc:spChg>
        <pc:spChg chg="mod">
          <ac:chgData name="Berg, Dirk van den" userId="035ecb32-01d9-4b47-a105-eacf059a4647" providerId="ADAL" clId="{F7FF961E-CF96-44AC-93C2-93612F62D46D}" dt="2026-07-06T07:09:43.241" v="433" actId="14100"/>
          <ac:spMkLst>
            <pc:docMk/>
            <pc:sldMk cId="2353673491" sldId="263"/>
            <ac:spMk id="3" creationId="{3AA23A70-E722-B9C3-3EBD-ECF2A2F9E849}"/>
          </ac:spMkLst>
        </pc:spChg>
        <pc:picChg chg="add mod">
          <ac:chgData name="Berg, Dirk van den" userId="035ecb32-01d9-4b47-a105-eacf059a4647" providerId="ADAL" clId="{F7FF961E-CF96-44AC-93C2-93612F62D46D}" dt="2026-07-06T07:08:51.833" v="319" actId="1076"/>
          <ac:picMkLst>
            <pc:docMk/>
            <pc:sldMk cId="2353673491" sldId="263"/>
            <ac:picMk id="4" creationId="{FE0D03E1-AF7D-B9BC-DD9F-F3DCE694986D}"/>
          </ac:picMkLst>
        </pc:picChg>
      </pc:sldChg>
      <pc:sldChg chg="modSp add mod">
        <pc:chgData name="Berg, Dirk van den" userId="035ecb32-01d9-4b47-a105-eacf059a4647" providerId="ADAL" clId="{F7FF961E-CF96-44AC-93C2-93612F62D46D}" dt="2026-07-06T07:10:12.760" v="479" actId="20577"/>
        <pc:sldMkLst>
          <pc:docMk/>
          <pc:sldMk cId="1287643162" sldId="264"/>
        </pc:sldMkLst>
        <pc:spChg chg="mod">
          <ac:chgData name="Berg, Dirk van den" userId="035ecb32-01d9-4b47-a105-eacf059a4647" providerId="ADAL" clId="{F7FF961E-CF96-44AC-93C2-93612F62D46D}" dt="2026-07-06T07:10:12.760" v="479" actId="20577"/>
          <ac:spMkLst>
            <pc:docMk/>
            <pc:sldMk cId="1287643162" sldId="264"/>
            <ac:spMk id="3" creationId="{BC2186BE-2F97-AC2C-EC76-BFC62DDFF97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41:42.464" v="1418" actId="1076"/>
        <pc:sldMkLst>
          <pc:docMk/>
          <pc:sldMk cId="3624026830" sldId="265"/>
        </pc:sldMkLst>
        <pc:spChg chg="del">
          <ac:chgData name="Berg, Dirk van den" userId="035ecb32-01d9-4b47-a105-eacf059a4647" providerId="ADAL" clId="{F7FF961E-CF96-44AC-93C2-93612F62D46D}" dt="2026-07-06T07:41:38.120" v="1415"/>
          <ac:spMkLst>
            <pc:docMk/>
            <pc:sldMk cId="3624026830" sldId="265"/>
            <ac:spMk id="3" creationId="{68D1F29F-F093-B83D-5092-C1518672AC69}"/>
          </ac:spMkLst>
        </pc:spChg>
        <pc:picChg chg="add mod ord">
          <ac:chgData name="Berg, Dirk van den" userId="035ecb32-01d9-4b47-a105-eacf059a4647" providerId="ADAL" clId="{F7FF961E-CF96-44AC-93C2-93612F62D46D}" dt="2026-07-06T07:41:42.464" v="1418" actId="1076"/>
          <ac:picMkLst>
            <pc:docMk/>
            <pc:sldMk cId="3624026830" sldId="265"/>
            <ac:picMk id="5" creationId="{DA23F082-0A1C-4655-7541-14712F3B65F6}"/>
          </ac:picMkLst>
        </pc:picChg>
      </pc:sldChg>
      <pc:sldChg chg="modSp new mod">
        <pc:chgData name="Berg, Dirk van den" userId="035ecb32-01d9-4b47-a105-eacf059a4647" providerId="ADAL" clId="{F7FF961E-CF96-44AC-93C2-93612F62D46D}" dt="2026-07-06T07:23:27.537" v="797" actId="20577"/>
        <pc:sldMkLst>
          <pc:docMk/>
          <pc:sldMk cId="1553031704" sldId="266"/>
        </pc:sldMkLst>
        <pc:spChg chg="mod">
          <ac:chgData name="Berg, Dirk van den" userId="035ecb32-01d9-4b47-a105-eacf059a4647" providerId="ADAL" clId="{F7FF961E-CF96-44AC-93C2-93612F62D46D}" dt="2026-07-06T07:19:37.797" v="505" actId="20577"/>
          <ac:spMkLst>
            <pc:docMk/>
            <pc:sldMk cId="1553031704" sldId="266"/>
            <ac:spMk id="2" creationId="{C379631A-D804-6081-6747-3C1240E0B6F8}"/>
          </ac:spMkLst>
        </pc:spChg>
        <pc:spChg chg="mod">
          <ac:chgData name="Berg, Dirk van den" userId="035ecb32-01d9-4b47-a105-eacf059a4647" providerId="ADAL" clId="{F7FF961E-CF96-44AC-93C2-93612F62D46D}" dt="2026-07-06T07:23:27.537" v="797" actId="20577"/>
          <ac:spMkLst>
            <pc:docMk/>
            <pc:sldMk cId="1553031704" sldId="266"/>
            <ac:spMk id="3" creationId="{66FC91D9-FB4E-1DBA-AA35-574B91B84510}"/>
          </ac:spMkLst>
        </pc:spChg>
      </pc:sldChg>
      <pc:sldChg chg="modSp new mod">
        <pc:chgData name="Berg, Dirk van den" userId="035ecb32-01d9-4b47-a105-eacf059a4647" providerId="ADAL" clId="{F7FF961E-CF96-44AC-93C2-93612F62D46D}" dt="2026-07-06T07:25:35.711" v="1078" actId="20577"/>
        <pc:sldMkLst>
          <pc:docMk/>
          <pc:sldMk cId="1462314743" sldId="267"/>
        </pc:sldMkLst>
        <pc:spChg chg="mod">
          <ac:chgData name="Berg, Dirk van den" userId="035ecb32-01d9-4b47-a105-eacf059a4647" providerId="ADAL" clId="{F7FF961E-CF96-44AC-93C2-93612F62D46D}" dt="2026-07-06T07:25:35.711" v="1078" actId="20577"/>
          <ac:spMkLst>
            <pc:docMk/>
            <pc:sldMk cId="1462314743" sldId="267"/>
            <ac:spMk id="3" creationId="{9B4D8660-87B3-7DAF-8728-5690CCAE1E8B}"/>
          </ac:spMkLst>
        </pc:spChg>
      </pc:sldChg>
      <pc:sldChg chg="modSp add del mod">
        <pc:chgData name="Berg, Dirk van den" userId="035ecb32-01d9-4b47-a105-eacf059a4647" providerId="ADAL" clId="{F7FF961E-CF96-44AC-93C2-93612F62D46D}" dt="2026-07-06T07:24:02.711" v="805" actId="47"/>
        <pc:sldMkLst>
          <pc:docMk/>
          <pc:sldMk cId="2241222061" sldId="267"/>
        </pc:sldMkLst>
        <pc:spChg chg="mod">
          <ac:chgData name="Berg, Dirk van den" userId="035ecb32-01d9-4b47-a105-eacf059a4647" providerId="ADAL" clId="{F7FF961E-CF96-44AC-93C2-93612F62D46D}" dt="2026-07-06T07:23:55.397" v="804" actId="20577"/>
          <ac:spMkLst>
            <pc:docMk/>
            <pc:sldMk cId="2241222061" sldId="267"/>
            <ac:spMk id="3" creationId="{952DD070-38E9-491C-B437-F27EC50580FA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29:57.341" v="1109" actId="20577"/>
        <pc:sldMkLst>
          <pc:docMk/>
          <pc:sldMk cId="3669876682" sldId="268"/>
        </pc:sldMkLst>
        <pc:spChg chg="mod">
          <ac:chgData name="Berg, Dirk van den" userId="035ecb32-01d9-4b47-a105-eacf059a4647" providerId="ADAL" clId="{F7FF961E-CF96-44AC-93C2-93612F62D46D}" dt="2026-07-06T07:29:25.278" v="1093" actId="20577"/>
          <ac:spMkLst>
            <pc:docMk/>
            <pc:sldMk cId="3669876682" sldId="268"/>
            <ac:spMk id="2" creationId="{EA968EEE-68C0-34F7-7270-230DB174289A}"/>
          </ac:spMkLst>
        </pc:spChg>
        <pc:spChg chg="del">
          <ac:chgData name="Berg, Dirk van den" userId="035ecb32-01d9-4b47-a105-eacf059a4647" providerId="ADAL" clId="{F7FF961E-CF96-44AC-93C2-93612F62D46D}" dt="2026-07-06T07:29:55.343" v="1104" actId="478"/>
          <ac:spMkLst>
            <pc:docMk/>
            <pc:sldMk cId="3669876682" sldId="268"/>
            <ac:spMk id="3" creationId="{4F95B062-0E9B-3C18-F32A-B5A13F06F9C3}"/>
          </ac:spMkLst>
        </pc:spChg>
        <pc:spChg chg="add mod">
          <ac:chgData name="Berg, Dirk van den" userId="035ecb32-01d9-4b47-a105-eacf059a4647" providerId="ADAL" clId="{F7FF961E-CF96-44AC-93C2-93612F62D46D}" dt="2026-07-06T07:29:57.341" v="1109" actId="20577"/>
          <ac:spMkLst>
            <pc:docMk/>
            <pc:sldMk cId="3669876682" sldId="268"/>
            <ac:spMk id="5" creationId="{3F2FDE87-17D1-69B8-1F03-A7F5DD2542A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33:23.229" v="1189" actId="1076"/>
        <pc:sldMkLst>
          <pc:docMk/>
          <pc:sldMk cId="1637363872" sldId="269"/>
        </pc:sldMkLst>
        <pc:spChg chg="add del mod">
          <ac:chgData name="Berg, Dirk van den" userId="035ecb32-01d9-4b47-a105-eacf059a4647" providerId="ADAL" clId="{F7FF961E-CF96-44AC-93C2-93612F62D46D}" dt="2026-07-06T07:32:10.218" v="1184"/>
          <ac:spMkLst>
            <pc:docMk/>
            <pc:sldMk cId="1637363872" sldId="269"/>
            <ac:spMk id="3" creationId="{BCE75BB4-D84A-FBE8-1B1E-60245E514F11}"/>
          </ac:spMkLst>
        </pc:spChg>
        <pc:spChg chg="add del">
          <ac:chgData name="Berg, Dirk van den" userId="035ecb32-01d9-4b47-a105-eacf059a4647" providerId="ADAL" clId="{F7FF961E-CF96-44AC-93C2-93612F62D46D}" dt="2026-07-06T07:32:06.029" v="1182" actId="22"/>
          <ac:spMkLst>
            <pc:docMk/>
            <pc:sldMk cId="1637363872" sldId="269"/>
            <ac:spMk id="7" creationId="{D94ABAE6-21C0-F15A-312B-097B8F8E3E1D}"/>
          </ac:spMkLst>
        </pc:spChg>
        <pc:picChg chg="add del mod ord">
          <ac:chgData name="Berg, Dirk van den" userId="035ecb32-01d9-4b47-a105-eacf059a4647" providerId="ADAL" clId="{F7FF961E-CF96-44AC-93C2-93612F62D46D}" dt="2026-07-06T07:31:52.601" v="1158" actId="931"/>
          <ac:picMkLst>
            <pc:docMk/>
            <pc:sldMk cId="1637363872" sldId="269"/>
            <ac:picMk id="5" creationId="{AFE30540-2C18-EB1A-52AE-D47C01A1CDD1}"/>
          </ac:picMkLst>
        </pc:picChg>
        <pc:picChg chg="add mod ord">
          <ac:chgData name="Berg, Dirk van den" userId="035ecb32-01d9-4b47-a105-eacf059a4647" providerId="ADAL" clId="{F7FF961E-CF96-44AC-93C2-93612F62D46D}" dt="2026-07-06T07:33:23.229" v="1189" actId="1076"/>
          <ac:picMkLst>
            <pc:docMk/>
            <pc:sldMk cId="1637363872" sldId="269"/>
            <ac:picMk id="9" creationId="{776EF2DA-8E38-5CCE-7EBA-17F79BFEC152}"/>
          </ac:picMkLst>
        </pc:picChg>
      </pc:sldChg>
      <pc:sldChg chg="addSp delSp modSp add del mod">
        <pc:chgData name="Berg, Dirk van den" userId="035ecb32-01d9-4b47-a105-eacf059a4647" providerId="ADAL" clId="{F7FF961E-CF96-44AC-93C2-93612F62D46D}" dt="2026-07-06T07:30:32.895" v="1148" actId="47"/>
        <pc:sldMkLst>
          <pc:docMk/>
          <pc:sldMk cId="1909635197" sldId="269"/>
        </pc:sldMkLst>
        <pc:spChg chg="del">
          <ac:chgData name="Berg, Dirk van den" userId="035ecb32-01d9-4b47-a105-eacf059a4647" providerId="ADAL" clId="{F7FF961E-CF96-44AC-93C2-93612F62D46D}" dt="2026-07-06T07:29:42.129" v="1098" actId="478"/>
          <ac:spMkLst>
            <pc:docMk/>
            <pc:sldMk cId="1909635197" sldId="269"/>
            <ac:spMk id="3" creationId="{C9453FFD-33C0-BE4B-4DDE-4F1BC52F6C2A}"/>
          </ac:spMkLst>
        </pc:spChg>
        <pc:spChg chg="mod">
          <ac:chgData name="Berg, Dirk van den" userId="035ecb32-01d9-4b47-a105-eacf059a4647" providerId="ADAL" clId="{F7FF961E-CF96-44AC-93C2-93612F62D46D}" dt="2026-07-06T07:29:51.411" v="1103" actId="20577"/>
          <ac:spMkLst>
            <pc:docMk/>
            <pc:sldMk cId="1909635197" sldId="269"/>
            <ac:spMk id="5" creationId="{FE9BBBB7-E43A-F19C-B58B-6627703AD086}"/>
          </ac:spMkLst>
        </pc:spChg>
        <pc:spChg chg="add mod">
          <ac:chgData name="Berg, Dirk van den" userId="035ecb32-01d9-4b47-a105-eacf059a4647" providerId="ADAL" clId="{F7FF961E-CF96-44AC-93C2-93612F62D46D}" dt="2026-07-06T07:29:36.647" v="1097" actId="1076"/>
          <ac:spMkLst>
            <pc:docMk/>
            <pc:sldMk cId="1909635197" sldId="269"/>
            <ac:spMk id="6" creationId="{B862871F-DC33-1574-9787-240FCAB455F0}"/>
          </ac:spMkLst>
        </pc:spChg>
        <pc:spChg chg="add del mod">
          <ac:chgData name="Berg, Dirk van den" userId="035ecb32-01d9-4b47-a105-eacf059a4647" providerId="ADAL" clId="{F7FF961E-CF96-44AC-93C2-93612F62D46D}" dt="2026-07-06T07:30:24.963" v="1147" actId="478"/>
          <ac:spMkLst>
            <pc:docMk/>
            <pc:sldMk cId="1909635197" sldId="269"/>
            <ac:spMk id="7" creationId="{8A60C7A9-08D4-F0C0-49BF-2888461F4B31}"/>
          </ac:spMkLst>
        </pc:spChg>
      </pc:sldChg>
      <pc:sldChg chg="addSp modSp add mod">
        <pc:chgData name="Berg, Dirk van den" userId="035ecb32-01d9-4b47-a105-eacf059a4647" providerId="ADAL" clId="{F7FF961E-CF96-44AC-93C2-93612F62D46D}" dt="2026-07-06T07:34:16.632" v="1197" actId="1076"/>
        <pc:sldMkLst>
          <pc:docMk/>
          <pc:sldMk cId="2015209047" sldId="270"/>
        </pc:sldMkLst>
        <pc:spChg chg="add mod">
          <ac:chgData name="Berg, Dirk van den" userId="035ecb32-01d9-4b47-a105-eacf059a4647" providerId="ADAL" clId="{F7FF961E-CF96-44AC-93C2-93612F62D46D}" dt="2026-07-06T07:33:29.747" v="1192" actId="1076"/>
          <ac:spMkLst>
            <pc:docMk/>
            <pc:sldMk cId="2015209047" sldId="270"/>
            <ac:spMk id="4" creationId="{5265BC8C-BEFA-D6AD-4BCF-544CB9FC256A}"/>
          </ac:spMkLst>
        </pc:spChg>
        <pc:spChg chg="add mod">
          <ac:chgData name="Berg, Dirk van den" userId="035ecb32-01d9-4b47-a105-eacf059a4647" providerId="ADAL" clId="{F7FF961E-CF96-44AC-93C2-93612F62D46D}" dt="2026-07-06T07:34:14.131" v="1196" actId="1076"/>
          <ac:spMkLst>
            <pc:docMk/>
            <pc:sldMk cId="2015209047" sldId="270"/>
            <ac:spMk id="6" creationId="{46CE729B-C920-612B-EEA5-53B249A3BD53}"/>
          </ac:spMkLst>
        </pc:spChg>
        <pc:spChg chg="add mod">
          <ac:chgData name="Berg, Dirk van den" userId="035ecb32-01d9-4b47-a105-eacf059a4647" providerId="ADAL" clId="{F7FF961E-CF96-44AC-93C2-93612F62D46D}" dt="2026-07-06T07:34:16.632" v="1197" actId="1076"/>
          <ac:spMkLst>
            <pc:docMk/>
            <pc:sldMk cId="2015209047" sldId="270"/>
            <ac:spMk id="8" creationId="{912090CE-A33B-C44C-5750-369E085AFAA2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7-06T07:36:16.562" v="1249" actId="1076"/>
        <pc:sldMkLst>
          <pc:docMk/>
          <pc:sldMk cId="1399300461" sldId="271"/>
        </pc:sldMkLst>
        <pc:spChg chg="del">
          <ac:chgData name="Berg, Dirk van den" userId="035ecb32-01d9-4b47-a105-eacf059a4647" providerId="ADAL" clId="{F7FF961E-CF96-44AC-93C2-93612F62D46D}" dt="2026-07-06T07:35:07.612" v="1200"/>
          <ac:spMkLst>
            <pc:docMk/>
            <pc:sldMk cId="1399300461" sldId="271"/>
            <ac:spMk id="3" creationId="{F06310BD-E60E-FBD7-2E3C-9EF9496D0A00}"/>
          </ac:spMkLst>
        </pc:spChg>
        <pc:picChg chg="add mod ord">
          <ac:chgData name="Berg, Dirk van den" userId="035ecb32-01d9-4b47-a105-eacf059a4647" providerId="ADAL" clId="{F7FF961E-CF96-44AC-93C2-93612F62D46D}" dt="2026-07-06T07:36:16.562" v="1249" actId="1076"/>
          <ac:picMkLst>
            <pc:docMk/>
            <pc:sldMk cId="1399300461" sldId="271"/>
            <ac:picMk id="5" creationId="{68717D79-1926-17BF-5833-E759C856B30D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7-06T07:37:30.420" v="1372" actId="1076"/>
        <pc:sldMkLst>
          <pc:docMk/>
          <pc:sldMk cId="736897819" sldId="272"/>
        </pc:sldMkLst>
        <pc:spChg chg="add mod">
          <ac:chgData name="Berg, Dirk van den" userId="035ecb32-01d9-4b47-a105-eacf059a4647" providerId="ADAL" clId="{F7FF961E-CF96-44AC-93C2-93612F62D46D}" dt="2026-07-06T07:37:30.420" v="1372" actId="1076"/>
          <ac:spMkLst>
            <pc:docMk/>
            <pc:sldMk cId="736897819" sldId="272"/>
            <ac:spMk id="3" creationId="{5D9AD158-4B8E-8A04-34BE-0BF5614FB345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38:50.472" v="1413" actId="20577"/>
        <pc:sldMkLst>
          <pc:docMk/>
          <pc:sldMk cId="1237139605" sldId="273"/>
        </pc:sldMkLst>
        <pc:spChg chg="mod">
          <ac:chgData name="Berg, Dirk van den" userId="035ecb32-01d9-4b47-a105-eacf059a4647" providerId="ADAL" clId="{F7FF961E-CF96-44AC-93C2-93612F62D46D}" dt="2026-07-06T07:38:50.472" v="1413" actId="20577"/>
          <ac:spMkLst>
            <pc:docMk/>
            <pc:sldMk cId="1237139605" sldId="273"/>
            <ac:spMk id="2" creationId="{E1BF028E-04D0-FD20-68B1-B8479A2B1302}"/>
          </ac:spMkLst>
        </pc:spChg>
        <pc:spChg chg="del">
          <ac:chgData name="Berg, Dirk van den" userId="035ecb32-01d9-4b47-a105-eacf059a4647" providerId="ADAL" clId="{F7FF961E-CF96-44AC-93C2-93612F62D46D}" dt="2026-07-06T07:38:09.881" v="1375"/>
          <ac:spMkLst>
            <pc:docMk/>
            <pc:sldMk cId="1237139605" sldId="273"/>
            <ac:spMk id="3" creationId="{4F14A483-F6DE-096C-6AC3-E01D15FC810C}"/>
          </ac:spMkLst>
        </pc:spChg>
        <pc:picChg chg="add mod ord">
          <ac:chgData name="Berg, Dirk van den" userId="035ecb32-01d9-4b47-a105-eacf059a4647" providerId="ADAL" clId="{F7FF961E-CF96-44AC-93C2-93612F62D46D}" dt="2026-07-06T07:38:09.881" v="1375"/>
          <ac:picMkLst>
            <pc:docMk/>
            <pc:sldMk cId="1237139605" sldId="273"/>
            <ac:picMk id="5" creationId="{56AD5025-5BF3-59FE-7B94-2DED3C10E7A0}"/>
          </ac:picMkLst>
        </pc:picChg>
      </pc:sldChg>
      <pc:sldChg chg="modSp new mod">
        <pc:chgData name="Berg, Dirk van den" userId="035ecb32-01d9-4b47-a105-eacf059a4647" providerId="ADAL" clId="{F7FF961E-CF96-44AC-93C2-93612F62D46D}" dt="2026-07-06T07:43:31.260" v="1761" actId="20577"/>
        <pc:sldMkLst>
          <pc:docMk/>
          <pc:sldMk cId="798605934" sldId="274"/>
        </pc:sldMkLst>
        <pc:spChg chg="mod">
          <ac:chgData name="Berg, Dirk van den" userId="035ecb32-01d9-4b47-a105-eacf059a4647" providerId="ADAL" clId="{F7FF961E-CF96-44AC-93C2-93612F62D46D}" dt="2026-07-06T07:41:48.019" v="1440" actId="20577"/>
          <ac:spMkLst>
            <pc:docMk/>
            <pc:sldMk cId="798605934" sldId="274"/>
            <ac:spMk id="2" creationId="{19695E9D-1E66-41E0-06F6-44D53EC49B15}"/>
          </ac:spMkLst>
        </pc:spChg>
        <pc:spChg chg="mod">
          <ac:chgData name="Berg, Dirk van den" userId="035ecb32-01d9-4b47-a105-eacf059a4647" providerId="ADAL" clId="{F7FF961E-CF96-44AC-93C2-93612F62D46D}" dt="2026-07-06T07:43:31.260" v="1761" actId="20577"/>
          <ac:spMkLst>
            <pc:docMk/>
            <pc:sldMk cId="798605934" sldId="274"/>
            <ac:spMk id="3" creationId="{4EDE4DA9-A8E5-966D-7E95-DC48B9EAF8A8}"/>
          </ac:spMkLst>
        </pc:spChg>
      </pc:sldChg>
      <pc:sldChg chg="new del">
        <pc:chgData name="Berg, Dirk van den" userId="035ecb32-01d9-4b47-a105-eacf059a4647" providerId="ADAL" clId="{F7FF961E-CF96-44AC-93C2-93612F62D46D}" dt="2026-07-06T07:47:42.368" v="1763" actId="47"/>
        <pc:sldMkLst>
          <pc:docMk/>
          <pc:sldMk cId="2599261593" sldId="275"/>
        </pc:sldMkLst>
      </pc:sldChg>
      <pc:sldChg chg="addSp modSp new mod">
        <pc:chgData name="Berg, Dirk van den" userId="035ecb32-01d9-4b47-a105-eacf059a4647" providerId="ADAL" clId="{F7FF961E-CF96-44AC-93C2-93612F62D46D}" dt="2026-07-06T07:50:32.581" v="2003" actId="1076"/>
        <pc:sldMkLst>
          <pc:docMk/>
          <pc:sldMk cId="3985439592" sldId="275"/>
        </pc:sldMkLst>
        <pc:spChg chg="add mod">
          <ac:chgData name="Berg, Dirk van den" userId="035ecb32-01d9-4b47-a105-eacf059a4647" providerId="ADAL" clId="{F7FF961E-CF96-44AC-93C2-93612F62D46D}" dt="2026-07-06T07:47:50.763" v="1767" actId="1076"/>
          <ac:spMkLst>
            <pc:docMk/>
            <pc:sldMk cId="3985439592" sldId="275"/>
            <ac:spMk id="5" creationId="{A9916CF4-C591-DC71-B8D6-224194530F62}"/>
          </ac:spMkLst>
        </pc:spChg>
        <pc:spChg chg="add mod">
          <ac:chgData name="Berg, Dirk van den" userId="035ecb32-01d9-4b47-a105-eacf059a4647" providerId="ADAL" clId="{F7FF961E-CF96-44AC-93C2-93612F62D46D}" dt="2026-07-06T07:50:25.330" v="2001" actId="1076"/>
          <ac:spMkLst>
            <pc:docMk/>
            <pc:sldMk cId="3985439592" sldId="275"/>
            <ac:spMk id="7" creationId="{0425D1F7-9799-186B-DCB9-19FC10C37CF3}"/>
          </ac:spMkLst>
        </pc:spChg>
        <pc:spChg chg="add mod">
          <ac:chgData name="Berg, Dirk van den" userId="035ecb32-01d9-4b47-a105-eacf059a4647" providerId="ADAL" clId="{F7FF961E-CF96-44AC-93C2-93612F62D46D}" dt="2026-07-06T07:50:32.581" v="2003" actId="1076"/>
          <ac:spMkLst>
            <pc:docMk/>
            <pc:sldMk cId="3985439592" sldId="275"/>
            <ac:spMk id="9" creationId="{10913F37-B4F1-1D43-3C25-318F20D465D8}"/>
          </ac:spMkLst>
        </pc:spChg>
      </pc:sldChg>
      <pc:sldChg chg="modSp add mod">
        <pc:chgData name="Berg, Dirk van den" userId="035ecb32-01d9-4b47-a105-eacf059a4647" providerId="ADAL" clId="{F7FF961E-CF96-44AC-93C2-93612F62D46D}" dt="2026-07-06T07:49:54.442" v="1995" actId="20577"/>
        <pc:sldMkLst>
          <pc:docMk/>
          <pc:sldMk cId="3570835419" sldId="276"/>
        </pc:sldMkLst>
        <pc:spChg chg="mod">
          <ac:chgData name="Berg, Dirk van den" userId="035ecb32-01d9-4b47-a105-eacf059a4647" providerId="ADAL" clId="{F7FF961E-CF96-44AC-93C2-93612F62D46D}" dt="2026-07-06T07:49:54.442" v="1995" actId="20577"/>
          <ac:spMkLst>
            <pc:docMk/>
            <pc:sldMk cId="3570835419" sldId="276"/>
            <ac:spMk id="3" creationId="{6B2FAC40-80A5-9C7A-279A-D395C8A19408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51:47.536" v="2012" actId="1076"/>
        <pc:sldMkLst>
          <pc:docMk/>
          <pc:sldMk cId="570481856" sldId="277"/>
        </pc:sldMkLst>
        <pc:spChg chg="del">
          <ac:chgData name="Berg, Dirk van den" userId="035ecb32-01d9-4b47-a105-eacf059a4647" providerId="ADAL" clId="{F7FF961E-CF96-44AC-93C2-93612F62D46D}" dt="2026-07-06T07:51:38.077" v="2006"/>
          <ac:spMkLst>
            <pc:docMk/>
            <pc:sldMk cId="570481856" sldId="277"/>
            <ac:spMk id="3" creationId="{3F0462BF-F354-9CF5-5964-605A66F973E5}"/>
          </ac:spMkLst>
        </pc:spChg>
        <pc:picChg chg="add mod ord">
          <ac:chgData name="Berg, Dirk van den" userId="035ecb32-01d9-4b47-a105-eacf059a4647" providerId="ADAL" clId="{F7FF961E-CF96-44AC-93C2-93612F62D46D}" dt="2026-07-06T07:51:47.536" v="2012" actId="1076"/>
          <ac:picMkLst>
            <pc:docMk/>
            <pc:sldMk cId="570481856" sldId="277"/>
            <ac:picMk id="5" creationId="{FBB5FAE2-2437-BCFB-A5CD-D1BA96CA0FF1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6T07:52:06.185" v="2019" actId="1076"/>
        <pc:sldMkLst>
          <pc:docMk/>
          <pc:sldMk cId="3141894358" sldId="278"/>
        </pc:sldMkLst>
        <pc:spChg chg="del">
          <ac:chgData name="Berg, Dirk van den" userId="035ecb32-01d9-4b47-a105-eacf059a4647" providerId="ADAL" clId="{F7FF961E-CF96-44AC-93C2-93612F62D46D}" dt="2026-07-06T07:51:59.214" v="2015"/>
          <ac:spMkLst>
            <pc:docMk/>
            <pc:sldMk cId="3141894358" sldId="278"/>
            <ac:spMk id="3" creationId="{5A39B736-4BAE-A331-6D41-1C7ACAB22F41}"/>
          </ac:spMkLst>
        </pc:spChg>
        <pc:picChg chg="add mod ord">
          <ac:chgData name="Berg, Dirk van den" userId="035ecb32-01d9-4b47-a105-eacf059a4647" providerId="ADAL" clId="{F7FF961E-CF96-44AC-93C2-93612F62D46D}" dt="2026-07-06T07:52:06.185" v="2019" actId="1076"/>
          <ac:picMkLst>
            <pc:docMk/>
            <pc:sldMk cId="3141894358" sldId="278"/>
            <ac:picMk id="5" creationId="{81A5B547-BB14-EE47-3939-47A0C6C6F24F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6T07:53:04.148" v="2022"/>
        <pc:sldMkLst>
          <pc:docMk/>
          <pc:sldMk cId="882665819" sldId="279"/>
        </pc:sldMkLst>
        <pc:spChg chg="del">
          <ac:chgData name="Berg, Dirk van den" userId="035ecb32-01d9-4b47-a105-eacf059a4647" providerId="ADAL" clId="{F7FF961E-CF96-44AC-93C2-93612F62D46D}" dt="2026-07-06T07:53:04.148" v="2022"/>
          <ac:spMkLst>
            <pc:docMk/>
            <pc:sldMk cId="882665819" sldId="279"/>
            <ac:spMk id="3" creationId="{658882B3-A800-0B38-025C-E53DFB4595DC}"/>
          </ac:spMkLst>
        </pc:spChg>
        <pc:picChg chg="add mod ord">
          <ac:chgData name="Berg, Dirk van den" userId="035ecb32-01d9-4b47-a105-eacf059a4647" providerId="ADAL" clId="{F7FF961E-CF96-44AC-93C2-93612F62D46D}" dt="2026-07-06T07:53:04.148" v="2022"/>
          <ac:picMkLst>
            <pc:docMk/>
            <pc:sldMk cId="882665819" sldId="279"/>
            <ac:picMk id="5" creationId="{49BEED97-64F4-E3AE-0285-29FFD1755400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6T07:59:48.742" v="2213" actId="1076"/>
        <pc:sldMkLst>
          <pc:docMk/>
          <pc:sldMk cId="3681603388" sldId="280"/>
        </pc:sldMkLst>
        <pc:spChg chg="mod">
          <ac:chgData name="Berg, Dirk van den" userId="035ecb32-01d9-4b47-a105-eacf059a4647" providerId="ADAL" clId="{F7FF961E-CF96-44AC-93C2-93612F62D46D}" dt="2026-07-06T07:59:30.861" v="2194" actId="20577"/>
          <ac:spMkLst>
            <pc:docMk/>
            <pc:sldMk cId="3681603388" sldId="280"/>
            <ac:spMk id="2" creationId="{7CA7A7A1-4B63-9D0A-71BC-D4D53FFC8955}"/>
          </ac:spMkLst>
        </pc:spChg>
        <pc:spChg chg="del">
          <ac:chgData name="Berg, Dirk van den" userId="035ecb32-01d9-4b47-a105-eacf059a4647" providerId="ADAL" clId="{F7FF961E-CF96-44AC-93C2-93612F62D46D}" dt="2026-07-06T07:58:28.415" v="2173"/>
          <ac:spMkLst>
            <pc:docMk/>
            <pc:sldMk cId="3681603388" sldId="280"/>
            <ac:spMk id="3" creationId="{90926211-01F7-C048-2A3F-6C5C59698794}"/>
          </ac:spMkLst>
        </pc:spChg>
        <pc:spChg chg="add del mod">
          <ac:chgData name="Berg, Dirk van den" userId="035ecb32-01d9-4b47-a105-eacf059a4647" providerId="ADAL" clId="{F7FF961E-CF96-44AC-93C2-93612F62D46D}" dt="2026-07-06T07:59:22.116" v="2179"/>
          <ac:spMkLst>
            <pc:docMk/>
            <pc:sldMk cId="3681603388" sldId="280"/>
            <ac:spMk id="7" creationId="{136B5C48-5170-528E-86CE-CF1CC0F6B8A5}"/>
          </ac:spMkLst>
        </pc:spChg>
        <pc:spChg chg="add mod">
          <ac:chgData name="Berg, Dirk van den" userId="035ecb32-01d9-4b47-a105-eacf059a4647" providerId="ADAL" clId="{F7FF961E-CF96-44AC-93C2-93612F62D46D}" dt="2026-07-06T07:59:48.742" v="2213" actId="1076"/>
          <ac:spMkLst>
            <pc:docMk/>
            <pc:sldMk cId="3681603388" sldId="280"/>
            <ac:spMk id="10" creationId="{59167C46-D234-732E-0AD5-90624B8992BA}"/>
          </ac:spMkLst>
        </pc:spChg>
        <pc:picChg chg="add del mod ord">
          <ac:chgData name="Berg, Dirk van den" userId="035ecb32-01d9-4b47-a105-eacf059a4647" providerId="ADAL" clId="{F7FF961E-CF96-44AC-93C2-93612F62D46D}" dt="2026-07-06T07:58:38.332" v="2177" actId="478"/>
          <ac:picMkLst>
            <pc:docMk/>
            <pc:sldMk cId="3681603388" sldId="280"/>
            <ac:picMk id="5" creationId="{E78FFC1A-2882-D7C9-6D55-5A93851B67D0}"/>
          </ac:picMkLst>
        </pc:picChg>
        <pc:picChg chg="add mod ord modCrop">
          <ac:chgData name="Berg, Dirk van den" userId="035ecb32-01d9-4b47-a105-eacf059a4647" providerId="ADAL" clId="{F7FF961E-CF96-44AC-93C2-93612F62D46D}" dt="2026-07-06T07:59:34.583" v="2197" actId="1076"/>
          <ac:picMkLst>
            <pc:docMk/>
            <pc:sldMk cId="3681603388" sldId="280"/>
            <ac:picMk id="9" creationId="{1C364EBD-7B38-19F9-D9AB-C12CCCD2E7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B391D-AF3A-4FDA-A3C0-D4070599A46C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6551E-1EE6-4D94-8271-1384B124F86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024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Run:= 68676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276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F52B-F41A-017A-74DE-B8DC3AFD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2F38-E4D5-C862-FDB4-C195EAD3B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C3981-6598-59EE-91EF-8C5FF81A1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Run:= 68676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AE5E-C401-C7AC-2E3A-831A168C2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443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Use the baseline model error to determine the noise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830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33B0-9DBE-8A93-E91D-B9FA17C92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7D276-022C-ABA7-914D-42ABE000D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66985-A601-9280-C41F-D872FA10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3F37-05DD-1DEB-D52B-629CA2A5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DC40-268F-2771-BC66-51A8F499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621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CCB4-F7CB-1B36-98EB-3D83820C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73A3-1A4D-6ADE-DBAF-FAEF0A74D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90D95-5901-BC80-BC63-24418011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DC28-2B5F-B92A-EE9E-6C171AF7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3063-40BC-2965-800A-904E9E4F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008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A727-1C34-EB58-E625-7EDC1FE1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69004-026F-8D16-4E68-9E2A32053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9657-41D4-92A4-EF30-D47B06D3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90BF0-459A-C654-83B4-E65226D3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70E88-8086-B004-8510-6D74174E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931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F5F8-68A3-8C20-6A12-4FCEE7B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25F6-1F6D-D9E7-DCD5-F6E5FE1EA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BB7A0-1C3F-71D1-ACC2-0B02102A0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B2F62-51ED-B08D-2590-4AB693CA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FFB3-269C-A560-AD9A-0E12A663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7FB09-98AE-A5F1-27CD-2F37C686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815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4E51-1BCE-2108-75BE-E33D45B6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85DAF-39C7-551A-BEF2-0E221F536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A61CE-5C12-BBE5-8285-CEC119A07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7AF64-B4E2-27EC-2036-8182BB539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E4735-1031-6ED9-0D8F-A595B7A64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F9888-60EE-6EBC-3DEF-3C54B2A3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46299-95E2-E243-C3BF-270F79C5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82BCE-4E57-4FF6-ACA3-D1B68B40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920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E1BB-611B-6183-9F03-A7B03EBE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5DFA7-385B-4034-1A31-9033579B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CD0C-C7B2-14D6-20E5-FD05A768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3D1C-F958-5823-3EE5-3A7ACA2C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558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969F8-9AE2-694B-9838-790296C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97876-D311-57B5-314D-31D0EACC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665A-294C-2B70-67BB-5A76DE90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765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F13F-5D1D-1C47-0D8B-94C6C2FB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474B-2EB0-4F8D-4328-5B0F06B4B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7DB62-4D03-05D1-AE6B-5A0AB0C0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AA657-DF38-4A6A-9B8B-94EEA280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1BB0A-B70F-0664-8A50-D65DD03A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C5109-C0F3-B95C-5A6A-BCFE1F7E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640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778-F697-8176-2B5A-47AABAF4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7A81C-85CA-092A-2838-F7950B6F1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45DAA-874F-DA28-BC7F-20DAD5781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35EAD-7994-5610-2813-E221F739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FD8B4-8EF1-43F7-4743-DEFB04E3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4006C-1805-3A4E-5089-69C43A90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841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A4EA-7614-DB43-397C-98C422D8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5362C-9E26-3F13-A23A-D9A5BF0ED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F6E68-F68D-34C5-43EE-6223561A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1DC6-A477-7312-FA08-7C2779D4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CD0F-67CB-59B3-FC1F-8DE873E8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398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294EB-B791-81FF-91C3-45D9958B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F34B6-8815-1B8A-A214-0568A4C0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652C0-4B27-DFFF-7CCA-1CEEE851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8EACE-1CD8-8F21-28C8-27F136E5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E526A-4BF6-7B77-60BC-DB05880C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822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E1AFE-B7A1-BD86-4DBC-7D9F5BD8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8172-5975-8571-0B0C-80D4C6257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C072E-B655-7145-BE46-E3ABCF8DA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D5C8A-1F8E-48EB-88CC-2AA50994D440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2DE0-B0D8-8039-242C-6E50F3F98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86036-5CED-00D2-7B4D-D6879876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649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23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/>
              <a:t>Augmentation improved</a:t>
            </a:r>
            <a:endParaRPr lang="en-US" dirty="0"/>
          </a:p>
          <a:p>
            <a:pPr lvl="1"/>
            <a:r>
              <a:rPr lang="en-US" dirty="0"/>
              <a:t>Real data verification </a:t>
            </a:r>
            <a:r>
              <a:rPr lang="en-US" dirty="0">
                <a:sym typeface="Wingdings" panose="05000000000000000000" pitchFamily="2" charset="2"/>
              </a:rPr>
              <a:t> drift off</a:t>
            </a:r>
            <a:endParaRPr lang="en-US" dirty="0"/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631A-D804-6081-6747-3C1240E0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91D9-FB4E-1DBA-AA35-574B91B84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initialization immediate blow up </a:t>
            </a:r>
            <a:r>
              <a:rPr lang="en-US" dirty="0">
                <a:sym typeface="Wingdings" panose="05000000000000000000" pitchFamily="2" charset="2"/>
              </a:rPr>
              <a:t> factor 100 worse</a:t>
            </a:r>
          </a:p>
          <a:p>
            <a:r>
              <a:rPr lang="en-US" dirty="0">
                <a:sym typeface="Wingdings" panose="05000000000000000000" pitchFamily="2" charset="2"/>
              </a:rPr>
              <a:t>Issue stiffness matrix K only positions for Theta (X, Theta, Y)</a:t>
            </a:r>
          </a:p>
          <a:p>
            <a:pPr marL="0" indent="0">
              <a:buNone/>
            </a:pPr>
            <a:r>
              <a:rPr lang="nl-NL" dirty="0"/>
              <a:t>K = [0,  0,      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 0,  kb1+kb2,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0,  0,       0]</a:t>
            </a:r>
          </a:p>
          <a:p>
            <a:r>
              <a:rPr lang="nl-NL" dirty="0" err="1"/>
              <a:t>Resulted</a:t>
            </a:r>
            <a:r>
              <a:rPr lang="nl-NL" dirty="0"/>
              <a:t> in ANN </a:t>
            </a:r>
            <a:r>
              <a:rPr lang="nl-NL" dirty="0" err="1"/>
              <a:t>correction</a:t>
            </a:r>
            <a:r>
              <a:rPr lang="nl-NL" dirty="0"/>
              <a:t> </a:t>
            </a:r>
            <a:r>
              <a:rPr lang="nl-NL" dirty="0" err="1"/>
              <a:t>accumulating</a:t>
            </a:r>
            <a:r>
              <a:rPr lang="nl-NL" dirty="0"/>
              <a:t> over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simulation</a:t>
            </a:r>
            <a:r>
              <a:rPr lang="nl-NL" dirty="0"/>
              <a:t> steps without demping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5303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4A73-61A7-79A5-D4E1-06B369AF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8660-87B3-7DAF-8728-5690CCAE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I solved this with a trainable C matrix for augmentation (</a:t>
            </a:r>
            <a:r>
              <a:rPr lang="en-US" dirty="0" err="1"/>
              <a:t>C_aug</a:t>
            </a:r>
            <a:r>
              <a:rPr lang="en-US" dirty="0"/>
              <a:t>) for the output</a:t>
            </a:r>
          </a:p>
          <a:p>
            <a:pPr lvl="1"/>
            <a:r>
              <a:rPr lang="en-US" dirty="0"/>
              <a:t>Didn’t blow up, but states also didn’t learn anything</a:t>
            </a:r>
          </a:p>
          <a:p>
            <a:r>
              <a:rPr lang="en-US" dirty="0"/>
              <a:t>Asked Jan for advice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 Only augment states with a spring  Theta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6231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8EEE-68C0-34F7-7270-230DB174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FDE87-17D1-69B8-1F03-A7F5DD2542A7}"/>
              </a:ext>
            </a:extLst>
          </p:cNvPr>
          <p:cNvSpPr txBox="1"/>
          <p:nvPr/>
        </p:nvSpPr>
        <p:spPr>
          <a:xfrm>
            <a:off x="838200" y="1825625"/>
            <a:ext cx="90959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Test-set sim-NRMS + RMS </a:t>
            </a:r>
            <a:r>
              <a:rPr lang="en-US" dirty="0"/>
              <a:t>-</a:t>
            </a:r>
            <a:r>
              <a:rPr lang="en-NL" dirty="0"/>
              <a:t> generalization to unseen excitation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0.0023  1.376e-04 m    0.0047  2.816e-04 m    +51.1%</a:t>
            </a:r>
          </a:p>
          <a:p>
            <a:r>
              <a:rPr lang="en-NL" dirty="0"/>
              <a:t>  X2:  0.0018  1.162e-04 m    0.0044  2.803e-04 m    +58.5%</a:t>
            </a:r>
          </a:p>
          <a:p>
            <a:r>
              <a:rPr lang="en-NL" dirty="0"/>
              <a:t>  Y :  0.0023  5.225e-04 m    0.0080  1.853e-03 m    +71.8%</a:t>
            </a:r>
          </a:p>
        </p:txBody>
      </p:sp>
    </p:spTree>
    <p:extLst>
      <p:ext uri="{BB962C8B-B14F-4D97-AF65-F5344CB8AC3E}">
        <p14:creationId xmlns:p14="http://schemas.microsoft.com/office/powerpoint/2010/main" val="366987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73DE-8D2F-3390-C521-D41DF432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6EF2DA-8E38-5CCE-7EBA-17F79BFEC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25050" cy="496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6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79E0-FACC-19D4-E863-7B4C1065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28A9-6A59-1B48-EB3B-A459DCD1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A419F1-A927-1260-EF4D-2BAC90D3C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25050" cy="49625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65BC8C-BEFA-D6AD-4BCF-544CB9FC256A}"/>
              </a:ext>
            </a:extLst>
          </p:cNvPr>
          <p:cNvSpPr txBox="1"/>
          <p:nvPr/>
        </p:nvSpPr>
        <p:spPr>
          <a:xfrm>
            <a:off x="204216" y="484411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Sim-NRMS + RMS: augmented vs baseline FP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0.0036  2.114e-04 m    0.0034  2.050e-04 m    -3.1%</a:t>
            </a:r>
          </a:p>
          <a:p>
            <a:r>
              <a:rPr lang="en-NL" dirty="0"/>
              <a:t>  X2:  0.0036  2.325e-04 m    0.0031  2.005e-04 m    -15.9%</a:t>
            </a:r>
          </a:p>
          <a:p>
            <a:r>
              <a:rPr lang="en-NL" dirty="0"/>
              <a:t>  Y :  0.0017  3.999e-04 m    0.0037  8.492e-04 m    +52.9%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729B-C920-612B-EEA5-53B249A3BD53}"/>
              </a:ext>
            </a:extLst>
          </p:cNvPr>
          <p:cNvSpPr txBox="1"/>
          <p:nvPr/>
        </p:nvSpPr>
        <p:spPr>
          <a:xfrm>
            <a:off x="6604254" y="61235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Training complete. Best validation sim-RMS: 0.000294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090CE-A33B-C44C-5750-369E085AFAA2}"/>
              </a:ext>
            </a:extLst>
          </p:cNvPr>
          <p:cNvSpPr txBox="1"/>
          <p:nvPr/>
        </p:nvSpPr>
        <p:spPr>
          <a:xfrm>
            <a:off x="6604254" y="575421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Initial Validation sim-RMS= 0.0006494843</a:t>
            </a:r>
          </a:p>
        </p:txBody>
      </p:sp>
    </p:spTree>
    <p:extLst>
      <p:ext uri="{BB962C8B-B14F-4D97-AF65-F5344CB8AC3E}">
        <p14:creationId xmlns:p14="http://schemas.microsoft.com/office/powerpoint/2010/main" val="201520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346A-7D8E-2930-5D8B-B2AD68A5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17D79-1926-17BF-5833-E759C856B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117475"/>
            <a:ext cx="11353800" cy="66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0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83B3-6868-798A-D433-F9382348F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A176-DB18-B955-F03F-5929E36A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CD91D-6B0E-03C2-D941-B5909AED6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117475"/>
            <a:ext cx="11353800" cy="6623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9AD158-4B8E-8A04-34BE-0BF5614FB345}"/>
              </a:ext>
            </a:extLst>
          </p:cNvPr>
          <p:cNvSpPr txBox="1"/>
          <p:nvPr/>
        </p:nvSpPr>
        <p:spPr>
          <a:xfrm>
            <a:off x="7434072" y="5129784"/>
            <a:ext cx="4288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X_logical</a:t>
            </a:r>
            <a:r>
              <a:rPr lang="en-US" b="1" dirty="0"/>
              <a:t> </a:t>
            </a:r>
            <a:r>
              <a:rPr lang="en-US" b="1" dirty="0" err="1"/>
              <a:t>init</a:t>
            </a:r>
            <a:r>
              <a:rPr lang="en-US" b="1" dirty="0"/>
              <a:t> was only for reference</a:t>
            </a:r>
          </a:p>
          <a:p>
            <a:r>
              <a:rPr lang="en-US" b="1" dirty="0"/>
              <a:t>Used the true initial states instead of the encoder for initialization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736897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028E-04D0-FD20-68B1-B8479A2B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 states identifiable?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AD5025-5BF3-59FE-7B94-2DED3C10E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3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5B65-C844-708C-114B-5D940A99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Stiffness only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A3C36-A932-5C26-B694-C2C4E22A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E7A27-188A-6D9E-D577-668B9504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508" y="2276545"/>
            <a:ext cx="5624047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7C52-2BB3-F43F-3635-3A004257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5624-39DC-74C7-15B7-A8DE71235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issue states didn’t learn</a:t>
            </a:r>
          </a:p>
          <a:p>
            <a:r>
              <a:rPr lang="en-US" dirty="0"/>
              <a:t>K matrix only for Theta rows</a:t>
            </a:r>
          </a:p>
          <a:p>
            <a:r>
              <a:rPr lang="en-US" dirty="0"/>
              <a:t>Immediate blow up</a:t>
            </a:r>
          </a:p>
          <a:p>
            <a:pPr lvl="1"/>
            <a:r>
              <a:rPr lang="en-US" dirty="0"/>
              <a:t>I solved this with alternative routing by </a:t>
            </a:r>
            <a:r>
              <a:rPr lang="en-US" dirty="0" err="1"/>
              <a:t>C_aug</a:t>
            </a:r>
            <a:r>
              <a:rPr lang="en-US" dirty="0"/>
              <a:t>. states didn’t learn anything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86986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4B72-220B-F511-B970-B9394C36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A1D5-E80F-405D-CCA5-813125F9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 do about y-routing…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8685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7C24-AF91-C6BD-F494-8C636952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good enough?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Reach </a:t>
            </a:r>
            <a:r>
              <a:rPr lang="en-US" dirty="0" err="1">
                <a:sym typeface="Wingdings" panose="05000000000000000000" pitchFamily="2" charset="2"/>
              </a:rPr>
              <a:t>n</a:t>
            </a:r>
            <a:r>
              <a:rPr lang="en-US" dirty="0" err="1"/>
              <a:t>oisefloor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7DF56-FB78-1DCA-7D92-84FC2163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Advice from Jan add noise and if you reach the noise floor good enough</a:t>
            </a:r>
          </a:p>
        </p:txBody>
      </p:sp>
    </p:spTree>
    <p:extLst>
      <p:ext uri="{BB962C8B-B14F-4D97-AF65-F5344CB8AC3E}">
        <p14:creationId xmlns:p14="http://schemas.microsoft.com/office/powerpoint/2010/main" val="1881087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2AE8-D4B5-B50C-C28F-7FE00A1A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estimation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4AF1-19E4-EFB3-2FD4-CC9F5F272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</a:t>
            </a:r>
          </a:p>
          <a:p>
            <a:r>
              <a:rPr lang="en-US" dirty="0"/>
              <a:t>Currently have only run it for a couple parameters</a:t>
            </a:r>
          </a:p>
          <a:p>
            <a:pPr lvl="1"/>
            <a:r>
              <a:rPr lang="en-US" dirty="0"/>
              <a:t>All parameters still currently running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7355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AA98-7DA9-8C15-B040-77B99D27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7E12-9D22-B6B9-7670-430C4B16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estimation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AC40-80A5-9C7A-279A-D395C8A1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</a:t>
            </a:r>
          </a:p>
          <a:p>
            <a:r>
              <a:rPr lang="en-US" dirty="0"/>
              <a:t>Currently have only run it for a couple parameters</a:t>
            </a:r>
          </a:p>
          <a:p>
            <a:pPr lvl="1"/>
            <a:r>
              <a:rPr lang="en-US" dirty="0"/>
              <a:t>All parameters still currently running</a:t>
            </a:r>
          </a:p>
          <a:p>
            <a:r>
              <a:rPr lang="en-US" dirty="0"/>
              <a:t>Parameters were identifiable, but error got worse than baseline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7083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858F-BDF9-2A8B-993B-EB028F58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EE84-8235-7103-D5B2-5FA330ED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16CF4-C591-DC71-B8D6-224194530F62}"/>
              </a:ext>
            </a:extLst>
          </p:cNvPr>
          <p:cNvSpPr txBox="1"/>
          <p:nvPr/>
        </p:nvSpPr>
        <p:spPr>
          <a:xfrm>
            <a:off x="838200" y="180416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Joint estimation: physical parameters (best checkpoint) ===</a:t>
            </a:r>
          </a:p>
          <a:p>
            <a:r>
              <a:rPr lang="en-NL" dirty="0"/>
              <a:t>  param            </a:t>
            </a:r>
            <a:r>
              <a:rPr lang="en-NL" dirty="0" err="1"/>
              <a:t>init</a:t>
            </a:r>
            <a:r>
              <a:rPr lang="en-NL" dirty="0"/>
              <a:t>      learned     delta</a:t>
            </a:r>
          </a:p>
          <a:p>
            <a:r>
              <a:rPr lang="en-NL" dirty="0"/>
              <a:t>  </a:t>
            </a:r>
            <a:r>
              <a:rPr lang="en-NL" dirty="0" err="1"/>
              <a:t>kb_sum</a:t>
            </a:r>
            <a:r>
              <a:rPr lang="en-NL" dirty="0"/>
              <a:t>      4372.5000    4102.0200    -6.19%</a:t>
            </a:r>
          </a:p>
          <a:p>
            <a:r>
              <a:rPr lang="en-NL" dirty="0"/>
              <a:t>  cg1           15.9500      15.9632    +0.08%</a:t>
            </a:r>
          </a:p>
          <a:p>
            <a:r>
              <a:rPr lang="en-NL" dirty="0"/>
              <a:t>  cg2           18.2700      18.2941    +0.13%</a:t>
            </a:r>
          </a:p>
          <a:p>
            <a:r>
              <a:rPr lang="en-NL" dirty="0"/>
              <a:t>  cy            11.0000      10.9747    -0.23%</a:t>
            </a:r>
          </a:p>
          <a:p>
            <a:r>
              <a:rPr lang="en-NL" dirty="0"/>
              <a:t>  </a:t>
            </a:r>
            <a:r>
              <a:rPr lang="en-NL" dirty="0" err="1"/>
              <a:t>cb_sum</a:t>
            </a:r>
            <a:r>
              <a:rPr lang="en-NL" dirty="0"/>
              <a:t>        16.2000      16.0853    -0.71%</a:t>
            </a:r>
          </a:p>
          <a:p>
            <a:endParaRPr lang="en-NL" dirty="0"/>
          </a:p>
          <a:p>
            <a:r>
              <a:rPr lang="en-NL" dirty="0"/>
              <a:t>=== Sim-NRMS + RMS: augmented vs baseline FP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0.1073  6.386e-03 m    0.0034  2.050e-04 m    -3014.7%</a:t>
            </a:r>
          </a:p>
          <a:p>
            <a:r>
              <a:rPr lang="en-NL" dirty="0"/>
              <a:t>  X2:  0.0991  6.347e-03 m    0.0031  2.005e-04 m    -3065.4%</a:t>
            </a:r>
          </a:p>
          <a:p>
            <a:r>
              <a:rPr lang="en-NL" dirty="0"/>
              <a:t>  Y :  0.0139  3.196e-03 m    0.0037  8.492e-04 m    -276.4%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5D1F7-9799-186B-DCB9-19FC10C37CF3}"/>
              </a:ext>
            </a:extLst>
          </p:cNvPr>
          <p:cNvSpPr txBox="1"/>
          <p:nvPr/>
        </p:nvSpPr>
        <p:spPr>
          <a:xfrm>
            <a:off x="7825740" y="42725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Initial Validation sim-RMS= 0.0058515198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13F37-B4F1-1D43-3C25-318F20D465D8}"/>
              </a:ext>
            </a:extLst>
          </p:cNvPr>
          <p:cNvSpPr txBox="1"/>
          <p:nvPr/>
        </p:nvSpPr>
        <p:spPr>
          <a:xfrm>
            <a:off x="7825740" y="4641890"/>
            <a:ext cx="6697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Best validation sim-RMS: 0.005516</a:t>
            </a:r>
          </a:p>
        </p:txBody>
      </p:sp>
    </p:spTree>
    <p:extLst>
      <p:ext uri="{BB962C8B-B14F-4D97-AF65-F5344CB8AC3E}">
        <p14:creationId xmlns:p14="http://schemas.microsoft.com/office/powerpoint/2010/main" val="398543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0CD6-BC5A-AF88-1C05-76BCAC57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5FAE2-2437-BCFB-A5CD-D1BA96CA0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81" y="1495425"/>
            <a:ext cx="9810751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8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9201-5951-7982-07A6-2EC6DF71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5B547-BB14-EE47-3939-47A0C6C6F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797718"/>
            <a:ext cx="9763125" cy="569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94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72D1-9662-0F9C-1149-1846759C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EED97-64F4-E3AE-0285-29FFD1755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65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81B9-A73B-CFA9-33A3-917A9BAA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verification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3A70-E722-B9C3-3EBD-ECF2A2F9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050" cy="4351338"/>
          </a:xfrm>
        </p:spPr>
        <p:txBody>
          <a:bodyPr/>
          <a:lstStyle/>
          <a:p>
            <a:r>
              <a:rPr lang="en-US" dirty="0"/>
              <a:t>Previously drift off</a:t>
            </a:r>
          </a:p>
          <a:p>
            <a:pPr lvl="1"/>
            <a:r>
              <a:rPr lang="en-US" dirty="0"/>
              <a:t>Open-loop issue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Re-run fitted model in closed-loop</a:t>
            </a:r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E0D03E1-AF7D-B9BC-DD9F-F3DCE6949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47" y="1470126"/>
            <a:ext cx="656937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73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D7A4-064C-85EC-A4F3-C58177A4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72EB-D013-A883-3422-01915846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verification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86BE-2F97-AC2C-EC76-BFC62DDFF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050" cy="4351338"/>
          </a:xfrm>
        </p:spPr>
        <p:txBody>
          <a:bodyPr/>
          <a:lstStyle/>
          <a:p>
            <a:r>
              <a:rPr lang="en-US" dirty="0"/>
              <a:t>Previously drift off</a:t>
            </a:r>
          </a:p>
          <a:p>
            <a:pPr lvl="1"/>
            <a:r>
              <a:rPr lang="en-US" dirty="0"/>
              <a:t>Open-loop issue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Re-run fitted model in closed-loop</a:t>
            </a:r>
          </a:p>
          <a:p>
            <a:pPr lvl="1"/>
            <a:r>
              <a:rPr lang="en-US" dirty="0"/>
              <a:t>Longer horizon</a:t>
            </a:r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B705543-3095-A460-4B1D-4DE3042C4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47" y="1470126"/>
            <a:ext cx="656937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43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A7A1-4B63-9D0A-71BC-D4D53FFC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364EBD-7B38-19F9-D9AB-C12CCCD2E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6"/>
          <a:stretch>
            <a:fillRect/>
          </a:stretch>
        </p:blipFill>
        <p:spPr>
          <a:xfrm>
            <a:off x="1490389" y="1833563"/>
            <a:ext cx="8614974" cy="3948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167C46-D234-732E-0AD5-90624B8992BA}"/>
              </a:ext>
            </a:extLst>
          </p:cNvPr>
          <p:cNvSpPr txBox="1"/>
          <p:nvPr/>
        </p:nvSpPr>
        <p:spPr>
          <a:xfrm>
            <a:off x="381000" y="5597009"/>
            <a:ext cx="152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Barely moved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8160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5E9D-1E66-41E0-06F6-44D53EC4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4DA9-A8E5-966D-7E95-DC48B9EAF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fix that I reach the noise floor for augmentation without joint estimation</a:t>
            </a:r>
          </a:p>
          <a:p>
            <a:pPr lvl="1"/>
            <a:r>
              <a:rPr lang="en-US" dirty="0"/>
              <a:t>Then with joint estimation</a:t>
            </a:r>
          </a:p>
          <a:p>
            <a:r>
              <a:rPr lang="en-US" dirty="0"/>
              <a:t>Look into adding orthogonality</a:t>
            </a:r>
          </a:p>
          <a:p>
            <a:pPr lvl="1"/>
            <a:r>
              <a:rPr lang="en-US" dirty="0"/>
              <a:t>First augmentation needs to be working</a:t>
            </a:r>
          </a:p>
          <a:p>
            <a:pPr lvl="1"/>
            <a:r>
              <a:rPr lang="en-US" dirty="0"/>
              <a:t>But runs take a long time so before I see results prefer working in parallel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98605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2A06-E8B8-1CEE-D6D9-28386F98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3F082-0A1C-4655-7541-14712F3B6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7" y="139316"/>
            <a:ext cx="9591608" cy="657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5664</TotalTime>
  <Words>621</Words>
  <Application>Microsoft Office PowerPoint</Application>
  <PresentationFormat>Widescreen</PresentationFormat>
  <Paragraphs>92</Paragraphs>
  <Slides>24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Office Theme</vt:lpstr>
      <vt:lpstr>Meeting Week 23</vt:lpstr>
      <vt:lpstr>Initial problem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Are the states identifiable?</vt:lpstr>
      <vt:lpstr>Stiffness only</vt:lpstr>
      <vt:lpstr>PowerPoint Presentation</vt:lpstr>
      <vt:lpstr>PowerPoint Presentation</vt:lpstr>
      <vt:lpstr>When good enough?  Reach noisefloor</vt:lpstr>
      <vt:lpstr>Joint estimation</vt:lpstr>
      <vt:lpstr>Joint estimation</vt:lpstr>
      <vt:lpstr>PowerPoint Presentation</vt:lpstr>
      <vt:lpstr>PowerPoint Presentation</vt:lpstr>
      <vt:lpstr>PowerPoint Presentation</vt:lpstr>
      <vt:lpstr>PowerPoint Presentation</vt:lpstr>
      <vt:lpstr>Real data verification</vt:lpstr>
      <vt:lpstr>Real data verification</vt:lpstr>
      <vt:lpstr>Training loss</vt:lpstr>
      <vt:lpstr>Outline next week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2026-07-02T09:37:00Z</dcterms:created>
  <dcterms:modified xsi:type="dcterms:W3CDTF">2026-07-06T08:01:31Z</dcterms:modified>
</cp:coreProperties>
</file>