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7" r:id="rId1"/>
  </p:sldMasterIdLst>
  <p:notesMasterIdLst>
    <p:notesMasterId r:id="rId26"/>
  </p:notesMasterIdLst>
  <p:sldIdLst>
    <p:sldId id="373" r:id="rId2"/>
    <p:sldId id="333" r:id="rId3"/>
    <p:sldId id="345" r:id="rId4"/>
    <p:sldId id="346" r:id="rId5"/>
    <p:sldId id="348" r:id="rId6"/>
    <p:sldId id="349" r:id="rId7"/>
    <p:sldId id="347" r:id="rId8"/>
    <p:sldId id="353" r:id="rId9"/>
    <p:sldId id="355" r:id="rId10"/>
    <p:sldId id="360" r:id="rId11"/>
    <p:sldId id="375" r:id="rId12"/>
    <p:sldId id="361" r:id="rId13"/>
    <p:sldId id="359" r:id="rId14"/>
    <p:sldId id="362" r:id="rId15"/>
    <p:sldId id="366" r:id="rId16"/>
    <p:sldId id="367" r:id="rId17"/>
    <p:sldId id="368" r:id="rId18"/>
    <p:sldId id="370" r:id="rId19"/>
    <p:sldId id="369" r:id="rId20"/>
    <p:sldId id="372" r:id="rId21"/>
    <p:sldId id="351" r:id="rId22"/>
    <p:sldId id="337" r:id="rId23"/>
    <p:sldId id="365" r:id="rId24"/>
    <p:sldId id="377" r:id="rId25"/>
  </p:sldIdLst>
  <p:sldSz cx="12192000" cy="6858000"/>
  <p:notesSz cx="6858000" cy="9144000"/>
  <p:defaultText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2DBEC5C-B332-409A-A313-37D68442F302}" v="150" dt="2026-05-13T12:38:06.148"/>
    <p1510:client id="{91D8E910-4C15-475A-913D-E93EBC1390D5}" v="6" dt="2026-05-12T17:14:09.43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979" autoAdjust="0"/>
    <p:restoredTop sz="80523" autoAdjust="0"/>
  </p:normalViewPr>
  <p:slideViewPr>
    <p:cSldViewPr snapToGrid="0">
      <p:cViewPr varScale="1">
        <p:scale>
          <a:sx n="66" d="100"/>
          <a:sy n="66" d="100"/>
        </p:scale>
        <p:origin x="1560"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erg, Dirk van den" userId="035ecb32-01d9-4b47-a105-eacf059a4647" providerId="ADAL" clId="{F7FF961E-CF96-44AC-93C2-93612F62D46D}"/>
    <pc:docChg chg="undo custSel addSld delSld modSld sldOrd">
      <pc:chgData name="Berg, Dirk van den" userId="035ecb32-01d9-4b47-a105-eacf059a4647" providerId="ADAL" clId="{F7FF961E-CF96-44AC-93C2-93612F62D46D}" dt="2026-05-13T14:18:50.033" v="3573" actId="47"/>
      <pc:docMkLst>
        <pc:docMk/>
      </pc:docMkLst>
      <pc:sldChg chg="del">
        <pc:chgData name="Berg, Dirk van den" userId="035ecb32-01d9-4b47-a105-eacf059a4647" providerId="ADAL" clId="{F7FF961E-CF96-44AC-93C2-93612F62D46D}" dt="2026-05-13T14:17:01.058" v="3518" actId="47"/>
        <pc:sldMkLst>
          <pc:docMk/>
          <pc:sldMk cId="2679595137" sldId="257"/>
        </pc:sldMkLst>
      </pc:sldChg>
      <pc:sldChg chg="del">
        <pc:chgData name="Berg, Dirk van den" userId="035ecb32-01d9-4b47-a105-eacf059a4647" providerId="ADAL" clId="{F7FF961E-CF96-44AC-93C2-93612F62D46D}" dt="2026-05-13T14:17:01.058" v="3518" actId="47"/>
        <pc:sldMkLst>
          <pc:docMk/>
          <pc:sldMk cId="1617226886" sldId="258"/>
        </pc:sldMkLst>
      </pc:sldChg>
      <pc:sldChg chg="del">
        <pc:chgData name="Berg, Dirk van den" userId="035ecb32-01d9-4b47-a105-eacf059a4647" providerId="ADAL" clId="{F7FF961E-CF96-44AC-93C2-93612F62D46D}" dt="2026-05-13T14:17:01.058" v="3518" actId="47"/>
        <pc:sldMkLst>
          <pc:docMk/>
          <pc:sldMk cId="2138626586" sldId="259"/>
        </pc:sldMkLst>
      </pc:sldChg>
      <pc:sldChg chg="del">
        <pc:chgData name="Berg, Dirk van den" userId="035ecb32-01d9-4b47-a105-eacf059a4647" providerId="ADAL" clId="{F7FF961E-CF96-44AC-93C2-93612F62D46D}" dt="2026-05-13T14:17:04.475" v="3534" actId="47"/>
        <pc:sldMkLst>
          <pc:docMk/>
          <pc:sldMk cId="2175299465" sldId="260"/>
        </pc:sldMkLst>
      </pc:sldChg>
      <pc:sldChg chg="del">
        <pc:chgData name="Berg, Dirk van den" userId="035ecb32-01d9-4b47-a105-eacf059a4647" providerId="ADAL" clId="{F7FF961E-CF96-44AC-93C2-93612F62D46D}" dt="2026-05-13T14:17:05.980" v="3538" actId="47"/>
        <pc:sldMkLst>
          <pc:docMk/>
          <pc:sldMk cId="4133975854" sldId="261"/>
        </pc:sldMkLst>
      </pc:sldChg>
      <pc:sldChg chg="del">
        <pc:chgData name="Berg, Dirk van den" userId="035ecb32-01d9-4b47-a105-eacf059a4647" providerId="ADAL" clId="{F7FF961E-CF96-44AC-93C2-93612F62D46D}" dt="2026-05-13T14:17:06.286" v="3539" actId="47"/>
        <pc:sldMkLst>
          <pc:docMk/>
          <pc:sldMk cId="3503897311" sldId="262"/>
        </pc:sldMkLst>
      </pc:sldChg>
      <pc:sldChg chg="modSp add del mod">
        <pc:chgData name="Berg, Dirk van den" userId="035ecb32-01d9-4b47-a105-eacf059a4647" providerId="ADAL" clId="{F7FF961E-CF96-44AC-93C2-93612F62D46D}" dt="2026-05-13T14:18:35.178" v="3572" actId="47"/>
        <pc:sldMkLst>
          <pc:docMk/>
          <pc:sldMk cId="431880464" sldId="267"/>
        </pc:sldMkLst>
        <pc:spChg chg="mod">
          <ac:chgData name="Berg, Dirk van den" userId="035ecb32-01d9-4b47-a105-eacf059a4647" providerId="ADAL" clId="{F7FF961E-CF96-44AC-93C2-93612F62D46D}" dt="2026-05-13T12:02:55.024" v="2964" actId="20577"/>
          <ac:spMkLst>
            <pc:docMk/>
            <pc:sldMk cId="431880464" sldId="267"/>
            <ac:spMk id="2" creationId="{1656BB93-5748-3C8A-8B99-51A2433E792C}"/>
          </ac:spMkLst>
        </pc:spChg>
      </pc:sldChg>
      <pc:sldChg chg="del">
        <pc:chgData name="Berg, Dirk van den" userId="035ecb32-01d9-4b47-a105-eacf059a4647" providerId="ADAL" clId="{F7FF961E-CF96-44AC-93C2-93612F62D46D}" dt="2026-05-13T14:17:01.058" v="3518" actId="47"/>
        <pc:sldMkLst>
          <pc:docMk/>
          <pc:sldMk cId="3253796577" sldId="287"/>
        </pc:sldMkLst>
      </pc:sldChg>
      <pc:sldChg chg="del">
        <pc:chgData name="Berg, Dirk van den" userId="035ecb32-01d9-4b47-a105-eacf059a4647" providerId="ADAL" clId="{F7FF961E-CF96-44AC-93C2-93612F62D46D}" dt="2026-05-13T14:17:03.773" v="3527" actId="47"/>
        <pc:sldMkLst>
          <pc:docMk/>
          <pc:sldMk cId="2106631513" sldId="298"/>
        </pc:sldMkLst>
      </pc:sldChg>
      <pc:sldChg chg="del">
        <pc:chgData name="Berg, Dirk van den" userId="035ecb32-01d9-4b47-a105-eacf059a4647" providerId="ADAL" clId="{F7FF961E-CF96-44AC-93C2-93612F62D46D}" dt="2026-05-13T14:17:04.297" v="3529" actId="47"/>
        <pc:sldMkLst>
          <pc:docMk/>
          <pc:sldMk cId="2493812509" sldId="302"/>
        </pc:sldMkLst>
      </pc:sldChg>
      <pc:sldChg chg="del">
        <pc:chgData name="Berg, Dirk van den" userId="035ecb32-01d9-4b47-a105-eacf059a4647" providerId="ADAL" clId="{F7FF961E-CF96-44AC-93C2-93612F62D46D}" dt="2026-05-13T14:17:04.270" v="3528" actId="47"/>
        <pc:sldMkLst>
          <pc:docMk/>
          <pc:sldMk cId="2875568230" sldId="304"/>
        </pc:sldMkLst>
      </pc:sldChg>
      <pc:sldChg chg="del">
        <pc:chgData name="Berg, Dirk van den" userId="035ecb32-01d9-4b47-a105-eacf059a4647" providerId="ADAL" clId="{F7FF961E-CF96-44AC-93C2-93612F62D46D}" dt="2026-05-13T14:17:02.812" v="3523" actId="47"/>
        <pc:sldMkLst>
          <pc:docMk/>
          <pc:sldMk cId="3314004671" sldId="305"/>
        </pc:sldMkLst>
      </pc:sldChg>
      <pc:sldChg chg="del">
        <pc:chgData name="Berg, Dirk van den" userId="035ecb32-01d9-4b47-a105-eacf059a4647" providerId="ADAL" clId="{F7FF961E-CF96-44AC-93C2-93612F62D46D}" dt="2026-05-13T14:17:03.590" v="3526" actId="47"/>
        <pc:sldMkLst>
          <pc:docMk/>
          <pc:sldMk cId="1700752913" sldId="306"/>
        </pc:sldMkLst>
      </pc:sldChg>
      <pc:sldChg chg="del">
        <pc:chgData name="Berg, Dirk van den" userId="035ecb32-01d9-4b47-a105-eacf059a4647" providerId="ADAL" clId="{F7FF961E-CF96-44AC-93C2-93612F62D46D}" dt="2026-05-13T14:17:03.154" v="3524" actId="47"/>
        <pc:sldMkLst>
          <pc:docMk/>
          <pc:sldMk cId="923123367" sldId="307"/>
        </pc:sldMkLst>
      </pc:sldChg>
      <pc:sldChg chg="del">
        <pc:chgData name="Berg, Dirk van den" userId="035ecb32-01d9-4b47-a105-eacf059a4647" providerId="ADAL" clId="{F7FF961E-CF96-44AC-93C2-93612F62D46D}" dt="2026-05-13T14:17:03.367" v="3525" actId="47"/>
        <pc:sldMkLst>
          <pc:docMk/>
          <pc:sldMk cId="2213115661" sldId="308"/>
        </pc:sldMkLst>
      </pc:sldChg>
      <pc:sldChg chg="del">
        <pc:chgData name="Berg, Dirk van den" userId="035ecb32-01d9-4b47-a105-eacf059a4647" providerId="ADAL" clId="{F7FF961E-CF96-44AC-93C2-93612F62D46D}" dt="2026-05-13T14:17:01.727" v="3519" actId="47"/>
        <pc:sldMkLst>
          <pc:docMk/>
          <pc:sldMk cId="2368359153" sldId="309"/>
        </pc:sldMkLst>
      </pc:sldChg>
      <pc:sldChg chg="del">
        <pc:chgData name="Berg, Dirk van den" userId="035ecb32-01d9-4b47-a105-eacf059a4647" providerId="ADAL" clId="{F7FF961E-CF96-44AC-93C2-93612F62D46D}" dt="2026-05-13T14:17:02.586" v="3522" actId="47"/>
        <pc:sldMkLst>
          <pc:docMk/>
          <pc:sldMk cId="75760429" sldId="310"/>
        </pc:sldMkLst>
      </pc:sldChg>
      <pc:sldChg chg="del">
        <pc:chgData name="Berg, Dirk van den" userId="035ecb32-01d9-4b47-a105-eacf059a4647" providerId="ADAL" clId="{F7FF961E-CF96-44AC-93C2-93612F62D46D}" dt="2026-05-13T14:17:01.946" v="3520" actId="47"/>
        <pc:sldMkLst>
          <pc:docMk/>
          <pc:sldMk cId="3982484240" sldId="311"/>
        </pc:sldMkLst>
      </pc:sldChg>
      <pc:sldChg chg="del">
        <pc:chgData name="Berg, Dirk van den" userId="035ecb32-01d9-4b47-a105-eacf059a4647" providerId="ADAL" clId="{F7FF961E-CF96-44AC-93C2-93612F62D46D}" dt="2026-05-13T14:17:02.199" v="3521" actId="47"/>
        <pc:sldMkLst>
          <pc:docMk/>
          <pc:sldMk cId="3297025777" sldId="312"/>
        </pc:sldMkLst>
      </pc:sldChg>
      <pc:sldChg chg="del">
        <pc:chgData name="Berg, Dirk van den" userId="035ecb32-01d9-4b47-a105-eacf059a4647" providerId="ADAL" clId="{F7FF961E-CF96-44AC-93C2-93612F62D46D}" dt="2026-05-13T14:17:04.338" v="3530" actId="47"/>
        <pc:sldMkLst>
          <pc:docMk/>
          <pc:sldMk cId="4099492577" sldId="313"/>
        </pc:sldMkLst>
      </pc:sldChg>
      <pc:sldChg chg="del">
        <pc:chgData name="Berg, Dirk van den" userId="035ecb32-01d9-4b47-a105-eacf059a4647" providerId="ADAL" clId="{F7FF961E-CF96-44AC-93C2-93612F62D46D}" dt="2026-05-13T14:17:04.371" v="3531" actId="47"/>
        <pc:sldMkLst>
          <pc:docMk/>
          <pc:sldMk cId="1347050146" sldId="314"/>
        </pc:sldMkLst>
      </pc:sldChg>
      <pc:sldChg chg="del">
        <pc:chgData name="Berg, Dirk van den" userId="035ecb32-01d9-4b47-a105-eacf059a4647" providerId="ADAL" clId="{F7FF961E-CF96-44AC-93C2-93612F62D46D}" dt="2026-05-13T14:17:04.411" v="3532" actId="47"/>
        <pc:sldMkLst>
          <pc:docMk/>
          <pc:sldMk cId="4036531283" sldId="315"/>
        </pc:sldMkLst>
      </pc:sldChg>
      <pc:sldChg chg="del">
        <pc:chgData name="Berg, Dirk van den" userId="035ecb32-01d9-4b47-a105-eacf059a4647" providerId="ADAL" clId="{F7FF961E-CF96-44AC-93C2-93612F62D46D}" dt="2026-05-13T14:17:04.446" v="3533" actId="47"/>
        <pc:sldMkLst>
          <pc:docMk/>
          <pc:sldMk cId="1499017976" sldId="316"/>
        </pc:sldMkLst>
      </pc:sldChg>
      <pc:sldChg chg="del">
        <pc:chgData name="Berg, Dirk van den" userId="035ecb32-01d9-4b47-a105-eacf059a4647" providerId="ADAL" clId="{F7FF961E-CF96-44AC-93C2-93612F62D46D}" dt="2026-05-13T14:17:04.499" v="3535" actId="47"/>
        <pc:sldMkLst>
          <pc:docMk/>
          <pc:sldMk cId="2295290356" sldId="317"/>
        </pc:sldMkLst>
      </pc:sldChg>
      <pc:sldChg chg="del">
        <pc:chgData name="Berg, Dirk van den" userId="035ecb32-01d9-4b47-a105-eacf059a4647" providerId="ADAL" clId="{F7FF961E-CF96-44AC-93C2-93612F62D46D}" dt="2026-05-13T14:17:05.521" v="3536" actId="47"/>
        <pc:sldMkLst>
          <pc:docMk/>
          <pc:sldMk cId="4147950133" sldId="318"/>
        </pc:sldMkLst>
      </pc:sldChg>
      <pc:sldChg chg="del">
        <pc:chgData name="Berg, Dirk van den" userId="035ecb32-01d9-4b47-a105-eacf059a4647" providerId="ADAL" clId="{F7FF961E-CF96-44AC-93C2-93612F62D46D}" dt="2026-05-13T14:17:05.765" v="3537" actId="47"/>
        <pc:sldMkLst>
          <pc:docMk/>
          <pc:sldMk cId="4148058602" sldId="319"/>
        </pc:sldMkLst>
      </pc:sldChg>
      <pc:sldChg chg="del">
        <pc:chgData name="Berg, Dirk van den" userId="035ecb32-01d9-4b47-a105-eacf059a4647" providerId="ADAL" clId="{F7FF961E-CF96-44AC-93C2-93612F62D46D}" dt="2026-05-13T14:17:07.188" v="3541" actId="47"/>
        <pc:sldMkLst>
          <pc:docMk/>
          <pc:sldMk cId="707892900" sldId="320"/>
        </pc:sldMkLst>
      </pc:sldChg>
      <pc:sldChg chg="del">
        <pc:chgData name="Berg, Dirk van den" userId="035ecb32-01d9-4b47-a105-eacf059a4647" providerId="ADAL" clId="{F7FF961E-CF96-44AC-93C2-93612F62D46D}" dt="2026-05-13T14:17:07.816" v="3542" actId="47"/>
        <pc:sldMkLst>
          <pc:docMk/>
          <pc:sldMk cId="2886376908" sldId="321"/>
        </pc:sldMkLst>
      </pc:sldChg>
      <pc:sldChg chg="del">
        <pc:chgData name="Berg, Dirk van den" userId="035ecb32-01d9-4b47-a105-eacf059a4647" providerId="ADAL" clId="{F7FF961E-CF96-44AC-93C2-93612F62D46D}" dt="2026-05-13T14:17:06.506" v="3540" actId="47"/>
        <pc:sldMkLst>
          <pc:docMk/>
          <pc:sldMk cId="2901349962" sldId="322"/>
        </pc:sldMkLst>
      </pc:sldChg>
      <pc:sldChg chg="del">
        <pc:chgData name="Berg, Dirk van den" userId="035ecb32-01d9-4b47-a105-eacf059a4647" providerId="ADAL" clId="{F7FF961E-CF96-44AC-93C2-93612F62D46D}" dt="2026-05-13T14:17:08.163" v="3543" actId="47"/>
        <pc:sldMkLst>
          <pc:docMk/>
          <pc:sldMk cId="873693306" sldId="323"/>
        </pc:sldMkLst>
      </pc:sldChg>
      <pc:sldChg chg="del">
        <pc:chgData name="Berg, Dirk van den" userId="035ecb32-01d9-4b47-a105-eacf059a4647" providerId="ADAL" clId="{F7FF961E-CF96-44AC-93C2-93612F62D46D}" dt="2026-05-13T14:17:10.124" v="3544" actId="47"/>
        <pc:sldMkLst>
          <pc:docMk/>
          <pc:sldMk cId="230563897" sldId="324"/>
        </pc:sldMkLst>
      </pc:sldChg>
      <pc:sldChg chg="del">
        <pc:chgData name="Berg, Dirk van den" userId="035ecb32-01d9-4b47-a105-eacf059a4647" providerId="ADAL" clId="{F7FF961E-CF96-44AC-93C2-93612F62D46D}" dt="2026-05-13T14:17:10.481" v="3545" actId="47"/>
        <pc:sldMkLst>
          <pc:docMk/>
          <pc:sldMk cId="1828957076" sldId="325"/>
        </pc:sldMkLst>
      </pc:sldChg>
      <pc:sldChg chg="del">
        <pc:chgData name="Berg, Dirk van den" userId="035ecb32-01d9-4b47-a105-eacf059a4647" providerId="ADAL" clId="{F7FF961E-CF96-44AC-93C2-93612F62D46D}" dt="2026-05-13T14:17:10.544" v="3546" actId="47"/>
        <pc:sldMkLst>
          <pc:docMk/>
          <pc:sldMk cId="1683369472" sldId="326"/>
        </pc:sldMkLst>
      </pc:sldChg>
      <pc:sldChg chg="del">
        <pc:chgData name="Berg, Dirk van den" userId="035ecb32-01d9-4b47-a105-eacf059a4647" providerId="ADAL" clId="{F7FF961E-CF96-44AC-93C2-93612F62D46D}" dt="2026-05-13T14:17:10.841" v="3547" actId="47"/>
        <pc:sldMkLst>
          <pc:docMk/>
          <pc:sldMk cId="1635330416" sldId="327"/>
        </pc:sldMkLst>
      </pc:sldChg>
      <pc:sldChg chg="del">
        <pc:chgData name="Berg, Dirk van den" userId="035ecb32-01d9-4b47-a105-eacf059a4647" providerId="ADAL" clId="{F7FF961E-CF96-44AC-93C2-93612F62D46D}" dt="2026-05-13T14:17:11.713" v="3550" actId="47"/>
        <pc:sldMkLst>
          <pc:docMk/>
          <pc:sldMk cId="2274519634" sldId="328"/>
        </pc:sldMkLst>
      </pc:sldChg>
      <pc:sldChg chg="del">
        <pc:chgData name="Berg, Dirk van den" userId="035ecb32-01d9-4b47-a105-eacf059a4647" providerId="ADAL" clId="{F7FF961E-CF96-44AC-93C2-93612F62D46D}" dt="2026-05-13T14:17:11.428" v="3549" actId="47"/>
        <pc:sldMkLst>
          <pc:docMk/>
          <pc:sldMk cId="3923623053" sldId="329"/>
        </pc:sldMkLst>
      </pc:sldChg>
      <pc:sldChg chg="del">
        <pc:chgData name="Berg, Dirk van den" userId="035ecb32-01d9-4b47-a105-eacf059a4647" providerId="ADAL" clId="{F7FF961E-CF96-44AC-93C2-93612F62D46D}" dt="2026-05-13T14:17:10.958" v="3548" actId="47"/>
        <pc:sldMkLst>
          <pc:docMk/>
          <pc:sldMk cId="811776478" sldId="330"/>
        </pc:sldMkLst>
      </pc:sldChg>
      <pc:sldChg chg="del">
        <pc:chgData name="Berg, Dirk van den" userId="035ecb32-01d9-4b47-a105-eacf059a4647" providerId="ADAL" clId="{F7FF961E-CF96-44AC-93C2-93612F62D46D}" dt="2026-05-13T14:17:11.911" v="3551" actId="47"/>
        <pc:sldMkLst>
          <pc:docMk/>
          <pc:sldMk cId="596482356" sldId="331"/>
        </pc:sldMkLst>
      </pc:sldChg>
      <pc:sldChg chg="del">
        <pc:chgData name="Berg, Dirk van den" userId="035ecb32-01d9-4b47-a105-eacf059a4647" providerId="ADAL" clId="{F7FF961E-CF96-44AC-93C2-93612F62D46D}" dt="2026-05-13T14:17:12.127" v="3552" actId="47"/>
        <pc:sldMkLst>
          <pc:docMk/>
          <pc:sldMk cId="3649653671" sldId="332"/>
        </pc:sldMkLst>
      </pc:sldChg>
      <pc:sldChg chg="addSp modSp add del mod">
        <pc:chgData name="Berg, Dirk van den" userId="035ecb32-01d9-4b47-a105-eacf059a4647" providerId="ADAL" clId="{F7FF961E-CF96-44AC-93C2-93612F62D46D}" dt="2026-05-13T14:17:14.748" v="3555" actId="47"/>
        <pc:sldMkLst>
          <pc:docMk/>
          <pc:sldMk cId="1909324229" sldId="333"/>
        </pc:sldMkLst>
        <pc:spChg chg="mod">
          <ac:chgData name="Berg, Dirk van den" userId="035ecb32-01d9-4b47-a105-eacf059a4647" providerId="ADAL" clId="{F7FF961E-CF96-44AC-93C2-93612F62D46D}" dt="2026-05-13T06:47:53.787" v="14" actId="20577"/>
          <ac:spMkLst>
            <pc:docMk/>
            <pc:sldMk cId="1909324229" sldId="333"/>
            <ac:spMk id="2" creationId="{DF8FBAAB-E079-0BAA-CC32-E81A3784AA48}"/>
          </ac:spMkLst>
        </pc:spChg>
        <pc:spChg chg="mod">
          <ac:chgData name="Berg, Dirk van den" userId="035ecb32-01d9-4b47-a105-eacf059a4647" providerId="ADAL" clId="{F7FF961E-CF96-44AC-93C2-93612F62D46D}" dt="2026-05-13T12:03:46.841" v="3013" actId="20577"/>
          <ac:spMkLst>
            <pc:docMk/>
            <pc:sldMk cId="1909324229" sldId="333"/>
            <ac:spMk id="3" creationId="{A4D8DD60-574F-F7CA-E03B-756CD6172FE8}"/>
          </ac:spMkLst>
        </pc:spChg>
        <pc:spChg chg="add mod">
          <ac:chgData name="Berg, Dirk van den" userId="035ecb32-01d9-4b47-a105-eacf059a4647" providerId="ADAL" clId="{F7FF961E-CF96-44AC-93C2-93612F62D46D}" dt="2026-05-13T06:50:56.459" v="21" actId="164"/>
          <ac:spMkLst>
            <pc:docMk/>
            <pc:sldMk cId="1909324229" sldId="333"/>
            <ac:spMk id="6" creationId="{6B169A72-2D44-C45F-45F9-0DC5202A6571}"/>
          </ac:spMkLst>
        </pc:spChg>
        <pc:grpChg chg="add mod">
          <ac:chgData name="Berg, Dirk van den" userId="035ecb32-01d9-4b47-a105-eacf059a4647" providerId="ADAL" clId="{F7FF961E-CF96-44AC-93C2-93612F62D46D}" dt="2026-05-13T06:51:51.406" v="130" actId="1076"/>
          <ac:grpSpMkLst>
            <pc:docMk/>
            <pc:sldMk cId="1909324229" sldId="333"/>
            <ac:grpSpMk id="7" creationId="{72B4667B-0446-43F8-6F56-0C4759AF5093}"/>
          </ac:grpSpMkLst>
        </pc:grpChg>
        <pc:picChg chg="add mod">
          <ac:chgData name="Berg, Dirk van den" userId="035ecb32-01d9-4b47-a105-eacf059a4647" providerId="ADAL" clId="{F7FF961E-CF96-44AC-93C2-93612F62D46D}" dt="2026-05-13T06:50:56.459" v="21" actId="164"/>
          <ac:picMkLst>
            <pc:docMk/>
            <pc:sldMk cId="1909324229" sldId="333"/>
            <ac:picMk id="5" creationId="{5C4FBB8D-2414-5359-435A-5D673FA2E82B}"/>
          </ac:picMkLst>
        </pc:picChg>
      </pc:sldChg>
      <pc:sldChg chg="del">
        <pc:chgData name="Berg, Dirk van den" userId="035ecb32-01d9-4b47-a105-eacf059a4647" providerId="ADAL" clId="{F7FF961E-CF96-44AC-93C2-93612F62D46D}" dt="2026-05-13T07:09:47.393" v="296" actId="47"/>
        <pc:sldMkLst>
          <pc:docMk/>
          <pc:sldMk cId="2389016504" sldId="334"/>
        </pc:sldMkLst>
      </pc:sldChg>
      <pc:sldChg chg="del mod modShow">
        <pc:chgData name="Berg, Dirk van den" userId="035ecb32-01d9-4b47-a105-eacf059a4647" providerId="ADAL" clId="{F7FF961E-CF96-44AC-93C2-93612F62D46D}" dt="2026-05-13T14:18:29.368" v="3570" actId="47"/>
        <pc:sldMkLst>
          <pc:docMk/>
          <pc:sldMk cId="2604392286" sldId="335"/>
        </pc:sldMkLst>
      </pc:sldChg>
      <pc:sldChg chg="del mod modShow">
        <pc:chgData name="Berg, Dirk van den" userId="035ecb32-01d9-4b47-a105-eacf059a4647" providerId="ADAL" clId="{F7FF961E-CF96-44AC-93C2-93612F62D46D}" dt="2026-05-13T14:18:31.210" v="3571" actId="47"/>
        <pc:sldMkLst>
          <pc:docMk/>
          <pc:sldMk cId="892227527" sldId="336"/>
        </pc:sldMkLst>
      </pc:sldChg>
      <pc:sldChg chg="modSp mod">
        <pc:chgData name="Berg, Dirk van den" userId="035ecb32-01d9-4b47-a105-eacf059a4647" providerId="ADAL" clId="{F7FF961E-CF96-44AC-93C2-93612F62D46D}" dt="2026-05-13T12:42:21.455" v="3387" actId="15"/>
        <pc:sldMkLst>
          <pc:docMk/>
          <pc:sldMk cId="1328650824" sldId="337"/>
        </pc:sldMkLst>
        <pc:spChg chg="mod">
          <ac:chgData name="Berg, Dirk van den" userId="035ecb32-01d9-4b47-a105-eacf059a4647" providerId="ADAL" clId="{F7FF961E-CF96-44AC-93C2-93612F62D46D}" dt="2026-05-13T12:42:12.384" v="3386" actId="20577"/>
          <ac:spMkLst>
            <pc:docMk/>
            <pc:sldMk cId="1328650824" sldId="337"/>
            <ac:spMk id="2" creationId="{464D1A29-D796-3A3E-8C7C-8917594FF0BF}"/>
          </ac:spMkLst>
        </pc:spChg>
        <pc:spChg chg="mod">
          <ac:chgData name="Berg, Dirk van den" userId="035ecb32-01d9-4b47-a105-eacf059a4647" providerId="ADAL" clId="{F7FF961E-CF96-44AC-93C2-93612F62D46D}" dt="2026-05-13T12:42:21.455" v="3387" actId="15"/>
          <ac:spMkLst>
            <pc:docMk/>
            <pc:sldMk cId="1328650824" sldId="337"/>
            <ac:spMk id="3" creationId="{1B4B295F-6797-5C60-291C-908692F791C3}"/>
          </ac:spMkLst>
        </pc:spChg>
      </pc:sldChg>
      <pc:sldChg chg="del mod modShow">
        <pc:chgData name="Berg, Dirk van den" userId="035ecb32-01d9-4b47-a105-eacf059a4647" providerId="ADAL" clId="{F7FF961E-CF96-44AC-93C2-93612F62D46D}" dt="2026-05-13T14:18:29.368" v="3570" actId="47"/>
        <pc:sldMkLst>
          <pc:docMk/>
          <pc:sldMk cId="4156468339" sldId="338"/>
        </pc:sldMkLst>
      </pc:sldChg>
      <pc:sldChg chg="del mod modShow">
        <pc:chgData name="Berg, Dirk van den" userId="035ecb32-01d9-4b47-a105-eacf059a4647" providerId="ADAL" clId="{F7FF961E-CF96-44AC-93C2-93612F62D46D}" dt="2026-05-13T14:18:29.368" v="3570" actId="47"/>
        <pc:sldMkLst>
          <pc:docMk/>
          <pc:sldMk cId="1523938604" sldId="339"/>
        </pc:sldMkLst>
      </pc:sldChg>
      <pc:sldChg chg="del mod modShow">
        <pc:chgData name="Berg, Dirk van den" userId="035ecb32-01d9-4b47-a105-eacf059a4647" providerId="ADAL" clId="{F7FF961E-CF96-44AC-93C2-93612F62D46D}" dt="2026-05-13T14:18:29.368" v="3570" actId="47"/>
        <pc:sldMkLst>
          <pc:docMk/>
          <pc:sldMk cId="4253846143" sldId="340"/>
        </pc:sldMkLst>
      </pc:sldChg>
      <pc:sldChg chg="del mod modShow">
        <pc:chgData name="Berg, Dirk van den" userId="035ecb32-01d9-4b47-a105-eacf059a4647" providerId="ADAL" clId="{F7FF961E-CF96-44AC-93C2-93612F62D46D}" dt="2026-05-13T14:18:29.368" v="3570" actId="47"/>
        <pc:sldMkLst>
          <pc:docMk/>
          <pc:sldMk cId="546136694" sldId="341"/>
        </pc:sldMkLst>
      </pc:sldChg>
      <pc:sldChg chg="modSp del mod modShow">
        <pc:chgData name="Berg, Dirk van den" userId="035ecb32-01d9-4b47-a105-eacf059a4647" providerId="ADAL" clId="{F7FF961E-CF96-44AC-93C2-93612F62D46D}" dt="2026-05-13T14:18:29.368" v="3570" actId="47"/>
        <pc:sldMkLst>
          <pc:docMk/>
          <pc:sldMk cId="1935017436" sldId="342"/>
        </pc:sldMkLst>
        <pc:spChg chg="mod">
          <ac:chgData name="Berg, Dirk van den" userId="035ecb32-01d9-4b47-a105-eacf059a4647" providerId="ADAL" clId="{F7FF961E-CF96-44AC-93C2-93612F62D46D}" dt="2026-05-13T07:04:10.809" v="180" actId="20577"/>
          <ac:spMkLst>
            <pc:docMk/>
            <pc:sldMk cId="1935017436" sldId="342"/>
            <ac:spMk id="3" creationId="{443F14AB-6D79-42AB-C2CA-531B0880F31E}"/>
          </ac:spMkLst>
        </pc:spChg>
      </pc:sldChg>
      <pc:sldChg chg="del mod ord modShow">
        <pc:chgData name="Berg, Dirk van den" userId="035ecb32-01d9-4b47-a105-eacf059a4647" providerId="ADAL" clId="{F7FF961E-CF96-44AC-93C2-93612F62D46D}" dt="2026-05-13T14:18:29.368" v="3570" actId="47"/>
        <pc:sldMkLst>
          <pc:docMk/>
          <pc:sldMk cId="2777906891" sldId="343"/>
        </pc:sldMkLst>
      </pc:sldChg>
      <pc:sldChg chg="del mod modShow">
        <pc:chgData name="Berg, Dirk van den" userId="035ecb32-01d9-4b47-a105-eacf059a4647" providerId="ADAL" clId="{F7FF961E-CF96-44AC-93C2-93612F62D46D}" dt="2026-05-13T14:18:29.368" v="3570" actId="47"/>
        <pc:sldMkLst>
          <pc:docMk/>
          <pc:sldMk cId="1741388648" sldId="344"/>
        </pc:sldMkLst>
      </pc:sldChg>
      <pc:sldChg chg="addSp modSp new mod modNotesTx">
        <pc:chgData name="Berg, Dirk van den" userId="035ecb32-01d9-4b47-a105-eacf059a4647" providerId="ADAL" clId="{F7FF961E-CF96-44AC-93C2-93612F62D46D}" dt="2026-05-13T14:17:29.063" v="3557" actId="20577"/>
        <pc:sldMkLst>
          <pc:docMk/>
          <pc:sldMk cId="184289643" sldId="345"/>
        </pc:sldMkLst>
        <pc:spChg chg="mod">
          <ac:chgData name="Berg, Dirk van den" userId="035ecb32-01d9-4b47-a105-eacf059a4647" providerId="ADAL" clId="{F7FF961E-CF96-44AC-93C2-93612F62D46D}" dt="2026-05-13T06:56:48.983" v="134"/>
          <ac:spMkLst>
            <pc:docMk/>
            <pc:sldMk cId="184289643" sldId="345"/>
            <ac:spMk id="2" creationId="{FBA13DE7-36B3-2746-CD0C-1321C04A00C7}"/>
          </ac:spMkLst>
        </pc:spChg>
        <pc:spChg chg="mod">
          <ac:chgData name="Berg, Dirk van den" userId="035ecb32-01d9-4b47-a105-eacf059a4647" providerId="ADAL" clId="{F7FF961E-CF96-44AC-93C2-93612F62D46D}" dt="2026-05-13T12:04:11.650" v="3023" actId="20577"/>
          <ac:spMkLst>
            <pc:docMk/>
            <pc:sldMk cId="184289643" sldId="345"/>
            <ac:spMk id="3" creationId="{B8CD1321-325E-2BAA-B65A-1FCDDE223FBB}"/>
          </ac:spMkLst>
        </pc:spChg>
        <pc:picChg chg="add mod">
          <ac:chgData name="Berg, Dirk van den" userId="035ecb32-01d9-4b47-a105-eacf059a4647" providerId="ADAL" clId="{F7FF961E-CF96-44AC-93C2-93612F62D46D}" dt="2026-05-13T07:06:01.312" v="273" actId="1076"/>
          <ac:picMkLst>
            <pc:docMk/>
            <pc:sldMk cId="184289643" sldId="345"/>
            <ac:picMk id="5" creationId="{26CEF05D-9A18-9013-E8A6-2A98C95A5D8D}"/>
          </ac:picMkLst>
        </pc:picChg>
      </pc:sldChg>
      <pc:sldChg chg="addSp modSp new mod">
        <pc:chgData name="Berg, Dirk van den" userId="035ecb32-01d9-4b47-a105-eacf059a4647" providerId="ADAL" clId="{F7FF961E-CF96-44AC-93C2-93612F62D46D}" dt="2026-05-13T07:09:16.548" v="295" actId="1076"/>
        <pc:sldMkLst>
          <pc:docMk/>
          <pc:sldMk cId="1959993405" sldId="346"/>
        </pc:sldMkLst>
        <pc:spChg chg="mod">
          <ac:chgData name="Berg, Dirk van den" userId="035ecb32-01d9-4b47-a105-eacf059a4647" providerId="ADAL" clId="{F7FF961E-CF96-44AC-93C2-93612F62D46D}" dt="2026-05-13T07:09:09.266" v="290"/>
          <ac:spMkLst>
            <pc:docMk/>
            <pc:sldMk cId="1959993405" sldId="346"/>
            <ac:spMk id="2" creationId="{506253A6-3373-D69D-46F9-AFDE8CC1E6F6}"/>
          </ac:spMkLst>
        </pc:spChg>
        <pc:picChg chg="add mod">
          <ac:chgData name="Berg, Dirk van den" userId="035ecb32-01d9-4b47-a105-eacf059a4647" providerId="ADAL" clId="{F7FF961E-CF96-44AC-93C2-93612F62D46D}" dt="2026-05-13T07:09:16.548" v="295" actId="1076"/>
          <ac:picMkLst>
            <pc:docMk/>
            <pc:sldMk cId="1959993405" sldId="346"/>
            <ac:picMk id="5" creationId="{0C85CBE4-584F-45CC-EC8D-86204088A814}"/>
          </ac:picMkLst>
        </pc:picChg>
      </pc:sldChg>
      <pc:sldChg chg="addSp delSp modSp new del mod">
        <pc:chgData name="Berg, Dirk van den" userId="035ecb32-01d9-4b47-a105-eacf059a4647" providerId="ADAL" clId="{F7FF961E-CF96-44AC-93C2-93612F62D46D}" dt="2026-05-13T07:09:02.075" v="288" actId="680"/>
        <pc:sldMkLst>
          <pc:docMk/>
          <pc:sldMk cId="996172260" sldId="347"/>
        </pc:sldMkLst>
        <pc:picChg chg="add del mod">
          <ac:chgData name="Berg, Dirk van den" userId="035ecb32-01d9-4b47-a105-eacf059a4647" providerId="ADAL" clId="{F7FF961E-CF96-44AC-93C2-93612F62D46D}" dt="2026-05-13T07:09:01.198" v="287" actId="22"/>
          <ac:picMkLst>
            <pc:docMk/>
            <pc:sldMk cId="996172260" sldId="347"/>
            <ac:picMk id="5" creationId="{060F1048-3D5C-32E8-7B98-D7F35A4CD003}"/>
          </ac:picMkLst>
        </pc:picChg>
      </pc:sldChg>
      <pc:sldChg chg="addSp modSp new mod ord modNotesTx">
        <pc:chgData name="Berg, Dirk van den" userId="035ecb32-01d9-4b47-a105-eacf059a4647" providerId="ADAL" clId="{F7FF961E-CF96-44AC-93C2-93612F62D46D}" dt="2026-05-13T14:17:39.652" v="3559" actId="20577"/>
        <pc:sldMkLst>
          <pc:docMk/>
          <pc:sldMk cId="1232960790" sldId="347"/>
        </pc:sldMkLst>
        <pc:spChg chg="mod">
          <ac:chgData name="Berg, Dirk van den" userId="035ecb32-01d9-4b47-a105-eacf059a4647" providerId="ADAL" clId="{F7FF961E-CF96-44AC-93C2-93612F62D46D}" dt="2026-05-13T07:15:31.595" v="333" actId="20577"/>
          <ac:spMkLst>
            <pc:docMk/>
            <pc:sldMk cId="1232960790" sldId="347"/>
            <ac:spMk id="2" creationId="{FBF6A7B1-22AF-6E89-5214-8ED2B4FC9BCB}"/>
          </ac:spMkLst>
        </pc:spChg>
        <pc:spChg chg="mod">
          <ac:chgData name="Berg, Dirk van den" userId="035ecb32-01d9-4b47-a105-eacf059a4647" providerId="ADAL" clId="{F7FF961E-CF96-44AC-93C2-93612F62D46D}" dt="2026-05-13T07:40:25.167" v="651"/>
          <ac:spMkLst>
            <pc:docMk/>
            <pc:sldMk cId="1232960790" sldId="347"/>
            <ac:spMk id="3" creationId="{32DCBF15-4016-67CC-09A4-E63444C17AC8}"/>
          </ac:spMkLst>
        </pc:spChg>
        <pc:spChg chg="add">
          <ac:chgData name="Berg, Dirk van den" userId="035ecb32-01d9-4b47-a105-eacf059a4647" providerId="ADAL" clId="{F7FF961E-CF96-44AC-93C2-93612F62D46D}" dt="2026-05-13T07:40:04.622" v="643"/>
          <ac:spMkLst>
            <pc:docMk/>
            <pc:sldMk cId="1232960790" sldId="347"/>
            <ac:spMk id="8" creationId="{9DA518A2-45DF-3DCD-7207-13395FC9017B}"/>
          </ac:spMkLst>
        </pc:spChg>
        <pc:spChg chg="add mod">
          <ac:chgData name="Berg, Dirk van den" userId="035ecb32-01d9-4b47-a105-eacf059a4647" providerId="ADAL" clId="{F7FF961E-CF96-44AC-93C2-93612F62D46D}" dt="2026-05-13T07:40:16.905" v="646" actId="6549"/>
          <ac:spMkLst>
            <pc:docMk/>
            <pc:sldMk cId="1232960790" sldId="347"/>
            <ac:spMk id="9" creationId="{7CBFDCA0-FA6B-2D93-2A89-97518BACAC2C}"/>
          </ac:spMkLst>
        </pc:spChg>
        <pc:picChg chg="add mod">
          <ac:chgData name="Berg, Dirk van den" userId="035ecb32-01d9-4b47-a105-eacf059a4647" providerId="ADAL" clId="{F7FF961E-CF96-44AC-93C2-93612F62D46D}" dt="2026-05-13T07:36:10.627" v="600" actId="1076"/>
          <ac:picMkLst>
            <pc:docMk/>
            <pc:sldMk cId="1232960790" sldId="347"/>
            <ac:picMk id="5" creationId="{6021D2AB-8186-BE52-F147-10451150420B}"/>
          </ac:picMkLst>
        </pc:picChg>
        <pc:picChg chg="add mod">
          <ac:chgData name="Berg, Dirk van den" userId="035ecb32-01d9-4b47-a105-eacf059a4647" providerId="ADAL" clId="{F7FF961E-CF96-44AC-93C2-93612F62D46D}" dt="2026-05-13T07:38:55.009" v="640" actId="1076"/>
          <ac:picMkLst>
            <pc:docMk/>
            <pc:sldMk cId="1232960790" sldId="347"/>
            <ac:picMk id="7" creationId="{92FD876D-631D-95B8-8DD5-03A63C10F7A7}"/>
          </ac:picMkLst>
        </pc:picChg>
      </pc:sldChg>
      <pc:sldChg chg="addSp modSp add mod">
        <pc:chgData name="Berg, Dirk van den" userId="035ecb32-01d9-4b47-a105-eacf059a4647" providerId="ADAL" clId="{F7FF961E-CF96-44AC-93C2-93612F62D46D}" dt="2026-05-13T07:17:25.668" v="407" actId="20577"/>
        <pc:sldMkLst>
          <pc:docMk/>
          <pc:sldMk cId="1477912698" sldId="348"/>
        </pc:sldMkLst>
        <pc:spChg chg="mod">
          <ac:chgData name="Berg, Dirk van den" userId="035ecb32-01d9-4b47-a105-eacf059a4647" providerId="ADAL" clId="{F7FF961E-CF96-44AC-93C2-93612F62D46D}" dt="2026-05-13T07:17:25.668" v="407" actId="20577"/>
          <ac:spMkLst>
            <pc:docMk/>
            <pc:sldMk cId="1477912698" sldId="348"/>
            <ac:spMk id="3" creationId="{B1077DF2-77ED-67BF-7152-DF428570ADC3}"/>
          </ac:spMkLst>
        </pc:spChg>
        <pc:picChg chg="add mod modCrop">
          <ac:chgData name="Berg, Dirk van den" userId="035ecb32-01d9-4b47-a105-eacf059a4647" providerId="ADAL" clId="{F7FF961E-CF96-44AC-93C2-93612F62D46D}" dt="2026-05-13T07:16:43.756" v="352" actId="1076"/>
          <ac:picMkLst>
            <pc:docMk/>
            <pc:sldMk cId="1477912698" sldId="348"/>
            <ac:picMk id="5" creationId="{C5BEC092-6955-6AF2-9F17-F479A947133A}"/>
          </ac:picMkLst>
        </pc:picChg>
        <pc:picChg chg="add mod modCrop">
          <ac:chgData name="Berg, Dirk van den" userId="035ecb32-01d9-4b47-a105-eacf059a4647" providerId="ADAL" clId="{F7FF961E-CF96-44AC-93C2-93612F62D46D}" dt="2026-05-13T07:16:45.479" v="353" actId="1076"/>
          <ac:picMkLst>
            <pc:docMk/>
            <pc:sldMk cId="1477912698" sldId="348"/>
            <ac:picMk id="6" creationId="{B7DDC847-05BF-180B-8EA3-63A12614BACF}"/>
          </ac:picMkLst>
        </pc:picChg>
      </pc:sldChg>
      <pc:sldChg chg="addSp modSp add mod modNotesTx">
        <pc:chgData name="Berg, Dirk van den" userId="035ecb32-01d9-4b47-a105-eacf059a4647" providerId="ADAL" clId="{F7FF961E-CF96-44AC-93C2-93612F62D46D}" dt="2026-05-13T14:17:35.269" v="3558" actId="20577"/>
        <pc:sldMkLst>
          <pc:docMk/>
          <pc:sldMk cId="119011616" sldId="349"/>
        </pc:sldMkLst>
        <pc:spChg chg="mod">
          <ac:chgData name="Berg, Dirk van den" userId="035ecb32-01d9-4b47-a105-eacf059a4647" providerId="ADAL" clId="{F7FF961E-CF96-44AC-93C2-93612F62D46D}" dt="2026-05-13T07:18:06.253" v="410" actId="14100"/>
          <ac:spMkLst>
            <pc:docMk/>
            <pc:sldMk cId="119011616" sldId="349"/>
            <ac:spMk id="2" creationId="{BFE6B3C4-FE36-2C7E-4611-D97A1722CD68}"/>
          </ac:spMkLst>
        </pc:spChg>
        <pc:spChg chg="mod">
          <ac:chgData name="Berg, Dirk van den" userId="035ecb32-01d9-4b47-a105-eacf059a4647" providerId="ADAL" clId="{F7FF961E-CF96-44AC-93C2-93612F62D46D}" dt="2026-05-13T07:37:03.845" v="637" actId="20577"/>
          <ac:spMkLst>
            <pc:docMk/>
            <pc:sldMk cId="119011616" sldId="349"/>
            <ac:spMk id="3" creationId="{B8AE1A0F-7FA2-3DFC-2E78-F12EED1E3024}"/>
          </ac:spMkLst>
        </pc:spChg>
        <pc:picChg chg="add mod">
          <ac:chgData name="Berg, Dirk van den" userId="035ecb32-01d9-4b47-a105-eacf059a4647" providerId="ADAL" clId="{F7FF961E-CF96-44AC-93C2-93612F62D46D}" dt="2026-05-13T07:18:12.001" v="412" actId="1076"/>
          <ac:picMkLst>
            <pc:docMk/>
            <pc:sldMk cId="119011616" sldId="349"/>
            <ac:picMk id="5" creationId="{9185F870-A731-34AC-8075-18BCB96A5980}"/>
          </ac:picMkLst>
        </pc:picChg>
      </pc:sldChg>
      <pc:sldChg chg="modSp new del mod">
        <pc:chgData name="Berg, Dirk van den" userId="035ecb32-01d9-4b47-a105-eacf059a4647" providerId="ADAL" clId="{F7FF961E-CF96-44AC-93C2-93612F62D46D}" dt="2026-05-13T14:18:50.033" v="3573" actId="47"/>
        <pc:sldMkLst>
          <pc:docMk/>
          <pc:sldMk cId="1216540684" sldId="350"/>
        </pc:sldMkLst>
        <pc:spChg chg="mod">
          <ac:chgData name="Berg, Dirk van den" userId="035ecb32-01d9-4b47-a105-eacf059a4647" providerId="ADAL" clId="{F7FF961E-CF96-44AC-93C2-93612F62D46D}" dt="2026-05-13T07:49:34.740" v="665" actId="20577"/>
          <ac:spMkLst>
            <pc:docMk/>
            <pc:sldMk cId="1216540684" sldId="350"/>
            <ac:spMk id="2" creationId="{96605ABD-7192-D1FE-0069-1CB632A89601}"/>
          </ac:spMkLst>
        </pc:spChg>
      </pc:sldChg>
      <pc:sldChg chg="modSp new mod">
        <pc:chgData name="Berg, Dirk van den" userId="035ecb32-01d9-4b47-a105-eacf059a4647" providerId="ADAL" clId="{F7FF961E-CF96-44AC-93C2-93612F62D46D}" dt="2026-05-13T12:31:07.750" v="3274" actId="20577"/>
        <pc:sldMkLst>
          <pc:docMk/>
          <pc:sldMk cId="1598136894" sldId="351"/>
        </pc:sldMkLst>
        <pc:spChg chg="mod">
          <ac:chgData name="Berg, Dirk van den" userId="035ecb32-01d9-4b47-a105-eacf059a4647" providerId="ADAL" clId="{F7FF961E-CF96-44AC-93C2-93612F62D46D}" dt="2026-05-13T07:49:47.863" v="682" actId="20577"/>
          <ac:spMkLst>
            <pc:docMk/>
            <pc:sldMk cId="1598136894" sldId="351"/>
            <ac:spMk id="2" creationId="{75476496-860E-7AD5-0401-A8038B15BD05}"/>
          </ac:spMkLst>
        </pc:spChg>
        <pc:spChg chg="mod">
          <ac:chgData name="Berg, Dirk van den" userId="035ecb32-01d9-4b47-a105-eacf059a4647" providerId="ADAL" clId="{F7FF961E-CF96-44AC-93C2-93612F62D46D}" dt="2026-05-13T12:31:07.750" v="3274" actId="20577"/>
          <ac:spMkLst>
            <pc:docMk/>
            <pc:sldMk cId="1598136894" sldId="351"/>
            <ac:spMk id="3" creationId="{529307EC-C6CD-7F78-0C07-A6F40AEC8AB3}"/>
          </ac:spMkLst>
        </pc:spChg>
      </pc:sldChg>
      <pc:sldChg chg="modSp new del mod">
        <pc:chgData name="Berg, Dirk van den" userId="035ecb32-01d9-4b47-a105-eacf059a4647" providerId="ADAL" clId="{F7FF961E-CF96-44AC-93C2-93612F62D46D}" dt="2026-05-13T10:56:57.934" v="2954" actId="47"/>
        <pc:sldMkLst>
          <pc:docMk/>
          <pc:sldMk cId="3473954174" sldId="352"/>
        </pc:sldMkLst>
        <pc:spChg chg="mod">
          <ac:chgData name="Berg, Dirk van den" userId="035ecb32-01d9-4b47-a105-eacf059a4647" providerId="ADAL" clId="{F7FF961E-CF96-44AC-93C2-93612F62D46D}" dt="2026-05-13T07:51:44.697" v="855" actId="20577"/>
          <ac:spMkLst>
            <pc:docMk/>
            <pc:sldMk cId="3473954174" sldId="352"/>
            <ac:spMk id="2" creationId="{0CBAC925-B7C4-4C11-3886-F4D566F9665E}"/>
          </ac:spMkLst>
        </pc:spChg>
        <pc:spChg chg="mod">
          <ac:chgData name="Berg, Dirk van den" userId="035ecb32-01d9-4b47-a105-eacf059a4647" providerId="ADAL" clId="{F7FF961E-CF96-44AC-93C2-93612F62D46D}" dt="2026-05-13T07:52:11.959" v="992" actId="5793"/>
          <ac:spMkLst>
            <pc:docMk/>
            <pc:sldMk cId="3473954174" sldId="352"/>
            <ac:spMk id="3" creationId="{B665D770-98DC-07EC-BD08-709BAFAF829D}"/>
          </ac:spMkLst>
        </pc:spChg>
      </pc:sldChg>
      <pc:sldChg chg="modSp new mod">
        <pc:chgData name="Berg, Dirk van den" userId="035ecb32-01d9-4b47-a105-eacf059a4647" providerId="ADAL" clId="{F7FF961E-CF96-44AC-93C2-93612F62D46D}" dt="2026-05-13T12:13:22.475" v="3109" actId="20577"/>
        <pc:sldMkLst>
          <pc:docMk/>
          <pc:sldMk cId="3909300151" sldId="353"/>
        </pc:sldMkLst>
        <pc:spChg chg="mod">
          <ac:chgData name="Berg, Dirk van den" userId="035ecb32-01d9-4b47-a105-eacf059a4647" providerId="ADAL" clId="{F7FF961E-CF96-44AC-93C2-93612F62D46D}" dt="2026-05-13T07:52:34.401" v="1024" actId="20577"/>
          <ac:spMkLst>
            <pc:docMk/>
            <pc:sldMk cId="3909300151" sldId="353"/>
            <ac:spMk id="2" creationId="{959B6200-6FD9-C69E-5A88-3DBD16F96425}"/>
          </ac:spMkLst>
        </pc:spChg>
        <pc:spChg chg="mod">
          <ac:chgData name="Berg, Dirk van den" userId="035ecb32-01d9-4b47-a105-eacf059a4647" providerId="ADAL" clId="{F7FF961E-CF96-44AC-93C2-93612F62D46D}" dt="2026-05-13T12:13:22.475" v="3109" actId="20577"/>
          <ac:spMkLst>
            <pc:docMk/>
            <pc:sldMk cId="3909300151" sldId="353"/>
            <ac:spMk id="3" creationId="{2E018076-CABA-0E39-B0EC-D0F449F95D45}"/>
          </ac:spMkLst>
        </pc:spChg>
      </pc:sldChg>
      <pc:sldChg chg="modSp new del mod modShow">
        <pc:chgData name="Berg, Dirk van den" userId="035ecb32-01d9-4b47-a105-eacf059a4647" providerId="ADAL" clId="{F7FF961E-CF96-44AC-93C2-93612F62D46D}" dt="2026-05-13T12:49:22.244" v="3516" actId="47"/>
        <pc:sldMkLst>
          <pc:docMk/>
          <pc:sldMk cId="242488548" sldId="354"/>
        </pc:sldMkLst>
        <pc:spChg chg="mod">
          <ac:chgData name="Berg, Dirk van den" userId="035ecb32-01d9-4b47-a105-eacf059a4647" providerId="ADAL" clId="{F7FF961E-CF96-44AC-93C2-93612F62D46D}" dt="2026-05-13T07:59:38.688" v="1391" actId="20577"/>
          <ac:spMkLst>
            <pc:docMk/>
            <pc:sldMk cId="242488548" sldId="354"/>
            <ac:spMk id="2" creationId="{A8729BB3-1E80-A6F8-DDFB-629E67B185D2}"/>
          </ac:spMkLst>
        </pc:spChg>
        <pc:spChg chg="mod">
          <ac:chgData name="Berg, Dirk van den" userId="035ecb32-01d9-4b47-a105-eacf059a4647" providerId="ADAL" clId="{F7FF961E-CF96-44AC-93C2-93612F62D46D}" dt="2026-05-13T07:58:33.661" v="1345" actId="27636"/>
          <ac:spMkLst>
            <pc:docMk/>
            <pc:sldMk cId="242488548" sldId="354"/>
            <ac:spMk id="3" creationId="{E6FDE2E7-2269-F8D8-7955-74157B4CEAFB}"/>
          </ac:spMkLst>
        </pc:spChg>
      </pc:sldChg>
      <pc:sldChg chg="modSp new mod">
        <pc:chgData name="Berg, Dirk van den" userId="035ecb32-01d9-4b47-a105-eacf059a4647" providerId="ADAL" clId="{F7FF961E-CF96-44AC-93C2-93612F62D46D}" dt="2026-05-13T08:27:44.153" v="1757" actId="20577"/>
        <pc:sldMkLst>
          <pc:docMk/>
          <pc:sldMk cId="4052195824" sldId="355"/>
        </pc:sldMkLst>
        <pc:spChg chg="mod">
          <ac:chgData name="Berg, Dirk van den" userId="035ecb32-01d9-4b47-a105-eacf059a4647" providerId="ADAL" clId="{F7FF961E-CF96-44AC-93C2-93612F62D46D}" dt="2026-05-13T08:27:44.153" v="1757" actId="20577"/>
          <ac:spMkLst>
            <pc:docMk/>
            <pc:sldMk cId="4052195824" sldId="355"/>
            <ac:spMk id="2" creationId="{D6481B8A-115B-E4EF-8F6B-4F938358E86C}"/>
          </ac:spMkLst>
        </pc:spChg>
        <pc:spChg chg="mod">
          <ac:chgData name="Berg, Dirk van den" userId="035ecb32-01d9-4b47-a105-eacf059a4647" providerId="ADAL" clId="{F7FF961E-CF96-44AC-93C2-93612F62D46D}" dt="2026-05-13T08:27:23.057" v="1739" actId="6549"/>
          <ac:spMkLst>
            <pc:docMk/>
            <pc:sldMk cId="4052195824" sldId="355"/>
            <ac:spMk id="3" creationId="{46A13FB9-84C9-D237-E5C1-86362BE8CB11}"/>
          </ac:spMkLst>
        </pc:spChg>
      </pc:sldChg>
      <pc:sldChg chg="modSp new del mod modShow">
        <pc:chgData name="Berg, Dirk van den" userId="035ecb32-01d9-4b47-a105-eacf059a4647" providerId="ADAL" clId="{F7FF961E-CF96-44AC-93C2-93612F62D46D}" dt="2026-05-13T12:49:22.244" v="3516" actId="47"/>
        <pc:sldMkLst>
          <pc:docMk/>
          <pc:sldMk cId="1166253382" sldId="356"/>
        </pc:sldMkLst>
        <pc:spChg chg="mod">
          <ac:chgData name="Berg, Dirk van den" userId="035ecb32-01d9-4b47-a105-eacf059a4647" providerId="ADAL" clId="{F7FF961E-CF96-44AC-93C2-93612F62D46D}" dt="2026-05-13T10:06:07.954" v="1977" actId="20577"/>
          <ac:spMkLst>
            <pc:docMk/>
            <pc:sldMk cId="1166253382" sldId="356"/>
            <ac:spMk id="2" creationId="{0AAE002B-C27B-49A1-FC13-8C26179A5D3D}"/>
          </ac:spMkLst>
        </pc:spChg>
        <pc:spChg chg="mod">
          <ac:chgData name="Berg, Dirk van den" userId="035ecb32-01d9-4b47-a105-eacf059a4647" providerId="ADAL" clId="{F7FF961E-CF96-44AC-93C2-93612F62D46D}" dt="2026-05-13T10:10:53.989" v="2114" actId="27636"/>
          <ac:spMkLst>
            <pc:docMk/>
            <pc:sldMk cId="1166253382" sldId="356"/>
            <ac:spMk id="3" creationId="{106D97C8-5498-00B0-ECD8-D510684B0BBC}"/>
          </ac:spMkLst>
        </pc:spChg>
      </pc:sldChg>
      <pc:sldChg chg="modSp new del mod modShow">
        <pc:chgData name="Berg, Dirk van den" userId="035ecb32-01d9-4b47-a105-eacf059a4647" providerId="ADAL" clId="{F7FF961E-CF96-44AC-93C2-93612F62D46D}" dt="2026-05-13T14:18:17.187" v="3568" actId="47"/>
        <pc:sldMkLst>
          <pc:docMk/>
          <pc:sldMk cId="295960805" sldId="357"/>
        </pc:sldMkLst>
        <pc:spChg chg="mod">
          <ac:chgData name="Berg, Dirk van den" userId="035ecb32-01d9-4b47-a105-eacf059a4647" providerId="ADAL" clId="{F7FF961E-CF96-44AC-93C2-93612F62D46D}" dt="2026-05-13T08:16:16.887" v="1595" actId="20577"/>
          <ac:spMkLst>
            <pc:docMk/>
            <pc:sldMk cId="295960805" sldId="357"/>
            <ac:spMk id="2" creationId="{F721A155-F0F8-0280-D8B1-6E8A549D3C76}"/>
          </ac:spMkLst>
        </pc:spChg>
        <pc:spChg chg="mod">
          <ac:chgData name="Berg, Dirk van den" userId="035ecb32-01d9-4b47-a105-eacf059a4647" providerId="ADAL" clId="{F7FF961E-CF96-44AC-93C2-93612F62D46D}" dt="2026-05-13T08:15:58.141" v="1566" actId="20577"/>
          <ac:spMkLst>
            <pc:docMk/>
            <pc:sldMk cId="295960805" sldId="357"/>
            <ac:spMk id="3" creationId="{02E45886-974A-51BE-3D4D-E53291608C6A}"/>
          </ac:spMkLst>
        </pc:spChg>
      </pc:sldChg>
      <pc:sldChg chg="modSp new del mod modShow">
        <pc:chgData name="Berg, Dirk van den" userId="035ecb32-01d9-4b47-a105-eacf059a4647" providerId="ADAL" clId="{F7FF961E-CF96-44AC-93C2-93612F62D46D}" dt="2026-05-13T12:49:26.540" v="3517" actId="47"/>
        <pc:sldMkLst>
          <pc:docMk/>
          <pc:sldMk cId="2578785208" sldId="358"/>
        </pc:sldMkLst>
        <pc:spChg chg="mod">
          <ac:chgData name="Berg, Dirk van den" userId="035ecb32-01d9-4b47-a105-eacf059a4647" providerId="ADAL" clId="{F7FF961E-CF96-44AC-93C2-93612F62D46D}" dt="2026-05-13T08:33:49.158" v="1759"/>
          <ac:spMkLst>
            <pc:docMk/>
            <pc:sldMk cId="2578785208" sldId="358"/>
            <ac:spMk id="2" creationId="{34D6A9E0-D7FB-47F6-0AAB-D017BA765B12}"/>
          </ac:spMkLst>
        </pc:spChg>
        <pc:spChg chg="mod">
          <ac:chgData name="Berg, Dirk van den" userId="035ecb32-01d9-4b47-a105-eacf059a4647" providerId="ADAL" clId="{F7FF961E-CF96-44AC-93C2-93612F62D46D}" dt="2026-05-13T08:34:21.494" v="1765" actId="20577"/>
          <ac:spMkLst>
            <pc:docMk/>
            <pc:sldMk cId="2578785208" sldId="358"/>
            <ac:spMk id="3" creationId="{61FCD961-7045-0025-BEA1-DC5BF13423E9}"/>
          </ac:spMkLst>
        </pc:spChg>
      </pc:sldChg>
      <pc:sldChg chg="modSp new mod modNotesTx">
        <pc:chgData name="Berg, Dirk van den" userId="035ecb32-01d9-4b47-a105-eacf059a4647" providerId="ADAL" clId="{F7FF961E-CF96-44AC-93C2-93612F62D46D}" dt="2026-05-13T14:17:56.592" v="3563" actId="20577"/>
        <pc:sldMkLst>
          <pc:docMk/>
          <pc:sldMk cId="3499681343" sldId="359"/>
        </pc:sldMkLst>
        <pc:spChg chg="mod">
          <ac:chgData name="Berg, Dirk van den" userId="035ecb32-01d9-4b47-a105-eacf059a4647" providerId="ADAL" clId="{F7FF961E-CF96-44AC-93C2-93612F62D46D}" dt="2026-05-13T09:55:58.676" v="1914" actId="27636"/>
          <ac:spMkLst>
            <pc:docMk/>
            <pc:sldMk cId="3499681343" sldId="359"/>
            <ac:spMk id="2" creationId="{EF75452C-378A-F03E-92D8-5216A208CCA4}"/>
          </ac:spMkLst>
        </pc:spChg>
        <pc:spChg chg="mod">
          <ac:chgData name="Berg, Dirk van den" userId="035ecb32-01d9-4b47-a105-eacf059a4647" providerId="ADAL" clId="{F7FF961E-CF96-44AC-93C2-93612F62D46D}" dt="2026-05-13T12:23:56.348" v="3154" actId="20577"/>
          <ac:spMkLst>
            <pc:docMk/>
            <pc:sldMk cId="3499681343" sldId="359"/>
            <ac:spMk id="3" creationId="{CA4F536B-0078-70C3-95D0-3CBE23C4EC2B}"/>
          </ac:spMkLst>
        </pc:spChg>
      </pc:sldChg>
      <pc:sldChg chg="modSp new mod modNotesTx">
        <pc:chgData name="Berg, Dirk van den" userId="035ecb32-01d9-4b47-a105-eacf059a4647" providerId="ADAL" clId="{F7FF961E-CF96-44AC-93C2-93612F62D46D}" dt="2026-05-13T14:17:47.497" v="3560" actId="20577"/>
        <pc:sldMkLst>
          <pc:docMk/>
          <pc:sldMk cId="1788844034" sldId="360"/>
        </pc:sldMkLst>
        <pc:spChg chg="mod">
          <ac:chgData name="Berg, Dirk van den" userId="035ecb32-01d9-4b47-a105-eacf059a4647" providerId="ADAL" clId="{F7FF961E-CF96-44AC-93C2-93612F62D46D}" dt="2026-05-13T09:04:16.115" v="1811"/>
          <ac:spMkLst>
            <pc:docMk/>
            <pc:sldMk cId="1788844034" sldId="360"/>
            <ac:spMk id="2" creationId="{BD7BE48A-A4E6-C7D7-44BA-DD9377F707B2}"/>
          </ac:spMkLst>
        </pc:spChg>
        <pc:spChg chg="mod">
          <ac:chgData name="Berg, Dirk van den" userId="035ecb32-01d9-4b47-a105-eacf059a4647" providerId="ADAL" clId="{F7FF961E-CF96-44AC-93C2-93612F62D46D}" dt="2026-05-13T12:19:58.932" v="3142" actId="27636"/>
          <ac:spMkLst>
            <pc:docMk/>
            <pc:sldMk cId="1788844034" sldId="360"/>
            <ac:spMk id="3" creationId="{08C102CA-4200-8432-EAAD-163A66360AC1}"/>
          </ac:spMkLst>
        </pc:spChg>
      </pc:sldChg>
      <pc:sldChg chg="modSp new mod modNotesTx">
        <pc:chgData name="Berg, Dirk van den" userId="035ecb32-01d9-4b47-a105-eacf059a4647" providerId="ADAL" clId="{F7FF961E-CF96-44AC-93C2-93612F62D46D}" dt="2026-05-13T14:17:53.462" v="3562" actId="20577"/>
        <pc:sldMkLst>
          <pc:docMk/>
          <pc:sldMk cId="2665369197" sldId="361"/>
        </pc:sldMkLst>
        <pc:spChg chg="mod">
          <ac:chgData name="Berg, Dirk van den" userId="035ecb32-01d9-4b47-a105-eacf059a4647" providerId="ADAL" clId="{F7FF961E-CF96-44AC-93C2-93612F62D46D}" dt="2026-05-13T09:05:22.753" v="1830" actId="20577"/>
          <ac:spMkLst>
            <pc:docMk/>
            <pc:sldMk cId="2665369197" sldId="361"/>
            <ac:spMk id="2" creationId="{1110CB76-84F8-78BA-BEEF-F2B542C0582A}"/>
          </ac:spMkLst>
        </pc:spChg>
        <pc:spChg chg="mod">
          <ac:chgData name="Berg, Dirk van den" userId="035ecb32-01d9-4b47-a105-eacf059a4647" providerId="ADAL" clId="{F7FF961E-CF96-44AC-93C2-93612F62D46D}" dt="2026-05-13T09:35:07.914" v="1896" actId="27636"/>
          <ac:spMkLst>
            <pc:docMk/>
            <pc:sldMk cId="2665369197" sldId="361"/>
            <ac:spMk id="3" creationId="{BC45948B-5439-1EC5-81C0-C6FA53B77A7B}"/>
          </ac:spMkLst>
        </pc:spChg>
      </pc:sldChg>
      <pc:sldChg chg="modSp add mod modNotesTx">
        <pc:chgData name="Berg, Dirk van den" userId="035ecb32-01d9-4b47-a105-eacf059a4647" providerId="ADAL" clId="{F7FF961E-CF96-44AC-93C2-93612F62D46D}" dt="2026-05-13T14:18:00.060" v="3564" actId="20577"/>
        <pc:sldMkLst>
          <pc:docMk/>
          <pc:sldMk cId="2192594543" sldId="362"/>
        </pc:sldMkLst>
        <pc:spChg chg="mod">
          <ac:chgData name="Berg, Dirk van den" userId="035ecb32-01d9-4b47-a105-eacf059a4647" providerId="ADAL" clId="{F7FF961E-CF96-44AC-93C2-93612F62D46D}" dt="2026-05-13T12:38:02.285" v="3285" actId="27636"/>
          <ac:spMkLst>
            <pc:docMk/>
            <pc:sldMk cId="2192594543" sldId="362"/>
            <ac:spMk id="3" creationId="{CE1A1689-0D2C-FF0B-1490-3AE335737368}"/>
          </ac:spMkLst>
        </pc:spChg>
      </pc:sldChg>
      <pc:sldChg chg="modSp new del mod modShow">
        <pc:chgData name="Berg, Dirk van den" userId="035ecb32-01d9-4b47-a105-eacf059a4647" providerId="ADAL" clId="{F7FF961E-CF96-44AC-93C2-93612F62D46D}" dt="2026-05-13T12:49:22.244" v="3516" actId="47"/>
        <pc:sldMkLst>
          <pc:docMk/>
          <pc:sldMk cId="4153012747" sldId="363"/>
        </pc:sldMkLst>
        <pc:spChg chg="mod">
          <ac:chgData name="Berg, Dirk van den" userId="035ecb32-01d9-4b47-a105-eacf059a4647" providerId="ADAL" clId="{F7FF961E-CF96-44AC-93C2-93612F62D46D}" dt="2026-05-13T10:12:59.390" v="2137" actId="20577"/>
          <ac:spMkLst>
            <pc:docMk/>
            <pc:sldMk cId="4153012747" sldId="363"/>
            <ac:spMk id="3" creationId="{173A88D7-2C01-ADCF-981E-BBC7C73819B2}"/>
          </ac:spMkLst>
        </pc:spChg>
      </pc:sldChg>
      <pc:sldChg chg="modSp new del mod">
        <pc:chgData name="Berg, Dirk van den" userId="035ecb32-01d9-4b47-a105-eacf059a4647" providerId="ADAL" clId="{F7FF961E-CF96-44AC-93C2-93612F62D46D}" dt="2026-05-13T12:02:45.205" v="2959" actId="47"/>
        <pc:sldMkLst>
          <pc:docMk/>
          <pc:sldMk cId="2659348347" sldId="364"/>
        </pc:sldMkLst>
        <pc:spChg chg="mod">
          <ac:chgData name="Berg, Dirk van den" userId="035ecb32-01d9-4b47-a105-eacf059a4647" providerId="ADAL" clId="{F7FF961E-CF96-44AC-93C2-93612F62D46D}" dt="2026-05-13T10:08:39.283" v="2076" actId="20577"/>
          <ac:spMkLst>
            <pc:docMk/>
            <pc:sldMk cId="2659348347" sldId="364"/>
            <ac:spMk id="2" creationId="{9A4A68F1-DE64-AAA1-7B6F-0A77F44A54B1}"/>
          </ac:spMkLst>
        </pc:spChg>
      </pc:sldChg>
      <pc:sldChg chg="modSp new mod ord">
        <pc:chgData name="Berg, Dirk van den" userId="035ecb32-01d9-4b47-a105-eacf059a4647" providerId="ADAL" clId="{F7FF961E-CF96-44AC-93C2-93612F62D46D}" dt="2026-05-13T10:08:51.202" v="2096" actId="20577"/>
        <pc:sldMkLst>
          <pc:docMk/>
          <pc:sldMk cId="1493684968" sldId="365"/>
        </pc:sldMkLst>
        <pc:spChg chg="mod">
          <ac:chgData name="Berg, Dirk van den" userId="035ecb32-01d9-4b47-a105-eacf059a4647" providerId="ADAL" clId="{F7FF961E-CF96-44AC-93C2-93612F62D46D}" dt="2026-05-13T10:08:51.202" v="2096" actId="20577"/>
          <ac:spMkLst>
            <pc:docMk/>
            <pc:sldMk cId="1493684968" sldId="365"/>
            <ac:spMk id="2" creationId="{B3C6F7C2-D719-3E8A-F118-6D36B7EA70BC}"/>
          </ac:spMkLst>
        </pc:spChg>
      </pc:sldChg>
      <pc:sldChg chg="addSp delSp modSp new mod">
        <pc:chgData name="Berg, Dirk van den" userId="035ecb32-01d9-4b47-a105-eacf059a4647" providerId="ADAL" clId="{F7FF961E-CF96-44AC-93C2-93612F62D46D}" dt="2026-05-13T10:31:29.528" v="2393" actId="27636"/>
        <pc:sldMkLst>
          <pc:docMk/>
          <pc:sldMk cId="52614646" sldId="366"/>
        </pc:sldMkLst>
        <pc:spChg chg="mod">
          <ac:chgData name="Berg, Dirk van den" userId="035ecb32-01d9-4b47-a105-eacf059a4647" providerId="ADAL" clId="{F7FF961E-CF96-44AC-93C2-93612F62D46D}" dt="2026-05-13T10:30:19.437" v="2315"/>
          <ac:spMkLst>
            <pc:docMk/>
            <pc:sldMk cId="52614646" sldId="366"/>
            <ac:spMk id="2" creationId="{A0A1A521-4932-FF07-94C3-FCD84E1D0C0E}"/>
          </ac:spMkLst>
        </pc:spChg>
        <pc:spChg chg="add del mod">
          <ac:chgData name="Berg, Dirk van den" userId="035ecb32-01d9-4b47-a105-eacf059a4647" providerId="ADAL" clId="{F7FF961E-CF96-44AC-93C2-93612F62D46D}" dt="2026-05-13T10:31:29.528" v="2393" actId="27636"/>
          <ac:spMkLst>
            <pc:docMk/>
            <pc:sldMk cId="52614646" sldId="366"/>
            <ac:spMk id="3" creationId="{98D12571-A637-A0B3-0493-9163114B2206}"/>
          </ac:spMkLst>
        </pc:spChg>
        <pc:spChg chg="add del mod">
          <ac:chgData name="Berg, Dirk van den" userId="035ecb32-01d9-4b47-a105-eacf059a4647" providerId="ADAL" clId="{F7FF961E-CF96-44AC-93C2-93612F62D46D}" dt="2026-05-13T10:31:24.123" v="2391" actId="478"/>
          <ac:spMkLst>
            <pc:docMk/>
            <pc:sldMk cId="52614646" sldId="366"/>
            <ac:spMk id="5" creationId="{6C6B520D-7A7E-144F-AA8B-017D12DA43E1}"/>
          </ac:spMkLst>
        </pc:spChg>
      </pc:sldChg>
      <pc:sldChg chg="modSp new mod modNotesTx">
        <pc:chgData name="Berg, Dirk van den" userId="035ecb32-01d9-4b47-a105-eacf059a4647" providerId="ADAL" clId="{F7FF961E-CF96-44AC-93C2-93612F62D46D}" dt="2026-05-13T14:18:03.728" v="3565" actId="20577"/>
        <pc:sldMkLst>
          <pc:docMk/>
          <pc:sldMk cId="4265429733" sldId="367"/>
        </pc:sldMkLst>
        <pc:spChg chg="mod">
          <ac:chgData name="Berg, Dirk van den" userId="035ecb32-01d9-4b47-a105-eacf059a4647" providerId="ADAL" clId="{F7FF961E-CF96-44AC-93C2-93612F62D46D}" dt="2026-05-13T10:31:38.278" v="2395"/>
          <ac:spMkLst>
            <pc:docMk/>
            <pc:sldMk cId="4265429733" sldId="367"/>
            <ac:spMk id="2" creationId="{3B240D3B-23B4-9682-88C1-12335BBB2AE5}"/>
          </ac:spMkLst>
        </pc:spChg>
        <pc:spChg chg="mod">
          <ac:chgData name="Berg, Dirk van den" userId="035ecb32-01d9-4b47-a105-eacf059a4647" providerId="ADAL" clId="{F7FF961E-CF96-44AC-93C2-93612F62D46D}" dt="2026-05-13T10:35:25.386" v="2438" actId="27636"/>
          <ac:spMkLst>
            <pc:docMk/>
            <pc:sldMk cId="4265429733" sldId="367"/>
            <ac:spMk id="3" creationId="{6FD506DE-0415-6527-0108-60F81E848889}"/>
          </ac:spMkLst>
        </pc:spChg>
      </pc:sldChg>
      <pc:sldChg chg="modSp add mod">
        <pc:chgData name="Berg, Dirk van den" userId="035ecb32-01d9-4b47-a105-eacf059a4647" providerId="ADAL" clId="{F7FF961E-CF96-44AC-93C2-93612F62D46D}" dt="2026-05-13T10:36:35.446" v="2461" actId="27636"/>
        <pc:sldMkLst>
          <pc:docMk/>
          <pc:sldMk cId="2589641945" sldId="368"/>
        </pc:sldMkLst>
        <pc:spChg chg="mod">
          <ac:chgData name="Berg, Dirk van den" userId="035ecb32-01d9-4b47-a105-eacf059a4647" providerId="ADAL" clId="{F7FF961E-CF96-44AC-93C2-93612F62D46D}" dt="2026-05-13T10:35:49" v="2443" actId="113"/>
          <ac:spMkLst>
            <pc:docMk/>
            <pc:sldMk cId="2589641945" sldId="368"/>
            <ac:spMk id="2" creationId="{DBE6209B-7D76-4801-EEEB-5EFF407D6D8D}"/>
          </ac:spMkLst>
        </pc:spChg>
        <pc:spChg chg="mod">
          <ac:chgData name="Berg, Dirk van den" userId="035ecb32-01d9-4b47-a105-eacf059a4647" providerId="ADAL" clId="{F7FF961E-CF96-44AC-93C2-93612F62D46D}" dt="2026-05-13T10:36:35.446" v="2461" actId="27636"/>
          <ac:spMkLst>
            <pc:docMk/>
            <pc:sldMk cId="2589641945" sldId="368"/>
            <ac:spMk id="3" creationId="{D25B89DD-927D-E72C-1152-EB5DC9C8FE9C}"/>
          </ac:spMkLst>
        </pc:spChg>
      </pc:sldChg>
      <pc:sldChg chg="modSp add mod">
        <pc:chgData name="Berg, Dirk van den" userId="035ecb32-01d9-4b47-a105-eacf059a4647" providerId="ADAL" clId="{F7FF961E-CF96-44AC-93C2-93612F62D46D}" dt="2026-05-13T12:49:12.993" v="3515" actId="20577"/>
        <pc:sldMkLst>
          <pc:docMk/>
          <pc:sldMk cId="3350092738" sldId="369"/>
        </pc:sldMkLst>
        <pc:spChg chg="mod">
          <ac:chgData name="Berg, Dirk van den" userId="035ecb32-01d9-4b47-a105-eacf059a4647" providerId="ADAL" clId="{F7FF961E-CF96-44AC-93C2-93612F62D46D}" dt="2026-05-13T12:49:12.993" v="3515" actId="20577"/>
          <ac:spMkLst>
            <pc:docMk/>
            <pc:sldMk cId="3350092738" sldId="369"/>
            <ac:spMk id="3" creationId="{0320C35E-415D-8D66-186B-BA968403EEC5}"/>
          </ac:spMkLst>
        </pc:spChg>
      </pc:sldChg>
      <pc:sldChg chg="modSp add mod ord modNotesTx">
        <pc:chgData name="Berg, Dirk van den" userId="035ecb32-01d9-4b47-a105-eacf059a4647" providerId="ADAL" clId="{F7FF961E-CF96-44AC-93C2-93612F62D46D}" dt="2026-05-13T14:18:08.558" v="3566" actId="20577"/>
        <pc:sldMkLst>
          <pc:docMk/>
          <pc:sldMk cId="4254499222" sldId="370"/>
        </pc:sldMkLst>
        <pc:spChg chg="mod">
          <ac:chgData name="Berg, Dirk van den" userId="035ecb32-01d9-4b47-a105-eacf059a4647" providerId="ADAL" clId="{F7FF961E-CF96-44AC-93C2-93612F62D46D}" dt="2026-05-13T10:37:00.887" v="2465"/>
          <ac:spMkLst>
            <pc:docMk/>
            <pc:sldMk cId="4254499222" sldId="370"/>
            <ac:spMk id="2" creationId="{00D9F162-9AFF-B469-5BD2-2CE74E6A5CCE}"/>
          </ac:spMkLst>
        </pc:spChg>
        <pc:spChg chg="mod">
          <ac:chgData name="Berg, Dirk van den" userId="035ecb32-01d9-4b47-a105-eacf059a4647" providerId="ADAL" clId="{F7FF961E-CF96-44AC-93C2-93612F62D46D}" dt="2026-05-13T10:38:28.546" v="2505" actId="27636"/>
          <ac:spMkLst>
            <pc:docMk/>
            <pc:sldMk cId="4254499222" sldId="370"/>
            <ac:spMk id="3" creationId="{EEFC2C49-FA34-4262-AD07-2C5EB5D45F3F}"/>
          </ac:spMkLst>
        </pc:spChg>
      </pc:sldChg>
      <pc:sldChg chg="add del mod modShow">
        <pc:chgData name="Berg, Dirk van den" userId="035ecb32-01d9-4b47-a105-eacf059a4647" providerId="ADAL" clId="{F7FF961E-CF96-44AC-93C2-93612F62D46D}" dt="2026-05-13T14:18:15.599" v="3567" actId="47"/>
        <pc:sldMkLst>
          <pc:docMk/>
          <pc:sldMk cId="3702479413" sldId="371"/>
        </pc:sldMkLst>
      </pc:sldChg>
      <pc:sldChg chg="modSp add mod">
        <pc:chgData name="Berg, Dirk van den" userId="035ecb32-01d9-4b47-a105-eacf059a4647" providerId="ADAL" clId="{F7FF961E-CF96-44AC-93C2-93612F62D46D}" dt="2026-05-13T10:47:53.903" v="2561" actId="20577"/>
        <pc:sldMkLst>
          <pc:docMk/>
          <pc:sldMk cId="553263469" sldId="372"/>
        </pc:sldMkLst>
        <pc:spChg chg="mod">
          <ac:chgData name="Berg, Dirk van den" userId="035ecb32-01d9-4b47-a105-eacf059a4647" providerId="ADAL" clId="{F7FF961E-CF96-44AC-93C2-93612F62D46D}" dt="2026-05-13T10:47:53.903" v="2561" actId="20577"/>
          <ac:spMkLst>
            <pc:docMk/>
            <pc:sldMk cId="553263469" sldId="372"/>
            <ac:spMk id="2" creationId="{14D91429-7982-FD0F-C252-62470CE5037E}"/>
          </ac:spMkLst>
        </pc:spChg>
        <pc:spChg chg="mod">
          <ac:chgData name="Berg, Dirk van den" userId="035ecb32-01d9-4b47-a105-eacf059a4647" providerId="ADAL" clId="{F7FF961E-CF96-44AC-93C2-93612F62D46D}" dt="2026-05-13T10:47:47.006" v="2531"/>
          <ac:spMkLst>
            <pc:docMk/>
            <pc:sldMk cId="553263469" sldId="372"/>
            <ac:spMk id="3" creationId="{E46A6818-BD52-80CD-9629-4CA83248F548}"/>
          </ac:spMkLst>
        </pc:spChg>
      </pc:sldChg>
      <pc:sldChg chg="modSp new add del mod">
        <pc:chgData name="Berg, Dirk van den" userId="035ecb32-01d9-4b47-a105-eacf059a4647" providerId="ADAL" clId="{F7FF961E-CF96-44AC-93C2-93612F62D46D}" dt="2026-05-13T14:17:15.376" v="3556" actId="47"/>
        <pc:sldMkLst>
          <pc:docMk/>
          <pc:sldMk cId="4126221700" sldId="373"/>
        </pc:sldMkLst>
        <pc:spChg chg="mod">
          <ac:chgData name="Berg, Dirk van den" userId="035ecb32-01d9-4b47-a105-eacf059a4647" providerId="ADAL" clId="{F7FF961E-CF96-44AC-93C2-93612F62D46D}" dt="2026-05-13T12:02:26.454" v="2958" actId="20577"/>
          <ac:spMkLst>
            <pc:docMk/>
            <pc:sldMk cId="4126221700" sldId="373"/>
            <ac:spMk id="2" creationId="{4B653051-3B05-993F-5508-EF54849D3150}"/>
          </ac:spMkLst>
        </pc:spChg>
        <pc:spChg chg="mod">
          <ac:chgData name="Berg, Dirk van den" userId="035ecb32-01d9-4b47-a105-eacf059a4647" providerId="ADAL" clId="{F7FF961E-CF96-44AC-93C2-93612F62D46D}" dt="2026-05-13T10:54:05.752" v="2953" actId="20577"/>
          <ac:spMkLst>
            <pc:docMk/>
            <pc:sldMk cId="4126221700" sldId="373"/>
            <ac:spMk id="3" creationId="{F5F4B137-3180-E1F5-F1A5-4BF8DAF3DC7C}"/>
          </ac:spMkLst>
        </pc:spChg>
      </pc:sldChg>
      <pc:sldChg chg="add del">
        <pc:chgData name="Berg, Dirk van den" userId="035ecb32-01d9-4b47-a105-eacf059a4647" providerId="ADAL" clId="{F7FF961E-CF96-44AC-93C2-93612F62D46D}" dt="2026-05-13T12:00:42.227" v="2957" actId="47"/>
        <pc:sldMkLst>
          <pc:docMk/>
          <pc:sldMk cId="3005795714" sldId="374"/>
        </pc:sldMkLst>
      </pc:sldChg>
      <pc:sldChg chg="modSp add del mod">
        <pc:chgData name="Berg, Dirk van den" userId="035ecb32-01d9-4b47-a105-eacf059a4647" providerId="ADAL" clId="{F7FF961E-CF96-44AC-93C2-93612F62D46D}" dt="2026-05-13T14:18:35.178" v="3572" actId="47"/>
        <pc:sldMkLst>
          <pc:docMk/>
          <pc:sldMk cId="4088629589" sldId="374"/>
        </pc:sldMkLst>
        <pc:spChg chg="mod">
          <ac:chgData name="Berg, Dirk van den" userId="035ecb32-01d9-4b47-a105-eacf059a4647" providerId="ADAL" clId="{F7FF961E-CF96-44AC-93C2-93612F62D46D}" dt="2026-05-13T12:02:51.383" v="2962" actId="20577"/>
          <ac:spMkLst>
            <pc:docMk/>
            <pc:sldMk cId="4088629589" sldId="374"/>
            <ac:spMk id="2" creationId="{E87AE796-708B-909C-F9F8-D1C4E09DB0F7}"/>
          </ac:spMkLst>
        </pc:spChg>
      </pc:sldChg>
      <pc:sldChg chg="modSp add mod modNotesTx">
        <pc:chgData name="Berg, Dirk van den" userId="035ecb32-01d9-4b47-a105-eacf059a4647" providerId="ADAL" clId="{F7FF961E-CF96-44AC-93C2-93612F62D46D}" dt="2026-05-13T14:17:51.096" v="3561" actId="20577"/>
        <pc:sldMkLst>
          <pc:docMk/>
          <pc:sldMk cId="1845687551" sldId="375"/>
        </pc:sldMkLst>
        <pc:spChg chg="mod">
          <ac:chgData name="Berg, Dirk van den" userId="035ecb32-01d9-4b47-a105-eacf059a4647" providerId="ADAL" clId="{F7FF961E-CF96-44AC-93C2-93612F62D46D}" dt="2026-05-13T12:16:21.419" v="3137" actId="403"/>
          <ac:spMkLst>
            <pc:docMk/>
            <pc:sldMk cId="1845687551" sldId="375"/>
            <ac:spMk id="3" creationId="{9990FBB5-58E2-B636-9D16-4427CFBBE625}"/>
          </ac:spMkLst>
        </pc:spChg>
      </pc:sldChg>
      <pc:sldChg chg="add del mod modShow">
        <pc:chgData name="Berg, Dirk van den" userId="035ecb32-01d9-4b47-a105-eacf059a4647" providerId="ADAL" clId="{F7FF961E-CF96-44AC-93C2-93612F62D46D}" dt="2026-05-13T14:18:20.090" v="3569" actId="47"/>
        <pc:sldMkLst>
          <pc:docMk/>
          <pc:sldMk cId="4139860065" sldId="376"/>
        </pc:sldMkLst>
      </pc:sldChg>
      <pc:sldChg chg="modSp new mod">
        <pc:chgData name="Berg, Dirk van den" userId="035ecb32-01d9-4b47-a105-eacf059a4647" providerId="ADAL" clId="{F7FF961E-CF96-44AC-93C2-93612F62D46D}" dt="2026-05-13T12:41:56.586" v="3377" actId="20577"/>
        <pc:sldMkLst>
          <pc:docMk/>
          <pc:sldMk cId="3042697024" sldId="377"/>
        </pc:sldMkLst>
        <pc:spChg chg="mod">
          <ac:chgData name="Berg, Dirk van den" userId="035ecb32-01d9-4b47-a105-eacf059a4647" providerId="ADAL" clId="{F7FF961E-CF96-44AC-93C2-93612F62D46D}" dt="2026-05-13T12:41:36.731" v="3291" actId="20577"/>
          <ac:spMkLst>
            <pc:docMk/>
            <pc:sldMk cId="3042697024" sldId="377"/>
            <ac:spMk id="2" creationId="{47CA81FC-4338-BB64-13D8-F62CFA90299F}"/>
          </ac:spMkLst>
        </pc:spChg>
        <pc:spChg chg="mod">
          <ac:chgData name="Berg, Dirk van den" userId="035ecb32-01d9-4b47-a105-eacf059a4647" providerId="ADAL" clId="{F7FF961E-CF96-44AC-93C2-93612F62D46D}" dt="2026-05-13T12:41:56.586" v="3377" actId="20577"/>
          <ac:spMkLst>
            <pc:docMk/>
            <pc:sldMk cId="3042697024" sldId="377"/>
            <ac:spMk id="3" creationId="{5D2D58C6-6689-2ABD-F747-5ABD32E8737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8A04EC3-6134-466E-91BB-7B7890962997}" type="datetimeFigureOut">
              <a:rPr lang="en-NL" smtClean="0"/>
              <a:t>13/05/2026</a:t>
            </a:fld>
            <a:endParaRPr lang="en-N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N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N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5C62EE-A230-40F7-A6E2-7784DE8EB742}" type="slidenum">
              <a:rPr lang="en-NL" smtClean="0"/>
              <a:t>‹#›</a:t>
            </a:fld>
            <a:endParaRPr lang="en-NL"/>
          </a:p>
        </p:txBody>
      </p:sp>
    </p:spTree>
    <p:extLst>
      <p:ext uri="{BB962C8B-B14F-4D97-AF65-F5344CB8AC3E}">
        <p14:creationId xmlns:p14="http://schemas.microsoft.com/office/powerpoint/2010/main" val="11914991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F35C62EE-A230-40F7-A6E2-7784DE8EB742}" type="slidenum">
              <a:rPr lang="en-NL" smtClean="0"/>
              <a:t>3</a:t>
            </a:fld>
            <a:endParaRPr lang="en-NL"/>
          </a:p>
        </p:txBody>
      </p:sp>
    </p:spTree>
    <p:extLst>
      <p:ext uri="{BB962C8B-B14F-4D97-AF65-F5344CB8AC3E}">
        <p14:creationId xmlns:p14="http://schemas.microsoft.com/office/powerpoint/2010/main" val="28236942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F35C62EE-A230-40F7-A6E2-7784DE8EB742}" type="slidenum">
              <a:rPr lang="en-NL" smtClean="0"/>
              <a:t>6</a:t>
            </a:fld>
            <a:endParaRPr lang="en-NL"/>
          </a:p>
        </p:txBody>
      </p:sp>
    </p:spTree>
    <p:extLst>
      <p:ext uri="{BB962C8B-B14F-4D97-AF65-F5344CB8AC3E}">
        <p14:creationId xmlns:p14="http://schemas.microsoft.com/office/powerpoint/2010/main" val="14863928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F35C62EE-A230-40F7-A6E2-7784DE8EB742}" type="slidenum">
              <a:rPr lang="en-NL" smtClean="0"/>
              <a:t>7</a:t>
            </a:fld>
            <a:endParaRPr lang="en-NL"/>
          </a:p>
        </p:txBody>
      </p:sp>
    </p:spTree>
    <p:extLst>
      <p:ext uri="{BB962C8B-B14F-4D97-AF65-F5344CB8AC3E}">
        <p14:creationId xmlns:p14="http://schemas.microsoft.com/office/powerpoint/2010/main" val="7864100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F35C62EE-A230-40F7-A6E2-7784DE8EB742}" type="slidenum">
              <a:rPr lang="en-NL" smtClean="0"/>
              <a:t>10</a:t>
            </a:fld>
            <a:endParaRPr lang="en-NL"/>
          </a:p>
        </p:txBody>
      </p:sp>
    </p:spTree>
    <p:extLst>
      <p:ext uri="{BB962C8B-B14F-4D97-AF65-F5344CB8AC3E}">
        <p14:creationId xmlns:p14="http://schemas.microsoft.com/office/powerpoint/2010/main" val="9025784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67BDDC-04F2-7512-58A9-D4F0489106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A84019-8587-2EED-DF3E-9B2A6DE167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239055-5EC0-8D54-AA0D-DBC50981EE76}"/>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E91FDC23-8D26-5FD1-A55F-BF347EBBAE6E}"/>
              </a:ext>
            </a:extLst>
          </p:cNvPr>
          <p:cNvSpPr>
            <a:spLocks noGrp="1"/>
          </p:cNvSpPr>
          <p:nvPr>
            <p:ph type="sldNum" sz="quarter" idx="5"/>
          </p:nvPr>
        </p:nvSpPr>
        <p:spPr/>
        <p:txBody>
          <a:bodyPr/>
          <a:lstStyle/>
          <a:p>
            <a:fld id="{F35C62EE-A230-40F7-A6E2-7784DE8EB742}" type="slidenum">
              <a:rPr lang="en-NL" smtClean="0"/>
              <a:t>11</a:t>
            </a:fld>
            <a:endParaRPr lang="en-NL"/>
          </a:p>
        </p:txBody>
      </p:sp>
    </p:spTree>
    <p:extLst>
      <p:ext uri="{BB962C8B-B14F-4D97-AF65-F5344CB8AC3E}">
        <p14:creationId xmlns:p14="http://schemas.microsoft.com/office/powerpoint/2010/main" val="36960999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F35C62EE-A230-40F7-A6E2-7784DE8EB742}" type="slidenum">
              <a:rPr lang="en-NL" smtClean="0"/>
              <a:t>12</a:t>
            </a:fld>
            <a:endParaRPr lang="en-NL"/>
          </a:p>
        </p:txBody>
      </p:sp>
    </p:spTree>
    <p:extLst>
      <p:ext uri="{BB962C8B-B14F-4D97-AF65-F5344CB8AC3E}">
        <p14:creationId xmlns:p14="http://schemas.microsoft.com/office/powerpoint/2010/main" val="30052344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F35C62EE-A230-40F7-A6E2-7784DE8EB742}" type="slidenum">
              <a:rPr lang="en-NL" smtClean="0"/>
              <a:t>13</a:t>
            </a:fld>
            <a:endParaRPr lang="en-NL"/>
          </a:p>
        </p:txBody>
      </p:sp>
    </p:spTree>
    <p:extLst>
      <p:ext uri="{BB962C8B-B14F-4D97-AF65-F5344CB8AC3E}">
        <p14:creationId xmlns:p14="http://schemas.microsoft.com/office/powerpoint/2010/main" val="12204134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CB9429-551B-5673-984E-9096BCF9AA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6D8377-37BE-9124-960A-1C9AFBE462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87AEED-D072-1DB7-4A02-943A4FDB83E4}"/>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6772DEC3-C43E-D476-6DFA-E514B57358B3}"/>
              </a:ext>
            </a:extLst>
          </p:cNvPr>
          <p:cNvSpPr>
            <a:spLocks noGrp="1"/>
          </p:cNvSpPr>
          <p:nvPr>
            <p:ph type="sldNum" sz="quarter" idx="5"/>
          </p:nvPr>
        </p:nvSpPr>
        <p:spPr/>
        <p:txBody>
          <a:bodyPr/>
          <a:lstStyle/>
          <a:p>
            <a:fld id="{F35C62EE-A230-40F7-A6E2-7784DE8EB742}" type="slidenum">
              <a:rPr lang="en-NL" smtClean="0"/>
              <a:t>14</a:t>
            </a:fld>
            <a:endParaRPr lang="en-NL"/>
          </a:p>
        </p:txBody>
      </p:sp>
    </p:spTree>
    <p:extLst>
      <p:ext uri="{BB962C8B-B14F-4D97-AF65-F5344CB8AC3E}">
        <p14:creationId xmlns:p14="http://schemas.microsoft.com/office/powerpoint/2010/main" val="29721373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F35C62EE-A230-40F7-A6E2-7784DE8EB742}" type="slidenum">
              <a:rPr lang="en-NL" smtClean="0"/>
              <a:t>16</a:t>
            </a:fld>
            <a:endParaRPr lang="en-NL"/>
          </a:p>
        </p:txBody>
      </p:sp>
    </p:spTree>
    <p:extLst>
      <p:ext uri="{BB962C8B-B14F-4D97-AF65-F5344CB8AC3E}">
        <p14:creationId xmlns:p14="http://schemas.microsoft.com/office/powerpoint/2010/main" val="20337526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F35C62EE-A230-40F7-A6E2-7784DE8EB742}" type="slidenum">
              <a:rPr lang="en-NL" smtClean="0"/>
              <a:t>18</a:t>
            </a:fld>
            <a:endParaRPr lang="en-NL"/>
          </a:p>
        </p:txBody>
      </p:sp>
    </p:spTree>
    <p:extLst>
      <p:ext uri="{BB962C8B-B14F-4D97-AF65-F5344CB8AC3E}">
        <p14:creationId xmlns:p14="http://schemas.microsoft.com/office/powerpoint/2010/main" val="33936360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base Schroeder phase is:</a:t>
            </a:r>
          </a:p>
          <a:p>
            <a:pPr rtl="0"/>
            <a:r>
              <a:rPr lang="en-US" sz="1200" b="0" i="0" kern="1200" dirty="0">
                <a:solidFill>
                  <a:schemeClr val="tx1"/>
                </a:solidFill>
                <a:effectLst/>
                <a:latin typeface="+mn-lt"/>
                <a:ea typeface="+mn-ea"/>
                <a:cs typeface="+mn-cs"/>
              </a:rPr>
              <a:t>phi = -pi * </a:t>
            </a:r>
            <a:r>
              <a:rPr lang="en-US" sz="1200" b="0" i="0" kern="1200" dirty="0" err="1">
                <a:solidFill>
                  <a:schemeClr val="tx1"/>
                </a:solidFill>
                <a:effectLst/>
                <a:latin typeface="+mn-lt"/>
                <a:ea typeface="+mn-ea"/>
                <a:cs typeface="+mn-cs"/>
              </a:rPr>
              <a:t>idx</a:t>
            </a:r>
            <a:r>
              <a:rPr lang="en-US" sz="1200" b="0" i="0" kern="1200" dirty="0">
                <a:solidFill>
                  <a:schemeClr val="tx1"/>
                </a:solidFill>
                <a:effectLst/>
                <a:latin typeface="+mn-lt"/>
                <a:ea typeface="+mn-ea"/>
                <a:cs typeface="+mn-cs"/>
              </a:rPr>
              <a:t> .* (idx-1) / F; </a:t>
            </a:r>
          </a:p>
          <a:p>
            <a:r>
              <a:rPr lang="en-US" sz="1200" b="0" i="0" kern="1200" dirty="0">
                <a:solidFill>
                  <a:schemeClr val="tx1"/>
                </a:solidFill>
                <a:effectLst/>
                <a:latin typeface="+mn-lt"/>
                <a:ea typeface="+mn-ea"/>
                <a:cs typeface="+mn-cs"/>
              </a:rPr>
              <a:t>Then the script adds a seed-dependent phase shift:</a:t>
            </a:r>
          </a:p>
          <a:p>
            <a:pPr rtl="0"/>
            <a:r>
              <a:rPr lang="en-US" sz="1200" b="0" i="0" kern="1200" dirty="0">
                <a:solidFill>
                  <a:schemeClr val="tx1"/>
                </a:solidFill>
                <a:effectLst/>
                <a:latin typeface="+mn-lt"/>
                <a:ea typeface="+mn-ea"/>
                <a:cs typeface="+mn-cs"/>
              </a:rPr>
              <a:t>phi = phi + 2*pi*(k*f0)*(seed-1)/(7*</a:t>
            </a:r>
            <a:r>
              <a:rPr lang="en-US" sz="1200" b="0" i="0" kern="1200" dirty="0" err="1">
                <a:solidFill>
                  <a:schemeClr val="tx1"/>
                </a:solidFill>
                <a:effectLst/>
                <a:latin typeface="+mn-lt"/>
                <a:ea typeface="+mn-ea"/>
                <a:cs typeface="+mn-cs"/>
              </a:rPr>
              <a:t>f_high</a:t>
            </a:r>
            <a:r>
              <a:rPr lang="en-US" sz="1200" b="0" i="0" kern="1200" dirty="0">
                <a:solidFill>
                  <a:schemeClr val="tx1"/>
                </a:solidFill>
                <a:effectLst/>
                <a:latin typeface="+mn-lt"/>
                <a:ea typeface="+mn-ea"/>
                <a:cs typeface="+mn-cs"/>
              </a:rPr>
              <a:t>); </a:t>
            </a:r>
          </a:p>
          <a:p>
            <a:r>
              <a:rPr lang="en-US" sz="1200" b="0" i="0" kern="1200" dirty="0">
                <a:solidFill>
                  <a:schemeClr val="tx1"/>
                </a:solidFill>
                <a:effectLst/>
                <a:latin typeface="+mn-lt"/>
                <a:ea typeface="+mn-ea"/>
                <a:cs typeface="+mn-cs"/>
              </a:rPr>
              <a:t>So the frequencies stay the same, but the phases change.</a:t>
            </a:r>
          </a:p>
          <a:p>
            <a:endParaRPr lang="en-NL" dirty="0"/>
          </a:p>
        </p:txBody>
      </p:sp>
      <p:sp>
        <p:nvSpPr>
          <p:cNvPr id="4" name="Slide Number Placeholder 3"/>
          <p:cNvSpPr>
            <a:spLocks noGrp="1"/>
          </p:cNvSpPr>
          <p:nvPr>
            <p:ph type="sldNum" sz="quarter" idx="5"/>
          </p:nvPr>
        </p:nvSpPr>
        <p:spPr/>
        <p:txBody>
          <a:bodyPr/>
          <a:lstStyle/>
          <a:p>
            <a:fld id="{F35C62EE-A230-40F7-A6E2-7784DE8EB742}" type="slidenum">
              <a:rPr lang="en-NL" smtClean="0"/>
              <a:t>19</a:t>
            </a:fld>
            <a:endParaRPr lang="en-NL"/>
          </a:p>
        </p:txBody>
      </p:sp>
    </p:spTree>
    <p:extLst>
      <p:ext uri="{BB962C8B-B14F-4D97-AF65-F5344CB8AC3E}">
        <p14:creationId xmlns:p14="http://schemas.microsoft.com/office/powerpoint/2010/main" val="23259995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Currently not using a proper method to find best segment length</a:t>
            </a:r>
          </a:p>
          <a:p>
            <a:pPr lvl="1"/>
            <a:r>
              <a:rPr lang="en-US" dirty="0"/>
              <a:t>Step response hard time because…</a:t>
            </a:r>
          </a:p>
          <a:p>
            <a:pPr lvl="1"/>
            <a:r>
              <a:rPr lang="en-US" dirty="0"/>
              <a:t>FFT not used currently</a:t>
            </a:r>
          </a:p>
          <a:p>
            <a:pPr lvl="1"/>
            <a:r>
              <a:rPr lang="en-US" dirty="0"/>
              <a:t>Planning on using FRFs instead..</a:t>
            </a:r>
            <a:endParaRPr lang="en-NL" dirty="0"/>
          </a:p>
          <a:p>
            <a:endParaRPr lang="en-NL" dirty="0"/>
          </a:p>
        </p:txBody>
      </p:sp>
      <p:sp>
        <p:nvSpPr>
          <p:cNvPr id="4" name="Slide Number Placeholder 3"/>
          <p:cNvSpPr>
            <a:spLocks noGrp="1"/>
          </p:cNvSpPr>
          <p:nvPr>
            <p:ph type="sldNum" sz="quarter" idx="5"/>
          </p:nvPr>
        </p:nvSpPr>
        <p:spPr/>
        <p:txBody>
          <a:bodyPr/>
          <a:lstStyle/>
          <a:p>
            <a:fld id="{F35C62EE-A230-40F7-A6E2-7784DE8EB742}" type="slidenum">
              <a:rPr lang="en-NL" smtClean="0"/>
              <a:t>21</a:t>
            </a:fld>
            <a:endParaRPr lang="en-NL"/>
          </a:p>
        </p:txBody>
      </p:sp>
    </p:spTree>
    <p:extLst>
      <p:ext uri="{BB962C8B-B14F-4D97-AF65-F5344CB8AC3E}">
        <p14:creationId xmlns:p14="http://schemas.microsoft.com/office/powerpoint/2010/main" val="5972912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A9B0A-21A9-11D8-6AC0-0853C7FE8D2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NL"/>
          </a:p>
        </p:txBody>
      </p:sp>
      <p:sp>
        <p:nvSpPr>
          <p:cNvPr id="3" name="Subtitle 2">
            <a:extLst>
              <a:ext uri="{FF2B5EF4-FFF2-40B4-BE49-F238E27FC236}">
                <a16:creationId xmlns:a16="http://schemas.microsoft.com/office/drawing/2014/main" id="{12E18FFD-A4E2-0D4E-7BCD-58E1748D8E4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NL"/>
          </a:p>
        </p:txBody>
      </p:sp>
      <p:sp>
        <p:nvSpPr>
          <p:cNvPr id="4" name="Date Placeholder 3">
            <a:extLst>
              <a:ext uri="{FF2B5EF4-FFF2-40B4-BE49-F238E27FC236}">
                <a16:creationId xmlns:a16="http://schemas.microsoft.com/office/drawing/2014/main" id="{8DCB645C-4A53-6DC7-25C3-9688B7178E8C}"/>
              </a:ext>
            </a:extLst>
          </p:cNvPr>
          <p:cNvSpPr>
            <a:spLocks noGrp="1"/>
          </p:cNvSpPr>
          <p:nvPr>
            <p:ph type="dt" sz="half" idx="10"/>
          </p:nvPr>
        </p:nvSpPr>
        <p:spPr/>
        <p:txBody>
          <a:bodyPr/>
          <a:lstStyle/>
          <a:p>
            <a:fld id="{488B314D-8566-407C-8138-35BC3B95AB82}" type="datetimeFigureOut">
              <a:rPr lang="en-NL" smtClean="0"/>
              <a:t>13/05/2026</a:t>
            </a:fld>
            <a:endParaRPr lang="en-NL"/>
          </a:p>
        </p:txBody>
      </p:sp>
      <p:sp>
        <p:nvSpPr>
          <p:cNvPr id="5" name="Footer Placeholder 4">
            <a:extLst>
              <a:ext uri="{FF2B5EF4-FFF2-40B4-BE49-F238E27FC236}">
                <a16:creationId xmlns:a16="http://schemas.microsoft.com/office/drawing/2014/main" id="{2A582621-D3E9-86E1-A821-53772827292D}"/>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0611C98C-0F73-A8F2-02F4-2AB4973CDAC2}"/>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8187164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50BA0-583D-0185-EE69-28099DAEC32E}"/>
              </a:ext>
            </a:extLst>
          </p:cNvPr>
          <p:cNvSpPr>
            <a:spLocks noGrp="1"/>
          </p:cNvSpPr>
          <p:nvPr>
            <p:ph type="title"/>
          </p:nvPr>
        </p:nvSpPr>
        <p:spPr/>
        <p:txBody>
          <a:bodyPr/>
          <a:lstStyle/>
          <a:p>
            <a:r>
              <a:rPr lang="en-US"/>
              <a:t>Click to edit Master title style</a:t>
            </a:r>
            <a:endParaRPr lang="en-NL"/>
          </a:p>
        </p:txBody>
      </p:sp>
      <p:sp>
        <p:nvSpPr>
          <p:cNvPr id="3" name="Content Placeholder 2">
            <a:extLst>
              <a:ext uri="{FF2B5EF4-FFF2-40B4-BE49-F238E27FC236}">
                <a16:creationId xmlns:a16="http://schemas.microsoft.com/office/drawing/2014/main" id="{E6D8891D-C30A-9834-578C-76F335D9CFF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CB586B7C-AB90-7DAA-F0EA-C7122F775E42}"/>
              </a:ext>
            </a:extLst>
          </p:cNvPr>
          <p:cNvSpPr>
            <a:spLocks noGrp="1"/>
          </p:cNvSpPr>
          <p:nvPr>
            <p:ph type="dt" sz="half" idx="10"/>
          </p:nvPr>
        </p:nvSpPr>
        <p:spPr/>
        <p:txBody>
          <a:bodyPr/>
          <a:lstStyle/>
          <a:p>
            <a:fld id="{7DB07CE9-C8DF-41DF-BDBB-830B84D62F5B}" type="datetimeFigureOut">
              <a:rPr lang="en-NL" smtClean="0"/>
              <a:t>13/05/2026</a:t>
            </a:fld>
            <a:endParaRPr lang="en-NL"/>
          </a:p>
        </p:txBody>
      </p:sp>
      <p:sp>
        <p:nvSpPr>
          <p:cNvPr id="5" name="Footer Placeholder 4">
            <a:extLst>
              <a:ext uri="{FF2B5EF4-FFF2-40B4-BE49-F238E27FC236}">
                <a16:creationId xmlns:a16="http://schemas.microsoft.com/office/drawing/2014/main" id="{BB6BD878-B8D5-9BF6-B119-CB8E2FBA6878}"/>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DC1A9D23-71DC-CC7B-17C0-5E08C967D942}"/>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35838012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655E79-0500-A1A2-6D30-0F0DFDD6001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NL"/>
          </a:p>
        </p:txBody>
      </p:sp>
      <p:sp>
        <p:nvSpPr>
          <p:cNvPr id="3" name="Text Placeholder 2">
            <a:extLst>
              <a:ext uri="{FF2B5EF4-FFF2-40B4-BE49-F238E27FC236}">
                <a16:creationId xmlns:a16="http://schemas.microsoft.com/office/drawing/2014/main" id="{05B6914D-49A9-E97D-2C4E-18FAAF7260C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AFDA4EA-60CD-56E7-0DAD-21A6159BCBB8}"/>
              </a:ext>
            </a:extLst>
          </p:cNvPr>
          <p:cNvSpPr>
            <a:spLocks noGrp="1"/>
          </p:cNvSpPr>
          <p:nvPr>
            <p:ph type="dt" sz="half" idx="10"/>
          </p:nvPr>
        </p:nvSpPr>
        <p:spPr/>
        <p:txBody>
          <a:bodyPr/>
          <a:lstStyle/>
          <a:p>
            <a:fld id="{7DB07CE9-C8DF-41DF-BDBB-830B84D62F5B}" type="datetimeFigureOut">
              <a:rPr lang="en-NL" smtClean="0"/>
              <a:t>13/05/2026</a:t>
            </a:fld>
            <a:endParaRPr lang="en-NL"/>
          </a:p>
        </p:txBody>
      </p:sp>
      <p:sp>
        <p:nvSpPr>
          <p:cNvPr id="5" name="Footer Placeholder 4">
            <a:extLst>
              <a:ext uri="{FF2B5EF4-FFF2-40B4-BE49-F238E27FC236}">
                <a16:creationId xmlns:a16="http://schemas.microsoft.com/office/drawing/2014/main" id="{C77721A8-BB79-306A-08AB-EFFF7B85E338}"/>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B6A46C38-EEEE-5592-0604-AA374F8CCAE0}"/>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14592305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A65D4E-F716-266C-EB44-F320FF044FC4}"/>
              </a:ext>
            </a:extLst>
          </p:cNvPr>
          <p:cNvSpPr>
            <a:spLocks noGrp="1"/>
          </p:cNvSpPr>
          <p:nvPr>
            <p:ph type="title"/>
          </p:nvPr>
        </p:nvSpPr>
        <p:spPr/>
        <p:txBody>
          <a:bodyPr/>
          <a:lstStyle/>
          <a:p>
            <a:r>
              <a:rPr lang="en-US"/>
              <a:t>Click to edit Master title style</a:t>
            </a:r>
            <a:endParaRPr lang="en-NL"/>
          </a:p>
        </p:txBody>
      </p:sp>
      <p:sp>
        <p:nvSpPr>
          <p:cNvPr id="3" name="Content Placeholder 2">
            <a:extLst>
              <a:ext uri="{FF2B5EF4-FFF2-40B4-BE49-F238E27FC236}">
                <a16:creationId xmlns:a16="http://schemas.microsoft.com/office/drawing/2014/main" id="{20FA0776-C324-EFAB-A946-10C85364B98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Content Placeholder 3">
            <a:extLst>
              <a:ext uri="{FF2B5EF4-FFF2-40B4-BE49-F238E27FC236}">
                <a16:creationId xmlns:a16="http://schemas.microsoft.com/office/drawing/2014/main" id="{53F9D3D4-7D3D-D1F4-CD2A-A518E546943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5" name="Date Placeholder 4">
            <a:extLst>
              <a:ext uri="{FF2B5EF4-FFF2-40B4-BE49-F238E27FC236}">
                <a16:creationId xmlns:a16="http://schemas.microsoft.com/office/drawing/2014/main" id="{CE693131-FB94-2B88-8093-B6F21E860B47}"/>
              </a:ext>
            </a:extLst>
          </p:cNvPr>
          <p:cNvSpPr>
            <a:spLocks noGrp="1"/>
          </p:cNvSpPr>
          <p:nvPr>
            <p:ph type="dt" sz="half" idx="10"/>
          </p:nvPr>
        </p:nvSpPr>
        <p:spPr/>
        <p:txBody>
          <a:bodyPr/>
          <a:lstStyle/>
          <a:p>
            <a:fld id="{7DB07CE9-C8DF-41DF-BDBB-830B84D62F5B}" type="datetimeFigureOut">
              <a:rPr lang="en-NL" smtClean="0"/>
              <a:t>13/05/2026</a:t>
            </a:fld>
            <a:endParaRPr lang="en-NL"/>
          </a:p>
        </p:txBody>
      </p:sp>
      <p:sp>
        <p:nvSpPr>
          <p:cNvPr id="6" name="Footer Placeholder 5">
            <a:extLst>
              <a:ext uri="{FF2B5EF4-FFF2-40B4-BE49-F238E27FC236}">
                <a16:creationId xmlns:a16="http://schemas.microsoft.com/office/drawing/2014/main" id="{4BD21B79-6DB2-349F-C356-71774F673FC1}"/>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185CBD36-D0DC-8F43-ACFD-1E9E357E7EB4}"/>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32678301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63BC18-D101-9213-B897-8851FE7C3D56}"/>
              </a:ext>
            </a:extLst>
          </p:cNvPr>
          <p:cNvSpPr>
            <a:spLocks noGrp="1"/>
          </p:cNvSpPr>
          <p:nvPr>
            <p:ph type="title"/>
          </p:nvPr>
        </p:nvSpPr>
        <p:spPr>
          <a:xfrm>
            <a:off x="839788" y="365125"/>
            <a:ext cx="10515600" cy="1325563"/>
          </a:xfrm>
        </p:spPr>
        <p:txBody>
          <a:bodyPr/>
          <a:lstStyle/>
          <a:p>
            <a:r>
              <a:rPr lang="en-US"/>
              <a:t>Click to edit Master title style</a:t>
            </a:r>
            <a:endParaRPr lang="en-NL"/>
          </a:p>
        </p:txBody>
      </p:sp>
      <p:sp>
        <p:nvSpPr>
          <p:cNvPr id="3" name="Text Placeholder 2">
            <a:extLst>
              <a:ext uri="{FF2B5EF4-FFF2-40B4-BE49-F238E27FC236}">
                <a16:creationId xmlns:a16="http://schemas.microsoft.com/office/drawing/2014/main" id="{325E5057-8AB1-D931-F79F-0D54E845EDE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9C2EF1A-2434-D230-33B4-D17316B77A3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5" name="Text Placeholder 4">
            <a:extLst>
              <a:ext uri="{FF2B5EF4-FFF2-40B4-BE49-F238E27FC236}">
                <a16:creationId xmlns:a16="http://schemas.microsoft.com/office/drawing/2014/main" id="{3C0C9925-AAE9-B6AC-9461-0917219EACD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74E5211-4325-D275-EE19-9984E66A821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7" name="Date Placeholder 6">
            <a:extLst>
              <a:ext uri="{FF2B5EF4-FFF2-40B4-BE49-F238E27FC236}">
                <a16:creationId xmlns:a16="http://schemas.microsoft.com/office/drawing/2014/main" id="{457FEE0D-2772-4FE7-99AD-4C1D3AC628AD}"/>
              </a:ext>
            </a:extLst>
          </p:cNvPr>
          <p:cNvSpPr>
            <a:spLocks noGrp="1"/>
          </p:cNvSpPr>
          <p:nvPr>
            <p:ph type="dt" sz="half" idx="10"/>
          </p:nvPr>
        </p:nvSpPr>
        <p:spPr/>
        <p:txBody>
          <a:bodyPr/>
          <a:lstStyle/>
          <a:p>
            <a:fld id="{7DB07CE9-C8DF-41DF-BDBB-830B84D62F5B}" type="datetimeFigureOut">
              <a:rPr lang="en-NL" smtClean="0"/>
              <a:t>13/05/2026</a:t>
            </a:fld>
            <a:endParaRPr lang="en-NL"/>
          </a:p>
        </p:txBody>
      </p:sp>
      <p:sp>
        <p:nvSpPr>
          <p:cNvPr id="8" name="Footer Placeholder 7">
            <a:extLst>
              <a:ext uri="{FF2B5EF4-FFF2-40B4-BE49-F238E27FC236}">
                <a16:creationId xmlns:a16="http://schemas.microsoft.com/office/drawing/2014/main" id="{993169B9-CD5B-369C-DBC2-925297EB21EB}"/>
              </a:ext>
            </a:extLst>
          </p:cNvPr>
          <p:cNvSpPr>
            <a:spLocks noGrp="1"/>
          </p:cNvSpPr>
          <p:nvPr>
            <p:ph type="ftr" sz="quarter" idx="11"/>
          </p:nvPr>
        </p:nvSpPr>
        <p:spPr/>
        <p:txBody>
          <a:bodyPr/>
          <a:lstStyle/>
          <a:p>
            <a:endParaRPr lang="en-NL"/>
          </a:p>
        </p:txBody>
      </p:sp>
      <p:sp>
        <p:nvSpPr>
          <p:cNvPr id="9" name="Slide Number Placeholder 8">
            <a:extLst>
              <a:ext uri="{FF2B5EF4-FFF2-40B4-BE49-F238E27FC236}">
                <a16:creationId xmlns:a16="http://schemas.microsoft.com/office/drawing/2014/main" id="{3E0BA7D5-A78A-09BB-A363-994BD9A02F46}"/>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28698023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9777B-F5E7-C08C-590D-ACFBE4C45424}"/>
              </a:ext>
            </a:extLst>
          </p:cNvPr>
          <p:cNvSpPr>
            <a:spLocks noGrp="1"/>
          </p:cNvSpPr>
          <p:nvPr>
            <p:ph type="title"/>
          </p:nvPr>
        </p:nvSpPr>
        <p:spPr/>
        <p:txBody>
          <a:bodyPr/>
          <a:lstStyle/>
          <a:p>
            <a:r>
              <a:rPr lang="en-US"/>
              <a:t>Click to edit Master title style</a:t>
            </a:r>
            <a:endParaRPr lang="en-NL"/>
          </a:p>
        </p:txBody>
      </p:sp>
      <p:sp>
        <p:nvSpPr>
          <p:cNvPr id="3" name="Date Placeholder 2">
            <a:extLst>
              <a:ext uri="{FF2B5EF4-FFF2-40B4-BE49-F238E27FC236}">
                <a16:creationId xmlns:a16="http://schemas.microsoft.com/office/drawing/2014/main" id="{300CC399-4A6B-4593-9E74-B6F8CA3DC207}"/>
              </a:ext>
            </a:extLst>
          </p:cNvPr>
          <p:cNvSpPr>
            <a:spLocks noGrp="1"/>
          </p:cNvSpPr>
          <p:nvPr>
            <p:ph type="dt" sz="half" idx="10"/>
          </p:nvPr>
        </p:nvSpPr>
        <p:spPr/>
        <p:txBody>
          <a:bodyPr/>
          <a:lstStyle/>
          <a:p>
            <a:fld id="{7DB07CE9-C8DF-41DF-BDBB-830B84D62F5B}" type="datetimeFigureOut">
              <a:rPr lang="en-NL" smtClean="0"/>
              <a:t>13/05/2026</a:t>
            </a:fld>
            <a:endParaRPr lang="en-NL"/>
          </a:p>
        </p:txBody>
      </p:sp>
      <p:sp>
        <p:nvSpPr>
          <p:cNvPr id="4" name="Footer Placeholder 3">
            <a:extLst>
              <a:ext uri="{FF2B5EF4-FFF2-40B4-BE49-F238E27FC236}">
                <a16:creationId xmlns:a16="http://schemas.microsoft.com/office/drawing/2014/main" id="{48EE88BE-564F-9BC9-D256-883FCC2992C9}"/>
              </a:ext>
            </a:extLst>
          </p:cNvPr>
          <p:cNvSpPr>
            <a:spLocks noGrp="1"/>
          </p:cNvSpPr>
          <p:nvPr>
            <p:ph type="ftr" sz="quarter" idx="11"/>
          </p:nvPr>
        </p:nvSpPr>
        <p:spPr/>
        <p:txBody>
          <a:bodyPr/>
          <a:lstStyle/>
          <a:p>
            <a:endParaRPr lang="en-NL"/>
          </a:p>
        </p:txBody>
      </p:sp>
      <p:sp>
        <p:nvSpPr>
          <p:cNvPr id="5" name="Slide Number Placeholder 4">
            <a:extLst>
              <a:ext uri="{FF2B5EF4-FFF2-40B4-BE49-F238E27FC236}">
                <a16:creationId xmlns:a16="http://schemas.microsoft.com/office/drawing/2014/main" id="{A197D54D-0C50-C773-E94C-9E2D30D9305C}"/>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27452653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6994506-3D43-84EA-E881-39D633077381}"/>
              </a:ext>
            </a:extLst>
          </p:cNvPr>
          <p:cNvSpPr>
            <a:spLocks noGrp="1"/>
          </p:cNvSpPr>
          <p:nvPr>
            <p:ph type="dt" sz="half" idx="10"/>
          </p:nvPr>
        </p:nvSpPr>
        <p:spPr/>
        <p:txBody>
          <a:bodyPr/>
          <a:lstStyle/>
          <a:p>
            <a:fld id="{7DB07CE9-C8DF-41DF-BDBB-830B84D62F5B}" type="datetimeFigureOut">
              <a:rPr lang="en-NL" smtClean="0"/>
              <a:t>13/05/2026</a:t>
            </a:fld>
            <a:endParaRPr lang="en-NL"/>
          </a:p>
        </p:txBody>
      </p:sp>
      <p:sp>
        <p:nvSpPr>
          <p:cNvPr id="3" name="Footer Placeholder 2">
            <a:extLst>
              <a:ext uri="{FF2B5EF4-FFF2-40B4-BE49-F238E27FC236}">
                <a16:creationId xmlns:a16="http://schemas.microsoft.com/office/drawing/2014/main" id="{981C55CA-8DBE-9019-86DA-AEBED897E0C9}"/>
              </a:ext>
            </a:extLst>
          </p:cNvPr>
          <p:cNvSpPr>
            <a:spLocks noGrp="1"/>
          </p:cNvSpPr>
          <p:nvPr>
            <p:ph type="ftr" sz="quarter" idx="11"/>
          </p:nvPr>
        </p:nvSpPr>
        <p:spPr/>
        <p:txBody>
          <a:bodyPr/>
          <a:lstStyle/>
          <a:p>
            <a:endParaRPr lang="en-NL"/>
          </a:p>
        </p:txBody>
      </p:sp>
      <p:sp>
        <p:nvSpPr>
          <p:cNvPr id="4" name="Slide Number Placeholder 3">
            <a:extLst>
              <a:ext uri="{FF2B5EF4-FFF2-40B4-BE49-F238E27FC236}">
                <a16:creationId xmlns:a16="http://schemas.microsoft.com/office/drawing/2014/main" id="{2159772A-9555-52DB-D4E9-75AF3C15D25A}"/>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18742203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0D3A6E-DBBE-812E-85F2-A38B5249BAF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L"/>
          </a:p>
        </p:txBody>
      </p:sp>
      <p:sp>
        <p:nvSpPr>
          <p:cNvPr id="3" name="Content Placeholder 2">
            <a:extLst>
              <a:ext uri="{FF2B5EF4-FFF2-40B4-BE49-F238E27FC236}">
                <a16:creationId xmlns:a16="http://schemas.microsoft.com/office/drawing/2014/main" id="{5AFB2DEC-7E11-7FE1-3C8F-AB40257CCC6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Text Placeholder 3">
            <a:extLst>
              <a:ext uri="{FF2B5EF4-FFF2-40B4-BE49-F238E27FC236}">
                <a16:creationId xmlns:a16="http://schemas.microsoft.com/office/drawing/2014/main" id="{CA67515C-82D6-C8CD-79FD-0E6A1C9B19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208F352-32B7-00FA-4DA5-12E23612C097}"/>
              </a:ext>
            </a:extLst>
          </p:cNvPr>
          <p:cNvSpPr>
            <a:spLocks noGrp="1"/>
          </p:cNvSpPr>
          <p:nvPr>
            <p:ph type="dt" sz="half" idx="10"/>
          </p:nvPr>
        </p:nvSpPr>
        <p:spPr/>
        <p:txBody>
          <a:bodyPr/>
          <a:lstStyle/>
          <a:p>
            <a:fld id="{7DB07CE9-C8DF-41DF-BDBB-830B84D62F5B}" type="datetimeFigureOut">
              <a:rPr lang="en-NL" smtClean="0"/>
              <a:t>13/05/2026</a:t>
            </a:fld>
            <a:endParaRPr lang="en-NL"/>
          </a:p>
        </p:txBody>
      </p:sp>
      <p:sp>
        <p:nvSpPr>
          <p:cNvPr id="6" name="Footer Placeholder 5">
            <a:extLst>
              <a:ext uri="{FF2B5EF4-FFF2-40B4-BE49-F238E27FC236}">
                <a16:creationId xmlns:a16="http://schemas.microsoft.com/office/drawing/2014/main" id="{77D78EF5-AAF6-9556-0DA1-762E1477F249}"/>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F23A06DC-6CC1-26FA-41F2-FA573F7A3579}"/>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35876782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E5C77B-CBEF-A395-D0FA-1C65A9CE29D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L"/>
          </a:p>
        </p:txBody>
      </p:sp>
      <p:sp>
        <p:nvSpPr>
          <p:cNvPr id="3" name="Picture Placeholder 2">
            <a:extLst>
              <a:ext uri="{FF2B5EF4-FFF2-40B4-BE49-F238E27FC236}">
                <a16:creationId xmlns:a16="http://schemas.microsoft.com/office/drawing/2014/main" id="{E3E17272-008C-028F-3164-75FD0D3FA47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L"/>
          </a:p>
        </p:txBody>
      </p:sp>
      <p:sp>
        <p:nvSpPr>
          <p:cNvPr id="4" name="Text Placeholder 3">
            <a:extLst>
              <a:ext uri="{FF2B5EF4-FFF2-40B4-BE49-F238E27FC236}">
                <a16:creationId xmlns:a16="http://schemas.microsoft.com/office/drawing/2014/main" id="{6FCEFC27-BE0A-B312-4CAE-0D22A173EF8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F841F1B-BF0C-E7EE-C200-6ACDD52E8532}"/>
              </a:ext>
            </a:extLst>
          </p:cNvPr>
          <p:cNvSpPr>
            <a:spLocks noGrp="1"/>
          </p:cNvSpPr>
          <p:nvPr>
            <p:ph type="dt" sz="half" idx="10"/>
          </p:nvPr>
        </p:nvSpPr>
        <p:spPr/>
        <p:txBody>
          <a:bodyPr/>
          <a:lstStyle/>
          <a:p>
            <a:fld id="{7DB07CE9-C8DF-41DF-BDBB-830B84D62F5B}" type="datetimeFigureOut">
              <a:rPr lang="en-NL" smtClean="0"/>
              <a:t>13/05/2026</a:t>
            </a:fld>
            <a:endParaRPr lang="en-NL"/>
          </a:p>
        </p:txBody>
      </p:sp>
      <p:sp>
        <p:nvSpPr>
          <p:cNvPr id="6" name="Footer Placeholder 5">
            <a:extLst>
              <a:ext uri="{FF2B5EF4-FFF2-40B4-BE49-F238E27FC236}">
                <a16:creationId xmlns:a16="http://schemas.microsoft.com/office/drawing/2014/main" id="{E33DBEA7-5C08-D5DF-326D-402497EEC0EB}"/>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128AB07C-EC9D-1E6E-88BF-08CF4DC29F79}"/>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23134194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C2113-B4D5-3AA6-7F42-D0DF7E554A28}"/>
              </a:ext>
            </a:extLst>
          </p:cNvPr>
          <p:cNvSpPr>
            <a:spLocks noGrp="1"/>
          </p:cNvSpPr>
          <p:nvPr>
            <p:ph type="title"/>
          </p:nvPr>
        </p:nvSpPr>
        <p:spPr/>
        <p:txBody>
          <a:bodyPr/>
          <a:lstStyle/>
          <a:p>
            <a:r>
              <a:rPr lang="en-US"/>
              <a:t>Click to edit Master title style</a:t>
            </a:r>
            <a:endParaRPr lang="en-NL"/>
          </a:p>
        </p:txBody>
      </p:sp>
      <p:sp>
        <p:nvSpPr>
          <p:cNvPr id="3" name="Vertical Text Placeholder 2">
            <a:extLst>
              <a:ext uri="{FF2B5EF4-FFF2-40B4-BE49-F238E27FC236}">
                <a16:creationId xmlns:a16="http://schemas.microsoft.com/office/drawing/2014/main" id="{327AC1B1-B636-EC3C-8268-7CF0D78B63F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13308ECA-F03E-2322-8AB9-FF1B3570AC0C}"/>
              </a:ext>
            </a:extLst>
          </p:cNvPr>
          <p:cNvSpPr>
            <a:spLocks noGrp="1"/>
          </p:cNvSpPr>
          <p:nvPr>
            <p:ph type="dt" sz="half" idx="10"/>
          </p:nvPr>
        </p:nvSpPr>
        <p:spPr/>
        <p:txBody>
          <a:bodyPr/>
          <a:lstStyle/>
          <a:p>
            <a:fld id="{7DB07CE9-C8DF-41DF-BDBB-830B84D62F5B}" type="datetimeFigureOut">
              <a:rPr lang="en-NL" smtClean="0"/>
              <a:t>13/05/2026</a:t>
            </a:fld>
            <a:endParaRPr lang="en-NL"/>
          </a:p>
        </p:txBody>
      </p:sp>
      <p:sp>
        <p:nvSpPr>
          <p:cNvPr id="5" name="Footer Placeholder 4">
            <a:extLst>
              <a:ext uri="{FF2B5EF4-FFF2-40B4-BE49-F238E27FC236}">
                <a16:creationId xmlns:a16="http://schemas.microsoft.com/office/drawing/2014/main" id="{0A560E39-73E9-DBC5-E7A0-57B5094635D8}"/>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91BBA569-67AF-6D26-BB44-6C9DA6C33646}"/>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19157859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980FA20-7E26-5811-0F8E-E937CD7F6C3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NL"/>
          </a:p>
        </p:txBody>
      </p:sp>
      <p:sp>
        <p:nvSpPr>
          <p:cNvPr id="3" name="Vertical Text Placeholder 2">
            <a:extLst>
              <a:ext uri="{FF2B5EF4-FFF2-40B4-BE49-F238E27FC236}">
                <a16:creationId xmlns:a16="http://schemas.microsoft.com/office/drawing/2014/main" id="{CBC0AB59-9859-7F7C-9F9C-9BFEA1EF0FF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C6583E10-4C21-18B0-80CE-477CC93505A1}"/>
              </a:ext>
            </a:extLst>
          </p:cNvPr>
          <p:cNvSpPr>
            <a:spLocks noGrp="1"/>
          </p:cNvSpPr>
          <p:nvPr>
            <p:ph type="dt" sz="half" idx="10"/>
          </p:nvPr>
        </p:nvSpPr>
        <p:spPr/>
        <p:txBody>
          <a:bodyPr/>
          <a:lstStyle/>
          <a:p>
            <a:fld id="{7DB07CE9-C8DF-41DF-BDBB-830B84D62F5B}" type="datetimeFigureOut">
              <a:rPr lang="en-NL" smtClean="0"/>
              <a:t>13/05/2026</a:t>
            </a:fld>
            <a:endParaRPr lang="en-NL"/>
          </a:p>
        </p:txBody>
      </p:sp>
      <p:sp>
        <p:nvSpPr>
          <p:cNvPr id="5" name="Footer Placeholder 4">
            <a:extLst>
              <a:ext uri="{FF2B5EF4-FFF2-40B4-BE49-F238E27FC236}">
                <a16:creationId xmlns:a16="http://schemas.microsoft.com/office/drawing/2014/main" id="{38CB85F3-CF9A-29D5-DEA3-31B6193373A6}"/>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E6122B00-4173-AFD9-EDBF-57D15872F595}"/>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13184553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64814AA-CC4F-26EF-0940-42AD31BA469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NL"/>
          </a:p>
        </p:txBody>
      </p:sp>
      <p:sp>
        <p:nvSpPr>
          <p:cNvPr id="3" name="Text Placeholder 2">
            <a:extLst>
              <a:ext uri="{FF2B5EF4-FFF2-40B4-BE49-F238E27FC236}">
                <a16:creationId xmlns:a16="http://schemas.microsoft.com/office/drawing/2014/main" id="{498EE76C-C9DD-829C-0E04-FD727D93688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EEA92AA8-31FA-1538-0020-A6770000A69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DB07CE9-C8DF-41DF-BDBB-830B84D62F5B}" type="datetimeFigureOut">
              <a:rPr lang="en-NL" smtClean="0"/>
              <a:t>13/05/2026</a:t>
            </a:fld>
            <a:endParaRPr lang="en-NL"/>
          </a:p>
        </p:txBody>
      </p:sp>
      <p:sp>
        <p:nvSpPr>
          <p:cNvPr id="5" name="Footer Placeholder 4">
            <a:extLst>
              <a:ext uri="{FF2B5EF4-FFF2-40B4-BE49-F238E27FC236}">
                <a16:creationId xmlns:a16="http://schemas.microsoft.com/office/drawing/2014/main" id="{852936D0-EF18-388D-6CDB-4886CBEB095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NL"/>
          </a:p>
        </p:txBody>
      </p:sp>
      <p:sp>
        <p:nvSpPr>
          <p:cNvPr id="6" name="Slide Number Placeholder 5">
            <a:extLst>
              <a:ext uri="{FF2B5EF4-FFF2-40B4-BE49-F238E27FC236}">
                <a16:creationId xmlns:a16="http://schemas.microsoft.com/office/drawing/2014/main" id="{3600218A-4CD5-B355-2F90-F63E2428D7F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A9C285A-41FD-47C8-9B13-D40BAB452FEE}" type="slidenum">
              <a:rPr lang="en-NL" smtClean="0"/>
              <a:t>‹#›</a:t>
            </a:fld>
            <a:endParaRPr lang="en-NL"/>
          </a:p>
        </p:txBody>
      </p:sp>
    </p:spTree>
    <p:extLst>
      <p:ext uri="{BB962C8B-B14F-4D97-AF65-F5344CB8AC3E}">
        <p14:creationId xmlns:p14="http://schemas.microsoft.com/office/powerpoint/2010/main" val="3808427065"/>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653051-3B05-993F-5508-EF54849D3150}"/>
              </a:ext>
            </a:extLst>
          </p:cNvPr>
          <p:cNvSpPr>
            <a:spLocks noGrp="1"/>
          </p:cNvSpPr>
          <p:nvPr>
            <p:ph type="title"/>
          </p:nvPr>
        </p:nvSpPr>
        <p:spPr/>
        <p:txBody>
          <a:bodyPr/>
          <a:lstStyle/>
          <a:p>
            <a:r>
              <a:rPr lang="en-US" dirty="0"/>
              <a:t>Meeting Week 15</a:t>
            </a:r>
            <a:endParaRPr lang="en-NL" dirty="0"/>
          </a:p>
        </p:txBody>
      </p:sp>
      <p:sp>
        <p:nvSpPr>
          <p:cNvPr id="3" name="Content Placeholder 2">
            <a:extLst>
              <a:ext uri="{FF2B5EF4-FFF2-40B4-BE49-F238E27FC236}">
                <a16:creationId xmlns:a16="http://schemas.microsoft.com/office/drawing/2014/main" id="{F5F4B137-3180-E1F5-F1A5-4BF8DAF3DC7C}"/>
              </a:ext>
            </a:extLst>
          </p:cNvPr>
          <p:cNvSpPr>
            <a:spLocks noGrp="1"/>
          </p:cNvSpPr>
          <p:nvPr>
            <p:ph idx="1"/>
          </p:nvPr>
        </p:nvSpPr>
        <p:spPr/>
        <p:txBody>
          <a:bodyPr/>
          <a:lstStyle/>
          <a:p>
            <a:r>
              <a:rPr lang="en-US" dirty="0"/>
              <a:t>Parameter recovery</a:t>
            </a:r>
          </a:p>
          <a:p>
            <a:pPr lvl="1"/>
            <a:r>
              <a:rPr lang="en-US" dirty="0"/>
              <a:t>The system matches the model exactly </a:t>
            </a:r>
          </a:p>
          <a:p>
            <a:pPr lvl="2"/>
            <a:r>
              <a:rPr lang="en-US" dirty="0"/>
              <a:t>Only difference the parameters of the model are detuned with + / - 10% </a:t>
            </a:r>
          </a:p>
          <a:p>
            <a:r>
              <a:rPr lang="en-US" dirty="0"/>
              <a:t>Experiment</a:t>
            </a:r>
          </a:p>
          <a:p>
            <a:pPr lvl="1"/>
            <a:r>
              <a:rPr lang="en-US" dirty="0"/>
              <a:t>Trajectories without </a:t>
            </a:r>
            <a:r>
              <a:rPr lang="en-US" dirty="0" err="1"/>
              <a:t>multisine</a:t>
            </a:r>
            <a:endParaRPr lang="en-US" dirty="0"/>
          </a:p>
          <a:p>
            <a:pPr lvl="2"/>
            <a:r>
              <a:rPr lang="en-US" dirty="0"/>
              <a:t>Are able to recover the parameters</a:t>
            </a:r>
          </a:p>
          <a:p>
            <a:pPr lvl="1"/>
            <a:r>
              <a:rPr lang="en-US" dirty="0"/>
              <a:t>Current problem:</a:t>
            </a:r>
          </a:p>
          <a:p>
            <a:pPr lvl="2"/>
            <a:r>
              <a:rPr lang="en-US" dirty="0"/>
              <a:t>Adding </a:t>
            </a:r>
            <a:r>
              <a:rPr lang="en-US" dirty="0" err="1"/>
              <a:t>multisines</a:t>
            </a:r>
            <a:r>
              <a:rPr lang="en-US" dirty="0"/>
              <a:t> on top of the current trajectories</a:t>
            </a:r>
          </a:p>
          <a:p>
            <a:pPr lvl="1"/>
            <a:endParaRPr lang="en-NL" dirty="0"/>
          </a:p>
        </p:txBody>
      </p:sp>
    </p:spTree>
    <p:extLst>
      <p:ext uri="{BB962C8B-B14F-4D97-AF65-F5344CB8AC3E}">
        <p14:creationId xmlns:p14="http://schemas.microsoft.com/office/powerpoint/2010/main" val="41262217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8FBAAB-E079-0BAA-CC32-E81A3784AA48}"/>
              </a:ext>
            </a:extLst>
          </p:cNvPr>
          <p:cNvSpPr>
            <a:spLocks noGrp="1"/>
          </p:cNvSpPr>
          <p:nvPr>
            <p:ph type="title"/>
          </p:nvPr>
        </p:nvSpPr>
        <p:spPr/>
        <p:txBody>
          <a:bodyPr/>
          <a:lstStyle/>
          <a:p>
            <a:r>
              <a:rPr lang="en-US" dirty="0"/>
              <a:t>Trajectories</a:t>
            </a:r>
            <a:endParaRPr lang="en-NL" dirty="0"/>
          </a:p>
        </p:txBody>
      </p:sp>
      <p:sp>
        <p:nvSpPr>
          <p:cNvPr id="3" name="Content Placeholder 2">
            <a:extLst>
              <a:ext uri="{FF2B5EF4-FFF2-40B4-BE49-F238E27FC236}">
                <a16:creationId xmlns:a16="http://schemas.microsoft.com/office/drawing/2014/main" id="{A4D8DD60-574F-F7CA-E03B-756CD6172FE8}"/>
              </a:ext>
            </a:extLst>
          </p:cNvPr>
          <p:cNvSpPr>
            <a:spLocks noGrp="1"/>
          </p:cNvSpPr>
          <p:nvPr>
            <p:ph idx="1"/>
          </p:nvPr>
        </p:nvSpPr>
        <p:spPr/>
        <p:txBody>
          <a:bodyPr/>
          <a:lstStyle/>
          <a:p>
            <a:r>
              <a:rPr lang="en-US" dirty="0"/>
              <a:t>The different modes concept is taken from </a:t>
            </a:r>
            <a:r>
              <a:rPr lang="en-US" dirty="0" err="1"/>
              <a:t>Garciá</a:t>
            </a:r>
            <a:r>
              <a:rPr lang="en-US" dirty="0"/>
              <a:t> </a:t>
            </a:r>
          </a:p>
        </p:txBody>
      </p:sp>
      <p:grpSp>
        <p:nvGrpSpPr>
          <p:cNvPr id="7" name="Group 6">
            <a:extLst>
              <a:ext uri="{FF2B5EF4-FFF2-40B4-BE49-F238E27FC236}">
                <a16:creationId xmlns:a16="http://schemas.microsoft.com/office/drawing/2014/main" id="{72B4667B-0446-43F8-6F56-0C4759AF5093}"/>
              </a:ext>
            </a:extLst>
          </p:cNvPr>
          <p:cNvGrpSpPr/>
          <p:nvPr/>
        </p:nvGrpSpPr>
        <p:grpSpPr>
          <a:xfrm>
            <a:off x="661220" y="2562685"/>
            <a:ext cx="10515600" cy="3081030"/>
            <a:chOff x="912058" y="3749317"/>
            <a:chExt cx="9345329" cy="2562583"/>
          </a:xfrm>
        </p:grpSpPr>
        <p:pic>
          <p:nvPicPr>
            <p:cNvPr id="5" name="Picture 4">
              <a:extLst>
                <a:ext uri="{FF2B5EF4-FFF2-40B4-BE49-F238E27FC236}">
                  <a16:creationId xmlns:a16="http://schemas.microsoft.com/office/drawing/2014/main" id="{5C4FBB8D-2414-5359-435A-5D673FA2E82B}"/>
                </a:ext>
              </a:extLst>
            </p:cNvPr>
            <p:cNvPicPr>
              <a:picLocks noChangeAspect="1"/>
            </p:cNvPicPr>
            <p:nvPr/>
          </p:nvPicPr>
          <p:blipFill>
            <a:blip r:embed="rId2"/>
            <a:stretch>
              <a:fillRect/>
            </a:stretch>
          </p:blipFill>
          <p:spPr>
            <a:xfrm>
              <a:off x="912058" y="3749317"/>
              <a:ext cx="9345329" cy="2562583"/>
            </a:xfrm>
            <a:prstGeom prst="rect">
              <a:avLst/>
            </a:prstGeom>
            <a:solidFill>
              <a:schemeClr val="bg1"/>
            </a:solidFill>
            <a:ln>
              <a:solidFill>
                <a:schemeClr val="bg1"/>
              </a:solidFill>
            </a:ln>
          </p:spPr>
        </p:pic>
        <p:sp>
          <p:nvSpPr>
            <p:cNvPr id="6" name="Rectangle 5">
              <a:extLst>
                <a:ext uri="{FF2B5EF4-FFF2-40B4-BE49-F238E27FC236}">
                  <a16:creationId xmlns:a16="http://schemas.microsoft.com/office/drawing/2014/main" id="{6B169A72-2D44-C45F-45F9-0DC5202A6571}"/>
                </a:ext>
              </a:extLst>
            </p:cNvPr>
            <p:cNvSpPr/>
            <p:nvPr/>
          </p:nvSpPr>
          <p:spPr>
            <a:xfrm>
              <a:off x="9419303" y="4532671"/>
              <a:ext cx="717755" cy="55060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grpSp>
    </p:spTree>
    <p:extLst>
      <p:ext uri="{BB962C8B-B14F-4D97-AF65-F5344CB8AC3E}">
        <p14:creationId xmlns:p14="http://schemas.microsoft.com/office/powerpoint/2010/main" val="19093242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A13DE7-36B3-2746-CD0C-1321C04A00C7}"/>
              </a:ext>
            </a:extLst>
          </p:cNvPr>
          <p:cNvSpPr>
            <a:spLocks noGrp="1"/>
          </p:cNvSpPr>
          <p:nvPr>
            <p:ph type="title"/>
          </p:nvPr>
        </p:nvSpPr>
        <p:spPr/>
        <p:txBody>
          <a:bodyPr/>
          <a:lstStyle/>
          <a:p>
            <a:r>
              <a:rPr lang="en-US" dirty="0"/>
              <a:t>Trajectories</a:t>
            </a:r>
            <a:endParaRPr lang="en-NL" dirty="0"/>
          </a:p>
        </p:txBody>
      </p:sp>
      <p:sp>
        <p:nvSpPr>
          <p:cNvPr id="3" name="Content Placeholder 2">
            <a:extLst>
              <a:ext uri="{FF2B5EF4-FFF2-40B4-BE49-F238E27FC236}">
                <a16:creationId xmlns:a16="http://schemas.microsoft.com/office/drawing/2014/main" id="{B8CD1321-325E-2BAA-B65A-1FCDDE223FBB}"/>
              </a:ext>
            </a:extLst>
          </p:cNvPr>
          <p:cNvSpPr>
            <a:spLocks noGrp="1"/>
          </p:cNvSpPr>
          <p:nvPr>
            <p:ph idx="1"/>
          </p:nvPr>
        </p:nvSpPr>
        <p:spPr>
          <a:xfrm>
            <a:off x="838200" y="6179292"/>
            <a:ext cx="10515600" cy="4351338"/>
          </a:xfrm>
        </p:spPr>
        <p:txBody>
          <a:bodyPr/>
          <a:lstStyle/>
          <a:p>
            <a:r>
              <a:rPr lang="en-US" dirty="0"/>
              <a:t>Note: T8, X moves in the same direction, but also creates an offset</a:t>
            </a:r>
            <a:endParaRPr lang="en-NL" dirty="0"/>
          </a:p>
        </p:txBody>
      </p:sp>
      <p:pic>
        <p:nvPicPr>
          <p:cNvPr id="5" name="Picture 4">
            <a:extLst>
              <a:ext uri="{FF2B5EF4-FFF2-40B4-BE49-F238E27FC236}">
                <a16:creationId xmlns:a16="http://schemas.microsoft.com/office/drawing/2014/main" id="{26CEF05D-9A18-9013-E8A6-2A98C95A5D8D}"/>
              </a:ext>
            </a:extLst>
          </p:cNvPr>
          <p:cNvPicPr>
            <a:picLocks noChangeAspect="1"/>
          </p:cNvPicPr>
          <p:nvPr/>
        </p:nvPicPr>
        <p:blipFill>
          <a:blip r:embed="rId3"/>
          <a:stretch>
            <a:fillRect/>
          </a:stretch>
        </p:blipFill>
        <p:spPr>
          <a:xfrm>
            <a:off x="687742" y="1358606"/>
            <a:ext cx="10324904" cy="4820686"/>
          </a:xfrm>
          <a:prstGeom prst="rect">
            <a:avLst/>
          </a:prstGeom>
        </p:spPr>
      </p:pic>
    </p:spTree>
    <p:extLst>
      <p:ext uri="{BB962C8B-B14F-4D97-AF65-F5344CB8AC3E}">
        <p14:creationId xmlns:p14="http://schemas.microsoft.com/office/powerpoint/2010/main" val="1842896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253A6-3373-D69D-46F9-AFDE8CC1E6F6}"/>
              </a:ext>
            </a:extLst>
          </p:cNvPr>
          <p:cNvSpPr>
            <a:spLocks noGrp="1"/>
          </p:cNvSpPr>
          <p:nvPr>
            <p:ph type="title"/>
          </p:nvPr>
        </p:nvSpPr>
        <p:spPr/>
        <p:txBody>
          <a:bodyPr/>
          <a:lstStyle/>
          <a:p>
            <a:r>
              <a:rPr lang="en-US" dirty="0"/>
              <a:t>Trajectories</a:t>
            </a:r>
            <a:endParaRPr lang="en-NL" dirty="0"/>
          </a:p>
        </p:txBody>
      </p:sp>
      <p:sp>
        <p:nvSpPr>
          <p:cNvPr id="3" name="Content Placeholder 2">
            <a:extLst>
              <a:ext uri="{FF2B5EF4-FFF2-40B4-BE49-F238E27FC236}">
                <a16:creationId xmlns:a16="http://schemas.microsoft.com/office/drawing/2014/main" id="{490A4FD3-45C8-8B94-79EA-D10280151318}"/>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0C85CBE4-584F-45CC-EC8D-86204088A814}"/>
              </a:ext>
            </a:extLst>
          </p:cNvPr>
          <p:cNvPicPr>
            <a:picLocks noChangeAspect="1"/>
          </p:cNvPicPr>
          <p:nvPr/>
        </p:nvPicPr>
        <p:blipFill>
          <a:blip r:embed="rId2"/>
          <a:stretch>
            <a:fillRect/>
          </a:stretch>
        </p:blipFill>
        <p:spPr>
          <a:xfrm>
            <a:off x="-20991" y="2521014"/>
            <a:ext cx="12212991" cy="2346746"/>
          </a:xfrm>
          <a:prstGeom prst="rect">
            <a:avLst/>
          </a:prstGeom>
        </p:spPr>
      </p:pic>
    </p:spTree>
    <p:extLst>
      <p:ext uri="{BB962C8B-B14F-4D97-AF65-F5344CB8AC3E}">
        <p14:creationId xmlns:p14="http://schemas.microsoft.com/office/powerpoint/2010/main" val="19599934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747CA5-9AD8-63A1-1470-CB609BFE96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FB5B70-4BE5-4C25-129D-CF0EC61A7FD4}"/>
              </a:ext>
            </a:extLst>
          </p:cNvPr>
          <p:cNvSpPr>
            <a:spLocks noGrp="1"/>
          </p:cNvSpPr>
          <p:nvPr>
            <p:ph type="title"/>
          </p:nvPr>
        </p:nvSpPr>
        <p:spPr/>
        <p:txBody>
          <a:bodyPr/>
          <a:lstStyle/>
          <a:p>
            <a:r>
              <a:rPr lang="en-US" dirty="0"/>
              <a:t>Trajectory – parameter recovery</a:t>
            </a:r>
            <a:endParaRPr lang="en-NL" dirty="0"/>
          </a:p>
        </p:txBody>
      </p:sp>
      <p:sp>
        <p:nvSpPr>
          <p:cNvPr id="3" name="Content Placeholder 2">
            <a:extLst>
              <a:ext uri="{FF2B5EF4-FFF2-40B4-BE49-F238E27FC236}">
                <a16:creationId xmlns:a16="http://schemas.microsoft.com/office/drawing/2014/main" id="{B1077DF2-77ED-67BF-7152-DF428570ADC3}"/>
              </a:ext>
            </a:extLst>
          </p:cNvPr>
          <p:cNvSpPr>
            <a:spLocks noGrp="1"/>
          </p:cNvSpPr>
          <p:nvPr>
            <p:ph idx="1"/>
          </p:nvPr>
        </p:nvSpPr>
        <p:spPr/>
        <p:txBody>
          <a:bodyPr/>
          <a:lstStyle/>
          <a:p>
            <a:r>
              <a:rPr lang="en-US" dirty="0"/>
              <a:t>Out of 1500 epochs, best validation RMSE for epoch 660</a:t>
            </a:r>
            <a:endParaRPr lang="en-NL" dirty="0"/>
          </a:p>
        </p:txBody>
      </p:sp>
      <p:pic>
        <p:nvPicPr>
          <p:cNvPr id="5" name="Picture 4">
            <a:extLst>
              <a:ext uri="{FF2B5EF4-FFF2-40B4-BE49-F238E27FC236}">
                <a16:creationId xmlns:a16="http://schemas.microsoft.com/office/drawing/2014/main" id="{C5BEC092-6955-6AF2-9F17-F479A947133A}"/>
              </a:ext>
            </a:extLst>
          </p:cNvPr>
          <p:cNvPicPr>
            <a:picLocks noChangeAspect="1"/>
          </p:cNvPicPr>
          <p:nvPr/>
        </p:nvPicPr>
        <p:blipFill>
          <a:blip r:embed="rId2"/>
          <a:srcRect b="40975"/>
          <a:stretch>
            <a:fillRect/>
          </a:stretch>
        </p:blipFill>
        <p:spPr>
          <a:xfrm>
            <a:off x="-149907" y="2268632"/>
            <a:ext cx="6245907" cy="4107584"/>
          </a:xfrm>
          <a:prstGeom prst="rect">
            <a:avLst/>
          </a:prstGeom>
        </p:spPr>
      </p:pic>
      <p:pic>
        <p:nvPicPr>
          <p:cNvPr id="6" name="Picture 5">
            <a:extLst>
              <a:ext uri="{FF2B5EF4-FFF2-40B4-BE49-F238E27FC236}">
                <a16:creationId xmlns:a16="http://schemas.microsoft.com/office/drawing/2014/main" id="{B7DDC847-05BF-180B-8EA3-63A12614BACF}"/>
              </a:ext>
            </a:extLst>
          </p:cNvPr>
          <p:cNvPicPr>
            <a:picLocks noChangeAspect="1"/>
          </p:cNvPicPr>
          <p:nvPr/>
        </p:nvPicPr>
        <p:blipFill>
          <a:blip r:embed="rId2"/>
          <a:srcRect t="58793"/>
          <a:stretch>
            <a:fillRect/>
          </a:stretch>
        </p:blipFill>
        <p:spPr>
          <a:xfrm>
            <a:off x="6096000" y="2268632"/>
            <a:ext cx="7530859" cy="3457608"/>
          </a:xfrm>
          <a:prstGeom prst="rect">
            <a:avLst/>
          </a:prstGeom>
        </p:spPr>
      </p:pic>
    </p:spTree>
    <p:extLst>
      <p:ext uri="{BB962C8B-B14F-4D97-AF65-F5344CB8AC3E}">
        <p14:creationId xmlns:p14="http://schemas.microsoft.com/office/powerpoint/2010/main" val="14779126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FCEB38-FDC3-F9A5-6DCC-3E92E7A85B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E6B3C4-FE36-2C7E-4611-D97A1722CD68}"/>
              </a:ext>
            </a:extLst>
          </p:cNvPr>
          <p:cNvSpPr>
            <a:spLocks noGrp="1"/>
          </p:cNvSpPr>
          <p:nvPr>
            <p:ph type="title"/>
          </p:nvPr>
        </p:nvSpPr>
        <p:spPr>
          <a:xfrm>
            <a:off x="838200" y="365125"/>
            <a:ext cx="4991100" cy="1460500"/>
          </a:xfrm>
        </p:spPr>
        <p:txBody>
          <a:bodyPr/>
          <a:lstStyle/>
          <a:p>
            <a:r>
              <a:rPr lang="en-US" dirty="0"/>
              <a:t>Trajectory – parameter recovery</a:t>
            </a:r>
            <a:endParaRPr lang="en-NL" dirty="0"/>
          </a:p>
        </p:txBody>
      </p:sp>
      <p:sp>
        <p:nvSpPr>
          <p:cNvPr id="3" name="Content Placeholder 2">
            <a:extLst>
              <a:ext uri="{FF2B5EF4-FFF2-40B4-BE49-F238E27FC236}">
                <a16:creationId xmlns:a16="http://schemas.microsoft.com/office/drawing/2014/main" id="{B8AE1A0F-7FA2-3DFC-2E78-F12EED1E3024}"/>
              </a:ext>
            </a:extLst>
          </p:cNvPr>
          <p:cNvSpPr>
            <a:spLocks noGrp="1"/>
          </p:cNvSpPr>
          <p:nvPr>
            <p:ph idx="1"/>
          </p:nvPr>
        </p:nvSpPr>
        <p:spPr/>
        <p:txBody>
          <a:bodyPr/>
          <a:lstStyle/>
          <a:p>
            <a:r>
              <a:rPr lang="en-US" dirty="0"/>
              <a:t>Mainly </a:t>
            </a:r>
            <a:r>
              <a:rPr lang="en-US" dirty="0" err="1"/>
              <a:t>J_sum</a:t>
            </a:r>
            <a:endParaRPr lang="en-US" dirty="0"/>
          </a:p>
          <a:p>
            <a:r>
              <a:rPr lang="en-US" dirty="0"/>
              <a:t>m1, m2 and mb</a:t>
            </a:r>
          </a:p>
        </p:txBody>
      </p:sp>
      <p:pic>
        <p:nvPicPr>
          <p:cNvPr id="5" name="Picture 4">
            <a:extLst>
              <a:ext uri="{FF2B5EF4-FFF2-40B4-BE49-F238E27FC236}">
                <a16:creationId xmlns:a16="http://schemas.microsoft.com/office/drawing/2014/main" id="{9185F870-A731-34AC-8075-18BCB96A5980}"/>
              </a:ext>
            </a:extLst>
          </p:cNvPr>
          <p:cNvPicPr>
            <a:picLocks noChangeAspect="1"/>
          </p:cNvPicPr>
          <p:nvPr/>
        </p:nvPicPr>
        <p:blipFill>
          <a:blip r:embed="rId3"/>
          <a:stretch>
            <a:fillRect/>
          </a:stretch>
        </p:blipFill>
        <p:spPr>
          <a:xfrm>
            <a:off x="5672983" y="-22245"/>
            <a:ext cx="6519017" cy="6902489"/>
          </a:xfrm>
          <a:prstGeom prst="rect">
            <a:avLst/>
          </a:prstGeom>
        </p:spPr>
      </p:pic>
    </p:spTree>
    <p:extLst>
      <p:ext uri="{BB962C8B-B14F-4D97-AF65-F5344CB8AC3E}">
        <p14:creationId xmlns:p14="http://schemas.microsoft.com/office/powerpoint/2010/main" val="1190116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F6A7B1-22AF-6E89-5214-8ED2B4FC9BCB}"/>
              </a:ext>
            </a:extLst>
          </p:cNvPr>
          <p:cNvSpPr>
            <a:spLocks noGrp="1"/>
          </p:cNvSpPr>
          <p:nvPr>
            <p:ph type="title"/>
          </p:nvPr>
        </p:nvSpPr>
        <p:spPr/>
        <p:txBody>
          <a:bodyPr/>
          <a:lstStyle/>
          <a:p>
            <a:r>
              <a:rPr lang="en-US" dirty="0"/>
              <a:t>Trajectory – parameter recovery</a:t>
            </a:r>
            <a:endParaRPr lang="en-NL" dirty="0"/>
          </a:p>
        </p:txBody>
      </p:sp>
      <p:sp>
        <p:nvSpPr>
          <p:cNvPr id="3" name="Content Placeholder 2">
            <a:extLst>
              <a:ext uri="{FF2B5EF4-FFF2-40B4-BE49-F238E27FC236}">
                <a16:creationId xmlns:a16="http://schemas.microsoft.com/office/drawing/2014/main" id="{32DCBF15-4016-67CC-09A4-E63444C17AC8}"/>
              </a:ext>
            </a:extLst>
          </p:cNvPr>
          <p:cNvSpPr>
            <a:spLocks noGrp="1"/>
          </p:cNvSpPr>
          <p:nvPr>
            <p:ph idx="1"/>
          </p:nvPr>
        </p:nvSpPr>
        <p:spPr/>
        <p:txBody>
          <a:bodyPr/>
          <a:lstStyle/>
          <a:p>
            <a:r>
              <a:rPr lang="en-US" dirty="0"/>
              <a:t>m1+m2, and </a:t>
            </a:r>
            <a:r>
              <a:rPr lang="en-US" dirty="0" err="1"/>
              <a:t>mh</a:t>
            </a:r>
            <a:r>
              <a:rPr lang="en-US" dirty="0"/>
              <a:t> are not independently isolated in the mass matrix</a:t>
            </a:r>
          </a:p>
          <a:p>
            <a:r>
              <a:rPr lang="en-US" dirty="0" err="1"/>
              <a:t>J_sum</a:t>
            </a:r>
            <a:r>
              <a:rPr lang="en-US" dirty="0"/>
              <a:t> is likely under-recovered because the theta inertia is not excited strongly enough.</a:t>
            </a:r>
          </a:p>
          <a:p>
            <a:endParaRPr lang="en-NL" dirty="0"/>
          </a:p>
        </p:txBody>
      </p:sp>
      <p:pic>
        <p:nvPicPr>
          <p:cNvPr id="5" name="Picture 4">
            <a:extLst>
              <a:ext uri="{FF2B5EF4-FFF2-40B4-BE49-F238E27FC236}">
                <a16:creationId xmlns:a16="http://schemas.microsoft.com/office/drawing/2014/main" id="{6021D2AB-8186-BE52-F147-10451150420B}"/>
              </a:ext>
            </a:extLst>
          </p:cNvPr>
          <p:cNvPicPr>
            <a:picLocks noChangeAspect="1"/>
          </p:cNvPicPr>
          <p:nvPr/>
        </p:nvPicPr>
        <p:blipFill>
          <a:blip r:embed="rId3"/>
          <a:stretch>
            <a:fillRect/>
          </a:stretch>
        </p:blipFill>
        <p:spPr>
          <a:xfrm>
            <a:off x="0" y="4466418"/>
            <a:ext cx="11975251" cy="1591482"/>
          </a:xfrm>
          <a:prstGeom prst="rect">
            <a:avLst/>
          </a:prstGeom>
        </p:spPr>
      </p:pic>
      <p:pic>
        <p:nvPicPr>
          <p:cNvPr id="7" name="Picture 6">
            <a:extLst>
              <a:ext uri="{FF2B5EF4-FFF2-40B4-BE49-F238E27FC236}">
                <a16:creationId xmlns:a16="http://schemas.microsoft.com/office/drawing/2014/main" id="{92FD876D-631D-95B8-8DD5-03A63C10F7A7}"/>
              </a:ext>
            </a:extLst>
          </p:cNvPr>
          <p:cNvPicPr>
            <a:picLocks noChangeAspect="1"/>
          </p:cNvPicPr>
          <p:nvPr/>
        </p:nvPicPr>
        <p:blipFill>
          <a:blip r:embed="rId4"/>
          <a:stretch>
            <a:fillRect/>
          </a:stretch>
        </p:blipFill>
        <p:spPr>
          <a:xfrm>
            <a:off x="0" y="5822099"/>
            <a:ext cx="6220693" cy="828791"/>
          </a:xfrm>
          <a:prstGeom prst="rect">
            <a:avLst/>
          </a:prstGeom>
        </p:spPr>
      </p:pic>
      <p:sp>
        <p:nvSpPr>
          <p:cNvPr id="9" name="Rectangle 2">
            <a:extLst>
              <a:ext uri="{FF2B5EF4-FFF2-40B4-BE49-F238E27FC236}">
                <a16:creationId xmlns:a16="http://schemas.microsoft.com/office/drawing/2014/main" id="{7CBFDCA0-FA6B-2D93-2A89-97518BACAC2C}"/>
              </a:ext>
            </a:extLst>
          </p:cNvPr>
          <p:cNvSpPr>
            <a:spLocks noChangeArrowheads="1"/>
          </p:cNvSpPr>
          <p:nvPr/>
        </p:nvSpPr>
        <p:spPr bwMode="auto">
          <a:xfrm>
            <a:off x="0" y="20851"/>
            <a:ext cx="65"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NL" altLang="en-NL" sz="900" b="0" i="0" u="none" strike="noStrike" cap="none" normalizeH="0" baseline="0" dirty="0">
                <a:ln>
                  <a:noFill/>
                </a:ln>
                <a:solidFill>
                  <a:srgbClr val="BBBEBF"/>
                </a:solidFill>
                <a:effectLst/>
                <a:latin typeface="Segoe WPC"/>
              </a:rPr>
            </a:br>
            <a:endParaRPr kumimoji="0" lang="en-NL" altLang="en-NL"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2329607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9B6200-6FD9-C69E-5A88-3DBD16F96425}"/>
              </a:ext>
            </a:extLst>
          </p:cNvPr>
          <p:cNvSpPr>
            <a:spLocks noGrp="1"/>
          </p:cNvSpPr>
          <p:nvPr>
            <p:ph type="title"/>
          </p:nvPr>
        </p:nvSpPr>
        <p:spPr/>
        <p:txBody>
          <a:bodyPr/>
          <a:lstStyle/>
          <a:p>
            <a:r>
              <a:rPr lang="en-US" dirty="0" err="1"/>
              <a:t>Multisine</a:t>
            </a:r>
            <a:r>
              <a:rPr lang="en-US" dirty="0"/>
              <a:t> force injection</a:t>
            </a:r>
            <a:endParaRPr lang="en-NL" dirty="0"/>
          </a:p>
        </p:txBody>
      </p:sp>
      <p:sp>
        <p:nvSpPr>
          <p:cNvPr id="3" name="Content Placeholder 2">
            <a:extLst>
              <a:ext uri="{FF2B5EF4-FFF2-40B4-BE49-F238E27FC236}">
                <a16:creationId xmlns:a16="http://schemas.microsoft.com/office/drawing/2014/main" id="{2E018076-CABA-0E39-B0EC-D0F449F95D45}"/>
              </a:ext>
            </a:extLst>
          </p:cNvPr>
          <p:cNvSpPr>
            <a:spLocks noGrp="1"/>
          </p:cNvSpPr>
          <p:nvPr>
            <p:ph idx="1"/>
          </p:nvPr>
        </p:nvSpPr>
        <p:spPr/>
        <p:txBody>
          <a:bodyPr/>
          <a:lstStyle/>
          <a:p>
            <a:r>
              <a:rPr lang="en-US" dirty="0"/>
              <a:t>We use force injection because the added excitation appears directly in the recorded total plant input </a:t>
            </a:r>
            <a:r>
              <a:rPr lang="en-US" dirty="0" err="1"/>
              <a:t>u_total</a:t>
            </a:r>
            <a:r>
              <a:rPr lang="en-US" dirty="0"/>
              <a:t>, which is the input used for open-loop force-to-position identification.</a:t>
            </a:r>
          </a:p>
          <a:p>
            <a:pPr lvl="1"/>
            <a:r>
              <a:rPr lang="en-US" dirty="0"/>
              <a:t>Closed-loop</a:t>
            </a:r>
          </a:p>
          <a:p>
            <a:pPr lvl="1"/>
            <a:r>
              <a:rPr lang="en-US" dirty="0"/>
              <a:t>The model uses </a:t>
            </a:r>
            <a:r>
              <a:rPr lang="en-US" dirty="0" err="1"/>
              <a:t>u_total</a:t>
            </a:r>
            <a:r>
              <a:rPr lang="en-US" dirty="0"/>
              <a:t> and position output (q1)</a:t>
            </a:r>
          </a:p>
          <a:p>
            <a:pPr lvl="1"/>
            <a:r>
              <a:rPr lang="es-ES" dirty="0" err="1"/>
              <a:t>u_total</a:t>
            </a:r>
            <a:r>
              <a:rPr lang="es-ES" dirty="0"/>
              <a:t> = </a:t>
            </a:r>
            <a:r>
              <a:rPr lang="es-ES" dirty="0" err="1"/>
              <a:t>u_feedback</a:t>
            </a:r>
            <a:r>
              <a:rPr lang="es-ES" dirty="0"/>
              <a:t> + </a:t>
            </a:r>
            <a:r>
              <a:rPr lang="es-ES" dirty="0" err="1"/>
              <a:t>f_inj</a:t>
            </a:r>
            <a:endParaRPr lang="es-ES" dirty="0"/>
          </a:p>
          <a:p>
            <a:pPr lvl="1"/>
            <a:endParaRPr lang="en-US" dirty="0"/>
          </a:p>
        </p:txBody>
      </p:sp>
    </p:spTree>
    <p:extLst>
      <p:ext uri="{BB962C8B-B14F-4D97-AF65-F5344CB8AC3E}">
        <p14:creationId xmlns:p14="http://schemas.microsoft.com/office/powerpoint/2010/main" val="39093001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81B8A-115B-E4EF-8F6B-4F938358E86C}"/>
              </a:ext>
            </a:extLst>
          </p:cNvPr>
          <p:cNvSpPr>
            <a:spLocks noGrp="1"/>
          </p:cNvSpPr>
          <p:nvPr>
            <p:ph type="title"/>
          </p:nvPr>
        </p:nvSpPr>
        <p:spPr/>
        <p:txBody>
          <a:bodyPr/>
          <a:lstStyle/>
          <a:p>
            <a:r>
              <a:rPr lang="en-US" dirty="0"/>
              <a:t>Diagnostics for </a:t>
            </a:r>
            <a:r>
              <a:rPr lang="en-US" dirty="0" err="1"/>
              <a:t>multisine</a:t>
            </a:r>
            <a:endParaRPr lang="en-NL" dirty="0"/>
          </a:p>
        </p:txBody>
      </p:sp>
      <p:sp>
        <p:nvSpPr>
          <p:cNvPr id="3" name="Content Placeholder 2">
            <a:extLst>
              <a:ext uri="{FF2B5EF4-FFF2-40B4-BE49-F238E27FC236}">
                <a16:creationId xmlns:a16="http://schemas.microsoft.com/office/drawing/2014/main" id="{46A13FB9-84C9-D237-E5C1-86362BE8CB11}"/>
              </a:ext>
            </a:extLst>
          </p:cNvPr>
          <p:cNvSpPr>
            <a:spLocks noGrp="1"/>
          </p:cNvSpPr>
          <p:nvPr>
            <p:ph idx="1"/>
          </p:nvPr>
        </p:nvSpPr>
        <p:spPr/>
        <p:txBody>
          <a:bodyPr/>
          <a:lstStyle/>
          <a:p>
            <a:pPr marL="0" indent="0">
              <a:buNone/>
            </a:pPr>
            <a:r>
              <a:rPr lang="en-US" dirty="0"/>
              <a:t>Needs to answer the following:</a:t>
            </a:r>
          </a:p>
          <a:p>
            <a:r>
              <a:rPr lang="en-US" dirty="0"/>
              <a:t>If I inject force after the controller</a:t>
            </a:r>
          </a:p>
          <a:p>
            <a:pPr lvl="2"/>
            <a:r>
              <a:rPr lang="en-US" dirty="0"/>
              <a:t>which injected-force frequencies survive the closed-loop feedback</a:t>
            </a:r>
          </a:p>
          <a:p>
            <a:pPr lvl="2"/>
            <a:r>
              <a:rPr lang="en-US" dirty="0"/>
              <a:t>which surviving frequencies produce measurable plant motion</a:t>
            </a:r>
          </a:p>
        </p:txBody>
      </p:sp>
    </p:spTree>
    <p:extLst>
      <p:ext uri="{BB962C8B-B14F-4D97-AF65-F5344CB8AC3E}">
        <p14:creationId xmlns:p14="http://schemas.microsoft.com/office/powerpoint/2010/main" val="40521958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7BE48A-A4E6-C7D7-44BA-DD9377F707B2}"/>
              </a:ext>
            </a:extLst>
          </p:cNvPr>
          <p:cNvSpPr>
            <a:spLocks noGrp="1"/>
          </p:cNvSpPr>
          <p:nvPr>
            <p:ph type="title"/>
          </p:nvPr>
        </p:nvSpPr>
        <p:spPr/>
        <p:txBody>
          <a:bodyPr/>
          <a:lstStyle/>
          <a:p>
            <a:r>
              <a:rPr lang="en-US" dirty="0"/>
              <a:t>Diagnostics for </a:t>
            </a:r>
            <a:r>
              <a:rPr lang="en-US" dirty="0" err="1"/>
              <a:t>multisine</a:t>
            </a:r>
            <a:br>
              <a:rPr lang="en-US" dirty="0"/>
            </a:br>
            <a:r>
              <a:rPr lang="en-US" dirty="0"/>
              <a:t>Diagnostic Probe</a:t>
            </a:r>
            <a:endParaRPr lang="en-NL" dirty="0"/>
          </a:p>
        </p:txBody>
      </p:sp>
      <p:sp>
        <p:nvSpPr>
          <p:cNvPr id="3" name="Content Placeholder 2">
            <a:extLst>
              <a:ext uri="{FF2B5EF4-FFF2-40B4-BE49-F238E27FC236}">
                <a16:creationId xmlns:a16="http://schemas.microsoft.com/office/drawing/2014/main" id="{08C102CA-4200-8432-EAAD-163A66360AC1}"/>
              </a:ext>
            </a:extLst>
          </p:cNvPr>
          <p:cNvSpPr>
            <a:spLocks noGrp="1"/>
          </p:cNvSpPr>
          <p:nvPr>
            <p:ph idx="1"/>
          </p:nvPr>
        </p:nvSpPr>
        <p:spPr/>
        <p:txBody>
          <a:bodyPr>
            <a:normAutofit lnSpcReduction="10000"/>
          </a:bodyPr>
          <a:lstStyle/>
          <a:p>
            <a:pPr marL="0" indent="0">
              <a:buNone/>
            </a:pPr>
            <a:r>
              <a:rPr lang="en-US" sz="2400" dirty="0"/>
              <a:t>A broadband periodic Schroeder </a:t>
            </a:r>
            <a:r>
              <a:rPr lang="en-US" sz="2400" dirty="0" err="1"/>
              <a:t>multisine</a:t>
            </a:r>
            <a:r>
              <a:rPr lang="en-US" sz="2400" dirty="0"/>
              <a:t> is injected as an additive force after the controller in the Simulink model. (odd frequencies from 1 Hz up to just below Nyquist)</a:t>
            </a:r>
          </a:p>
          <a:p>
            <a:pPr marL="0" indent="0">
              <a:buNone/>
            </a:pPr>
            <a:endParaRPr lang="en-US" sz="2400" dirty="0"/>
          </a:p>
          <a:p>
            <a:pPr marL="0" indent="0">
              <a:buNone/>
            </a:pPr>
            <a:r>
              <a:rPr lang="en-US" sz="2400" dirty="0"/>
              <a:t>The </a:t>
            </a:r>
            <a:r>
              <a:rPr lang="en-US" sz="2400" dirty="0" err="1"/>
              <a:t>multisine</a:t>
            </a:r>
            <a:r>
              <a:rPr lang="en-US" sz="2400" dirty="0"/>
              <a:t> repeats every 1 s, so it excites frequencies that fit exactly in that time window, such as 1, 3, 5, ... Hz. These frequencies align with the FFT grid, which allows clean frequency-response estimates.</a:t>
            </a:r>
          </a:p>
          <a:p>
            <a:pPr marL="0" indent="0">
              <a:buNone/>
            </a:pPr>
            <a:endParaRPr lang="en-US" sz="2400" dirty="0"/>
          </a:p>
          <a:p>
            <a:pPr marL="0" indent="0">
              <a:buNone/>
            </a:pPr>
            <a:r>
              <a:rPr lang="en-US" sz="2400" dirty="0"/>
              <a:t>The same 1 s </a:t>
            </a:r>
            <a:r>
              <a:rPr lang="en-US" sz="2400" dirty="0" err="1"/>
              <a:t>multisine</a:t>
            </a:r>
            <a:r>
              <a:rPr lang="en-US" sz="2400" dirty="0"/>
              <a:t> is repeated twice. The first repetition is not used for the estimate, because the system may still be reacting to the sudden start of the excitation. The second repetition is used for the FFT, because the response is closer to the steady response to the repeated </a:t>
            </a:r>
            <a:r>
              <a:rPr lang="en-US" sz="2400" dirty="0" err="1"/>
              <a:t>multisine</a:t>
            </a:r>
            <a:r>
              <a:rPr lang="en-US" sz="2400" dirty="0"/>
              <a:t>.</a:t>
            </a:r>
          </a:p>
        </p:txBody>
      </p:sp>
    </p:spTree>
    <p:extLst>
      <p:ext uri="{BB962C8B-B14F-4D97-AF65-F5344CB8AC3E}">
        <p14:creationId xmlns:p14="http://schemas.microsoft.com/office/powerpoint/2010/main" val="17888440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3B0D1F-7041-B6CA-3E2E-1ABD91ED9A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3C9463-50A5-161F-3E81-62036DD24344}"/>
              </a:ext>
            </a:extLst>
          </p:cNvPr>
          <p:cNvSpPr>
            <a:spLocks noGrp="1"/>
          </p:cNvSpPr>
          <p:nvPr>
            <p:ph type="title"/>
          </p:nvPr>
        </p:nvSpPr>
        <p:spPr/>
        <p:txBody>
          <a:bodyPr/>
          <a:lstStyle/>
          <a:p>
            <a:r>
              <a:rPr lang="en-US" dirty="0"/>
              <a:t>Diagnostics for </a:t>
            </a:r>
            <a:r>
              <a:rPr lang="en-US" dirty="0" err="1"/>
              <a:t>multisine</a:t>
            </a:r>
            <a:br>
              <a:rPr lang="en-US" dirty="0"/>
            </a:br>
            <a:r>
              <a:rPr lang="en-US" dirty="0"/>
              <a:t>Diagnostic Probe</a:t>
            </a:r>
            <a:endParaRPr lang="en-NL" dirty="0"/>
          </a:p>
        </p:txBody>
      </p:sp>
      <p:sp>
        <p:nvSpPr>
          <p:cNvPr id="3" name="Content Placeholder 2">
            <a:extLst>
              <a:ext uri="{FF2B5EF4-FFF2-40B4-BE49-F238E27FC236}">
                <a16:creationId xmlns:a16="http://schemas.microsoft.com/office/drawing/2014/main" id="{9990FBB5-58E2-B636-9D16-4427CFBBE625}"/>
              </a:ext>
            </a:extLst>
          </p:cNvPr>
          <p:cNvSpPr>
            <a:spLocks noGrp="1"/>
          </p:cNvSpPr>
          <p:nvPr>
            <p:ph idx="1"/>
          </p:nvPr>
        </p:nvSpPr>
        <p:spPr/>
        <p:txBody>
          <a:bodyPr>
            <a:normAutofit/>
          </a:bodyPr>
          <a:lstStyle/>
          <a:p>
            <a:pPr marL="0" indent="0">
              <a:buNone/>
            </a:pPr>
            <a:r>
              <a:rPr lang="en-US" dirty="0"/>
              <a:t>For each force direction m, the MIMO signals are projected onto that same direction:</a:t>
            </a:r>
          </a:p>
          <a:p>
            <a:pPr marL="0" indent="0">
              <a:buNone/>
            </a:pPr>
            <a:r>
              <a:rPr lang="en-US" dirty="0" err="1"/>
              <a:t>F_m,inj</a:t>
            </a:r>
            <a:r>
              <a:rPr lang="en-US" dirty="0"/>
              <a:t>(f)    = injected force in direction m</a:t>
            </a:r>
          </a:p>
          <a:p>
            <a:pPr marL="0" indent="0">
              <a:buNone/>
            </a:pPr>
            <a:r>
              <a:rPr lang="en-US" dirty="0" err="1"/>
              <a:t>U_m,total</a:t>
            </a:r>
            <a:r>
              <a:rPr lang="en-US" dirty="0"/>
              <a:t>(f)  = total plant input force in direction m</a:t>
            </a:r>
          </a:p>
          <a:p>
            <a:pPr marL="0" indent="0">
              <a:buNone/>
            </a:pPr>
            <a:r>
              <a:rPr lang="en-US" dirty="0" err="1"/>
              <a:t>Q_m</a:t>
            </a:r>
            <a:r>
              <a:rPr lang="en-US" dirty="0"/>
              <a:t>(f)        = measured q1 motion in direction m</a:t>
            </a:r>
          </a:p>
          <a:p>
            <a:pPr marL="0" indent="0">
              <a:buNone/>
            </a:pPr>
            <a:endParaRPr lang="en-US" dirty="0"/>
          </a:p>
          <a:p>
            <a:pPr marL="0" indent="0">
              <a:buNone/>
            </a:pPr>
            <a:r>
              <a:rPr lang="en-US" dirty="0"/>
              <a:t>This gives a directional SISO-like experiment for each mode: common, diff, and y.</a:t>
            </a:r>
          </a:p>
        </p:txBody>
      </p:sp>
    </p:spTree>
    <p:extLst>
      <p:ext uri="{BB962C8B-B14F-4D97-AF65-F5344CB8AC3E}">
        <p14:creationId xmlns:p14="http://schemas.microsoft.com/office/powerpoint/2010/main" val="18456875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10CB76-84F8-78BA-BEEF-F2B542C0582A}"/>
              </a:ext>
            </a:extLst>
          </p:cNvPr>
          <p:cNvSpPr>
            <a:spLocks noGrp="1"/>
          </p:cNvSpPr>
          <p:nvPr>
            <p:ph type="title"/>
          </p:nvPr>
        </p:nvSpPr>
        <p:spPr/>
        <p:txBody>
          <a:bodyPr/>
          <a:lstStyle/>
          <a:p>
            <a:r>
              <a:rPr lang="en-US" dirty="0"/>
              <a:t>Diagnostics for </a:t>
            </a:r>
            <a:r>
              <a:rPr lang="en-US" dirty="0" err="1"/>
              <a:t>multisine</a:t>
            </a:r>
            <a:br>
              <a:rPr lang="en-US" dirty="0"/>
            </a:br>
            <a:r>
              <a:rPr lang="en-US" dirty="0"/>
              <a:t>Estimated Quantities</a:t>
            </a:r>
            <a:endParaRPr lang="en-NL" dirty="0"/>
          </a:p>
        </p:txBody>
      </p:sp>
      <p:sp>
        <p:nvSpPr>
          <p:cNvPr id="3" name="Content Placeholder 2">
            <a:extLst>
              <a:ext uri="{FF2B5EF4-FFF2-40B4-BE49-F238E27FC236}">
                <a16:creationId xmlns:a16="http://schemas.microsoft.com/office/drawing/2014/main" id="{BC45948B-5439-1EC5-81C0-C6FA53B77A7B}"/>
              </a:ext>
            </a:extLst>
          </p:cNvPr>
          <p:cNvSpPr>
            <a:spLocks noGrp="1"/>
          </p:cNvSpPr>
          <p:nvPr>
            <p:ph idx="1"/>
          </p:nvPr>
        </p:nvSpPr>
        <p:spPr/>
        <p:txBody>
          <a:bodyPr>
            <a:normAutofit fontScale="62500" lnSpcReduction="20000"/>
          </a:bodyPr>
          <a:lstStyle/>
          <a:p>
            <a:pPr marL="0" indent="0">
              <a:buNone/>
            </a:pPr>
            <a:r>
              <a:rPr lang="en-US" dirty="0" err="1"/>
              <a:t>S_in,m</a:t>
            </a:r>
            <a:r>
              <a:rPr lang="en-US" dirty="0"/>
              <a:t>(f) = </a:t>
            </a:r>
            <a:r>
              <a:rPr lang="en-US" dirty="0" err="1"/>
              <a:t>U_m,total</a:t>
            </a:r>
            <a:r>
              <a:rPr lang="en-US" dirty="0"/>
              <a:t>(f) / </a:t>
            </a:r>
            <a:r>
              <a:rPr lang="en-US" dirty="0" err="1"/>
              <a:t>F_m,inj</a:t>
            </a:r>
            <a:r>
              <a:rPr lang="en-US" dirty="0"/>
              <a:t>(f)</a:t>
            </a:r>
          </a:p>
          <a:p>
            <a:pPr marL="0" indent="0">
              <a:buNone/>
            </a:pPr>
            <a:r>
              <a:rPr lang="en-US" dirty="0" err="1"/>
              <a:t>S_in,m</a:t>
            </a:r>
            <a:r>
              <a:rPr lang="en-US" dirty="0"/>
              <a:t> is a directional closed-loop input-sensitivity estimate. It shows how much of the injected post-controller force remains in the total plant input after feedback action. It is not the full MIMO sensitivity matrix.</a:t>
            </a:r>
          </a:p>
          <a:p>
            <a:pPr marL="0" indent="0">
              <a:buNone/>
            </a:pPr>
            <a:endParaRPr lang="en-US" dirty="0"/>
          </a:p>
          <a:p>
            <a:pPr marL="0" indent="0">
              <a:buNone/>
            </a:pPr>
            <a:r>
              <a:rPr lang="es-ES" dirty="0" err="1"/>
              <a:t>G_m</a:t>
            </a:r>
            <a:r>
              <a:rPr lang="es-ES" dirty="0"/>
              <a:t>(f) = </a:t>
            </a:r>
            <a:r>
              <a:rPr lang="es-ES" dirty="0" err="1"/>
              <a:t>Q_m</a:t>
            </a:r>
            <a:r>
              <a:rPr lang="es-ES" dirty="0"/>
              <a:t>(f) / </a:t>
            </a:r>
            <a:r>
              <a:rPr lang="es-ES" dirty="0" err="1"/>
              <a:t>U_m,total</a:t>
            </a:r>
            <a:r>
              <a:rPr lang="es-ES" dirty="0"/>
              <a:t>(f)</a:t>
            </a:r>
            <a:endParaRPr lang="en-US" dirty="0"/>
          </a:p>
          <a:p>
            <a:pPr marL="0" indent="0">
              <a:buNone/>
            </a:pPr>
            <a:r>
              <a:rPr lang="en-US" dirty="0" err="1"/>
              <a:t>G_m</a:t>
            </a:r>
            <a:r>
              <a:rPr lang="en-US" dirty="0"/>
              <a:t> is a directional plant FRF estimate. It shows how much measured q1 motion is produced per actual total actuator force.</a:t>
            </a:r>
          </a:p>
          <a:p>
            <a:pPr marL="0" indent="0">
              <a:buNone/>
            </a:pPr>
            <a:endParaRPr lang="en-US" dirty="0"/>
          </a:p>
          <a:p>
            <a:pPr marL="0" indent="0">
              <a:buNone/>
            </a:pPr>
            <a:r>
              <a:rPr lang="en-US" dirty="0"/>
              <a:t>Their product gives the effective injected-force-to-motion frequency response:</a:t>
            </a:r>
          </a:p>
          <a:p>
            <a:pPr marL="0" indent="0">
              <a:buNone/>
            </a:pPr>
            <a:r>
              <a:rPr lang="en-US" dirty="0" err="1"/>
              <a:t>G_m</a:t>
            </a:r>
            <a:r>
              <a:rPr lang="en-US" dirty="0"/>
              <a:t>(f) </a:t>
            </a:r>
            <a:r>
              <a:rPr lang="en-US" dirty="0" err="1"/>
              <a:t>S_in,m</a:t>
            </a:r>
            <a:r>
              <a:rPr lang="en-US" dirty="0"/>
              <a:t>(f) = </a:t>
            </a:r>
            <a:r>
              <a:rPr lang="en-US" dirty="0" err="1"/>
              <a:t>Q_m</a:t>
            </a:r>
            <a:r>
              <a:rPr lang="en-US" dirty="0"/>
              <a:t>(f) / </a:t>
            </a:r>
            <a:r>
              <a:rPr lang="en-US" dirty="0" err="1"/>
              <a:t>F_m,inj</a:t>
            </a:r>
            <a:r>
              <a:rPr lang="en-US" dirty="0"/>
              <a:t>(f)</a:t>
            </a:r>
          </a:p>
          <a:p>
            <a:pPr marL="0" indent="0">
              <a:buNone/>
            </a:pPr>
            <a:endParaRPr lang="en-US" dirty="0"/>
          </a:p>
          <a:p>
            <a:pPr marL="0" indent="0">
              <a:buNone/>
            </a:pPr>
            <a:r>
              <a:rPr lang="en-US" dirty="0"/>
              <a:t>This response is used to select the useful </a:t>
            </a:r>
            <a:r>
              <a:rPr lang="en-US" dirty="0" err="1"/>
              <a:t>multisine</a:t>
            </a:r>
            <a:r>
              <a:rPr lang="en-US" dirty="0"/>
              <a:t> frequency band.</a:t>
            </a:r>
          </a:p>
          <a:p>
            <a:pPr marL="0" indent="0">
              <a:buNone/>
            </a:pPr>
            <a:r>
              <a:rPr lang="en-US" dirty="0"/>
              <a:t>The diagnostic is repeated for several frozen Y operating points, and the final frequency bounds are chosen conservatively as the worst case across directions and operating points.</a:t>
            </a:r>
          </a:p>
          <a:p>
            <a:pPr marL="0" indent="0">
              <a:buNone/>
            </a:pPr>
            <a:endParaRPr lang="en-NL" dirty="0"/>
          </a:p>
        </p:txBody>
      </p:sp>
    </p:spTree>
    <p:extLst>
      <p:ext uri="{BB962C8B-B14F-4D97-AF65-F5344CB8AC3E}">
        <p14:creationId xmlns:p14="http://schemas.microsoft.com/office/powerpoint/2010/main" val="26653691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5452C-378A-F03E-92D8-5216A208CCA4}"/>
              </a:ext>
            </a:extLst>
          </p:cNvPr>
          <p:cNvSpPr>
            <a:spLocks noGrp="1"/>
          </p:cNvSpPr>
          <p:nvPr>
            <p:ph type="title"/>
          </p:nvPr>
        </p:nvSpPr>
        <p:spPr/>
        <p:txBody>
          <a:bodyPr>
            <a:normAutofit/>
          </a:bodyPr>
          <a:lstStyle/>
          <a:p>
            <a:r>
              <a:rPr lang="en-US" dirty="0"/>
              <a:t>Diagnostics for </a:t>
            </a:r>
            <a:r>
              <a:rPr lang="en-US" dirty="0" err="1"/>
              <a:t>multisine</a:t>
            </a:r>
            <a:br>
              <a:rPr lang="en-US" dirty="0"/>
            </a:br>
            <a:r>
              <a:rPr lang="en-US" dirty="0"/>
              <a:t>Frequency Band Selection</a:t>
            </a:r>
            <a:endParaRPr lang="en-NL" dirty="0"/>
          </a:p>
        </p:txBody>
      </p:sp>
      <p:sp>
        <p:nvSpPr>
          <p:cNvPr id="3" name="Content Placeholder 2">
            <a:extLst>
              <a:ext uri="{FF2B5EF4-FFF2-40B4-BE49-F238E27FC236}">
                <a16:creationId xmlns:a16="http://schemas.microsoft.com/office/drawing/2014/main" id="{CA4F536B-0078-70C3-95D0-3CBE23C4EC2B}"/>
              </a:ext>
            </a:extLst>
          </p:cNvPr>
          <p:cNvSpPr>
            <a:spLocks noGrp="1"/>
          </p:cNvSpPr>
          <p:nvPr>
            <p:ph idx="1"/>
          </p:nvPr>
        </p:nvSpPr>
        <p:spPr/>
        <p:txBody>
          <a:bodyPr>
            <a:normAutofit fontScale="70000" lnSpcReduction="20000"/>
          </a:bodyPr>
          <a:lstStyle/>
          <a:p>
            <a:pPr marL="0" indent="0">
              <a:buNone/>
            </a:pPr>
            <a:r>
              <a:rPr lang="en-US" dirty="0"/>
              <a:t>The lower bound </a:t>
            </a:r>
            <a:r>
              <a:rPr lang="en-US" dirty="0" err="1"/>
              <a:t>f_low</a:t>
            </a:r>
            <a:r>
              <a:rPr lang="en-US" dirty="0"/>
              <a:t> is chosen from the directional input-sensitivity estimate:</a:t>
            </a:r>
          </a:p>
          <a:p>
            <a:pPr marL="0" indent="0">
              <a:buNone/>
            </a:pPr>
            <a:endParaRPr lang="en-US" dirty="0"/>
          </a:p>
          <a:p>
            <a:pPr marL="0" indent="0">
              <a:buNone/>
            </a:pPr>
            <a:r>
              <a:rPr lang="en-US" dirty="0" err="1"/>
              <a:t>S_in,m</a:t>
            </a:r>
            <a:r>
              <a:rPr lang="en-US" dirty="0"/>
              <a:t>(f) = </a:t>
            </a:r>
            <a:r>
              <a:rPr lang="en-US" dirty="0" err="1"/>
              <a:t>U_m,total</a:t>
            </a:r>
            <a:r>
              <a:rPr lang="en-US" dirty="0"/>
              <a:t>(f) / </a:t>
            </a:r>
            <a:r>
              <a:rPr lang="en-US" dirty="0" err="1"/>
              <a:t>F_m,inj</a:t>
            </a:r>
            <a:r>
              <a:rPr lang="en-US" dirty="0"/>
              <a:t>(f)</a:t>
            </a:r>
          </a:p>
          <a:p>
            <a:pPr marL="0" indent="0">
              <a:buNone/>
            </a:pPr>
            <a:endParaRPr lang="en-US" dirty="0"/>
          </a:p>
          <a:p>
            <a:pPr marL="0" indent="0">
              <a:buNone/>
            </a:pPr>
            <a:r>
              <a:rPr lang="en-US" dirty="0"/>
              <a:t>It marks the first frequency where the injected force is no longer strongly rejected by the feedback loop.</a:t>
            </a:r>
          </a:p>
          <a:p>
            <a:pPr marL="0" indent="0">
              <a:buNone/>
            </a:pPr>
            <a:endParaRPr lang="en-US" dirty="0"/>
          </a:p>
          <a:p>
            <a:pPr marL="0" indent="0">
              <a:buNone/>
            </a:pPr>
            <a:r>
              <a:rPr lang="en-US" dirty="0"/>
              <a:t>Criterion:</a:t>
            </a:r>
          </a:p>
          <a:p>
            <a:pPr marL="0" indent="0">
              <a:buNone/>
            </a:pPr>
            <a:endParaRPr lang="en-US" dirty="0"/>
          </a:p>
          <a:p>
            <a:pPr marL="0" indent="0">
              <a:buNone/>
            </a:pPr>
            <a:r>
              <a:rPr lang="en-US" dirty="0"/>
              <a:t>|</a:t>
            </a:r>
            <a:r>
              <a:rPr lang="en-US" dirty="0" err="1"/>
              <a:t>S_in,m</a:t>
            </a:r>
            <a:r>
              <a:rPr lang="en-US" dirty="0"/>
              <a:t>(f)|² &gt; 0.1 (at least 10% of the injected force power remains in the total plant input)</a:t>
            </a:r>
          </a:p>
          <a:p>
            <a:pPr marL="0" indent="0">
              <a:buNone/>
            </a:pPr>
            <a:endParaRPr lang="en-US" dirty="0"/>
          </a:p>
          <a:p>
            <a:pPr marL="0" indent="0">
              <a:buNone/>
            </a:pPr>
            <a:r>
              <a:rPr lang="en-US" dirty="0"/>
              <a:t>The final </a:t>
            </a:r>
            <a:r>
              <a:rPr lang="en-US" dirty="0" err="1"/>
              <a:t>f_low</a:t>
            </a:r>
            <a:r>
              <a:rPr lang="en-US" dirty="0"/>
              <a:t> is selected conservatively as the worst case across all force directions and Y operating points.</a:t>
            </a:r>
          </a:p>
          <a:p>
            <a:pPr marL="0" indent="0">
              <a:buNone/>
            </a:pPr>
            <a:endParaRPr lang="en-US" dirty="0"/>
          </a:p>
        </p:txBody>
      </p:sp>
    </p:spTree>
    <p:extLst>
      <p:ext uri="{BB962C8B-B14F-4D97-AF65-F5344CB8AC3E}">
        <p14:creationId xmlns:p14="http://schemas.microsoft.com/office/powerpoint/2010/main" val="34996813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04D7B7-92A1-2F9B-ABE0-90338FCD95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B2A1CC-2C7E-7080-F584-1539CE6C9877}"/>
              </a:ext>
            </a:extLst>
          </p:cNvPr>
          <p:cNvSpPr>
            <a:spLocks noGrp="1"/>
          </p:cNvSpPr>
          <p:nvPr>
            <p:ph type="title"/>
          </p:nvPr>
        </p:nvSpPr>
        <p:spPr/>
        <p:txBody>
          <a:bodyPr>
            <a:normAutofit/>
          </a:bodyPr>
          <a:lstStyle/>
          <a:p>
            <a:r>
              <a:rPr lang="en-US" dirty="0"/>
              <a:t>Diagnostics for </a:t>
            </a:r>
            <a:r>
              <a:rPr lang="en-US" dirty="0" err="1"/>
              <a:t>multisine</a:t>
            </a:r>
            <a:br>
              <a:rPr lang="en-US" dirty="0"/>
            </a:br>
            <a:r>
              <a:rPr lang="en-US" dirty="0"/>
              <a:t>Frequency Band Selection</a:t>
            </a:r>
            <a:endParaRPr lang="en-NL" dirty="0"/>
          </a:p>
        </p:txBody>
      </p:sp>
      <p:sp>
        <p:nvSpPr>
          <p:cNvPr id="3" name="Content Placeholder 2">
            <a:extLst>
              <a:ext uri="{FF2B5EF4-FFF2-40B4-BE49-F238E27FC236}">
                <a16:creationId xmlns:a16="http://schemas.microsoft.com/office/drawing/2014/main" id="{CE1A1689-0D2C-FF0B-1490-3AE335737368}"/>
              </a:ext>
            </a:extLst>
          </p:cNvPr>
          <p:cNvSpPr>
            <a:spLocks noGrp="1"/>
          </p:cNvSpPr>
          <p:nvPr>
            <p:ph idx="1"/>
          </p:nvPr>
        </p:nvSpPr>
        <p:spPr/>
        <p:txBody>
          <a:bodyPr>
            <a:normAutofit fontScale="70000" lnSpcReduction="20000"/>
          </a:bodyPr>
          <a:lstStyle/>
          <a:p>
            <a:pPr marL="0" indent="0">
              <a:buNone/>
            </a:pPr>
            <a:r>
              <a:rPr lang="en-US" dirty="0"/>
              <a:t>The upper bound </a:t>
            </a:r>
            <a:r>
              <a:rPr lang="en-US" dirty="0" err="1"/>
              <a:t>f_high</a:t>
            </a:r>
            <a:r>
              <a:rPr lang="en-US" dirty="0"/>
              <a:t> is chosen from the effective injected-force-to-motion response:</a:t>
            </a:r>
          </a:p>
          <a:p>
            <a:pPr marL="0" indent="0">
              <a:buNone/>
            </a:pPr>
            <a:endParaRPr lang="en-US" dirty="0"/>
          </a:p>
          <a:p>
            <a:pPr marL="0" indent="0">
              <a:buNone/>
            </a:pPr>
            <a:r>
              <a:rPr lang="en-US" dirty="0" err="1"/>
              <a:t>G_m</a:t>
            </a:r>
            <a:r>
              <a:rPr lang="en-US" dirty="0"/>
              <a:t>(f) </a:t>
            </a:r>
            <a:r>
              <a:rPr lang="en-US" dirty="0" err="1"/>
              <a:t>S_in,m</a:t>
            </a:r>
            <a:r>
              <a:rPr lang="en-US" dirty="0"/>
              <a:t>(f) = </a:t>
            </a:r>
            <a:r>
              <a:rPr lang="en-US" dirty="0" err="1"/>
              <a:t>Q_m</a:t>
            </a:r>
            <a:r>
              <a:rPr lang="en-US" dirty="0"/>
              <a:t>(f) / </a:t>
            </a:r>
            <a:r>
              <a:rPr lang="en-US" dirty="0" err="1"/>
              <a:t>F_m,inj</a:t>
            </a:r>
            <a:r>
              <a:rPr lang="en-US" dirty="0"/>
              <a:t>(f)</a:t>
            </a:r>
          </a:p>
          <a:p>
            <a:pPr marL="0" indent="0">
              <a:buNone/>
            </a:pPr>
            <a:r>
              <a:rPr lang="en-US" dirty="0"/>
              <a:t>This quantity tells how much measured q1 motion is produced by the injected force.</a:t>
            </a:r>
          </a:p>
          <a:p>
            <a:pPr marL="0" indent="0">
              <a:buNone/>
            </a:pPr>
            <a:endParaRPr lang="en-US" dirty="0"/>
          </a:p>
          <a:p>
            <a:pPr marL="0" indent="0">
              <a:buNone/>
            </a:pPr>
            <a:r>
              <a:rPr lang="en-US" dirty="0"/>
              <a:t>The script applies a tail-energy rule to:</a:t>
            </a:r>
          </a:p>
          <a:p>
            <a:pPr marL="0" indent="0">
              <a:buNone/>
            </a:pPr>
            <a:r>
              <a:rPr lang="en-US" dirty="0"/>
              <a:t>|</a:t>
            </a:r>
            <a:r>
              <a:rPr lang="en-US" dirty="0" err="1"/>
              <a:t>G_m</a:t>
            </a:r>
            <a:r>
              <a:rPr lang="en-US" dirty="0"/>
              <a:t>(f) </a:t>
            </a:r>
            <a:r>
              <a:rPr lang="en-US" dirty="0" err="1"/>
              <a:t>S_in,m</a:t>
            </a:r>
            <a:r>
              <a:rPr lang="en-US" dirty="0"/>
              <a:t>(f)|²</a:t>
            </a:r>
          </a:p>
          <a:p>
            <a:pPr marL="0" indent="0">
              <a:buNone/>
            </a:pPr>
            <a:endParaRPr lang="en-US" dirty="0"/>
          </a:p>
          <a:p>
            <a:pPr marL="0" indent="0">
              <a:buNone/>
            </a:pPr>
            <a:r>
              <a:rPr lang="en-US" dirty="0"/>
              <a:t>Starting from high frequencies, it computes how much response energy remains above each candidate frequency. </a:t>
            </a:r>
            <a:r>
              <a:rPr lang="en-US" dirty="0" err="1"/>
              <a:t>f_high</a:t>
            </a:r>
            <a:r>
              <a:rPr lang="en-US" dirty="0"/>
              <a:t> is chosen as the highest frequency for which the remaining tail energy is still at least 5% of the total response energy in the usable band.</a:t>
            </a:r>
          </a:p>
          <a:p>
            <a:pPr marL="0" indent="0">
              <a:buNone/>
            </a:pPr>
            <a:endParaRPr lang="en-US" dirty="0"/>
          </a:p>
          <a:p>
            <a:pPr marL="0" indent="0">
              <a:buNone/>
            </a:pPr>
            <a:r>
              <a:rPr lang="en-US" dirty="0"/>
              <a:t>Above </a:t>
            </a:r>
            <a:r>
              <a:rPr lang="en-US" dirty="0" err="1"/>
              <a:t>f_high</a:t>
            </a:r>
            <a:r>
              <a:rPr lang="en-US" dirty="0"/>
              <a:t>, the injected force is assumed to add little useful motion response for identification.</a:t>
            </a:r>
          </a:p>
          <a:p>
            <a:pPr marL="0" indent="0">
              <a:buNone/>
            </a:pPr>
            <a:endParaRPr lang="en-US" dirty="0"/>
          </a:p>
        </p:txBody>
      </p:sp>
    </p:spTree>
    <p:extLst>
      <p:ext uri="{BB962C8B-B14F-4D97-AF65-F5344CB8AC3E}">
        <p14:creationId xmlns:p14="http://schemas.microsoft.com/office/powerpoint/2010/main" val="21925945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A1A521-4932-FF07-94C3-FCD84E1D0C0E}"/>
              </a:ext>
            </a:extLst>
          </p:cNvPr>
          <p:cNvSpPr>
            <a:spLocks noGrp="1"/>
          </p:cNvSpPr>
          <p:nvPr>
            <p:ph type="title"/>
          </p:nvPr>
        </p:nvSpPr>
        <p:spPr/>
        <p:txBody>
          <a:bodyPr/>
          <a:lstStyle/>
          <a:p>
            <a:r>
              <a:rPr lang="en-US" dirty="0" err="1"/>
              <a:t>Multisine</a:t>
            </a:r>
            <a:r>
              <a:rPr lang="en-US" dirty="0"/>
              <a:t> design</a:t>
            </a:r>
            <a:endParaRPr lang="en-NL" dirty="0"/>
          </a:p>
        </p:txBody>
      </p:sp>
      <p:sp>
        <p:nvSpPr>
          <p:cNvPr id="3" name="Content Placeholder 2">
            <a:extLst>
              <a:ext uri="{FF2B5EF4-FFF2-40B4-BE49-F238E27FC236}">
                <a16:creationId xmlns:a16="http://schemas.microsoft.com/office/drawing/2014/main" id="{98D12571-A637-A0B3-0493-9163114B2206}"/>
              </a:ext>
            </a:extLst>
          </p:cNvPr>
          <p:cNvSpPr>
            <a:spLocks noGrp="1"/>
          </p:cNvSpPr>
          <p:nvPr>
            <p:ph idx="1"/>
          </p:nvPr>
        </p:nvSpPr>
        <p:spPr/>
        <p:txBody>
          <a:bodyPr>
            <a:normAutofit fontScale="85000" lnSpcReduction="20000"/>
          </a:bodyPr>
          <a:lstStyle/>
          <a:p>
            <a:pPr marL="0" indent="0">
              <a:buNone/>
            </a:pPr>
            <a:r>
              <a:rPr lang="en-US" dirty="0"/>
              <a:t>Purpose:</a:t>
            </a:r>
          </a:p>
          <a:p>
            <a:pPr marL="0" indent="0">
              <a:buNone/>
            </a:pPr>
            <a:r>
              <a:rPr lang="en-US" dirty="0"/>
              <a:t>Add a designed force </a:t>
            </a:r>
            <a:r>
              <a:rPr lang="en-US" dirty="0" err="1"/>
              <a:t>multisine</a:t>
            </a:r>
            <a:r>
              <a:rPr lang="en-US" dirty="0"/>
              <a:t> on top of the nominal motion trajectories.</a:t>
            </a:r>
          </a:p>
          <a:p>
            <a:pPr marL="0" indent="0">
              <a:buNone/>
            </a:pPr>
            <a:r>
              <a:rPr lang="en-US" dirty="0"/>
              <a:t>Inputs from diagnostics</a:t>
            </a:r>
          </a:p>
          <a:p>
            <a:pPr marL="0" indent="0">
              <a:buNone/>
            </a:pPr>
            <a:endParaRPr lang="en-US" dirty="0"/>
          </a:p>
          <a:p>
            <a:pPr marL="0" indent="0">
              <a:buNone/>
            </a:pPr>
            <a:r>
              <a:rPr lang="en-US" dirty="0" err="1"/>
              <a:t>f_low</a:t>
            </a:r>
            <a:r>
              <a:rPr lang="en-US" dirty="0"/>
              <a:t>   = lowest useful injected-force frequency</a:t>
            </a:r>
          </a:p>
          <a:p>
            <a:pPr marL="0" indent="0">
              <a:buNone/>
            </a:pPr>
            <a:r>
              <a:rPr lang="en-US" dirty="0" err="1"/>
              <a:t>f_high</a:t>
            </a:r>
            <a:r>
              <a:rPr lang="en-US" dirty="0"/>
              <a:t>  = highest useful injected-force frequency</a:t>
            </a:r>
          </a:p>
          <a:p>
            <a:pPr marL="0" indent="0">
              <a:buNone/>
            </a:pPr>
            <a:r>
              <a:rPr lang="en-US" dirty="0" err="1"/>
              <a:t>A_max</a:t>
            </a:r>
            <a:r>
              <a:rPr lang="en-US" dirty="0"/>
              <a:t>   = RMS force budget per mode (we take 40% of the max from the hardware limits)</a:t>
            </a:r>
          </a:p>
          <a:p>
            <a:pPr marL="0" indent="0">
              <a:buNone/>
            </a:pPr>
            <a:endParaRPr lang="en-US" dirty="0"/>
          </a:p>
          <a:p>
            <a:pPr marL="0" indent="0">
              <a:buNone/>
            </a:pPr>
            <a:r>
              <a:rPr lang="en-US" dirty="0"/>
              <a:t>Design choice:</a:t>
            </a:r>
          </a:p>
          <a:p>
            <a:pPr marL="0" indent="0">
              <a:buNone/>
            </a:pPr>
            <a:r>
              <a:rPr lang="en-US" dirty="0"/>
              <a:t>Final </a:t>
            </a:r>
            <a:r>
              <a:rPr lang="en-US" dirty="0" err="1"/>
              <a:t>multisine</a:t>
            </a:r>
            <a:r>
              <a:rPr lang="en-US" dirty="0"/>
              <a:t> only excites frequencies inside [</a:t>
            </a:r>
            <a:r>
              <a:rPr lang="en-US" dirty="0" err="1"/>
              <a:t>f_low</a:t>
            </a:r>
            <a:r>
              <a:rPr lang="en-US" dirty="0"/>
              <a:t>, </a:t>
            </a:r>
            <a:r>
              <a:rPr lang="en-US" dirty="0" err="1"/>
              <a:t>f_high</a:t>
            </a:r>
            <a:r>
              <a:rPr lang="en-US" dirty="0"/>
              <a:t>].</a:t>
            </a:r>
          </a:p>
        </p:txBody>
      </p:sp>
    </p:spTree>
    <p:extLst>
      <p:ext uri="{BB962C8B-B14F-4D97-AF65-F5344CB8AC3E}">
        <p14:creationId xmlns:p14="http://schemas.microsoft.com/office/powerpoint/2010/main" val="526146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240D3B-23B4-9682-88C1-12335BBB2AE5}"/>
              </a:ext>
            </a:extLst>
          </p:cNvPr>
          <p:cNvSpPr>
            <a:spLocks noGrp="1"/>
          </p:cNvSpPr>
          <p:nvPr>
            <p:ph type="title"/>
          </p:nvPr>
        </p:nvSpPr>
        <p:spPr/>
        <p:txBody>
          <a:bodyPr/>
          <a:lstStyle/>
          <a:p>
            <a:r>
              <a:rPr lang="en-US" dirty="0" err="1"/>
              <a:t>Multisine</a:t>
            </a:r>
            <a:r>
              <a:rPr lang="en-US" dirty="0"/>
              <a:t> design</a:t>
            </a:r>
            <a:endParaRPr lang="en-NL" dirty="0"/>
          </a:p>
        </p:txBody>
      </p:sp>
      <p:sp>
        <p:nvSpPr>
          <p:cNvPr id="3" name="Content Placeholder 2">
            <a:extLst>
              <a:ext uri="{FF2B5EF4-FFF2-40B4-BE49-F238E27FC236}">
                <a16:creationId xmlns:a16="http://schemas.microsoft.com/office/drawing/2014/main" id="{6FD506DE-0415-6527-0108-60F81E848889}"/>
              </a:ext>
            </a:extLst>
          </p:cNvPr>
          <p:cNvSpPr>
            <a:spLocks noGrp="1"/>
          </p:cNvSpPr>
          <p:nvPr>
            <p:ph idx="1"/>
          </p:nvPr>
        </p:nvSpPr>
        <p:spPr/>
        <p:txBody>
          <a:bodyPr>
            <a:normAutofit fontScale="77500" lnSpcReduction="20000"/>
          </a:bodyPr>
          <a:lstStyle/>
          <a:p>
            <a:pPr marL="0" indent="0">
              <a:buNone/>
            </a:pPr>
            <a:r>
              <a:rPr lang="en-US" dirty="0"/>
              <a:t>Each experiment first defines a reference motion:</a:t>
            </a:r>
          </a:p>
          <a:p>
            <a:pPr marL="0" indent="0">
              <a:buNone/>
            </a:pPr>
            <a:r>
              <a:rPr lang="en-US" dirty="0"/>
              <a:t>r(t) = [X1_ref(t), X2_ref(t), </a:t>
            </a:r>
            <a:r>
              <a:rPr lang="en-US" dirty="0" err="1"/>
              <a:t>Y_ref</a:t>
            </a:r>
            <a:r>
              <a:rPr lang="en-US" dirty="0"/>
              <a:t>(t)]</a:t>
            </a:r>
          </a:p>
          <a:p>
            <a:pPr marL="0" indent="0">
              <a:buNone/>
            </a:pPr>
            <a:endParaRPr lang="en-US" dirty="0"/>
          </a:p>
          <a:p>
            <a:pPr marL="0" indent="0">
              <a:buNone/>
            </a:pPr>
            <a:r>
              <a:rPr lang="en-US" dirty="0"/>
              <a:t>A feedback controller tracks this reference:</a:t>
            </a:r>
          </a:p>
          <a:p>
            <a:pPr marL="0" indent="0">
              <a:buNone/>
            </a:pPr>
            <a:r>
              <a:rPr lang="en-US" dirty="0"/>
              <a:t>u_q1(t) = </a:t>
            </a:r>
            <a:r>
              <a:rPr lang="en-US" dirty="0" err="1"/>
              <a:t>Cfb</a:t>
            </a:r>
            <a:r>
              <a:rPr lang="en-US" dirty="0"/>
              <a:t> (r(t) - q1(t))</a:t>
            </a:r>
          </a:p>
          <a:p>
            <a:pPr marL="0" indent="0">
              <a:buNone/>
            </a:pPr>
            <a:endParaRPr lang="en-US" dirty="0"/>
          </a:p>
          <a:p>
            <a:pPr marL="0" indent="0">
              <a:buNone/>
            </a:pPr>
            <a:r>
              <a:rPr lang="en-US" dirty="0"/>
              <a:t>The </a:t>
            </a:r>
            <a:r>
              <a:rPr lang="en-US" dirty="0" err="1"/>
              <a:t>multisine</a:t>
            </a:r>
            <a:r>
              <a:rPr lang="en-US" dirty="0"/>
              <a:t> is injected after the controller:</a:t>
            </a:r>
          </a:p>
          <a:p>
            <a:pPr marL="0" indent="0">
              <a:buNone/>
            </a:pPr>
            <a:r>
              <a:rPr lang="en-US" dirty="0" err="1"/>
              <a:t>u_total</a:t>
            </a:r>
            <a:r>
              <a:rPr lang="en-US" dirty="0"/>
              <a:t>(t) = u_q1(t) + </a:t>
            </a:r>
            <a:r>
              <a:rPr lang="en-US" dirty="0" err="1"/>
              <a:t>f_sim</a:t>
            </a:r>
            <a:r>
              <a:rPr lang="en-US" dirty="0"/>
              <a:t>(t)</a:t>
            </a:r>
          </a:p>
          <a:p>
            <a:pPr marL="0" indent="0">
              <a:buNone/>
            </a:pPr>
            <a:endParaRPr lang="en-US" dirty="0"/>
          </a:p>
          <a:p>
            <a:pPr marL="0" indent="0">
              <a:buNone/>
            </a:pPr>
            <a:r>
              <a:rPr lang="en-US" dirty="0"/>
              <a:t>The controller is designed per trajectory at:</a:t>
            </a:r>
          </a:p>
          <a:p>
            <a:pPr marL="0" indent="0">
              <a:buNone/>
            </a:pPr>
            <a:r>
              <a:rPr lang="en-US" dirty="0" err="1"/>
              <a:t>Y_op</a:t>
            </a:r>
            <a:r>
              <a:rPr lang="en-US" dirty="0"/>
              <a:t> = </a:t>
            </a:r>
            <a:r>
              <a:rPr lang="en-US" dirty="0" err="1"/>
              <a:t>Y_initial</a:t>
            </a:r>
            <a:endParaRPr lang="en-US" dirty="0"/>
          </a:p>
          <a:p>
            <a:pPr marL="0" indent="0">
              <a:buNone/>
            </a:pPr>
            <a:r>
              <a:rPr lang="en-US" dirty="0"/>
              <a:t>and then kept fixed during the trajectory.</a:t>
            </a:r>
            <a:endParaRPr lang="en-NL" dirty="0"/>
          </a:p>
        </p:txBody>
      </p:sp>
    </p:spTree>
    <p:extLst>
      <p:ext uri="{BB962C8B-B14F-4D97-AF65-F5344CB8AC3E}">
        <p14:creationId xmlns:p14="http://schemas.microsoft.com/office/powerpoint/2010/main" val="42654297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6D48D-6FFE-5DBC-4E06-B62D96EB26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E6209B-7D76-4801-EEEB-5EFF407D6D8D}"/>
              </a:ext>
            </a:extLst>
          </p:cNvPr>
          <p:cNvSpPr>
            <a:spLocks noGrp="1"/>
          </p:cNvSpPr>
          <p:nvPr>
            <p:ph type="title"/>
          </p:nvPr>
        </p:nvSpPr>
        <p:spPr/>
        <p:txBody>
          <a:bodyPr/>
          <a:lstStyle/>
          <a:p>
            <a:r>
              <a:rPr lang="en-US" dirty="0" err="1"/>
              <a:t>Multisine</a:t>
            </a:r>
            <a:r>
              <a:rPr lang="en-US" dirty="0"/>
              <a:t> design</a:t>
            </a:r>
            <a:br>
              <a:rPr lang="en-US" dirty="0"/>
            </a:br>
            <a:r>
              <a:rPr lang="en-US" dirty="0"/>
              <a:t>Mode-Based Excitation</a:t>
            </a:r>
            <a:endParaRPr lang="en-NL" dirty="0"/>
          </a:p>
        </p:txBody>
      </p:sp>
      <p:sp>
        <p:nvSpPr>
          <p:cNvPr id="3" name="Content Placeholder 2">
            <a:extLst>
              <a:ext uri="{FF2B5EF4-FFF2-40B4-BE49-F238E27FC236}">
                <a16:creationId xmlns:a16="http://schemas.microsoft.com/office/drawing/2014/main" id="{D25B89DD-927D-E72C-1152-EB5DC9C8FE9C}"/>
              </a:ext>
            </a:extLst>
          </p:cNvPr>
          <p:cNvSpPr>
            <a:spLocks noGrp="1"/>
          </p:cNvSpPr>
          <p:nvPr>
            <p:ph idx="1"/>
          </p:nvPr>
        </p:nvSpPr>
        <p:spPr/>
        <p:txBody>
          <a:bodyPr>
            <a:normAutofit/>
          </a:bodyPr>
          <a:lstStyle/>
          <a:p>
            <a:pPr marL="0" indent="0">
              <a:buNone/>
            </a:pPr>
            <a:r>
              <a:rPr lang="en-US" dirty="0"/>
              <a:t>The force </a:t>
            </a:r>
            <a:r>
              <a:rPr lang="en-US" dirty="0" err="1"/>
              <a:t>multisine</a:t>
            </a:r>
            <a:r>
              <a:rPr lang="en-US" dirty="0"/>
              <a:t> is applied in physical force directions:</a:t>
            </a:r>
          </a:p>
          <a:p>
            <a:pPr marL="0" indent="0">
              <a:buNone/>
            </a:pPr>
            <a:endParaRPr lang="en-US" dirty="0"/>
          </a:p>
          <a:p>
            <a:pPr marL="0" indent="0">
              <a:buNone/>
            </a:pPr>
            <a:r>
              <a:rPr lang="en-US" dirty="0"/>
              <a:t>common = [1,  1, 0]   symmetric X force</a:t>
            </a:r>
          </a:p>
          <a:p>
            <a:pPr marL="0" indent="0">
              <a:buNone/>
            </a:pPr>
            <a:r>
              <a:rPr lang="en-US" dirty="0"/>
              <a:t>diff   = [1, -1, 0]   differential / yaw force</a:t>
            </a:r>
          </a:p>
          <a:p>
            <a:pPr marL="0" indent="0">
              <a:buNone/>
            </a:pPr>
            <a:r>
              <a:rPr lang="en-US" dirty="0"/>
              <a:t>y      = [0,  0, 1]   Y force</a:t>
            </a:r>
          </a:p>
          <a:p>
            <a:pPr marL="0" indent="0">
              <a:buNone/>
            </a:pPr>
            <a:endParaRPr lang="en-US" dirty="0"/>
          </a:p>
          <a:p>
            <a:pPr marL="0" indent="0">
              <a:buNone/>
            </a:pPr>
            <a:r>
              <a:rPr lang="en-US" dirty="0"/>
              <a:t>For multi-mode trajectories:</a:t>
            </a:r>
          </a:p>
          <a:p>
            <a:pPr marL="0" indent="0">
              <a:buNone/>
            </a:pPr>
            <a:r>
              <a:rPr lang="en-US" dirty="0"/>
              <a:t>all active modes are injected simultaneously</a:t>
            </a:r>
            <a:endParaRPr lang="en-NL" dirty="0"/>
          </a:p>
        </p:txBody>
      </p:sp>
    </p:spTree>
    <p:extLst>
      <p:ext uri="{BB962C8B-B14F-4D97-AF65-F5344CB8AC3E}">
        <p14:creationId xmlns:p14="http://schemas.microsoft.com/office/powerpoint/2010/main" val="25896419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373007-27CE-84AD-22F5-FC813A4E19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D9F162-9AFF-B469-5BD2-2CE74E6A5CCE}"/>
              </a:ext>
            </a:extLst>
          </p:cNvPr>
          <p:cNvSpPr>
            <a:spLocks noGrp="1"/>
          </p:cNvSpPr>
          <p:nvPr>
            <p:ph type="title"/>
          </p:nvPr>
        </p:nvSpPr>
        <p:spPr/>
        <p:txBody>
          <a:bodyPr/>
          <a:lstStyle/>
          <a:p>
            <a:r>
              <a:rPr lang="en-US" dirty="0" err="1"/>
              <a:t>Multisine</a:t>
            </a:r>
            <a:r>
              <a:rPr lang="en-US" dirty="0"/>
              <a:t> design</a:t>
            </a:r>
            <a:br>
              <a:rPr lang="en-US" dirty="0"/>
            </a:br>
            <a:r>
              <a:rPr lang="en-US" dirty="0"/>
              <a:t>Schroeder </a:t>
            </a:r>
            <a:r>
              <a:rPr lang="en-US" dirty="0" err="1"/>
              <a:t>Multisine</a:t>
            </a:r>
            <a:r>
              <a:rPr lang="en-US" dirty="0"/>
              <a:t> Construction</a:t>
            </a:r>
            <a:endParaRPr lang="en-NL" dirty="0"/>
          </a:p>
        </p:txBody>
      </p:sp>
      <p:sp>
        <p:nvSpPr>
          <p:cNvPr id="3" name="Content Placeholder 2">
            <a:extLst>
              <a:ext uri="{FF2B5EF4-FFF2-40B4-BE49-F238E27FC236}">
                <a16:creationId xmlns:a16="http://schemas.microsoft.com/office/drawing/2014/main" id="{EEFC2C49-FA34-4262-AD07-2C5EB5D45F3F}"/>
              </a:ext>
            </a:extLst>
          </p:cNvPr>
          <p:cNvSpPr>
            <a:spLocks noGrp="1"/>
          </p:cNvSpPr>
          <p:nvPr>
            <p:ph idx="1"/>
          </p:nvPr>
        </p:nvSpPr>
        <p:spPr/>
        <p:txBody>
          <a:bodyPr>
            <a:normAutofit/>
          </a:bodyPr>
          <a:lstStyle/>
          <a:p>
            <a:r>
              <a:rPr lang="en-US" dirty="0"/>
              <a:t>For each active mode, a periodic odd-harmonic Schroeder </a:t>
            </a:r>
            <a:r>
              <a:rPr lang="en-US" dirty="0" err="1"/>
              <a:t>multisine</a:t>
            </a:r>
            <a:r>
              <a:rPr lang="en-US" dirty="0"/>
              <a:t> is generated: </a:t>
            </a:r>
            <a:r>
              <a:rPr lang="en-US" dirty="0" err="1"/>
              <a:t>f_low</a:t>
            </a:r>
            <a:r>
              <a:rPr lang="en-US" dirty="0"/>
              <a:t> &lt;= </a:t>
            </a:r>
            <a:r>
              <a:rPr lang="en-US" dirty="0" err="1"/>
              <a:t>f_k</a:t>
            </a:r>
            <a:r>
              <a:rPr lang="en-US" dirty="0"/>
              <a:t> &lt;= </a:t>
            </a:r>
            <a:r>
              <a:rPr lang="en-US" dirty="0" err="1"/>
              <a:t>f_high</a:t>
            </a:r>
            <a:endParaRPr lang="en-US" dirty="0"/>
          </a:p>
          <a:p>
            <a:r>
              <a:rPr lang="en-US" dirty="0"/>
              <a:t>Only odd harmonic lines are used </a:t>
            </a:r>
          </a:p>
          <a:p>
            <a:pPr lvl="1"/>
            <a:r>
              <a:rPr lang="en-US" dirty="0"/>
              <a:t>...,  f0, 3f0, 5f0, ...</a:t>
            </a:r>
          </a:p>
          <a:p>
            <a:pPr lvl="1"/>
            <a:r>
              <a:rPr lang="en-US" dirty="0"/>
              <a:t>f0 = 1 Hz</a:t>
            </a:r>
          </a:p>
          <a:p>
            <a:r>
              <a:rPr lang="en-US" dirty="0"/>
              <a:t>Schroeder phases are used to reduce crest factor</a:t>
            </a:r>
          </a:p>
          <a:p>
            <a:r>
              <a:rPr lang="en-US" dirty="0"/>
              <a:t>Each trajectory is padded to an integer number of 1 s periods:</a:t>
            </a:r>
          </a:p>
          <a:p>
            <a:pPr lvl="1"/>
            <a:r>
              <a:rPr lang="en-US" dirty="0"/>
              <a:t>N is a multiple of </a:t>
            </a:r>
            <a:r>
              <a:rPr lang="en-US" dirty="0" err="1"/>
              <a:t>N_period</a:t>
            </a:r>
            <a:endParaRPr lang="en-US" dirty="0"/>
          </a:p>
          <a:p>
            <a:pPr lvl="1"/>
            <a:r>
              <a:rPr lang="en-US" dirty="0"/>
              <a:t>This keeps the </a:t>
            </a:r>
            <a:r>
              <a:rPr lang="en-US" dirty="0" err="1"/>
              <a:t>multisine</a:t>
            </a:r>
            <a:r>
              <a:rPr lang="en-US" dirty="0"/>
              <a:t> periodic and leakage-free.</a:t>
            </a:r>
            <a:br>
              <a:rPr lang="en-US" dirty="0"/>
            </a:br>
            <a:endParaRPr lang="en-NL" dirty="0"/>
          </a:p>
        </p:txBody>
      </p:sp>
    </p:spTree>
    <p:extLst>
      <p:ext uri="{BB962C8B-B14F-4D97-AF65-F5344CB8AC3E}">
        <p14:creationId xmlns:p14="http://schemas.microsoft.com/office/powerpoint/2010/main" val="42544992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4A7F3-A01A-1270-020D-889631BCCF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42C4CA-6E09-7E72-D19D-805C15AF9C2B}"/>
              </a:ext>
            </a:extLst>
          </p:cNvPr>
          <p:cNvSpPr>
            <a:spLocks noGrp="1"/>
          </p:cNvSpPr>
          <p:nvPr>
            <p:ph type="title"/>
          </p:nvPr>
        </p:nvSpPr>
        <p:spPr/>
        <p:txBody>
          <a:bodyPr/>
          <a:lstStyle/>
          <a:p>
            <a:r>
              <a:rPr lang="en-US" dirty="0" err="1"/>
              <a:t>Multisine</a:t>
            </a:r>
            <a:r>
              <a:rPr lang="en-US" dirty="0"/>
              <a:t> design</a:t>
            </a:r>
            <a:endParaRPr lang="en-NL" dirty="0"/>
          </a:p>
        </p:txBody>
      </p:sp>
      <p:sp>
        <p:nvSpPr>
          <p:cNvPr id="3" name="Content Placeholder 2">
            <a:extLst>
              <a:ext uri="{FF2B5EF4-FFF2-40B4-BE49-F238E27FC236}">
                <a16:creationId xmlns:a16="http://schemas.microsoft.com/office/drawing/2014/main" id="{0320C35E-415D-8D66-186B-BA968403EEC5}"/>
              </a:ext>
            </a:extLst>
          </p:cNvPr>
          <p:cNvSpPr>
            <a:spLocks noGrp="1"/>
          </p:cNvSpPr>
          <p:nvPr>
            <p:ph idx="1"/>
          </p:nvPr>
        </p:nvSpPr>
        <p:spPr/>
        <p:txBody>
          <a:bodyPr>
            <a:normAutofit lnSpcReduction="10000"/>
          </a:bodyPr>
          <a:lstStyle/>
          <a:p>
            <a:r>
              <a:rPr lang="en-US" dirty="0"/>
              <a:t>Each active mode receives a different phase seed:</a:t>
            </a:r>
          </a:p>
          <a:p>
            <a:r>
              <a:rPr lang="en-US" dirty="0"/>
              <a:t>Purpose:</a:t>
            </a:r>
          </a:p>
          <a:p>
            <a:pPr lvl="1"/>
            <a:r>
              <a:rPr lang="en-US" dirty="0"/>
              <a:t>reduce correlation between simultaneously injected modes</a:t>
            </a:r>
          </a:p>
          <a:p>
            <a:r>
              <a:rPr lang="en-US" dirty="0"/>
              <a:t>Train validation and test phase also differs (frequency stays the same)</a:t>
            </a:r>
          </a:p>
          <a:p>
            <a:endParaRPr lang="en-US" dirty="0"/>
          </a:p>
          <a:p>
            <a:r>
              <a:rPr lang="en-US" dirty="0"/>
              <a:t>Note: </a:t>
            </a:r>
          </a:p>
          <a:p>
            <a:pPr lvl="1"/>
            <a:r>
              <a:rPr lang="en-US" dirty="0"/>
              <a:t>Different seeds are a decorrelation heuristic.</a:t>
            </a:r>
          </a:p>
          <a:p>
            <a:pPr lvl="1"/>
            <a:r>
              <a:rPr lang="en-US" dirty="0"/>
              <a:t>They do not make the modes strictly orthogonal.</a:t>
            </a:r>
            <a:br>
              <a:rPr lang="en-US" dirty="0"/>
            </a:br>
            <a:endParaRPr lang="en-NL" dirty="0"/>
          </a:p>
        </p:txBody>
      </p:sp>
    </p:spTree>
    <p:extLst>
      <p:ext uri="{BB962C8B-B14F-4D97-AF65-F5344CB8AC3E}">
        <p14:creationId xmlns:p14="http://schemas.microsoft.com/office/powerpoint/2010/main" val="33500927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D2F6E1-E141-0513-4B3F-AA3198DA0F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D91429-7982-FD0F-C252-62470CE5037E}"/>
              </a:ext>
            </a:extLst>
          </p:cNvPr>
          <p:cNvSpPr>
            <a:spLocks noGrp="1"/>
          </p:cNvSpPr>
          <p:nvPr>
            <p:ph type="title"/>
          </p:nvPr>
        </p:nvSpPr>
        <p:spPr/>
        <p:txBody>
          <a:bodyPr/>
          <a:lstStyle/>
          <a:p>
            <a:r>
              <a:rPr lang="en-US" dirty="0" err="1"/>
              <a:t>Multisine</a:t>
            </a:r>
            <a:r>
              <a:rPr lang="en-US" dirty="0"/>
              <a:t> design</a:t>
            </a:r>
            <a:br>
              <a:rPr lang="en-US" dirty="0"/>
            </a:br>
            <a:r>
              <a:rPr lang="en-US" dirty="0"/>
              <a:t>Enforce Hardware limits</a:t>
            </a:r>
            <a:endParaRPr lang="en-NL" dirty="0"/>
          </a:p>
        </p:txBody>
      </p:sp>
      <p:sp>
        <p:nvSpPr>
          <p:cNvPr id="3" name="Content Placeholder 2">
            <a:extLst>
              <a:ext uri="{FF2B5EF4-FFF2-40B4-BE49-F238E27FC236}">
                <a16:creationId xmlns:a16="http://schemas.microsoft.com/office/drawing/2014/main" id="{E46A6818-BD52-80CD-9629-4CA83248F548}"/>
              </a:ext>
            </a:extLst>
          </p:cNvPr>
          <p:cNvSpPr>
            <a:spLocks noGrp="1"/>
          </p:cNvSpPr>
          <p:nvPr>
            <p:ph idx="1"/>
          </p:nvPr>
        </p:nvSpPr>
        <p:spPr/>
        <p:txBody>
          <a:bodyPr/>
          <a:lstStyle/>
          <a:p>
            <a:pPr marL="0" indent="0">
              <a:buNone/>
            </a:pPr>
            <a:r>
              <a:rPr lang="en-US" dirty="0"/>
              <a:t>position and velocity limits on q1</a:t>
            </a:r>
          </a:p>
          <a:p>
            <a:pPr marL="0" indent="0">
              <a:buNone/>
            </a:pPr>
            <a:r>
              <a:rPr lang="en-US" dirty="0"/>
              <a:t>acceleration limits on reference r</a:t>
            </a:r>
          </a:p>
          <a:p>
            <a:pPr marL="0" indent="0">
              <a:buNone/>
            </a:pPr>
            <a:r>
              <a:rPr lang="en-US" dirty="0"/>
              <a:t>peak force limits on </a:t>
            </a:r>
            <a:r>
              <a:rPr lang="en-US" dirty="0" err="1"/>
              <a:t>u_total</a:t>
            </a:r>
            <a:endParaRPr lang="en-US" dirty="0"/>
          </a:p>
          <a:p>
            <a:pPr marL="0" indent="0">
              <a:buNone/>
            </a:pPr>
            <a:r>
              <a:rPr lang="en-US" dirty="0"/>
              <a:t>RMS force limits on </a:t>
            </a:r>
            <a:r>
              <a:rPr lang="en-US" dirty="0" err="1"/>
              <a:t>u_total</a:t>
            </a:r>
            <a:endParaRPr lang="en-US" dirty="0"/>
          </a:p>
          <a:p>
            <a:pPr marL="0" indent="0">
              <a:buNone/>
            </a:pPr>
            <a:endParaRPr lang="en-NL" dirty="0"/>
          </a:p>
        </p:txBody>
      </p:sp>
    </p:spTree>
    <p:extLst>
      <p:ext uri="{BB962C8B-B14F-4D97-AF65-F5344CB8AC3E}">
        <p14:creationId xmlns:p14="http://schemas.microsoft.com/office/powerpoint/2010/main" val="5532634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476496-860E-7AD5-0401-A8038B15BD05}"/>
              </a:ext>
            </a:extLst>
          </p:cNvPr>
          <p:cNvSpPr>
            <a:spLocks noGrp="1"/>
          </p:cNvSpPr>
          <p:nvPr>
            <p:ph type="title"/>
          </p:nvPr>
        </p:nvSpPr>
        <p:spPr/>
        <p:txBody>
          <a:bodyPr/>
          <a:lstStyle/>
          <a:p>
            <a:r>
              <a:rPr lang="en-US" dirty="0" err="1"/>
              <a:t>Multisine</a:t>
            </a:r>
            <a:r>
              <a:rPr lang="en-US" dirty="0"/>
              <a:t> output</a:t>
            </a:r>
            <a:endParaRPr lang="en-NL" dirty="0"/>
          </a:p>
        </p:txBody>
      </p:sp>
      <p:sp>
        <p:nvSpPr>
          <p:cNvPr id="3" name="Content Placeholder 2">
            <a:extLst>
              <a:ext uri="{FF2B5EF4-FFF2-40B4-BE49-F238E27FC236}">
                <a16:creationId xmlns:a16="http://schemas.microsoft.com/office/drawing/2014/main" id="{529307EC-C6CD-7F78-0C07-A6F40AEC8AB3}"/>
              </a:ext>
            </a:extLst>
          </p:cNvPr>
          <p:cNvSpPr>
            <a:spLocks noGrp="1"/>
          </p:cNvSpPr>
          <p:nvPr>
            <p:ph idx="1"/>
          </p:nvPr>
        </p:nvSpPr>
        <p:spPr/>
        <p:txBody>
          <a:bodyPr>
            <a:normAutofit/>
          </a:bodyPr>
          <a:lstStyle/>
          <a:p>
            <a:r>
              <a:rPr lang="en-US" dirty="0"/>
              <a:t>Identical trajectories as without </a:t>
            </a:r>
            <a:r>
              <a:rPr lang="en-US" dirty="0" err="1"/>
              <a:t>multisine</a:t>
            </a:r>
            <a:r>
              <a:rPr lang="en-US" dirty="0"/>
              <a:t>. Cannot recover parameters with:</a:t>
            </a:r>
          </a:p>
          <a:p>
            <a:pPr lvl="1"/>
            <a:r>
              <a:rPr lang="en-US" dirty="0"/>
              <a:t>Segment length 650 </a:t>
            </a:r>
          </a:p>
          <a:p>
            <a:pPr lvl="1"/>
            <a:r>
              <a:rPr lang="en-US" dirty="0"/>
              <a:t>Segment length 4000</a:t>
            </a:r>
          </a:p>
        </p:txBody>
      </p:sp>
    </p:spTree>
    <p:extLst>
      <p:ext uri="{BB962C8B-B14F-4D97-AF65-F5344CB8AC3E}">
        <p14:creationId xmlns:p14="http://schemas.microsoft.com/office/powerpoint/2010/main" val="15981368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4D1A29-D796-3A3E-8C7C-8917594FF0BF}"/>
              </a:ext>
            </a:extLst>
          </p:cNvPr>
          <p:cNvSpPr>
            <a:spLocks noGrp="1"/>
          </p:cNvSpPr>
          <p:nvPr>
            <p:ph type="title"/>
          </p:nvPr>
        </p:nvSpPr>
        <p:spPr/>
        <p:txBody>
          <a:bodyPr/>
          <a:lstStyle/>
          <a:p>
            <a:r>
              <a:rPr lang="en-US" dirty="0"/>
              <a:t>Question</a:t>
            </a:r>
            <a:endParaRPr lang="en-NL" dirty="0"/>
          </a:p>
        </p:txBody>
      </p:sp>
      <p:sp>
        <p:nvSpPr>
          <p:cNvPr id="3" name="Content Placeholder 2">
            <a:extLst>
              <a:ext uri="{FF2B5EF4-FFF2-40B4-BE49-F238E27FC236}">
                <a16:creationId xmlns:a16="http://schemas.microsoft.com/office/drawing/2014/main" id="{1B4B295F-6797-5C60-291C-908692F791C3}"/>
              </a:ext>
            </a:extLst>
          </p:cNvPr>
          <p:cNvSpPr>
            <a:spLocks noGrp="1"/>
          </p:cNvSpPr>
          <p:nvPr>
            <p:ph idx="1"/>
          </p:nvPr>
        </p:nvSpPr>
        <p:spPr/>
        <p:txBody>
          <a:bodyPr/>
          <a:lstStyle/>
          <a:p>
            <a:r>
              <a:rPr lang="en-US" dirty="0" err="1"/>
              <a:t>Multisine</a:t>
            </a:r>
            <a:r>
              <a:rPr lang="en-US" dirty="0"/>
              <a:t> is only causing issues. Need to design around slowest dynamics, what is the best approach for this?</a:t>
            </a:r>
          </a:p>
          <a:p>
            <a:pPr lvl="1"/>
            <a:r>
              <a:rPr lang="en-US" dirty="0"/>
              <a:t>Step response how to do for closed-loop, </a:t>
            </a:r>
            <a:r>
              <a:rPr lang="en-US" dirty="0" err="1"/>
              <a:t>mimo</a:t>
            </a:r>
            <a:r>
              <a:rPr lang="en-US" dirty="0"/>
              <a:t>, LPV?</a:t>
            </a:r>
            <a:endParaRPr lang="en-NL" dirty="0"/>
          </a:p>
        </p:txBody>
      </p:sp>
    </p:spTree>
    <p:extLst>
      <p:ext uri="{BB962C8B-B14F-4D97-AF65-F5344CB8AC3E}">
        <p14:creationId xmlns:p14="http://schemas.microsoft.com/office/powerpoint/2010/main" val="13286508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C6F7C2-D719-3E8A-F118-6D36B7EA70BC}"/>
              </a:ext>
            </a:extLst>
          </p:cNvPr>
          <p:cNvSpPr>
            <a:spLocks noGrp="1"/>
          </p:cNvSpPr>
          <p:nvPr>
            <p:ph type="title"/>
          </p:nvPr>
        </p:nvSpPr>
        <p:spPr/>
        <p:txBody>
          <a:bodyPr/>
          <a:lstStyle/>
          <a:p>
            <a:r>
              <a:rPr lang="en-US" dirty="0"/>
              <a:t>New joint meeting</a:t>
            </a:r>
            <a:endParaRPr lang="en-NL" dirty="0"/>
          </a:p>
        </p:txBody>
      </p:sp>
      <p:sp>
        <p:nvSpPr>
          <p:cNvPr id="3" name="Content Placeholder 2">
            <a:extLst>
              <a:ext uri="{FF2B5EF4-FFF2-40B4-BE49-F238E27FC236}">
                <a16:creationId xmlns:a16="http://schemas.microsoft.com/office/drawing/2014/main" id="{05DA5404-270C-E1DE-5F2D-A0486E06B445}"/>
              </a:ext>
            </a:extLst>
          </p:cNvPr>
          <p:cNvSpPr>
            <a:spLocks noGrp="1"/>
          </p:cNvSpPr>
          <p:nvPr>
            <p:ph idx="1"/>
          </p:nvPr>
        </p:nvSpPr>
        <p:spPr/>
        <p:txBody>
          <a:bodyPr/>
          <a:lstStyle/>
          <a:p>
            <a:endParaRPr lang="en-NL" dirty="0"/>
          </a:p>
        </p:txBody>
      </p:sp>
    </p:spTree>
    <p:extLst>
      <p:ext uri="{BB962C8B-B14F-4D97-AF65-F5344CB8AC3E}">
        <p14:creationId xmlns:p14="http://schemas.microsoft.com/office/powerpoint/2010/main" val="14936849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CA81FC-4338-BB64-13D8-F62CFA90299F}"/>
              </a:ext>
            </a:extLst>
          </p:cNvPr>
          <p:cNvSpPr>
            <a:spLocks noGrp="1"/>
          </p:cNvSpPr>
          <p:nvPr>
            <p:ph type="title"/>
          </p:nvPr>
        </p:nvSpPr>
        <p:spPr/>
        <p:txBody>
          <a:bodyPr/>
          <a:lstStyle/>
          <a:p>
            <a:r>
              <a:rPr lang="en-US" dirty="0"/>
              <a:t>To do</a:t>
            </a:r>
            <a:endParaRPr lang="en-NL" dirty="0"/>
          </a:p>
        </p:txBody>
      </p:sp>
      <p:sp>
        <p:nvSpPr>
          <p:cNvPr id="3" name="Content Placeholder 2">
            <a:extLst>
              <a:ext uri="{FF2B5EF4-FFF2-40B4-BE49-F238E27FC236}">
                <a16:creationId xmlns:a16="http://schemas.microsoft.com/office/drawing/2014/main" id="{5D2D58C6-6689-2ABD-F747-5ABD32E8737A}"/>
              </a:ext>
            </a:extLst>
          </p:cNvPr>
          <p:cNvSpPr>
            <a:spLocks noGrp="1"/>
          </p:cNvSpPr>
          <p:nvPr>
            <p:ph idx="1"/>
          </p:nvPr>
        </p:nvSpPr>
        <p:spPr/>
        <p:txBody>
          <a:bodyPr/>
          <a:lstStyle/>
          <a:p>
            <a:r>
              <a:rPr lang="en-US" dirty="0"/>
              <a:t>Fix experiment design for </a:t>
            </a:r>
            <a:r>
              <a:rPr lang="en-US" dirty="0" err="1"/>
              <a:t>multisine</a:t>
            </a:r>
            <a:endParaRPr lang="en-US" dirty="0"/>
          </a:p>
          <a:p>
            <a:r>
              <a:rPr lang="en-US" dirty="0"/>
              <a:t>Afterwards can move on to augmenting the system</a:t>
            </a:r>
            <a:endParaRPr lang="en-NL" dirty="0"/>
          </a:p>
        </p:txBody>
      </p:sp>
    </p:spTree>
    <p:extLst>
      <p:ext uri="{BB962C8B-B14F-4D97-AF65-F5344CB8AC3E}">
        <p14:creationId xmlns:p14="http://schemas.microsoft.com/office/powerpoint/2010/main" val="30426970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2371</TotalTime>
  <Words>1504</Words>
  <Application>Microsoft Office PowerPoint</Application>
  <PresentationFormat>Widescreen</PresentationFormat>
  <Paragraphs>170</Paragraphs>
  <Slides>24</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Aptos</vt:lpstr>
      <vt:lpstr>Aptos Display</vt:lpstr>
      <vt:lpstr>Arial</vt:lpstr>
      <vt:lpstr>Segoe WPC</vt:lpstr>
      <vt:lpstr>Office Theme</vt:lpstr>
      <vt:lpstr>Meeting Week 15</vt:lpstr>
      <vt:lpstr>Trajectories</vt:lpstr>
      <vt:lpstr>Trajectories</vt:lpstr>
      <vt:lpstr>Trajectories</vt:lpstr>
      <vt:lpstr>Trajectory – parameter recovery</vt:lpstr>
      <vt:lpstr>Trajectory – parameter recovery</vt:lpstr>
      <vt:lpstr>Trajectory – parameter recovery</vt:lpstr>
      <vt:lpstr>Multisine force injection</vt:lpstr>
      <vt:lpstr>Diagnostics for multisine</vt:lpstr>
      <vt:lpstr>Diagnostics for multisine Diagnostic Probe</vt:lpstr>
      <vt:lpstr>Diagnostics for multisine Diagnostic Probe</vt:lpstr>
      <vt:lpstr>Diagnostics for multisine Estimated Quantities</vt:lpstr>
      <vt:lpstr>Diagnostics for multisine Frequency Band Selection</vt:lpstr>
      <vt:lpstr>Diagnostics for multisine Frequency Band Selection</vt:lpstr>
      <vt:lpstr>Multisine design</vt:lpstr>
      <vt:lpstr>Multisine design</vt:lpstr>
      <vt:lpstr>Multisine design Mode-Based Excitation</vt:lpstr>
      <vt:lpstr>Multisine design Schroeder Multisine Construction</vt:lpstr>
      <vt:lpstr>Multisine design</vt:lpstr>
      <vt:lpstr>Multisine design Enforce Hardware limits</vt:lpstr>
      <vt:lpstr>Multisine output</vt:lpstr>
      <vt:lpstr>Question</vt:lpstr>
      <vt:lpstr>New joint meeting</vt:lpstr>
      <vt:lpstr>To do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Hoekstra, Jan</dc:creator>
  <cp:lastModifiedBy>Berg, Dirk van den</cp:lastModifiedBy>
  <cp:revision>2</cp:revision>
  <dcterms:created xsi:type="dcterms:W3CDTF">2026-02-02T15:14:22Z</dcterms:created>
  <dcterms:modified xsi:type="dcterms:W3CDTF">2026-05-13T14:18:58Z</dcterms:modified>
</cp:coreProperties>
</file>