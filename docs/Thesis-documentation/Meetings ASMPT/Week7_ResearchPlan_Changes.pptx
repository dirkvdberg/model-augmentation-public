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sldIdLst>
    <p:sldId id="257" r:id="rId2"/>
    <p:sldId id="258" r:id="rId3"/>
    <p:sldId id="263" r:id="rId4"/>
    <p:sldId id="264" r:id="rId5"/>
    <p:sldId id="265" r:id="rId6"/>
    <p:sldId id="261" r:id="rId7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7" d="100"/>
          <a:sy n="97" d="100"/>
        </p:scale>
        <p:origin x="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g, Dirk van den" userId="035ecb32-01d9-4b47-a105-eacf059a4647" providerId="ADAL" clId="{F7FF961E-CF96-44AC-93C2-93612F62D46D}"/>
    <pc:docChg chg="undo custSel modSld">
      <pc:chgData name="Berg, Dirk van den" userId="035ecb32-01d9-4b47-a105-eacf059a4647" providerId="ADAL" clId="{F7FF961E-CF96-44AC-93C2-93612F62D46D}" dt="2026-03-16T12:08:54.496" v="57" actId="1076"/>
      <pc:docMkLst>
        <pc:docMk/>
      </pc:docMkLst>
      <pc:sldChg chg="delSp modSp mod">
        <pc:chgData name="Berg, Dirk van den" userId="035ecb32-01d9-4b47-a105-eacf059a4647" providerId="ADAL" clId="{F7FF961E-CF96-44AC-93C2-93612F62D46D}" dt="2026-03-16T08:27:21.665" v="4"/>
        <pc:sldMkLst>
          <pc:docMk/>
          <pc:sldMk cId="2679595137" sldId="257"/>
        </pc:sldMkLst>
        <pc:spChg chg="mod">
          <ac:chgData name="Berg, Dirk van den" userId="035ecb32-01d9-4b47-a105-eacf059a4647" providerId="ADAL" clId="{F7FF961E-CF96-44AC-93C2-93612F62D46D}" dt="2026-03-16T08:27:13.170" v="1" actId="20577"/>
          <ac:spMkLst>
            <pc:docMk/>
            <pc:sldMk cId="2679595137" sldId="257"/>
            <ac:spMk id="3" creationId="{DAAEF679-3C39-E36C-B710-9B50CBAE487E}"/>
          </ac:spMkLst>
        </pc:spChg>
        <pc:spChg chg="del mod">
          <ac:chgData name="Berg, Dirk van den" userId="035ecb32-01d9-4b47-a105-eacf059a4647" providerId="ADAL" clId="{F7FF961E-CF96-44AC-93C2-93612F62D46D}" dt="2026-03-16T08:27:21.665" v="4"/>
          <ac:spMkLst>
            <pc:docMk/>
            <pc:sldMk cId="2679595137" sldId="257"/>
            <ac:spMk id="4" creationId="{465EFC2D-66CC-A333-8AD7-17BCBCDB18BB}"/>
          </ac:spMkLst>
        </pc:spChg>
      </pc:sldChg>
      <pc:sldChg chg="modSp mod">
        <pc:chgData name="Berg, Dirk van den" userId="035ecb32-01d9-4b47-a105-eacf059a4647" providerId="ADAL" clId="{F7FF961E-CF96-44AC-93C2-93612F62D46D}" dt="2026-03-16T08:29:33.386" v="56" actId="20577"/>
        <pc:sldMkLst>
          <pc:docMk/>
          <pc:sldMk cId="4133975854" sldId="261"/>
        </pc:sldMkLst>
        <pc:spChg chg="mod">
          <ac:chgData name="Berg, Dirk van den" userId="035ecb32-01d9-4b47-a105-eacf059a4647" providerId="ADAL" clId="{F7FF961E-CF96-44AC-93C2-93612F62D46D}" dt="2026-03-16T08:29:33.386" v="56" actId="20577"/>
          <ac:spMkLst>
            <pc:docMk/>
            <pc:sldMk cId="4133975854" sldId="261"/>
            <ac:spMk id="3" creationId="{78179DB8-2509-8E4F-14E4-B0B6B2FE756A}"/>
          </ac:spMkLst>
        </pc:spChg>
      </pc:sldChg>
      <pc:sldChg chg="modSp mod">
        <pc:chgData name="Berg, Dirk van den" userId="035ecb32-01d9-4b47-a105-eacf059a4647" providerId="ADAL" clId="{F7FF961E-CF96-44AC-93C2-93612F62D46D}" dt="2026-03-16T08:28:12.728" v="29" actId="20577"/>
        <pc:sldMkLst>
          <pc:docMk/>
          <pc:sldMk cId="1617226886" sldId="263"/>
        </pc:sldMkLst>
        <pc:spChg chg="mod">
          <ac:chgData name="Berg, Dirk van den" userId="035ecb32-01d9-4b47-a105-eacf059a4647" providerId="ADAL" clId="{F7FF961E-CF96-44AC-93C2-93612F62D46D}" dt="2026-03-16T08:27:37.498" v="5" actId="20577"/>
          <ac:spMkLst>
            <pc:docMk/>
            <pc:sldMk cId="1617226886" sldId="263"/>
            <ac:spMk id="2" creationId="{4509700D-FF42-415C-9519-CE16CBBB575A}"/>
          </ac:spMkLst>
        </pc:spChg>
        <pc:spChg chg="mod">
          <ac:chgData name="Berg, Dirk van den" userId="035ecb32-01d9-4b47-a105-eacf059a4647" providerId="ADAL" clId="{F7FF961E-CF96-44AC-93C2-93612F62D46D}" dt="2026-03-16T08:28:12.728" v="29" actId="20577"/>
          <ac:spMkLst>
            <pc:docMk/>
            <pc:sldMk cId="1617226886" sldId="263"/>
            <ac:spMk id="3" creationId="{1B16F991-22E1-98ED-FDA2-6483679AE450}"/>
          </ac:spMkLst>
        </pc:spChg>
      </pc:sldChg>
      <pc:sldChg chg="modSp mod">
        <pc:chgData name="Berg, Dirk van den" userId="035ecb32-01d9-4b47-a105-eacf059a4647" providerId="ADAL" clId="{F7FF961E-CF96-44AC-93C2-93612F62D46D}" dt="2026-03-16T08:28:30.585" v="35" actId="20577"/>
        <pc:sldMkLst>
          <pc:docMk/>
          <pc:sldMk cId="1617226886" sldId="264"/>
        </pc:sldMkLst>
        <pc:spChg chg="mod">
          <ac:chgData name="Berg, Dirk van den" userId="035ecb32-01d9-4b47-a105-eacf059a4647" providerId="ADAL" clId="{F7FF961E-CF96-44AC-93C2-93612F62D46D}" dt="2026-03-16T08:28:30.585" v="35" actId="20577"/>
          <ac:spMkLst>
            <pc:docMk/>
            <pc:sldMk cId="1617226886" sldId="264"/>
            <ac:spMk id="3" creationId="{1B16F991-22E1-98ED-FDA2-6483679AE450}"/>
          </ac:spMkLst>
        </pc:spChg>
      </pc:sldChg>
      <pc:sldChg chg="modSp mod">
        <pc:chgData name="Berg, Dirk van den" userId="035ecb32-01d9-4b47-a105-eacf059a4647" providerId="ADAL" clId="{F7FF961E-CF96-44AC-93C2-93612F62D46D}" dt="2026-03-16T12:08:54.496" v="57" actId="1076"/>
        <pc:sldMkLst>
          <pc:docMk/>
          <pc:sldMk cId="1617226886" sldId="265"/>
        </pc:sldMkLst>
        <pc:spChg chg="mod">
          <ac:chgData name="Berg, Dirk van den" userId="035ecb32-01d9-4b47-a105-eacf059a4647" providerId="ADAL" clId="{F7FF961E-CF96-44AC-93C2-93612F62D46D}" dt="2026-03-16T12:08:54.496" v="57" actId="1076"/>
          <ac:spMkLst>
            <pc:docMk/>
            <pc:sldMk cId="1617226886" sldId="265"/>
            <ac:spMk id="3" creationId="{1B16F991-22E1-98ED-FDA2-6483679AE45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A9B0A-21A9-11D8-6AC0-0853C7FE8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18FFD-A4E2-0D4E-7BCD-58E1748D8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B645C-4A53-6DC7-25C3-9688B717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314D-8566-407C-8138-35BC3B95AB82}" type="datetimeFigureOut">
              <a:rPr lang="en-NL" smtClean="0"/>
              <a:t>16/03/2026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82621-D3E9-86E1-A821-537728272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1C98C-0F73-A8F2-02F4-2AB4973CD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1871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0BA0-583D-0185-EE69-28099DAEC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8891D-C30A-9834-578C-76F335D9C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86B7C-AB90-7DAA-F0EA-C7122F77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16/03/2026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BD878-B8D5-9BF6-B119-CB8E2FBA6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A9D23-71DC-CC7B-17C0-5E08C967D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380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55E79-0500-A1A2-6D30-0F0DFDD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6914D-49A9-E97D-2C4E-18FAAF726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DA4EA-60CD-56E7-0DAD-21A6159BC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16/03/2026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721A8-BB79-306A-08AB-EFFF7B85E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46C38-EEEE-5592-0604-AA374F8C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9230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5D4E-F716-266C-EB44-F320FF044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A0776-C324-EFAB-A946-10C85364B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9D3D4-7D3D-D1F4-CD2A-A518E5469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93131-FB94-2B88-8093-B6F21E860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16/03/2026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21B79-6DB2-349F-C356-71774F673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CBD36-D0DC-8F43-ACFD-1E9E357E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7830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3BC18-D101-9213-B897-8851FE7C3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E5057-8AB1-D931-F79F-0D54E845E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2EF1A-2434-D230-33B4-D17316B77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0C9925-AAE9-B6AC-9461-0917219EA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4E5211-4325-D275-EE19-9984E66A82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7FEE0D-2772-4FE7-99AD-4C1D3AC62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16/03/2026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3169B9-CD5B-369C-DBC2-925297EB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0BA7D5-A78A-09BB-A363-994BD9A0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6980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777B-F5E7-C08C-590D-ACFBE4C45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CC399-4A6B-4593-9E74-B6F8CA3D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16/03/2026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E88BE-564F-9BC9-D256-883FCC299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7D54D-0C50-C773-E94C-9E2D30D93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45265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994506-3D43-84EA-E881-39D63307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16/03/2026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C55CA-8DBE-9019-86DA-AEBED897E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9772A-9555-52DB-D4E9-75AF3C15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7422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D3A6E-DBBE-812E-85F2-A38B5249B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2DEC-7E11-7FE1-3C8F-AB40257CC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7515C-82D6-C8CD-79FD-0E6A1C9B1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8F352-32B7-00FA-4DA5-12E23612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16/03/2026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8EF5-AAF6-9556-0DA1-762E1477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A06DC-6CC1-26FA-41F2-FA573F7A3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7678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5C77B-CBEF-A395-D0FA-1C65A9CE2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17272-008C-028F-3164-75FD0D3FA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CEFC27-BE0A-B312-4CAE-0D22A173E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41F1B-BF0C-E7EE-C200-6ACDD52E8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16/03/2026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DBEA7-5C08-D5DF-326D-402497EEC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AB07C-EC9D-1E6E-88BF-08CF4DC2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13419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C2113-B4D5-3AA6-7F42-D0DF7E55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AC1B1-B636-EC3C-8268-7CF0D78B6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08ECA-F03E-2322-8AB9-FF1B3570A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16/03/2026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60E39-73E9-DBC5-E7A0-57B50946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BA569-67AF-6D26-BB44-6C9DA6C33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15785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80FA20-7E26-5811-0F8E-E937CD7F6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0AB59-9859-7F7C-9F9C-9BFEA1EF0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83E10-4C21-18B0-80CE-477CC9350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16/03/2026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B85F3-CF9A-29D5-DEA3-31B619337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22B00-4173-AFD9-EDBF-57D15872F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18455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4814AA-CC4F-26EF-0940-42AD31BA4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EE76C-C9DD-829C-0E04-FD727D936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92AA8-31FA-1538-0020-A6770000A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07CE9-C8DF-41DF-BDBB-830B84D62F5B}" type="datetimeFigureOut">
              <a:rPr lang="en-NL" smtClean="0"/>
              <a:t>16/03/2026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36D0-EF18-388D-6CDB-4886CBEB0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0218A-4CD5-B355-2F90-F63E2428D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08427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58346-11EF-AF16-3F7E-D4AE642D6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Week 7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EF679-3C39-E36C-B710-9B50CBAE4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Background - what changed and why</a:t>
            </a:r>
          </a:p>
          <a:p>
            <a:r>
              <a:rPr lang="en-US" dirty="0"/>
              <a:t>Literature survey - from pointer list to proper survey</a:t>
            </a:r>
          </a:p>
          <a:p>
            <a:r>
              <a:rPr lang="en-US" dirty="0"/>
              <a:t>Impact on the aspects</a:t>
            </a:r>
          </a:p>
          <a:p>
            <a:r>
              <a:rPr lang="en-US" dirty="0"/>
              <a:t>Other changes</a:t>
            </a:r>
          </a:p>
          <a:p>
            <a:r>
              <a:rPr lang="en-US" dirty="0"/>
              <a:t>Next week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7959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9700D-FF42-415C-9519-CE16CBBB5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— what changed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6F991-22E1-98ED-FDA2-6483679AE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Restructured: ASMPT first, then system, then gap</a:t>
            </a:r>
          </a:p>
          <a:p>
            <a:r>
              <a:rPr lang="en-US" dirty="0"/>
              <a:t>Digital twin and condition monitoring added as applications; cross-coupling impact on tracking made explicit</a:t>
            </a:r>
          </a:p>
          <a:p>
            <a:r>
              <a:rPr lang="en-US" b="1" dirty="0"/>
              <a:t>Better motivation for grey-box over alternatives</a:t>
            </a:r>
          </a:p>
          <a:p>
            <a:r>
              <a:rPr lang="en-US" dirty="0"/>
              <a:t>PINNs added as existing physics-enhanced direction; Willard et al. as overarching motivation</a:t>
            </a:r>
          </a:p>
          <a:p>
            <a:r>
              <a:rPr lang="en-US" b="1" dirty="0"/>
              <a:t>LPV-LFR and augmentation removed from Background</a:t>
            </a:r>
          </a:p>
          <a:p>
            <a:r>
              <a:rPr lang="en-US" dirty="0"/>
              <a:t>Gap: no framework combining MIMO, position-dependence, and interpretability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17226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9700D-FF42-415C-9519-CE16CBBB5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survey - what changed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6F991-22E1-98ED-FDA2-6483679AE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Old: one paragraph listing papers per aspect - no explanations</a:t>
            </a:r>
          </a:p>
          <a:p>
            <a:r>
              <a:rPr lang="en-US" b="1" dirty="0"/>
              <a:t>New: each method explained with what it does and why it is chosen</a:t>
            </a:r>
          </a:p>
          <a:p>
            <a:r>
              <a:rPr lang="en-US" dirty="0"/>
              <a:t>Broader Grey-box context, LPV scheduling origin, negation, parallel structure choice, BFR, operating-point generalization, encoder initialization; all now motivated</a:t>
            </a:r>
          </a:p>
          <a:p>
            <a:r>
              <a:rPr lang="en-US" dirty="0"/>
              <a:t>Key result: LPV, LFR, and augmentation can be introduced by name in the aspects as motivated choices, not out of nowhere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17226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9700D-FF42-415C-9519-CE16CBBB5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 on the aspects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6F991-22E1-98ED-FDA2-6483679AE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441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Aspect 1 - LPV can now be named explicitly</a:t>
            </a:r>
          </a:p>
          <a:p>
            <a:r>
              <a:rPr lang="en-US" dirty="0"/>
              <a:t>LPV motivated in lit survey → question and methods can reference it directly</a:t>
            </a:r>
          </a:p>
          <a:p>
            <a:r>
              <a:rPr lang="en-US" b="1" dirty="0"/>
              <a:t>Aspect 2 - LFR and augmentation structure can now be named explicitly</a:t>
            </a:r>
          </a:p>
          <a:p>
            <a:r>
              <a:rPr lang="en-US" dirty="0"/>
              <a:t>MIMO via Schoukens &amp; Toth [2018]; encoder initialisation via Hoekstra et al. [2026]</a:t>
            </a:r>
          </a:p>
          <a:p>
            <a:r>
              <a:rPr lang="en-US" b="1" dirty="0"/>
              <a:t>Aspect 3 - motivation sharpened</a:t>
            </a:r>
          </a:p>
          <a:p>
            <a:r>
              <a:rPr lang="en-US" dirty="0"/>
              <a:t>If ASMPT turns off the black-box part, the physical model must still make sense</a:t>
            </a:r>
          </a:p>
          <a:p>
            <a:r>
              <a:rPr lang="en-US" b="1" dirty="0"/>
              <a:t>Aspect 4 - black-box comparison added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17226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9700D-FF42-415C-9519-CE16CBBB5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changes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6F991-22E1-98ED-FDA2-6483679AE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8471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/>
              <a:t>Expected outcomes</a:t>
            </a:r>
          </a:p>
          <a:p>
            <a:pPr lvl="1"/>
            <a:r>
              <a:rPr lang="en-US" dirty="0"/>
              <a:t>Plant inversion / feedforward </a:t>
            </a:r>
            <a:r>
              <a:rPr lang="en-US" dirty="0" err="1"/>
              <a:t>removed;not</a:t>
            </a:r>
            <a:r>
              <a:rPr lang="en-US" dirty="0"/>
              <a:t> the modeling intent, not a direct outcome</a:t>
            </a:r>
          </a:p>
          <a:p>
            <a:pPr lvl="1"/>
            <a:r>
              <a:rPr lang="en-US" dirty="0"/>
              <a:t>Replaced with: methodology ASMPT can evaluate and decide how to develop further</a:t>
            </a:r>
          </a:p>
          <a:p>
            <a:r>
              <a:rPr lang="en-US" b="1" dirty="0"/>
              <a:t>AI&amp;ES relevance</a:t>
            </a:r>
          </a:p>
          <a:p>
            <a:pPr lvl="1"/>
            <a:r>
              <a:rPr lang="en-US" dirty="0"/>
              <a:t>Kept broad, LPV-LFR removed; framed as a reusable methodology</a:t>
            </a:r>
          </a:p>
          <a:p>
            <a:r>
              <a:rPr lang="en-US" b="1" dirty="0"/>
              <a:t>Time planning filled in </a:t>
            </a:r>
          </a:p>
          <a:p>
            <a:pPr lvl="1"/>
            <a:r>
              <a:rPr lang="en-US" dirty="0"/>
              <a:t>Deadlines: committee (W18), confidentiality (W26), thesis to committee (W28)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17226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922FA-98D7-2929-D27F-810CECE6E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179DB8-2509-8E4F-14E4-B0B6B2FE7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 Phase 2: convert FP model to discrete-time LPV state-space in Python</a:t>
            </a:r>
          </a:p>
        </p:txBody>
      </p:sp>
    </p:spTree>
    <p:extLst>
      <p:ext uri="{BB962C8B-B14F-4D97-AF65-F5344CB8AC3E}">
        <p14:creationId xmlns:p14="http://schemas.microsoft.com/office/powerpoint/2010/main" val="4133975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235</TotalTime>
  <Words>336</Words>
  <Application>Microsoft Office PowerPoint</Application>
  <PresentationFormat>Widescreen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Meeting Week 7</vt:lpstr>
      <vt:lpstr>Background — what changed</vt:lpstr>
      <vt:lpstr>Literature survey - what changed</vt:lpstr>
      <vt:lpstr>Impact on the aspects</vt:lpstr>
      <vt:lpstr>Other changes</vt:lpstr>
      <vt:lpstr>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Hoekstra, Jan</dc:creator>
  <cp:lastModifiedBy>Berg, Dirk van den</cp:lastModifiedBy>
  <cp:revision>1</cp:revision>
  <dcterms:created xsi:type="dcterms:W3CDTF">2026-02-02T15:14:22Z</dcterms:created>
  <dcterms:modified xsi:type="dcterms:W3CDTF">2026-03-16T12:09:00Z</dcterms:modified>
</cp:coreProperties>
</file>