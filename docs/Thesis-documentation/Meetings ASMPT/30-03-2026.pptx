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29"/>
  </p:notesMasterIdLst>
  <p:sldIdLst>
    <p:sldId id="257" r:id="rId2"/>
    <p:sldId id="258" r:id="rId3"/>
    <p:sldId id="319" r:id="rId4"/>
    <p:sldId id="328" r:id="rId5"/>
    <p:sldId id="329" r:id="rId6"/>
    <p:sldId id="330" r:id="rId7"/>
    <p:sldId id="333" r:id="rId8"/>
    <p:sldId id="331" r:id="rId9"/>
    <p:sldId id="332" r:id="rId10"/>
    <p:sldId id="334" r:id="rId11"/>
    <p:sldId id="335" r:id="rId12"/>
    <p:sldId id="336" r:id="rId13"/>
    <p:sldId id="338" r:id="rId14"/>
    <p:sldId id="339" r:id="rId15"/>
    <p:sldId id="340" r:id="rId16"/>
    <p:sldId id="341" r:id="rId17"/>
    <p:sldId id="274" r:id="rId18"/>
    <p:sldId id="327" r:id="rId19"/>
    <p:sldId id="263" r:id="rId20"/>
    <p:sldId id="272" r:id="rId21"/>
    <p:sldId id="268" r:id="rId22"/>
    <p:sldId id="265" r:id="rId23"/>
    <p:sldId id="271" r:id="rId24"/>
    <p:sldId id="270" r:id="rId25"/>
    <p:sldId id="342" r:id="rId26"/>
    <p:sldId id="269" r:id="rId27"/>
    <p:sldId id="261" r:id="rId2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9CA35B-F0DA-47A4-A673-5647DB734197}" v="56" dt="2026-03-30T08:36:19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3-30T08:58:26.602" v="1875" actId="729"/>
      <pc:docMkLst>
        <pc:docMk/>
      </pc:docMkLst>
      <pc:sldChg chg="delSp modSp mod">
        <pc:chgData name="Berg, Dirk van den" userId="035ecb32-01d9-4b47-a105-eacf059a4647" providerId="ADAL" clId="{F7FF961E-CF96-44AC-93C2-93612F62D46D}" dt="2026-03-30T08:39:42.116" v="1858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3-27T15:18:14.184" v="1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3-30T08:39:42.116" v="1858" actId="20577"/>
          <ac:spMkLst>
            <pc:docMk/>
            <pc:sldMk cId="2679595137" sldId="257"/>
            <ac:spMk id="3" creationId="{DAAEF679-3C39-E36C-B710-9B50CBAE487E}"/>
          </ac:spMkLst>
        </pc:spChg>
      </pc:sldChg>
      <pc:sldChg chg="addSp delSp modSp mod ord">
        <pc:chgData name="Berg, Dirk van den" userId="035ecb32-01d9-4b47-a105-eacf059a4647" providerId="ADAL" clId="{F7FF961E-CF96-44AC-93C2-93612F62D46D}" dt="2026-03-30T07:45:30.195" v="1448" actId="1076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3-30T07:43:33.826" v="1421" actId="20577"/>
          <ac:spMkLst>
            <pc:docMk/>
            <pc:sldMk cId="1617226886" sldId="258"/>
            <ac:spMk id="3" creationId="{1B16F991-22E1-98ED-FDA2-6483679AE450}"/>
          </ac:spMkLst>
        </pc:spChg>
        <pc:spChg chg="del">
          <ac:chgData name="Berg, Dirk van den" userId="035ecb32-01d9-4b47-a105-eacf059a4647" providerId="ADAL" clId="{F7FF961E-CF96-44AC-93C2-93612F62D46D}" dt="2026-03-30T07:40:44.738" v="1209" actId="478"/>
          <ac:spMkLst>
            <pc:docMk/>
            <pc:sldMk cId="1617226886" sldId="258"/>
            <ac:spMk id="5" creationId="{7CFFA8B5-4335-A79D-381E-82C9B8A52E4E}"/>
          </ac:spMkLst>
        </pc:spChg>
        <pc:picChg chg="add del mod">
          <ac:chgData name="Berg, Dirk van den" userId="035ecb32-01d9-4b47-a105-eacf059a4647" providerId="ADAL" clId="{F7FF961E-CF96-44AC-93C2-93612F62D46D}" dt="2026-03-30T07:45:00.073" v="1439" actId="478"/>
          <ac:picMkLst>
            <pc:docMk/>
            <pc:sldMk cId="1617226886" sldId="258"/>
            <ac:picMk id="6" creationId="{56902C08-B37C-190B-F40E-BE88A3548B13}"/>
          </ac:picMkLst>
        </pc:picChg>
        <pc:picChg chg="add mod ord modCrop">
          <ac:chgData name="Berg, Dirk van den" userId="035ecb32-01d9-4b47-a105-eacf059a4647" providerId="ADAL" clId="{F7FF961E-CF96-44AC-93C2-93612F62D46D}" dt="2026-03-30T07:45:30.195" v="1448" actId="1076"/>
          <ac:picMkLst>
            <pc:docMk/>
            <pc:sldMk cId="1617226886" sldId="258"/>
            <ac:picMk id="8" creationId="{995B6BA1-F19D-4783-7C8D-CB95DC3E704D}"/>
          </ac:picMkLst>
        </pc:picChg>
        <pc:picChg chg="add del mod">
          <ac:chgData name="Berg, Dirk van den" userId="035ecb32-01d9-4b47-a105-eacf059a4647" providerId="ADAL" clId="{F7FF961E-CF96-44AC-93C2-93612F62D46D}" dt="2026-03-30T07:44:37.803" v="1434" actId="478"/>
          <ac:picMkLst>
            <pc:docMk/>
            <pc:sldMk cId="1617226886" sldId="258"/>
            <ac:picMk id="10" creationId="{B7EA3EBE-7B7E-E9DB-1199-7F674E2EEE79}"/>
          </ac:picMkLst>
        </pc:picChg>
        <pc:picChg chg="add mod">
          <ac:chgData name="Berg, Dirk van den" userId="035ecb32-01d9-4b47-a105-eacf059a4647" providerId="ADAL" clId="{F7FF961E-CF96-44AC-93C2-93612F62D46D}" dt="2026-03-30T07:45:13.875" v="1445" actId="1076"/>
          <ac:picMkLst>
            <pc:docMk/>
            <pc:sldMk cId="1617226886" sldId="258"/>
            <ac:picMk id="12" creationId="{A78A9141-9821-9586-1549-B34D63D4F394}"/>
          </ac:picMkLst>
        </pc:picChg>
      </pc:sldChg>
      <pc:sldChg chg="del">
        <pc:chgData name="Berg, Dirk van den" userId="035ecb32-01d9-4b47-a105-eacf059a4647" providerId="ADAL" clId="{F7FF961E-CF96-44AC-93C2-93612F62D46D}" dt="2026-03-30T08:41:10.900" v="1860" actId="47"/>
        <pc:sldMkLst>
          <pc:docMk/>
          <pc:sldMk cId="2138626586" sldId="259"/>
        </pc:sldMkLst>
      </pc:sldChg>
      <pc:sldChg chg="del">
        <pc:chgData name="Berg, Dirk van den" userId="035ecb32-01d9-4b47-a105-eacf059a4647" providerId="ADAL" clId="{F7FF961E-CF96-44AC-93C2-93612F62D46D}" dt="2026-03-30T08:41:09.425" v="1859" actId="47"/>
        <pc:sldMkLst>
          <pc:docMk/>
          <pc:sldMk cId="2175299465" sldId="260"/>
        </pc:sldMkLst>
      </pc:sldChg>
      <pc:sldChg chg="modSp mod">
        <pc:chgData name="Berg, Dirk van den" userId="035ecb32-01d9-4b47-a105-eacf059a4647" providerId="ADAL" clId="{F7FF961E-CF96-44AC-93C2-93612F62D46D}" dt="2026-03-30T07:18:12.227" v="1061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3-30T07:18:12.227" v="1061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3-30T07:17:14.127" v="957" actId="47"/>
        <pc:sldMkLst>
          <pc:docMk/>
          <pc:sldMk cId="3503897311" sldId="262"/>
        </pc:sldMkLst>
      </pc:sldChg>
      <pc:sldChg chg="addSp delSp modSp new mod ord">
        <pc:chgData name="Berg, Dirk van den" userId="035ecb32-01d9-4b47-a105-eacf059a4647" providerId="ADAL" clId="{F7FF961E-CF96-44AC-93C2-93612F62D46D}" dt="2026-03-29T17:50:21.451" v="319" actId="1076"/>
        <pc:sldMkLst>
          <pc:docMk/>
          <pc:sldMk cId="2758158778" sldId="263"/>
        </pc:sldMkLst>
        <pc:spChg chg="mod">
          <ac:chgData name="Berg, Dirk van den" userId="035ecb32-01d9-4b47-a105-eacf059a4647" providerId="ADAL" clId="{F7FF961E-CF96-44AC-93C2-93612F62D46D}" dt="2026-03-29T17:46:08.913" v="303"/>
          <ac:spMkLst>
            <pc:docMk/>
            <pc:sldMk cId="2758158778" sldId="263"/>
            <ac:spMk id="2" creationId="{759358AB-2E59-D647-88EE-56F27D684906}"/>
          </ac:spMkLst>
        </pc:spChg>
        <pc:spChg chg="del mod">
          <ac:chgData name="Berg, Dirk van den" userId="035ecb32-01d9-4b47-a105-eacf059a4647" providerId="ADAL" clId="{F7FF961E-CF96-44AC-93C2-93612F62D46D}" dt="2026-03-29T17:49:55.463" v="308" actId="478"/>
          <ac:spMkLst>
            <pc:docMk/>
            <pc:sldMk cId="2758158778" sldId="263"/>
            <ac:spMk id="3" creationId="{D47C160A-6994-4E3D-17A4-93B496E0AE02}"/>
          </ac:spMkLst>
        </pc:spChg>
        <pc:spChg chg="add del mod">
          <ac:chgData name="Berg, Dirk van den" userId="035ecb32-01d9-4b47-a105-eacf059a4647" providerId="ADAL" clId="{F7FF961E-CF96-44AC-93C2-93612F62D46D}" dt="2026-03-29T17:50:03.887" v="311" actId="478"/>
          <ac:spMkLst>
            <pc:docMk/>
            <pc:sldMk cId="2758158778" sldId="263"/>
            <ac:spMk id="5" creationId="{76142A78-B6FA-9D69-60A2-BC6C79415FB5}"/>
          </ac:spMkLst>
        </pc:spChg>
        <pc:spChg chg="add del mod">
          <ac:chgData name="Berg, Dirk van den" userId="035ecb32-01d9-4b47-a105-eacf059a4647" providerId="ADAL" clId="{F7FF961E-CF96-44AC-93C2-93612F62D46D}" dt="2026-03-29T17:50:02.084" v="310" actId="478"/>
          <ac:spMkLst>
            <pc:docMk/>
            <pc:sldMk cId="2758158778" sldId="263"/>
            <ac:spMk id="7" creationId="{C9A73159-5800-DA1C-77E3-FF0E45A1EA17}"/>
          </ac:spMkLst>
        </pc:spChg>
        <pc:picChg chg="add mod">
          <ac:chgData name="Berg, Dirk van den" userId="035ecb32-01d9-4b47-a105-eacf059a4647" providerId="ADAL" clId="{F7FF961E-CF96-44AC-93C2-93612F62D46D}" dt="2026-03-29T17:50:21.451" v="319" actId="1076"/>
          <ac:picMkLst>
            <pc:docMk/>
            <pc:sldMk cId="2758158778" sldId="263"/>
            <ac:picMk id="9" creationId="{635B0D37-18DA-1448-15E3-A7E71C9405ED}"/>
          </ac:picMkLst>
        </pc:picChg>
      </pc:sldChg>
      <pc:sldChg chg="modSp new del mod">
        <pc:chgData name="Berg, Dirk van den" userId="035ecb32-01d9-4b47-a105-eacf059a4647" providerId="ADAL" clId="{F7FF961E-CF96-44AC-93C2-93612F62D46D}" dt="2026-03-30T07:46:54.601" v="1463" actId="47"/>
        <pc:sldMkLst>
          <pc:docMk/>
          <pc:sldMk cId="200997433" sldId="264"/>
        </pc:sldMkLst>
        <pc:spChg chg="mod">
          <ac:chgData name="Berg, Dirk van den" userId="035ecb32-01d9-4b47-a105-eacf059a4647" providerId="ADAL" clId="{F7FF961E-CF96-44AC-93C2-93612F62D46D}" dt="2026-03-29T17:35:14.164" v="193" actId="20577"/>
          <ac:spMkLst>
            <pc:docMk/>
            <pc:sldMk cId="200997433" sldId="264"/>
            <ac:spMk id="3" creationId="{076483BD-E843-B953-E945-504DD485BD97}"/>
          </ac:spMkLst>
        </pc:spChg>
      </pc:sldChg>
      <pc:sldChg chg="addSp modSp new mod">
        <pc:chgData name="Berg, Dirk van den" userId="035ecb32-01d9-4b47-a105-eacf059a4647" providerId="ADAL" clId="{F7FF961E-CF96-44AC-93C2-93612F62D46D}" dt="2026-03-30T07:09:59.147" v="878" actId="313"/>
        <pc:sldMkLst>
          <pc:docMk/>
          <pc:sldMk cId="1076292502" sldId="265"/>
        </pc:sldMkLst>
        <pc:spChg chg="mod">
          <ac:chgData name="Berg, Dirk van den" userId="035ecb32-01d9-4b47-a105-eacf059a4647" providerId="ADAL" clId="{F7FF961E-CF96-44AC-93C2-93612F62D46D}" dt="2026-03-29T17:53:42.985" v="370" actId="20577"/>
          <ac:spMkLst>
            <pc:docMk/>
            <pc:sldMk cId="1076292502" sldId="265"/>
            <ac:spMk id="2" creationId="{8789B858-7526-BC95-551E-E7A3A272CBE4}"/>
          </ac:spMkLst>
        </pc:spChg>
        <pc:spChg chg="mod">
          <ac:chgData name="Berg, Dirk van den" userId="035ecb32-01d9-4b47-a105-eacf059a4647" providerId="ADAL" clId="{F7FF961E-CF96-44AC-93C2-93612F62D46D}" dt="2026-03-30T07:09:59.147" v="878" actId="313"/>
          <ac:spMkLst>
            <pc:docMk/>
            <pc:sldMk cId="1076292502" sldId="265"/>
            <ac:spMk id="3" creationId="{659D5505-D256-4069-FD92-644CCB3747CB}"/>
          </ac:spMkLst>
        </pc:spChg>
        <pc:spChg chg="add mod">
          <ac:chgData name="Berg, Dirk van den" userId="035ecb32-01d9-4b47-a105-eacf059a4647" providerId="ADAL" clId="{F7FF961E-CF96-44AC-93C2-93612F62D46D}" dt="2026-03-30T07:08:15.682" v="870" actId="6549"/>
          <ac:spMkLst>
            <pc:docMk/>
            <pc:sldMk cId="1076292502" sldId="265"/>
            <ac:spMk id="7" creationId="{855726D4-6B0A-4A1B-0F19-33213F7F8CF4}"/>
          </ac:spMkLst>
        </pc:spChg>
        <pc:picChg chg="add mod">
          <ac:chgData name="Berg, Dirk van den" userId="035ecb32-01d9-4b47-a105-eacf059a4647" providerId="ADAL" clId="{F7FF961E-CF96-44AC-93C2-93612F62D46D}" dt="2026-03-30T07:02:39.065" v="612" actId="1076"/>
          <ac:picMkLst>
            <pc:docMk/>
            <pc:sldMk cId="1076292502" sldId="265"/>
            <ac:picMk id="5" creationId="{19BB3215-E506-C35E-7A20-DC90ED11DB31}"/>
          </ac:picMkLst>
        </pc:picChg>
        <pc:picChg chg="add mod">
          <ac:chgData name="Berg, Dirk van den" userId="035ecb32-01d9-4b47-a105-eacf059a4647" providerId="ADAL" clId="{F7FF961E-CF96-44AC-93C2-93612F62D46D}" dt="2026-03-30T07:02:42.964" v="613" actId="1076"/>
          <ac:picMkLst>
            <pc:docMk/>
            <pc:sldMk cId="1076292502" sldId="265"/>
            <ac:picMk id="6" creationId="{12F07565-B42C-B086-612B-2B06A856BAE0}"/>
          </ac:picMkLst>
        </pc:picChg>
      </pc:sldChg>
      <pc:sldChg chg="modSp new del">
        <pc:chgData name="Berg, Dirk van den" userId="035ecb32-01d9-4b47-a105-eacf059a4647" providerId="ADAL" clId="{F7FF961E-CF96-44AC-93C2-93612F62D46D}" dt="2026-03-30T07:46:55.281" v="1464" actId="47"/>
        <pc:sldMkLst>
          <pc:docMk/>
          <pc:sldMk cId="1722397031" sldId="266"/>
        </pc:sldMkLst>
        <pc:spChg chg="mod">
          <ac:chgData name="Berg, Dirk van den" userId="035ecb32-01d9-4b47-a105-eacf059a4647" providerId="ADAL" clId="{F7FF961E-CF96-44AC-93C2-93612F62D46D}" dt="2026-03-29T17:46:02.322" v="300"/>
          <ac:spMkLst>
            <pc:docMk/>
            <pc:sldMk cId="1722397031" sldId="266"/>
            <ac:spMk id="2" creationId="{31A0AD53-DB97-2D35-8570-291C7E7BAFB1}"/>
          </ac:spMkLst>
        </pc:spChg>
      </pc:sldChg>
      <pc:sldChg chg="addSp modSp new del mod">
        <pc:chgData name="Berg, Dirk van den" userId="035ecb32-01d9-4b47-a105-eacf059a4647" providerId="ADAL" clId="{F7FF961E-CF96-44AC-93C2-93612F62D46D}" dt="2026-03-30T07:13:31.023" v="884" actId="47"/>
        <pc:sldMkLst>
          <pc:docMk/>
          <pc:sldMk cId="722924456" sldId="267"/>
        </pc:sldMkLst>
        <pc:spChg chg="mod">
          <ac:chgData name="Berg, Dirk van den" userId="035ecb32-01d9-4b47-a105-eacf059a4647" providerId="ADAL" clId="{F7FF961E-CF96-44AC-93C2-93612F62D46D}" dt="2026-03-29T18:17:40.540" v="591"/>
          <ac:spMkLst>
            <pc:docMk/>
            <pc:sldMk cId="722924456" sldId="267"/>
            <ac:spMk id="3" creationId="{0ED40125-3F5D-920C-2A59-51129F1506CF}"/>
          </ac:spMkLst>
        </pc:spChg>
        <pc:picChg chg="add mod">
          <ac:chgData name="Berg, Dirk van den" userId="035ecb32-01d9-4b47-a105-eacf059a4647" providerId="ADAL" clId="{F7FF961E-CF96-44AC-93C2-93612F62D46D}" dt="2026-03-29T17:47:02.913" v="307" actId="1076"/>
          <ac:picMkLst>
            <pc:docMk/>
            <pc:sldMk cId="722924456" sldId="267"/>
            <ac:picMk id="5" creationId="{80FC9235-7111-C97D-2424-451DC1FDD6A7}"/>
          </ac:picMkLst>
        </pc:picChg>
        <pc:picChg chg="add mod">
          <ac:chgData name="Berg, Dirk van den" userId="035ecb32-01d9-4b47-a105-eacf059a4647" providerId="ADAL" clId="{F7FF961E-CF96-44AC-93C2-93612F62D46D}" dt="2026-03-30T07:11:36.099" v="879" actId="1076"/>
          <ac:picMkLst>
            <pc:docMk/>
            <pc:sldMk cId="722924456" sldId="267"/>
            <ac:picMk id="7" creationId="{D6EDA450-A361-BF1E-8D95-CF0E795F6FB5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7:14:51.525" v="956" actId="14100"/>
        <pc:sldMkLst>
          <pc:docMk/>
          <pc:sldMk cId="2147549989" sldId="268"/>
        </pc:sldMkLst>
        <pc:spChg chg="add del">
          <ac:chgData name="Berg, Dirk van den" userId="035ecb32-01d9-4b47-a105-eacf059a4647" providerId="ADAL" clId="{F7FF961E-CF96-44AC-93C2-93612F62D46D}" dt="2026-03-30T06:58:41.343" v="593" actId="11529"/>
          <ac:spMkLst>
            <pc:docMk/>
            <pc:sldMk cId="2147549989" sldId="268"/>
            <ac:spMk id="4" creationId="{EC3989AE-CCBF-7BF7-A05E-EA6A2BC8C9A8}"/>
          </ac:spMkLst>
        </pc:spChg>
        <pc:spChg chg="add mod">
          <ac:chgData name="Berg, Dirk van den" userId="035ecb32-01d9-4b47-a105-eacf059a4647" providerId="ADAL" clId="{F7FF961E-CF96-44AC-93C2-93612F62D46D}" dt="2026-03-30T07:14:51.525" v="956" actId="14100"/>
          <ac:spMkLst>
            <pc:docMk/>
            <pc:sldMk cId="2147549989" sldId="268"/>
            <ac:spMk id="5" creationId="{F8CF6A44-5A2B-F5D3-1765-5729D1AF7CB5}"/>
          </ac:spMkLst>
        </pc:spChg>
        <pc:spChg chg="add del mod">
          <ac:chgData name="Berg, Dirk van den" userId="035ecb32-01d9-4b47-a105-eacf059a4647" providerId="ADAL" clId="{F7FF961E-CF96-44AC-93C2-93612F62D46D}" dt="2026-03-30T07:01:20.749" v="604" actId="478"/>
          <ac:spMkLst>
            <pc:docMk/>
            <pc:sldMk cId="2147549989" sldId="268"/>
            <ac:spMk id="6" creationId="{C53B3878-1C10-8146-7745-0E311354E684}"/>
          </ac:spMkLst>
        </pc:spChg>
        <pc:spChg chg="add mod">
          <ac:chgData name="Berg, Dirk van den" userId="035ecb32-01d9-4b47-a105-eacf059a4647" providerId="ADAL" clId="{F7FF961E-CF96-44AC-93C2-93612F62D46D}" dt="2026-03-30T07:01:34.832" v="608" actId="571"/>
          <ac:spMkLst>
            <pc:docMk/>
            <pc:sldMk cId="2147549989" sldId="268"/>
            <ac:spMk id="8" creationId="{535E1FB5-45FE-6938-BBFD-0D4512749773}"/>
          </ac:spMkLst>
        </pc:spChg>
        <pc:spChg chg="add mod">
          <ac:chgData name="Berg, Dirk van den" userId="035ecb32-01d9-4b47-a105-eacf059a4647" providerId="ADAL" clId="{F7FF961E-CF96-44AC-93C2-93612F62D46D}" dt="2026-03-30T07:04:57.972" v="761" actId="20577"/>
          <ac:spMkLst>
            <pc:docMk/>
            <pc:sldMk cId="2147549989" sldId="268"/>
            <ac:spMk id="10" creationId="{43F34035-2E37-A969-2766-A94BA0A14143}"/>
          </ac:spMkLst>
        </pc:spChg>
        <pc:picChg chg="add mod ord">
          <ac:chgData name="Berg, Dirk van den" userId="035ecb32-01d9-4b47-a105-eacf059a4647" providerId="ADAL" clId="{F7FF961E-CF96-44AC-93C2-93612F62D46D}" dt="2026-03-30T07:01:25.777" v="606" actId="1076"/>
          <ac:picMkLst>
            <pc:docMk/>
            <pc:sldMk cId="2147549989" sldId="268"/>
            <ac:picMk id="3" creationId="{A3BA524F-AF0C-3FCA-8D10-93E85B6255C6}"/>
          </ac:picMkLst>
        </pc:picChg>
        <pc:picChg chg="add mod">
          <ac:chgData name="Berg, Dirk van den" userId="035ecb32-01d9-4b47-a105-eacf059a4647" providerId="ADAL" clId="{F7FF961E-CF96-44AC-93C2-93612F62D46D}" dt="2026-03-30T07:01:34.832" v="608" actId="571"/>
          <ac:picMkLst>
            <pc:docMk/>
            <pc:sldMk cId="2147549989" sldId="268"/>
            <ac:picMk id="7" creationId="{54602F01-79AF-B84F-CABC-CEA1EFFA92B9}"/>
          </ac:picMkLst>
        </pc:picChg>
        <pc:picChg chg="mod modCrop">
          <ac:chgData name="Berg, Dirk van den" userId="035ecb32-01d9-4b47-a105-eacf059a4647" providerId="ADAL" clId="{F7FF961E-CF96-44AC-93C2-93612F62D46D}" dt="2026-03-29T17:51:46.330" v="329" actId="732"/>
          <ac:picMkLst>
            <pc:docMk/>
            <pc:sldMk cId="2147549989" sldId="268"/>
            <ac:picMk id="9" creationId="{99FCD902-F1A8-2F69-F3F2-D3A06D004B5D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3-30T08:41:15.749" v="1861" actId="729"/>
        <pc:sldMkLst>
          <pc:docMk/>
          <pc:sldMk cId="1686592045" sldId="269"/>
        </pc:sldMkLst>
        <pc:spChg chg="mod">
          <ac:chgData name="Berg, Dirk van den" userId="035ecb32-01d9-4b47-a105-eacf059a4647" providerId="ADAL" clId="{F7FF961E-CF96-44AC-93C2-93612F62D46D}" dt="2026-03-29T18:01:14.681" v="518"/>
          <ac:spMkLst>
            <pc:docMk/>
            <pc:sldMk cId="1686592045" sldId="269"/>
            <ac:spMk id="3" creationId="{90C4B436-478D-A738-527E-BFACDF268B5F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3-30T08:58:26.602" v="1875" actId="729"/>
        <pc:sldMkLst>
          <pc:docMk/>
          <pc:sldMk cId="136824516" sldId="270"/>
        </pc:sldMkLst>
        <pc:spChg chg="mod">
          <ac:chgData name="Berg, Dirk van den" userId="035ecb32-01d9-4b47-a105-eacf059a4647" providerId="ADAL" clId="{F7FF961E-CF96-44AC-93C2-93612F62D46D}" dt="2026-03-30T08:06:13.826" v="1677" actId="20577"/>
          <ac:spMkLst>
            <pc:docMk/>
            <pc:sldMk cId="136824516" sldId="270"/>
            <ac:spMk id="2" creationId="{C8B927A9-BF7E-D8BE-6CB9-FE3FBA076039}"/>
          </ac:spMkLst>
        </pc:spChg>
        <pc:spChg chg="mod">
          <ac:chgData name="Berg, Dirk van den" userId="035ecb32-01d9-4b47-a105-eacf059a4647" providerId="ADAL" clId="{F7FF961E-CF96-44AC-93C2-93612F62D46D}" dt="2026-03-30T07:14:01.244" v="953" actId="5793"/>
          <ac:spMkLst>
            <pc:docMk/>
            <pc:sldMk cId="136824516" sldId="270"/>
            <ac:spMk id="3" creationId="{97F0CAB0-32CE-FD14-5467-FEC2F5772503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3-30T07:09:09.576" v="871" actId="729"/>
        <pc:sldMkLst>
          <pc:docMk/>
          <pc:sldMk cId="1674656520" sldId="271"/>
        </pc:sldMkLst>
        <pc:spChg chg="mod">
          <ac:chgData name="Berg, Dirk van den" userId="035ecb32-01d9-4b47-a105-eacf059a4647" providerId="ADAL" clId="{F7FF961E-CF96-44AC-93C2-93612F62D46D}" dt="2026-03-29T18:08:16.016" v="579" actId="27636"/>
          <ac:spMkLst>
            <pc:docMk/>
            <pc:sldMk cId="1674656520" sldId="271"/>
            <ac:spMk id="3" creationId="{51E71D87-5227-25D1-6F3D-CF243EFFE283}"/>
          </ac:spMkLst>
        </pc:spChg>
        <pc:spChg chg="add mod">
          <ac:chgData name="Berg, Dirk van den" userId="035ecb32-01d9-4b47-a105-eacf059a4647" providerId="ADAL" clId="{F7FF961E-CF96-44AC-93C2-93612F62D46D}" dt="2026-03-29T18:10:07.091" v="587"/>
          <ac:spMkLst>
            <pc:docMk/>
            <pc:sldMk cId="1674656520" sldId="271"/>
            <ac:spMk id="7" creationId="{07A99C5E-404C-F0B7-AE4B-C9914EDCBB97}"/>
          </ac:spMkLst>
        </pc:spChg>
        <pc:spChg chg="add mod">
          <ac:chgData name="Berg, Dirk van den" userId="035ecb32-01d9-4b47-a105-eacf059a4647" providerId="ADAL" clId="{F7FF961E-CF96-44AC-93C2-93612F62D46D}" dt="2026-03-29T18:10:11.934" v="589" actId="1076"/>
          <ac:spMkLst>
            <pc:docMk/>
            <pc:sldMk cId="1674656520" sldId="271"/>
            <ac:spMk id="9" creationId="{2C41191B-248D-01E6-47ED-3B4439053BC3}"/>
          </ac:spMkLst>
        </pc:spChg>
        <pc:picChg chg="add mod">
          <ac:chgData name="Berg, Dirk van den" userId="035ecb32-01d9-4b47-a105-eacf059a4647" providerId="ADAL" clId="{F7FF961E-CF96-44AC-93C2-93612F62D46D}" dt="2026-03-29T18:09:10.310" v="583" actId="1076"/>
          <ac:picMkLst>
            <pc:docMk/>
            <pc:sldMk cId="1674656520" sldId="271"/>
            <ac:picMk id="5" creationId="{541DF302-BB69-F677-BD4D-2ACE291F398F}"/>
          </ac:picMkLst>
        </pc:picChg>
      </pc:sldChg>
      <pc:sldChg chg="delSp add mod">
        <pc:chgData name="Berg, Dirk van den" userId="035ecb32-01d9-4b47-a105-eacf059a4647" providerId="ADAL" clId="{F7FF961E-CF96-44AC-93C2-93612F62D46D}" dt="2026-03-30T06:59:24.277" v="600" actId="478"/>
        <pc:sldMkLst>
          <pc:docMk/>
          <pc:sldMk cId="472015965" sldId="272"/>
        </pc:sldMkLst>
        <pc:spChg chg="del">
          <ac:chgData name="Berg, Dirk van den" userId="035ecb32-01d9-4b47-a105-eacf059a4647" providerId="ADAL" clId="{F7FF961E-CF96-44AC-93C2-93612F62D46D}" dt="2026-03-30T06:59:24.277" v="600" actId="478"/>
          <ac:spMkLst>
            <pc:docMk/>
            <pc:sldMk cId="472015965" sldId="272"/>
            <ac:spMk id="5" creationId="{CEAADD3A-97A1-49C3-9B4B-6A966ACCBADE}"/>
          </ac:spMkLst>
        </pc:spChg>
      </pc:sldChg>
      <pc:sldChg chg="modSp add del mod">
        <pc:chgData name="Berg, Dirk van den" userId="035ecb32-01d9-4b47-a105-eacf059a4647" providerId="ADAL" clId="{F7FF961E-CF96-44AC-93C2-93612F62D46D}" dt="2026-03-30T07:46:53.604" v="1462" actId="47"/>
        <pc:sldMkLst>
          <pc:docMk/>
          <pc:sldMk cId="200193799" sldId="273"/>
        </pc:sldMkLst>
        <pc:spChg chg="mod">
          <ac:chgData name="Berg, Dirk van den" userId="035ecb32-01d9-4b47-a105-eacf059a4647" providerId="ADAL" clId="{F7FF961E-CF96-44AC-93C2-93612F62D46D}" dt="2026-03-30T07:13:23.095" v="881" actId="14100"/>
          <ac:spMkLst>
            <pc:docMk/>
            <pc:sldMk cId="200193799" sldId="273"/>
            <ac:spMk id="3" creationId="{69767A7A-DE92-34C4-1F89-CC2C01560C1D}"/>
          </ac:spMkLst>
        </pc:spChg>
        <pc:picChg chg="mod">
          <ac:chgData name="Berg, Dirk van den" userId="035ecb32-01d9-4b47-a105-eacf059a4647" providerId="ADAL" clId="{F7FF961E-CF96-44AC-93C2-93612F62D46D}" dt="2026-03-30T07:13:25.887" v="882" actId="1076"/>
          <ac:picMkLst>
            <pc:docMk/>
            <pc:sldMk cId="200193799" sldId="273"/>
            <ac:picMk id="7" creationId="{0BE69D0D-0E03-CB37-A12D-05970FDC48F7}"/>
          </ac:picMkLst>
        </pc:picChg>
      </pc:sldChg>
      <pc:sldChg chg="modSp add mod modShow">
        <pc:chgData name="Berg, Dirk van den" userId="035ecb32-01d9-4b47-a105-eacf059a4647" providerId="ADAL" clId="{F7FF961E-CF96-44AC-93C2-93612F62D46D}" dt="2026-03-30T07:39:26.990" v="1084" actId="729"/>
        <pc:sldMkLst>
          <pc:docMk/>
          <pc:sldMk cId="3454694367" sldId="274"/>
        </pc:sldMkLst>
        <pc:picChg chg="mod">
          <ac:chgData name="Berg, Dirk van den" userId="035ecb32-01d9-4b47-a105-eacf059a4647" providerId="ADAL" clId="{F7FF961E-CF96-44AC-93C2-93612F62D46D}" dt="2026-03-30T07:39:20.427" v="1083" actId="14100"/>
          <ac:picMkLst>
            <pc:docMk/>
            <pc:sldMk cId="3454694367" sldId="274"/>
            <ac:picMk id="7" creationId="{9BC27706-EE5F-BE20-F494-950AB8FB492F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7:46:28.624" v="1460" actId="478"/>
        <pc:sldMkLst>
          <pc:docMk/>
          <pc:sldMk cId="2692577926" sldId="319"/>
        </pc:sldMkLst>
        <pc:spChg chg="add mod">
          <ac:chgData name="Berg, Dirk van den" userId="035ecb32-01d9-4b47-a105-eacf059a4647" providerId="ADAL" clId="{F7FF961E-CF96-44AC-93C2-93612F62D46D}" dt="2026-03-30T07:46:28.624" v="1460" actId="478"/>
          <ac:spMkLst>
            <pc:docMk/>
            <pc:sldMk cId="2692577926" sldId="319"/>
            <ac:spMk id="4" creationId="{1ADD75B1-C7F9-17E5-BCD7-EAF93E68D751}"/>
          </ac:spMkLst>
        </pc:spChg>
        <pc:graphicFrameChg chg="del modGraphic">
          <ac:chgData name="Berg, Dirk van den" userId="035ecb32-01d9-4b47-a105-eacf059a4647" providerId="ADAL" clId="{F7FF961E-CF96-44AC-93C2-93612F62D46D}" dt="2026-03-30T07:46:28.624" v="1460" actId="478"/>
          <ac:graphicFrameMkLst>
            <pc:docMk/>
            <pc:sldMk cId="2692577926" sldId="319"/>
            <ac:graphicFrameMk id="11" creationId="{C4CAA8E3-7DF2-BD1A-FA1E-FDC294F3B737}"/>
          </ac:graphicFrameMkLst>
        </pc:graphicFrameChg>
        <pc:graphicFrameChg chg="del mod modGraphic">
          <ac:chgData name="Berg, Dirk van den" userId="035ecb32-01d9-4b47-a105-eacf059a4647" providerId="ADAL" clId="{F7FF961E-CF96-44AC-93C2-93612F62D46D}" dt="2026-03-30T07:46:27.145" v="1459" actId="478"/>
          <ac:graphicFrameMkLst>
            <pc:docMk/>
            <pc:sldMk cId="2692577926" sldId="319"/>
            <ac:graphicFrameMk id="12" creationId="{353F87D1-8DA2-6BEE-62ED-4F674AF2017B}"/>
          </ac:graphicFrameMkLst>
        </pc:graphicFrameChg>
        <pc:picChg chg="mod">
          <ac:chgData name="Berg, Dirk van den" userId="035ecb32-01d9-4b47-a105-eacf059a4647" providerId="ADAL" clId="{F7FF961E-CF96-44AC-93C2-93612F62D46D}" dt="2026-03-30T07:38:58.143" v="1082" actId="1076"/>
          <ac:picMkLst>
            <pc:docMk/>
            <pc:sldMk cId="2692577926" sldId="319"/>
            <ac:picMk id="5" creationId="{9A3BC354-1D7A-BD04-CD47-CE8C36BDA5E6}"/>
          </ac:picMkLst>
        </pc:picChg>
      </pc:sldChg>
      <pc:sldChg chg="addSp delSp modSp add del mod">
        <pc:chgData name="Berg, Dirk van den" userId="035ecb32-01d9-4b47-a105-eacf059a4647" providerId="ADAL" clId="{F7FF961E-CF96-44AC-93C2-93612F62D46D}" dt="2026-03-30T07:46:30.737" v="1461" actId="47"/>
        <pc:sldMkLst>
          <pc:docMk/>
          <pc:sldMk cId="716486223" sldId="326"/>
        </pc:sldMkLst>
        <pc:spChg chg="mod">
          <ac:chgData name="Berg, Dirk van den" userId="035ecb32-01d9-4b47-a105-eacf059a4647" providerId="ADAL" clId="{F7FF961E-CF96-44AC-93C2-93612F62D46D}" dt="2026-03-30T07:45:59.013" v="1450"/>
          <ac:spMkLst>
            <pc:docMk/>
            <pc:sldMk cId="716486223" sldId="326"/>
            <ac:spMk id="2" creationId="{734C6BE2-8242-67FD-1A6F-8C0D2BB3FCB8}"/>
          </ac:spMkLst>
        </pc:spChg>
        <pc:spChg chg="del">
          <ac:chgData name="Berg, Dirk van den" userId="035ecb32-01d9-4b47-a105-eacf059a4647" providerId="ADAL" clId="{F7FF961E-CF96-44AC-93C2-93612F62D46D}" dt="2026-03-30T07:45:45.815" v="1449" actId="478"/>
          <ac:spMkLst>
            <pc:docMk/>
            <pc:sldMk cId="716486223" sldId="326"/>
            <ac:spMk id="3" creationId="{29FA366E-4CF9-BCAF-EA80-932FFBF0F0A2}"/>
          </ac:spMkLst>
        </pc:spChg>
        <pc:spChg chg="add del mod">
          <ac:chgData name="Berg, Dirk van den" userId="035ecb32-01d9-4b47-a105-eacf059a4647" providerId="ADAL" clId="{F7FF961E-CF96-44AC-93C2-93612F62D46D}" dt="2026-03-30T07:46:03.005" v="1451" actId="478"/>
          <ac:spMkLst>
            <pc:docMk/>
            <pc:sldMk cId="716486223" sldId="326"/>
            <ac:spMk id="6" creationId="{891A7CCB-7426-73A2-2A45-C97DB590C8AB}"/>
          </ac:spMkLst>
        </pc:spChg>
        <pc:picChg chg="mod">
          <ac:chgData name="Berg, Dirk van den" userId="035ecb32-01d9-4b47-a105-eacf059a4647" providerId="ADAL" clId="{F7FF961E-CF96-44AC-93C2-93612F62D46D}" dt="2026-03-30T07:46:13.889" v="1457" actId="1076"/>
          <ac:picMkLst>
            <pc:docMk/>
            <pc:sldMk cId="716486223" sldId="326"/>
            <ac:picMk id="4" creationId="{11DA8282-2A73-418E-C209-8CFFFF67821C}"/>
          </ac:picMkLst>
        </pc:picChg>
      </pc:sldChg>
      <pc:sldChg chg="add ord">
        <pc:chgData name="Berg, Dirk van den" userId="035ecb32-01d9-4b47-a105-eacf059a4647" providerId="ADAL" clId="{F7FF961E-CF96-44AC-93C2-93612F62D46D}" dt="2026-03-30T07:39:51.081" v="1094"/>
        <pc:sldMkLst>
          <pc:docMk/>
          <pc:sldMk cId="3865214061" sldId="327"/>
        </pc:sldMkLst>
      </pc:sldChg>
      <pc:sldChg chg="add">
        <pc:chgData name="Berg, Dirk van den" userId="035ecb32-01d9-4b47-a105-eacf059a4647" providerId="ADAL" clId="{F7FF961E-CF96-44AC-93C2-93612F62D46D}" dt="2026-03-30T07:46:22.360" v="1458" actId="2890"/>
        <pc:sldMkLst>
          <pc:docMk/>
          <pc:sldMk cId="2122274574" sldId="328"/>
        </pc:sldMkLst>
      </pc:sldChg>
      <pc:sldChg chg="addSp modSp new mod">
        <pc:chgData name="Berg, Dirk van den" userId="035ecb32-01d9-4b47-a105-eacf059a4647" providerId="ADAL" clId="{F7FF961E-CF96-44AC-93C2-93612F62D46D}" dt="2026-03-30T07:50:43.644" v="1602" actId="1076"/>
        <pc:sldMkLst>
          <pc:docMk/>
          <pc:sldMk cId="2637378014" sldId="329"/>
        </pc:sldMkLst>
        <pc:spChg chg="mod">
          <ac:chgData name="Berg, Dirk van den" userId="035ecb32-01d9-4b47-a105-eacf059a4647" providerId="ADAL" clId="{F7FF961E-CF96-44AC-93C2-93612F62D46D}" dt="2026-03-30T07:47:20.340" v="1483" actId="20577"/>
          <ac:spMkLst>
            <pc:docMk/>
            <pc:sldMk cId="2637378014" sldId="329"/>
            <ac:spMk id="2" creationId="{F4963DF6-D952-2A15-928D-B835D89E3D15}"/>
          </ac:spMkLst>
        </pc:spChg>
        <pc:spChg chg="mod">
          <ac:chgData name="Berg, Dirk van den" userId="035ecb32-01d9-4b47-a105-eacf059a4647" providerId="ADAL" clId="{F7FF961E-CF96-44AC-93C2-93612F62D46D}" dt="2026-03-30T07:50:43.644" v="1602" actId="1076"/>
          <ac:spMkLst>
            <pc:docMk/>
            <pc:sldMk cId="2637378014" sldId="329"/>
            <ac:spMk id="3" creationId="{FCE6D8F2-CE5D-9A51-CE16-CB692B87C13E}"/>
          </ac:spMkLst>
        </pc:spChg>
        <pc:picChg chg="add mod">
          <ac:chgData name="Berg, Dirk van den" userId="035ecb32-01d9-4b47-a105-eacf059a4647" providerId="ADAL" clId="{F7FF961E-CF96-44AC-93C2-93612F62D46D}" dt="2026-03-30T07:50:41.778" v="1600" actId="14100"/>
          <ac:picMkLst>
            <pc:docMk/>
            <pc:sldMk cId="2637378014" sldId="329"/>
            <ac:picMk id="5" creationId="{614D0927-D12D-02E4-2C42-45877CAB5072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30T07:53:01.331" v="1633" actId="14100"/>
        <pc:sldMkLst>
          <pc:docMk/>
          <pc:sldMk cId="3838943652" sldId="330"/>
        </pc:sldMkLst>
        <pc:spChg chg="mod">
          <ac:chgData name="Berg, Dirk van den" userId="035ecb32-01d9-4b47-a105-eacf059a4647" providerId="ADAL" clId="{F7FF961E-CF96-44AC-93C2-93612F62D46D}" dt="2026-03-30T07:51:06.363" v="1621" actId="20577"/>
          <ac:spMkLst>
            <pc:docMk/>
            <pc:sldMk cId="3838943652" sldId="330"/>
            <ac:spMk id="2" creationId="{2FF0F4B8-B4E4-23F5-CAB8-137FFAFFCB02}"/>
          </ac:spMkLst>
        </pc:spChg>
        <pc:picChg chg="add del mod">
          <ac:chgData name="Berg, Dirk van den" userId="035ecb32-01d9-4b47-a105-eacf059a4647" providerId="ADAL" clId="{F7FF961E-CF96-44AC-93C2-93612F62D46D}" dt="2026-03-30T07:52:55.895" v="1630" actId="478"/>
          <ac:picMkLst>
            <pc:docMk/>
            <pc:sldMk cId="3838943652" sldId="330"/>
            <ac:picMk id="5" creationId="{44B9C6BB-A1A9-6E64-846E-70146F937F96}"/>
          </ac:picMkLst>
        </pc:picChg>
        <pc:picChg chg="add mod">
          <ac:chgData name="Berg, Dirk van den" userId="035ecb32-01d9-4b47-a105-eacf059a4647" providerId="ADAL" clId="{F7FF961E-CF96-44AC-93C2-93612F62D46D}" dt="2026-03-30T07:53:01.331" v="1633" actId="14100"/>
          <ac:picMkLst>
            <pc:docMk/>
            <pc:sldMk cId="3838943652" sldId="330"/>
            <ac:picMk id="7" creationId="{45DEA5F1-0091-8F16-54BB-593B4222781D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2:03.893" v="1658" actId="1076"/>
        <pc:sldMkLst>
          <pc:docMk/>
          <pc:sldMk cId="2138102974" sldId="331"/>
        </pc:sldMkLst>
        <pc:picChg chg="add del mod">
          <ac:chgData name="Berg, Dirk van den" userId="035ecb32-01d9-4b47-a105-eacf059a4647" providerId="ADAL" clId="{F7FF961E-CF96-44AC-93C2-93612F62D46D}" dt="2026-03-30T08:01:58.206" v="1653" actId="478"/>
          <ac:picMkLst>
            <pc:docMk/>
            <pc:sldMk cId="2138102974" sldId="331"/>
            <ac:picMk id="5" creationId="{E1FE9F2B-1145-0B44-78A3-536C929DCE5D}"/>
          </ac:picMkLst>
        </pc:picChg>
        <pc:picChg chg="add mod">
          <ac:chgData name="Berg, Dirk van den" userId="035ecb32-01d9-4b47-a105-eacf059a4647" providerId="ADAL" clId="{F7FF961E-CF96-44AC-93C2-93612F62D46D}" dt="2026-03-30T08:02:03.893" v="1658" actId="1076"/>
          <ac:picMkLst>
            <pc:docMk/>
            <pc:sldMk cId="2138102974" sldId="331"/>
            <ac:picMk id="7" creationId="{0CC4D66D-B6D1-A1A7-5EF3-7EA21B3CAE1D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3:16.009" v="1665" actId="1076"/>
        <pc:sldMkLst>
          <pc:docMk/>
          <pc:sldMk cId="2733196220" sldId="332"/>
        </pc:sldMkLst>
        <pc:picChg chg="add del mod">
          <ac:chgData name="Berg, Dirk van den" userId="035ecb32-01d9-4b47-a105-eacf059a4647" providerId="ADAL" clId="{F7FF961E-CF96-44AC-93C2-93612F62D46D}" dt="2026-03-30T08:03:06.704" v="1661" actId="478"/>
          <ac:picMkLst>
            <pc:docMk/>
            <pc:sldMk cId="2733196220" sldId="332"/>
            <ac:picMk id="5" creationId="{A15BCE1A-A1DB-879B-2D59-0071291D1F61}"/>
          </ac:picMkLst>
        </pc:picChg>
        <pc:picChg chg="add mod">
          <ac:chgData name="Berg, Dirk van den" userId="035ecb32-01d9-4b47-a105-eacf059a4647" providerId="ADAL" clId="{F7FF961E-CF96-44AC-93C2-93612F62D46D}" dt="2026-03-30T08:03:16.009" v="1665" actId="1076"/>
          <ac:picMkLst>
            <pc:docMk/>
            <pc:sldMk cId="2733196220" sldId="332"/>
            <ac:picMk id="7" creationId="{5B4CC4B5-ADB8-E050-91F0-7A211E7B8A81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1:43.767" v="1652" actId="1076"/>
        <pc:sldMkLst>
          <pc:docMk/>
          <pc:sldMk cId="1113153296" sldId="333"/>
        </pc:sldMkLst>
        <pc:spChg chg="del">
          <ac:chgData name="Berg, Dirk van den" userId="035ecb32-01d9-4b47-a105-eacf059a4647" providerId="ADAL" clId="{F7FF961E-CF96-44AC-93C2-93612F62D46D}" dt="2026-03-30T08:01:32.220" v="1643" actId="22"/>
          <ac:spMkLst>
            <pc:docMk/>
            <pc:sldMk cId="1113153296" sldId="333"/>
            <ac:spMk id="3" creationId="{059AB7F6-6358-C196-1290-8D5021DA715F}"/>
          </ac:spMkLst>
        </pc:spChg>
        <pc:picChg chg="add del mod">
          <ac:chgData name="Berg, Dirk van den" userId="035ecb32-01d9-4b47-a105-eacf059a4647" providerId="ADAL" clId="{F7FF961E-CF96-44AC-93C2-93612F62D46D}" dt="2026-03-30T08:01:35.115" v="1645" actId="478"/>
          <ac:picMkLst>
            <pc:docMk/>
            <pc:sldMk cId="1113153296" sldId="333"/>
            <ac:picMk id="5" creationId="{F408D34F-20C1-7798-3919-C4DF4EA8CF2E}"/>
          </ac:picMkLst>
        </pc:picChg>
        <pc:picChg chg="add mod ord">
          <ac:chgData name="Berg, Dirk van den" userId="035ecb32-01d9-4b47-a105-eacf059a4647" providerId="ADAL" clId="{F7FF961E-CF96-44AC-93C2-93612F62D46D}" dt="2026-03-30T08:01:43.767" v="1652" actId="1076"/>
          <ac:picMkLst>
            <pc:docMk/>
            <pc:sldMk cId="1113153296" sldId="333"/>
            <ac:picMk id="7" creationId="{05CEDFEF-1049-06F3-802D-96E330F354AE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03:46.115" v="1667" actId="1076"/>
        <pc:sldMkLst>
          <pc:docMk/>
          <pc:sldMk cId="1754019709" sldId="334"/>
        </pc:sldMkLst>
        <pc:picChg chg="add mod">
          <ac:chgData name="Berg, Dirk van den" userId="035ecb32-01d9-4b47-a105-eacf059a4647" providerId="ADAL" clId="{F7FF961E-CF96-44AC-93C2-93612F62D46D}" dt="2026-03-30T08:03:46.115" v="1667" actId="1076"/>
          <ac:picMkLst>
            <pc:docMk/>
            <pc:sldMk cId="1754019709" sldId="334"/>
            <ac:picMk id="5" creationId="{9CDE26B0-473A-C2C3-C8AC-87CF068636AB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5:24.988" v="1706" actId="1076"/>
        <pc:sldMkLst>
          <pc:docMk/>
          <pc:sldMk cId="4135426635" sldId="335"/>
        </pc:sldMkLst>
        <pc:spChg chg="del">
          <ac:chgData name="Berg, Dirk van den" userId="035ecb32-01d9-4b47-a105-eacf059a4647" providerId="ADAL" clId="{F7FF961E-CF96-44AC-93C2-93612F62D46D}" dt="2026-03-30T08:35:05.406" v="1697" actId="22"/>
          <ac:spMkLst>
            <pc:docMk/>
            <pc:sldMk cId="4135426635" sldId="335"/>
            <ac:spMk id="3" creationId="{1D8C0891-6D96-9C6E-A339-E437B633142A}"/>
          </ac:spMkLst>
        </pc:spChg>
        <pc:picChg chg="add del mod">
          <ac:chgData name="Berg, Dirk van den" userId="035ecb32-01d9-4b47-a105-eacf059a4647" providerId="ADAL" clId="{F7FF961E-CF96-44AC-93C2-93612F62D46D}" dt="2026-03-30T08:34:11.749" v="1685" actId="478"/>
          <ac:picMkLst>
            <pc:docMk/>
            <pc:sldMk cId="4135426635" sldId="335"/>
            <ac:picMk id="5" creationId="{82EBFF30-1408-F37F-93A0-BEE5E991C174}"/>
          </ac:picMkLst>
        </pc:picChg>
        <pc:picChg chg="add mod modCrop">
          <ac:chgData name="Berg, Dirk van den" userId="035ecb32-01d9-4b47-a105-eacf059a4647" providerId="ADAL" clId="{F7FF961E-CF96-44AC-93C2-93612F62D46D}" dt="2026-03-30T08:35:04.908" v="1696" actId="1076"/>
          <ac:picMkLst>
            <pc:docMk/>
            <pc:sldMk cId="4135426635" sldId="335"/>
            <ac:picMk id="7" creationId="{97642AAA-A541-F485-B9D8-A867221CAB9B}"/>
          </ac:picMkLst>
        </pc:picChg>
        <pc:picChg chg="add mod ord">
          <ac:chgData name="Berg, Dirk van den" userId="035ecb32-01d9-4b47-a105-eacf059a4647" providerId="ADAL" clId="{F7FF961E-CF96-44AC-93C2-93612F62D46D}" dt="2026-03-30T08:35:24.988" v="1706" actId="1076"/>
          <ac:picMkLst>
            <pc:docMk/>
            <pc:sldMk cId="4135426635" sldId="335"/>
            <ac:picMk id="9" creationId="{FE77AE1C-CD7D-086E-C57F-D5A4873B865D}"/>
          </ac:picMkLst>
        </pc:picChg>
        <pc:picChg chg="add del mod">
          <ac:chgData name="Berg, Dirk van den" userId="035ecb32-01d9-4b47-a105-eacf059a4647" providerId="ADAL" clId="{F7FF961E-CF96-44AC-93C2-93612F62D46D}" dt="2026-03-30T08:35:19.701" v="1702" actId="478"/>
          <ac:picMkLst>
            <pc:docMk/>
            <pc:sldMk cId="4135426635" sldId="335"/>
            <ac:picMk id="11" creationId="{FDE952C0-44B8-7DC1-D133-E768A669EE30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5:21.828" v="1704" actId="1076"/>
        <pc:sldMkLst>
          <pc:docMk/>
          <pc:sldMk cId="2533899285" sldId="336"/>
        </pc:sldMkLst>
        <pc:picChg chg="add del mod">
          <ac:chgData name="Berg, Dirk van den" userId="035ecb32-01d9-4b47-a105-eacf059a4647" providerId="ADAL" clId="{F7FF961E-CF96-44AC-93C2-93612F62D46D}" dt="2026-03-30T08:34:56.111" v="1695" actId="478"/>
          <ac:picMkLst>
            <pc:docMk/>
            <pc:sldMk cId="2533899285" sldId="336"/>
            <ac:picMk id="5" creationId="{62BCAF18-C691-F0BE-73BA-84AC8C080C2C}"/>
          </ac:picMkLst>
        </pc:picChg>
        <pc:picChg chg="add mod">
          <ac:chgData name="Berg, Dirk van den" userId="035ecb32-01d9-4b47-a105-eacf059a4647" providerId="ADAL" clId="{F7FF961E-CF96-44AC-93C2-93612F62D46D}" dt="2026-03-30T08:35:21.828" v="1704" actId="1076"/>
          <ac:picMkLst>
            <pc:docMk/>
            <pc:sldMk cId="2533899285" sldId="336"/>
            <ac:picMk id="6" creationId="{0D5F0E79-1FEE-85D3-B68E-6D42CEA0E321}"/>
          </ac:picMkLst>
        </pc:picChg>
      </pc:sldChg>
      <pc:sldChg chg="modSp new del mod">
        <pc:chgData name="Berg, Dirk van den" userId="035ecb32-01d9-4b47-a105-eacf059a4647" providerId="ADAL" clId="{F7FF961E-CF96-44AC-93C2-93612F62D46D}" dt="2026-03-30T08:56:02.101" v="1862" actId="47"/>
        <pc:sldMkLst>
          <pc:docMk/>
          <pc:sldMk cId="3833140798" sldId="337"/>
        </pc:sldMkLst>
        <pc:spChg chg="mod">
          <ac:chgData name="Berg, Dirk van den" userId="035ecb32-01d9-4b47-a105-eacf059a4647" providerId="ADAL" clId="{F7FF961E-CF96-44AC-93C2-93612F62D46D}" dt="2026-03-30T08:31:25.518" v="1682"/>
          <ac:spMkLst>
            <pc:docMk/>
            <pc:sldMk cId="3833140798" sldId="337"/>
            <ac:spMk id="3" creationId="{CBAF6337-7568-EFD5-3BAC-D4C4C559F515}"/>
          </ac:spMkLst>
        </pc:spChg>
      </pc:sldChg>
      <pc:sldChg chg="addSp modSp add mod">
        <pc:chgData name="Berg, Dirk van den" userId="035ecb32-01d9-4b47-a105-eacf059a4647" providerId="ADAL" clId="{F7FF961E-CF96-44AC-93C2-93612F62D46D}" dt="2026-03-30T08:35:48.819" v="1710" actId="14100"/>
        <pc:sldMkLst>
          <pc:docMk/>
          <pc:sldMk cId="3970548611" sldId="338"/>
        </pc:sldMkLst>
        <pc:picChg chg="add mod">
          <ac:chgData name="Berg, Dirk van den" userId="035ecb32-01d9-4b47-a105-eacf059a4647" providerId="ADAL" clId="{F7FF961E-CF96-44AC-93C2-93612F62D46D}" dt="2026-03-30T08:35:48.819" v="1710" actId="14100"/>
          <ac:picMkLst>
            <pc:docMk/>
            <pc:sldMk cId="3970548611" sldId="338"/>
            <ac:picMk id="5" creationId="{9287785B-7508-FAAF-2484-65C2C48F8CB2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36:10.771" v="1715" actId="1076"/>
        <pc:sldMkLst>
          <pc:docMk/>
          <pc:sldMk cId="2624135272" sldId="339"/>
        </pc:sldMkLst>
        <pc:picChg chg="add mod">
          <ac:chgData name="Berg, Dirk van den" userId="035ecb32-01d9-4b47-a105-eacf059a4647" providerId="ADAL" clId="{F7FF961E-CF96-44AC-93C2-93612F62D46D}" dt="2026-03-30T08:36:10.771" v="1715" actId="1076"/>
          <ac:picMkLst>
            <pc:docMk/>
            <pc:sldMk cId="2624135272" sldId="339"/>
            <ac:picMk id="5" creationId="{69CCC798-C771-40F3-EE18-AE3C596371B9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6:33.963" v="1724" actId="1076"/>
        <pc:sldMkLst>
          <pc:docMk/>
          <pc:sldMk cId="3240474605" sldId="340"/>
        </pc:sldMkLst>
        <pc:picChg chg="del">
          <ac:chgData name="Berg, Dirk van den" userId="035ecb32-01d9-4b47-a105-eacf059a4647" providerId="ADAL" clId="{F7FF961E-CF96-44AC-93C2-93612F62D46D}" dt="2026-03-30T08:36:16.394" v="1717" actId="478"/>
          <ac:picMkLst>
            <pc:docMk/>
            <pc:sldMk cId="3240474605" sldId="340"/>
            <ac:picMk id="5" creationId="{3F2CEBF0-A972-20B4-9116-8B4BA2BF316B}"/>
          </ac:picMkLst>
        </pc:picChg>
        <pc:picChg chg="add mod">
          <ac:chgData name="Berg, Dirk van den" userId="035ecb32-01d9-4b47-a105-eacf059a4647" providerId="ADAL" clId="{F7FF961E-CF96-44AC-93C2-93612F62D46D}" dt="2026-03-30T08:36:33.963" v="1724" actId="1076"/>
          <ac:picMkLst>
            <pc:docMk/>
            <pc:sldMk cId="3240474605" sldId="340"/>
            <ac:picMk id="6" creationId="{CA26E7D7-DA8B-3815-C0BF-3A4A96C041BB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36:51.389" v="1728" actId="1076"/>
        <pc:sldMkLst>
          <pc:docMk/>
          <pc:sldMk cId="435317910" sldId="341"/>
        </pc:sldMkLst>
        <pc:picChg chg="add mod">
          <ac:chgData name="Berg, Dirk van den" userId="035ecb32-01d9-4b47-a105-eacf059a4647" providerId="ADAL" clId="{F7FF961E-CF96-44AC-93C2-93612F62D46D}" dt="2026-03-30T08:36:51.389" v="1728" actId="1076"/>
          <ac:picMkLst>
            <pc:docMk/>
            <pc:sldMk cId="435317910" sldId="341"/>
            <ac:picMk id="5" creationId="{459E6A0F-893C-1E6D-2376-6CEACB053783}"/>
          </ac:picMkLst>
        </pc:picChg>
      </pc:sldChg>
      <pc:sldChg chg="add del">
        <pc:chgData name="Berg, Dirk van den" userId="035ecb32-01d9-4b47-a105-eacf059a4647" providerId="ADAL" clId="{F7FF961E-CF96-44AC-93C2-93612F62D46D}" dt="2026-03-30T08:36:55.980" v="1729" actId="47"/>
        <pc:sldMkLst>
          <pc:docMk/>
          <pc:sldMk cId="1772599879" sldId="342"/>
        </pc:sldMkLst>
      </pc:sldChg>
      <pc:sldChg chg="addSp delSp modSp add mod">
        <pc:chgData name="Berg, Dirk van den" userId="035ecb32-01d9-4b47-a105-eacf059a4647" providerId="ADAL" clId="{F7FF961E-CF96-44AC-93C2-93612F62D46D}" dt="2026-03-30T08:58:21.062" v="1874" actId="1076"/>
        <pc:sldMkLst>
          <pc:docMk/>
          <pc:sldMk cId="2141876746" sldId="342"/>
        </pc:sldMkLst>
        <pc:spChg chg="del mod">
          <ac:chgData name="Berg, Dirk van den" userId="035ecb32-01d9-4b47-a105-eacf059a4647" providerId="ADAL" clId="{F7FF961E-CF96-44AC-93C2-93612F62D46D}" dt="2026-03-30T08:57:55.012" v="1865" actId="22"/>
          <ac:spMkLst>
            <pc:docMk/>
            <pc:sldMk cId="2141876746" sldId="342"/>
            <ac:spMk id="3" creationId="{FC3AF2E8-A31E-BB49-324B-894AFABE88DE}"/>
          </ac:spMkLst>
        </pc:spChg>
        <pc:spChg chg="add mod">
          <ac:chgData name="Berg, Dirk van den" userId="035ecb32-01d9-4b47-a105-eacf059a4647" providerId="ADAL" clId="{F7FF961E-CF96-44AC-93C2-93612F62D46D}" dt="2026-03-30T08:58:16.993" v="1870" actId="478"/>
          <ac:spMkLst>
            <pc:docMk/>
            <pc:sldMk cId="2141876746" sldId="342"/>
            <ac:spMk id="7" creationId="{664F16FE-D73D-6865-7172-595342410FAF}"/>
          </ac:spMkLst>
        </pc:spChg>
        <pc:picChg chg="add del mod ord">
          <ac:chgData name="Berg, Dirk van den" userId="035ecb32-01d9-4b47-a105-eacf059a4647" providerId="ADAL" clId="{F7FF961E-CF96-44AC-93C2-93612F62D46D}" dt="2026-03-30T08:58:16.993" v="1870" actId="478"/>
          <ac:picMkLst>
            <pc:docMk/>
            <pc:sldMk cId="2141876746" sldId="342"/>
            <ac:picMk id="5" creationId="{434F8836-EB23-9EBA-565C-2E0A5D7B4E72}"/>
          </ac:picMkLst>
        </pc:picChg>
        <pc:picChg chg="add mod">
          <ac:chgData name="Berg, Dirk van den" userId="035ecb32-01d9-4b47-a105-eacf059a4647" providerId="ADAL" clId="{F7FF961E-CF96-44AC-93C2-93612F62D46D}" dt="2026-03-30T08:58:21.062" v="1874" actId="1076"/>
          <ac:picMkLst>
            <pc:docMk/>
            <pc:sldMk cId="2141876746" sldId="342"/>
            <ac:picMk id="9" creationId="{6B007668-B594-8B2A-85A9-BED9D882AEAF}"/>
          </ac:picMkLst>
        </pc:picChg>
      </pc:sldChg>
      <pc:sldChg chg="add del">
        <pc:chgData name="Berg, Dirk van den" userId="035ecb32-01d9-4b47-a105-eacf059a4647" providerId="ADAL" clId="{F7FF961E-CF96-44AC-93C2-93612F62D46D}" dt="2026-03-30T08:36:57.243" v="1730" actId="47"/>
        <pc:sldMkLst>
          <pc:docMk/>
          <pc:sldMk cId="1106780885" sldId="3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F95B1-0DE2-4CC1-A468-30F620EEA517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58F0A-AA49-4BAE-A19B-D9E9B17610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755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2254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682D-FECC-EBEA-A9AB-27B46AC0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04352-B967-2F17-258F-BE4680359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61E04-63D2-9EC1-6D6E-13A20420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1FA49-C4F0-27C7-0C04-56AFBD7DF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1326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ADF5-2F35-4646-C938-A801E7C5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05D6C-3C16-804B-7A76-1255DC6DF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21921-A2B4-835C-F849-4748598A9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8F75C-C327-8714-4C91-208DFD96F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758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9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FP-LPV baseline in LFR format</a:t>
            </a:r>
          </a:p>
          <a:p>
            <a:pPr lvl="1"/>
            <a:r>
              <a:rPr lang="en-US" dirty="0"/>
              <a:t>M(Y) invertibility</a:t>
            </a:r>
          </a:p>
          <a:p>
            <a:pPr lvl="1"/>
            <a:r>
              <a:rPr lang="en-US" dirty="0"/>
              <a:t>LFR format</a:t>
            </a:r>
          </a:p>
          <a:p>
            <a:pPr lvl="1"/>
            <a:r>
              <a:rPr lang="en-US" dirty="0"/>
              <a:t>Well-</a:t>
            </a:r>
            <a:r>
              <a:rPr lang="en-US" dirty="0" err="1"/>
              <a:t>Posedness</a:t>
            </a:r>
            <a:endParaRPr lang="en-US" dirty="0"/>
          </a:p>
          <a:p>
            <a:pPr lvl="1"/>
            <a:r>
              <a:rPr lang="en-US" dirty="0"/>
              <a:t>Algebraic loop</a:t>
            </a:r>
          </a:p>
          <a:p>
            <a:pPr lvl="2"/>
            <a:r>
              <a:rPr lang="en-US" dirty="0"/>
              <a:t>Problem with Jan’s code and possible workaround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5B6BA1-F19D-4783-7C8D-CB95DC3E7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73" t="38576"/>
          <a:stretch>
            <a:fillRect/>
          </a:stretch>
        </p:blipFill>
        <p:spPr>
          <a:xfrm>
            <a:off x="6608709" y="3429000"/>
            <a:ext cx="5245354" cy="813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working on converting the FP-LPV baseline into LFR format</a:t>
            </a:r>
          </a:p>
          <a:p>
            <a:r>
              <a:rPr lang="en-US" dirty="0"/>
              <a:t>Last week discussed:</a:t>
            </a:r>
          </a:p>
          <a:p>
            <a:pPr lvl="1"/>
            <a:r>
              <a:rPr lang="en-US" dirty="0"/>
              <a:t>Frozen LTI baseline verification in python</a:t>
            </a:r>
          </a:p>
          <a:p>
            <a:pPr lvl="1"/>
            <a:r>
              <a:rPr lang="en-US" dirty="0"/>
              <a:t>Need to check M(Y) is invertible</a:t>
            </a:r>
          </a:p>
          <a:p>
            <a:pPr lvl="1"/>
            <a:r>
              <a:rPr lang="en-US" dirty="0"/>
              <a:t>Need to convert to LFR format</a:t>
            </a:r>
          </a:p>
          <a:p>
            <a:pPr lvl="1"/>
            <a:r>
              <a:rPr lang="en-US" dirty="0"/>
              <a:t>Proposed feedforward in simulation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8A9141-9821-9586-1549-B34D63D4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706" y="4966710"/>
            <a:ext cx="9189839" cy="169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E827-3185-EED0-EA98-07C8AC2C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BC354-1D7A-BD04-CD47-CE8C36BDA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113" y="126529"/>
            <a:ext cx="5601744" cy="560174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D75B1-C7F9-17E5-BCD7-EAF93E68D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2577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4898-D080-3388-AC8F-B1DE3817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25C3-FA3D-8C9A-E6FB-17BE754F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1CA66-0F6E-11DD-F1B3-B07839AF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113" y="126529"/>
            <a:ext cx="5601744" cy="5601744"/>
          </a:xfrm>
          <a:prstGeom prst="rect">
            <a:avLst/>
          </a:prstGeo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89C10C31-2379-09EC-4E67-5B1C641BA7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421" y="1022764"/>
          <a:ext cx="5012482" cy="273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241">
                  <a:extLst>
                    <a:ext uri="{9D8B030D-6E8A-4147-A177-3AD203B41FA5}">
                      <a16:colId xmlns:a16="http://schemas.microsoft.com/office/drawing/2014/main" val="3203405701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3736446868"/>
                    </a:ext>
                  </a:extLst>
                </a:gridCol>
              </a:tblGrid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048233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Scheduling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36749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51201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50321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output (G → </a:t>
                      </a:r>
                      <a:r>
                        <a:rPr lang="el-GR" dirty="0"/>
                        <a:t>Δ)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76552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input (</a:t>
                      </a:r>
                      <a:r>
                        <a:rPr lang="el-GR" dirty="0"/>
                        <a:t>Δ → </a:t>
                      </a:r>
                      <a:r>
                        <a:rPr lang="en-US" dirty="0"/>
                        <a:t>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838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D8EA9DD3-E434-A951-4F0F-8115ABF3BA69}"/>
              </a:ext>
            </a:extLst>
          </p:cNvPr>
          <p:cNvGraphicFramePr>
            <a:graphicFrameLocks/>
          </p:cNvGraphicFramePr>
          <p:nvPr/>
        </p:nvGraphicFramePr>
        <p:xfrm>
          <a:off x="97421" y="4077273"/>
          <a:ext cx="7010398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286354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38077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2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Constant interconnection matrix: all dynamics, no P-dependence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2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Δ(</a:t>
                      </a:r>
                      <a:r>
                        <a:rPr lang="en-US"/>
                        <a:t>p_k)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Scheduling block: all P-dependence isolated 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27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3DF6-D952-2A15-928D-B835D89E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M(Y) invertibility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D8F2-CE5D-9A51-CE16-CB692B87C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673" y="3647209"/>
            <a:ext cx="10751127" cy="2529754"/>
          </a:xfrm>
        </p:spPr>
        <p:txBody>
          <a:bodyPr/>
          <a:lstStyle/>
          <a:p>
            <a:r>
              <a:rPr lang="en-US" dirty="0"/>
              <a:t>Holds for all Minor 1, 2 and 3 for the 3x3 symmetric matrix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Invertible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D0927-D12D-02E4-2C42-45877CAB5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62" y="1787236"/>
            <a:ext cx="9601746" cy="152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78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F4B8-B4E4-23F5-CAB8-137FFAFF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5483-4825-1F8D-AA87-4E4E811E9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EA5F1-0091-8F16-54BB-593B42227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38" y="1690688"/>
            <a:ext cx="11100262" cy="35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4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628D-EE5B-5CF5-57E8-CE287F15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905E-0A46-FD17-D7F6-CECC12C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CEDFEF-1049-06F3-802D-96E330F35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589" y="1360968"/>
            <a:ext cx="8677401" cy="54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5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601E-E5B8-BBD0-ACE9-58C05BDB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5193-97C0-EA8B-28BA-67E93FC9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8797-975C-184C-0B60-E3E4B73C1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4D66D-B6D1-A1A7-5EF3-7EA21B3C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556" y="1283290"/>
            <a:ext cx="9196253" cy="54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0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3092-70B0-E26A-1EFD-3FFD7CBF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19D1-E6A7-1FFA-2408-3E06682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7980-A8C1-690B-FCD2-A3AC58C41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4CC4B5-ADB8-E050-91F0-7A211E7B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079" y="1507158"/>
            <a:ext cx="8177265" cy="49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96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96BB-A9B1-EF6E-CFE8-D8F431CE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A88E-B571-A1D2-B816-1B01A77B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7E93F-C78C-B73C-928F-9388BBCA6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E26B0-473A-C2C3-C8AC-87CF06863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827" y="1353803"/>
            <a:ext cx="6881456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19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EE88B-AA47-0F9F-DFFC-7EB22413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EF4C-13E5-8E1D-5BFD-3FF86A31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77AE1C-CD7D-086E-C57F-D5A4873B8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099" y="3257899"/>
            <a:ext cx="8432651" cy="2675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642AAA-A541-F485-B9D8-A867221CA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899"/>
          <a:stretch>
            <a:fillRect/>
          </a:stretch>
        </p:blipFill>
        <p:spPr>
          <a:xfrm>
            <a:off x="838200" y="1690688"/>
            <a:ext cx="8380751" cy="114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26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EA43-D330-E65F-4C2D-E20E7E14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0195-325A-2D01-A2A3-9BD90C12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C9A3-F45A-E146-B7A8-C0615BA56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F0E79-1FEE-85D3-B68E-6D42CEA0E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27" y="2343800"/>
            <a:ext cx="6873836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99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D93E-4453-E57B-B6D5-D3670038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EF9E-CEF9-103E-DC5E-A800BF30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9132E-1088-95AB-C153-B9DE8CA6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7785B-7508-FAAF-2484-65C2C48F8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096" y="1433944"/>
            <a:ext cx="6424683" cy="527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4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47A5-2077-CF95-AFA9-BCD28D2F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6452-E73F-3643-89A9-3B54A4C9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29382-5EBD-EDAC-21C0-51EF2D83F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CC798-C771-40F3-EE18-AE3C5963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30" y="1825625"/>
            <a:ext cx="9516339" cy="357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35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2CA8-D17F-7105-4880-EAA26388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ED3A-15EA-F4EF-690D-3CDB4B21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5A811-19B3-59A6-58AA-237613D59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26E7D7-DA8B-3815-C0BF-3A4A96C0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990" y="1451637"/>
            <a:ext cx="8684320" cy="504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74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E64A-A57B-560F-C0B1-F1137B6F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3200-2FAE-7610-A0C3-A1BBC293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10C8-0BF3-5BB4-0E58-CAB487B42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E6A0F-893C-1E6D-2376-6CEACB05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661" y="1561785"/>
            <a:ext cx="8488283" cy="44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17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98648B-A443-A4AB-15AB-BC9CE928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180B-A447-D567-0CCB-D1E6BEB6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D767C-9B48-EEAC-C718-E1CDF08E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2778" cy="4351338"/>
          </a:xfrm>
        </p:spPr>
        <p:txBody>
          <a:bodyPr/>
          <a:lstStyle/>
          <a:p>
            <a:r>
              <a:rPr lang="en-US" dirty="0"/>
              <a:t>Y is the payload’s </a:t>
            </a:r>
            <a:r>
              <a:rPr lang="en-US" b="1" dirty="0"/>
              <a:t>single-axis position</a:t>
            </a:r>
            <a:endParaRPr lang="en-US" dirty="0"/>
          </a:p>
          <a:p>
            <a:r>
              <a:rPr lang="en-US" dirty="0"/>
              <a:t>Y does </a:t>
            </a:r>
            <a:r>
              <a:rPr lang="en-US" b="1" dirty="0"/>
              <a:t>not</a:t>
            </a:r>
            <a:r>
              <a:rPr lang="en-US" dirty="0"/>
              <a:t> include </a:t>
            </a:r>
            <a:r>
              <a:rPr lang="en-US" dirty="0" err="1"/>
              <a:t>x,y,z</a:t>
            </a:r>
            <a:r>
              <a:rPr lang="en-US" dirty="0"/>
              <a:t>; it is only the coordinate along the Y-axis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2225A-1C04-0CAC-D6AC-A0241AD89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045" y="510657"/>
            <a:ext cx="5448772" cy="5982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27706-EE5F-BE20-F494-950AB8FB4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83" y="3802624"/>
            <a:ext cx="8648991" cy="18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94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1C50-18ED-5E23-D812-298A3DE4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4D53-FCED-4B29-6ED3-B8B61504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E30D2-BCDE-FBCD-2035-C02ED6301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012" y="505385"/>
            <a:ext cx="4232567" cy="4232567"/>
          </a:xfrm>
          <a:prstGeom prst="rect">
            <a:avLst/>
          </a:prstGeo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4DA2D105-052F-8109-132F-BBBF65FF2D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421" y="1022764"/>
          <a:ext cx="7518723" cy="3841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241">
                  <a:extLst>
                    <a:ext uri="{9D8B030D-6E8A-4147-A177-3AD203B41FA5}">
                      <a16:colId xmlns:a16="http://schemas.microsoft.com/office/drawing/2014/main" val="3203405701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3736446868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1823978327"/>
                    </a:ext>
                  </a:extLst>
                </a:gridCol>
              </a:tblGrid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048233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Scheduling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payload position along the Y-axis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36749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Generalized logical force input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u_k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51201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Yk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qk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 err="1"/>
                        <a:t>qk</a:t>
                      </a:r>
                      <a:r>
                        <a:rPr lang="en-US" dirty="0"/>
                        <a:t> = [</a:t>
                      </a:r>
                      <a:r>
                        <a:rPr lang="en-US" dirty="0" err="1"/>
                        <a:t>Xk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thetak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Yk</a:t>
                      </a:r>
                      <a:r>
                        <a:rPr lang="en-US" dirty="0"/>
                        <a:t>]^T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50321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output (G → </a:t>
                      </a:r>
                      <a:r>
                        <a:rPr lang="el-GR" dirty="0"/>
                        <a:t>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Internal signal sent to the scheduling block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76552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input (</a:t>
                      </a:r>
                      <a:r>
                        <a:rPr lang="el-GR" dirty="0"/>
                        <a:t>Δ → </a:t>
                      </a:r>
                      <a:r>
                        <a:rPr lang="en-US" dirty="0"/>
                        <a:t>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Scheduled image of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z_k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fed back into 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838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BFE454C9-7856-D59F-7515-D9488F77533D}"/>
              </a:ext>
            </a:extLst>
          </p:cNvPr>
          <p:cNvGraphicFramePr>
            <a:graphicFrameLocks/>
          </p:cNvGraphicFramePr>
          <p:nvPr/>
        </p:nvGraphicFramePr>
        <p:xfrm>
          <a:off x="97424" y="4932680"/>
          <a:ext cx="10515597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286354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380779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0819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2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Constant interconnection matrix: all dynamics, no P-dependence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Constant matrices built from M_0^{-1}, M_1, M_2, C, 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2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Δ(</a:t>
                      </a:r>
                      <a:r>
                        <a:rPr lang="en-US"/>
                        <a:t>p_k)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Scheduling block: all P-dependence isolated 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Applies the current scheduler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the latent signals:</a:t>
                      </a:r>
                    </a:p>
                    <a:p>
                      <a:pPr>
                        <a:buNone/>
                      </a:pP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Δ(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=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I_6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214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58AB-2E59-D647-88EE-56F27D68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loop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B0D37-18DA-1448-15E3-A7E71C940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9" y="1300307"/>
            <a:ext cx="8808178" cy="55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58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C876-8EA0-9281-F3A3-53AA1497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67FC0-EA0C-29FE-06B7-335BABC4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78E1D4-2F83-7852-9BEC-457045C3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loop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6C80B-FB59-74B2-C889-A114A1039C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15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91AC-9F4A-8E56-1D1B-D136A0E3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BA524F-AF0C-3FCA-8D10-93E85B62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B78D7D-655B-FF3C-6BAE-48C8AA1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loop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FCD902-F1A8-2F69-F3F2-D3A06D00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CF6A44-5A2B-F5D3-1765-5729D1AF7CB5}"/>
              </a:ext>
            </a:extLst>
          </p:cNvPr>
          <p:cNvSpPr/>
          <p:nvPr/>
        </p:nvSpPr>
        <p:spPr>
          <a:xfrm>
            <a:off x="8701548" y="170584"/>
            <a:ext cx="3372465" cy="31822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34035-2E37-A969-2766-A94BA0A14143}"/>
              </a:ext>
            </a:extLst>
          </p:cNvPr>
          <p:cNvSpPr txBox="1"/>
          <p:nvPr/>
        </p:nvSpPr>
        <p:spPr>
          <a:xfrm>
            <a:off x="9039382" y="5569545"/>
            <a:ext cx="3152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 only disappears when </a:t>
            </a:r>
            <a:r>
              <a:rPr lang="en-US" dirty="0" err="1"/>
              <a:t>Dzw</a:t>
            </a:r>
            <a:r>
              <a:rPr lang="en-US" dirty="0"/>
              <a:t> = 0, this is only the for the affine case. Gantry is rational.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47549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B858-7526-BC95-551E-E7A3A272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with Jan’s code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D5505-D256-4069-FD92-644CCB374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198" y="4019093"/>
            <a:ext cx="5070987" cy="2295521"/>
          </a:xfrm>
        </p:spPr>
        <p:txBody>
          <a:bodyPr>
            <a:normAutofit/>
          </a:bodyPr>
          <a:lstStyle/>
          <a:p>
            <a:r>
              <a:rPr lang="en-US" dirty="0"/>
              <a:t>Derivation does have a unique solution, but Jan’s code does not work with algebraic loops.</a:t>
            </a:r>
            <a:br>
              <a:rPr lang="en-US" dirty="0"/>
            </a:br>
            <a:r>
              <a:rPr lang="en-US" dirty="0"/>
              <a:t>Jan’s Interconnect requires acyclic signal graphs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B3215-E506-C35E-7A20-DC90ED11D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1550578"/>
            <a:ext cx="6096223" cy="1660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07565-B42C-B086-612B-2B06A856B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843" y="1479025"/>
            <a:ext cx="5956789" cy="2225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726D4-6B0A-4A1B-0F19-33213F7F8CF4}"/>
              </a:ext>
            </a:extLst>
          </p:cNvPr>
          <p:cNvSpPr txBox="1"/>
          <p:nvPr/>
        </p:nvSpPr>
        <p:spPr>
          <a:xfrm>
            <a:off x="5428077" y="3882615"/>
            <a:ext cx="69515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Graph cycle detection via matrix powers</a:t>
            </a:r>
            <a:r>
              <a:rPr lang="en-NL" sz="2800" dirty="0"/>
              <a:t>: compute powers of  the signal adjacency matrix A² through Aⁿ.  </a:t>
            </a:r>
            <a:br>
              <a:rPr lang="en-US" sz="2800" dirty="0"/>
            </a:br>
            <a:r>
              <a:rPr lang="en-NL" sz="2800" dirty="0"/>
              <a:t>If any diagonal entry becomes nonzero, a    </a:t>
            </a:r>
            <a:br>
              <a:rPr lang="en-US" sz="2800" dirty="0"/>
            </a:br>
            <a:r>
              <a:rPr lang="en-NL" sz="2800" dirty="0"/>
              <a:t>cycle exists (a node can reach itself). </a:t>
            </a:r>
          </a:p>
        </p:txBody>
      </p:sp>
    </p:spTree>
    <p:extLst>
      <p:ext uri="{BB962C8B-B14F-4D97-AF65-F5344CB8AC3E}">
        <p14:creationId xmlns:p14="http://schemas.microsoft.com/office/powerpoint/2010/main" val="1076292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2C662-D66F-20F1-56E3-624AB7DB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71D87-5227-25D1-6F3D-CF243EFFE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Found it. Line 135 in interconnect.py:      </a:t>
            </a:r>
          </a:p>
          <a:p>
            <a:endParaRPr lang="en-US" dirty="0"/>
          </a:p>
          <a:p>
            <a:r>
              <a:rPr lang="en-US" dirty="0"/>
              <a:t>  assert not </a:t>
            </a:r>
            <a:r>
              <a:rPr lang="en-US" dirty="0" err="1"/>
              <a:t>detect_algebraic_loop</a:t>
            </a:r>
            <a:r>
              <a:rPr lang="en-US" dirty="0"/>
              <a:t>(directional</a:t>
            </a:r>
          </a:p>
          <a:p>
            <a:r>
              <a:rPr lang="en-US" dirty="0"/>
              <a:t>  _</a:t>
            </a:r>
            <a:r>
              <a:rPr lang="en-US" dirty="0" err="1"/>
              <a:t>signal_connection_matrix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This is in </a:t>
            </a:r>
            <a:r>
              <a:rPr lang="en-US" dirty="0" err="1"/>
              <a:t>init_forward</a:t>
            </a:r>
            <a:r>
              <a:rPr lang="en-US" dirty="0"/>
              <a:t>() — called once     </a:t>
            </a:r>
          </a:p>
          <a:p>
            <a:r>
              <a:rPr lang="en-US" dirty="0"/>
              <a:t>  before the first forward pass. Jan builds   </a:t>
            </a:r>
          </a:p>
          <a:p>
            <a:r>
              <a:rPr lang="en-US" dirty="0"/>
              <a:t>  the signal graph as a directed adjacency    </a:t>
            </a:r>
          </a:p>
          <a:p>
            <a:r>
              <a:rPr lang="en-US" dirty="0"/>
              <a:t>  matrix, then calls </a:t>
            </a:r>
            <a:r>
              <a:rPr lang="en-US" dirty="0" err="1"/>
              <a:t>detect_algebraic_loop</a:t>
            </a:r>
            <a:r>
              <a:rPr lang="en-US" dirty="0"/>
              <a:t>()  </a:t>
            </a:r>
          </a:p>
          <a:p>
            <a:r>
              <a:rPr lang="en-US" dirty="0"/>
              <a:t>  on it. If a loop exists, the assert fails   </a:t>
            </a:r>
          </a:p>
          <a:p>
            <a:r>
              <a:rPr lang="en-US" dirty="0"/>
              <a:t>  hard. Let me find what that function does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DF302-BB69-F677-BD4D-2ACE291F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123" y="1203153"/>
            <a:ext cx="5956789" cy="2225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A99C5E-404C-F0B7-AE4B-C9914EDCBB97}"/>
              </a:ext>
            </a:extLst>
          </p:cNvPr>
          <p:cNvSpPr txBox="1"/>
          <p:nvPr/>
        </p:nvSpPr>
        <p:spPr>
          <a:xfrm>
            <a:off x="7878041" y="3662882"/>
            <a:ext cx="69515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The detection method is: compute powers of  </a:t>
            </a:r>
          </a:p>
          <a:p>
            <a:r>
              <a:rPr lang="en-NL" dirty="0"/>
              <a:t>  the signal adjacency matrix A² through Aⁿ.  </a:t>
            </a:r>
          </a:p>
          <a:p>
            <a:r>
              <a:rPr lang="en-NL" dirty="0"/>
              <a:t>  If any diagonal entry becomes nonzero, a    </a:t>
            </a:r>
          </a:p>
          <a:p>
            <a:r>
              <a:rPr lang="en-NL" dirty="0"/>
              <a:t>  cycle exists (a node can reach itself). This</a:t>
            </a:r>
          </a:p>
          <a:p>
            <a:r>
              <a:rPr lang="en-NL" dirty="0"/>
              <a:t>   is the standard graph-theoretic cycle      </a:t>
            </a:r>
          </a:p>
          <a:p>
            <a:r>
              <a:rPr lang="en-NL" dirty="0"/>
              <a:t>  detection via matrix powers.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1191B-248D-01E6-47ED-3B4439053BC3}"/>
              </a:ext>
            </a:extLst>
          </p:cNvPr>
          <p:cNvSpPr txBox="1"/>
          <p:nvPr/>
        </p:nvSpPr>
        <p:spPr>
          <a:xfrm>
            <a:off x="6403390" y="5432536"/>
            <a:ext cx="74135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assert in </a:t>
            </a:r>
            <a:r>
              <a:rPr lang="en-NL" dirty="0" err="1"/>
              <a:t>init_forward</a:t>
            </a:r>
            <a:r>
              <a:rPr lang="en-NL" dirty="0"/>
              <a:t>() means: if a    </a:t>
            </a:r>
          </a:p>
          <a:p>
            <a:r>
              <a:rPr lang="en-NL" dirty="0"/>
              <a:t>  loop is detected, the framework raises      </a:t>
            </a:r>
          </a:p>
          <a:p>
            <a:r>
              <a:rPr lang="en-NL" dirty="0"/>
              <a:t>  </a:t>
            </a:r>
            <a:r>
              <a:rPr lang="en-NL" dirty="0" err="1"/>
              <a:t>AssertionError</a:t>
            </a:r>
            <a:r>
              <a:rPr lang="en-NL" dirty="0"/>
              <a:t> and refuses to initialize.   </a:t>
            </a:r>
          </a:p>
          <a:p>
            <a:r>
              <a:rPr lang="en-NL" dirty="0"/>
              <a:t>  There is no fallback, no resolution — it    </a:t>
            </a:r>
          </a:p>
          <a:p>
            <a:r>
              <a:rPr lang="en-NL" dirty="0"/>
              <a:t>  simply does not run.</a:t>
            </a:r>
          </a:p>
          <a:p>
            <a:endParaRPr lang="en-NL" dirty="0"/>
          </a:p>
          <a:p>
            <a:r>
              <a:rPr lang="en-NL" dirty="0"/>
              <a:t>  This is not stated in the paper — it is a   </a:t>
            </a:r>
          </a:p>
          <a:p>
            <a:r>
              <a:rPr lang="en-NL" dirty="0"/>
              <a:t>  hard constraint enforced in the code. </a:t>
            </a:r>
          </a:p>
        </p:txBody>
      </p:sp>
    </p:spTree>
    <p:extLst>
      <p:ext uri="{BB962C8B-B14F-4D97-AF65-F5344CB8AC3E}">
        <p14:creationId xmlns:p14="http://schemas.microsoft.com/office/powerpoint/2010/main" val="1674656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27A9-BF7E-D8BE-6CB9-FE3FBA07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0CAB0-32CE-FD14-5467-FEC2F577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Collapse</a:t>
            </a:r>
          </a:p>
          <a:p>
            <a:pPr lvl="1"/>
            <a:r>
              <a:rPr lang="en-US" dirty="0"/>
              <a:t>Not true LFR structure </a:t>
            </a:r>
            <a:r>
              <a:rPr lang="en-US" dirty="0">
                <a:sym typeface="Wingdings" panose="05000000000000000000" pitchFamily="2" charset="2"/>
              </a:rPr>
              <a:t> Is this problematic…</a:t>
            </a:r>
            <a:endParaRPr lang="en-US" dirty="0"/>
          </a:p>
          <a:p>
            <a:r>
              <a:rPr lang="en-US" dirty="0"/>
              <a:t>DAE</a:t>
            </a:r>
          </a:p>
          <a:p>
            <a:r>
              <a:rPr lang="en-US" dirty="0"/>
              <a:t>Rewrite rational to affine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6824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9E6E-5EC7-70BA-CE27-EE3E8312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8F52-C770-8588-BD75-A1ED96B0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16FE-D73D-6865-7172-59534241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007668-B594-8B2A-85A9-BED9D882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846" y="1311941"/>
            <a:ext cx="8754307" cy="525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76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369D-B713-DF06-0B25-9BA0E271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4B436-478D-A738-527E-BFACDF268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resolve-and-retain approach is the bridge: solve the</a:t>
            </a:r>
          </a:p>
          <a:p>
            <a:r>
              <a:rPr lang="en-US" dirty="0"/>
              <a:t>  algebraic loop analytically once (producing z₁ =         </a:t>
            </a:r>
          </a:p>
          <a:p>
            <a:r>
              <a:rPr lang="en-US" dirty="0"/>
              <a:t>  M₀⁻¹(</a:t>
            </a:r>
            <a:r>
              <a:rPr lang="en-US" dirty="0" err="1"/>
              <a:t>fnet</a:t>
            </a:r>
            <a:r>
              <a:rPr lang="en-US" dirty="0"/>
              <a:t> − </a:t>
            </a:r>
            <a:r>
              <a:rPr lang="en-US" dirty="0" err="1"/>
              <a:t>M₁w</a:t>
            </a:r>
            <a:r>
              <a:rPr lang="en-US" dirty="0"/>
              <a:t>₁ − </a:t>
            </a:r>
            <a:r>
              <a:rPr lang="en-US" dirty="0" err="1"/>
              <a:t>M₂w</a:t>
            </a:r>
            <a:r>
              <a:rPr lang="en-US" dirty="0"/>
              <a:t>₂), which collapses to M(Y)⁻¹</a:t>
            </a:r>
          </a:p>
          <a:p>
            <a:r>
              <a:rPr lang="en-US" dirty="0"/>
              <a:t>  </a:t>
            </a:r>
            <a:r>
              <a:rPr lang="en-US" dirty="0" err="1"/>
              <a:t>fnet</a:t>
            </a:r>
            <a:r>
              <a:rPr lang="en-US" dirty="0"/>
              <a:t>), substitute back, and hand Jan's framework a signal</a:t>
            </a:r>
          </a:p>
          <a:p>
            <a:r>
              <a:rPr lang="en-US" dirty="0"/>
              <a:t>   graph with no loop. The unique solution that the LFR    </a:t>
            </a:r>
          </a:p>
          <a:p>
            <a:r>
              <a:rPr lang="en-US" dirty="0"/>
              <a:t>  guarantees is computed explicitly, and from that point   </a:t>
            </a:r>
          </a:p>
          <a:p>
            <a:r>
              <a:rPr lang="en-US" dirty="0"/>
              <a:t>  forward the framework sees only feed-forward signals.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86592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Workaround for algebraic loop</a:t>
            </a:r>
          </a:p>
          <a:p>
            <a:r>
              <a:rPr lang="en-US" dirty="0"/>
              <a:t>Implement in simulation</a:t>
            </a:r>
          </a:p>
          <a:p>
            <a:pPr lvl="1"/>
            <a:r>
              <a:rPr lang="en-US" dirty="0"/>
              <a:t>Adjust for Jan’s augmentation code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938</TotalTime>
  <Words>786</Words>
  <Application>Microsoft Office PowerPoint</Application>
  <PresentationFormat>Widescreen</PresentationFormat>
  <Paragraphs>133</Paragraphs>
  <Slides>27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Office Theme</vt:lpstr>
      <vt:lpstr>Meeting Week 9</vt:lpstr>
      <vt:lpstr>Last week summary</vt:lpstr>
      <vt:lpstr>LPV-LFR structure</vt:lpstr>
      <vt:lpstr>LPV-LFR structure</vt:lpstr>
      <vt:lpstr>M(Y) invertibility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PowerPoint Presentation</vt:lpstr>
      <vt:lpstr>LPV-LFR structure</vt:lpstr>
      <vt:lpstr>Algebraic loop</vt:lpstr>
      <vt:lpstr>Algebraic loop</vt:lpstr>
      <vt:lpstr>Algebraic loop</vt:lpstr>
      <vt:lpstr>Conflict with Jan’s code</vt:lpstr>
      <vt:lpstr>PowerPoint Presentation</vt:lpstr>
      <vt:lpstr>Possible Solutions</vt:lpstr>
      <vt:lpstr>Possible Solutions</vt:lpstr>
      <vt:lpstr>PowerPoint Presentation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2026-03-30T08:58:27Z</dcterms:modified>
</cp:coreProperties>
</file>