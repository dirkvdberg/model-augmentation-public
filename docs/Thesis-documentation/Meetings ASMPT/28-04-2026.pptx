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57"/>
  </p:notesMasterIdLst>
  <p:sldIdLst>
    <p:sldId id="257" r:id="rId2"/>
    <p:sldId id="258" r:id="rId3"/>
    <p:sldId id="457" r:id="rId4"/>
    <p:sldId id="461" r:id="rId5"/>
    <p:sldId id="409" r:id="rId6"/>
    <p:sldId id="410" r:id="rId7"/>
    <p:sldId id="411" r:id="rId8"/>
    <p:sldId id="286" r:id="rId9"/>
    <p:sldId id="285" r:id="rId10"/>
    <p:sldId id="412" r:id="rId11"/>
    <p:sldId id="425" r:id="rId12"/>
    <p:sldId id="416" r:id="rId13"/>
    <p:sldId id="432" r:id="rId14"/>
    <p:sldId id="417" r:id="rId15"/>
    <p:sldId id="448" r:id="rId16"/>
    <p:sldId id="426" r:id="rId17"/>
    <p:sldId id="445" r:id="rId18"/>
    <p:sldId id="429" r:id="rId19"/>
    <p:sldId id="431" r:id="rId20"/>
    <p:sldId id="449" r:id="rId21"/>
    <p:sldId id="446" r:id="rId22"/>
    <p:sldId id="460" r:id="rId23"/>
    <p:sldId id="424" r:id="rId24"/>
    <p:sldId id="428" r:id="rId25"/>
    <p:sldId id="447" r:id="rId26"/>
    <p:sldId id="279" r:id="rId27"/>
    <p:sldId id="454" r:id="rId28"/>
    <p:sldId id="450" r:id="rId29"/>
    <p:sldId id="452" r:id="rId30"/>
    <p:sldId id="453" r:id="rId31"/>
    <p:sldId id="455" r:id="rId32"/>
    <p:sldId id="456" r:id="rId33"/>
    <p:sldId id="451" r:id="rId34"/>
    <p:sldId id="273" r:id="rId35"/>
    <p:sldId id="281" r:id="rId36"/>
    <p:sldId id="278" r:id="rId37"/>
    <p:sldId id="280" r:id="rId38"/>
    <p:sldId id="263" r:id="rId39"/>
    <p:sldId id="270" r:id="rId40"/>
    <p:sldId id="271" r:id="rId41"/>
    <p:sldId id="272" r:id="rId42"/>
    <p:sldId id="265" r:id="rId43"/>
    <p:sldId id="264" r:id="rId44"/>
    <p:sldId id="268" r:id="rId45"/>
    <p:sldId id="269" r:id="rId46"/>
    <p:sldId id="267" r:id="rId47"/>
    <p:sldId id="266" r:id="rId48"/>
    <p:sldId id="458" r:id="rId49"/>
    <p:sldId id="275" r:id="rId50"/>
    <p:sldId id="459" r:id="rId51"/>
    <p:sldId id="277" r:id="rId52"/>
    <p:sldId id="283" r:id="rId53"/>
    <p:sldId id="276" r:id="rId54"/>
    <p:sldId id="399" r:id="rId55"/>
    <p:sldId id="400" r:id="rId56"/>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79896" autoAdjust="0"/>
  </p:normalViewPr>
  <p:slideViewPr>
    <p:cSldViewPr snapToGrid="0">
      <p:cViewPr varScale="1">
        <p:scale>
          <a:sx n="66" d="100"/>
          <a:sy n="66" d="100"/>
        </p:scale>
        <p:origin x="123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delSld modSld sldOrd">
      <pc:chgData name="Berg, Dirk van den" userId="035ecb32-01d9-4b47-a105-eacf059a4647" providerId="ADAL" clId="{F7FF961E-CF96-44AC-93C2-93612F62D46D}" dt="2026-05-04T15:11:47.872" v="3729" actId="478"/>
      <pc:docMkLst>
        <pc:docMk/>
      </pc:docMkLst>
      <pc:sldChg chg="delSp modSp mod">
        <pc:chgData name="Berg, Dirk van den" userId="035ecb32-01d9-4b47-a105-eacf059a4647" providerId="ADAL" clId="{F7FF961E-CF96-44AC-93C2-93612F62D46D}" dt="2026-04-28T10:58:17.170" v="3624" actId="20577"/>
        <pc:sldMkLst>
          <pc:docMk/>
          <pc:sldMk cId="2679595137" sldId="257"/>
        </pc:sldMkLst>
        <pc:spChg chg="mod">
          <ac:chgData name="Berg, Dirk van den" userId="035ecb32-01d9-4b47-a105-eacf059a4647" providerId="ADAL" clId="{F7FF961E-CF96-44AC-93C2-93612F62D46D}" dt="2026-04-20T11:19:16.242" v="1" actId="20577"/>
          <ac:spMkLst>
            <pc:docMk/>
            <pc:sldMk cId="2679595137" sldId="257"/>
            <ac:spMk id="2" creationId="{1CA58346-11EF-AF16-3F7E-D4AE642D6182}"/>
          </ac:spMkLst>
        </pc:spChg>
        <pc:spChg chg="mod">
          <ac:chgData name="Berg, Dirk van den" userId="035ecb32-01d9-4b47-a105-eacf059a4647" providerId="ADAL" clId="{F7FF961E-CF96-44AC-93C2-93612F62D46D}" dt="2026-04-28T10:58:17.170" v="3624" actId="20577"/>
          <ac:spMkLst>
            <pc:docMk/>
            <pc:sldMk cId="2679595137" sldId="257"/>
            <ac:spMk id="3" creationId="{DAAEF679-3C39-E36C-B710-9B50CBAE487E}"/>
          </ac:spMkLst>
        </pc:spChg>
      </pc:sldChg>
      <pc:sldChg chg="delSp modSp mod">
        <pc:chgData name="Berg, Dirk van den" userId="035ecb32-01d9-4b47-a105-eacf059a4647" providerId="ADAL" clId="{F7FF961E-CF96-44AC-93C2-93612F62D46D}" dt="2026-04-28T09:47:43.236" v="2902" actId="478"/>
        <pc:sldMkLst>
          <pc:docMk/>
          <pc:sldMk cId="1617226886" sldId="258"/>
        </pc:sldMkLst>
        <pc:spChg chg="mod">
          <ac:chgData name="Berg, Dirk van den" userId="035ecb32-01d9-4b47-a105-eacf059a4647" providerId="ADAL" clId="{F7FF961E-CF96-44AC-93C2-93612F62D46D}" dt="2026-04-28T09:47:40.179" v="2901" actId="20577"/>
          <ac:spMkLst>
            <pc:docMk/>
            <pc:sldMk cId="1617226886" sldId="258"/>
            <ac:spMk id="3" creationId="{1B16F991-22E1-98ED-FDA2-6483679AE450}"/>
          </ac:spMkLst>
        </pc:spChg>
      </pc:sldChg>
      <pc:sldChg chg="modSp new mod modShow">
        <pc:chgData name="Berg, Dirk van den" userId="035ecb32-01d9-4b47-a105-eacf059a4647" providerId="ADAL" clId="{F7FF961E-CF96-44AC-93C2-93612F62D46D}" dt="2026-04-28T09:19:03.712" v="2083" actId="729"/>
        <pc:sldMkLst>
          <pc:docMk/>
          <pc:sldMk cId="920988332" sldId="263"/>
        </pc:sldMkLst>
        <pc:spChg chg="mod">
          <ac:chgData name="Berg, Dirk van den" userId="035ecb32-01d9-4b47-a105-eacf059a4647" providerId="ADAL" clId="{F7FF961E-CF96-44AC-93C2-93612F62D46D}" dt="2026-04-20T11:19:23.882" v="18" actId="20577"/>
          <ac:spMkLst>
            <pc:docMk/>
            <pc:sldMk cId="920988332" sldId="263"/>
            <ac:spMk id="2" creationId="{74DE8AE4-D726-C76F-52F5-1DF4E261DC96}"/>
          </ac:spMkLst>
        </pc:spChg>
        <pc:spChg chg="mod">
          <ac:chgData name="Berg, Dirk van den" userId="035ecb32-01d9-4b47-a105-eacf059a4647" providerId="ADAL" clId="{F7FF961E-CF96-44AC-93C2-93612F62D46D}" dt="2026-04-20T11:20:19.535" v="242" actId="20577"/>
          <ac:spMkLst>
            <pc:docMk/>
            <pc:sldMk cId="920988332" sldId="263"/>
            <ac:spMk id="3" creationId="{D375FDFB-83F8-C186-0600-3444A8A86F0D}"/>
          </ac:spMkLst>
        </pc:spChg>
      </pc:sldChg>
      <pc:sldChg chg="addSp modSp new mod modShow">
        <pc:chgData name="Berg, Dirk van den" userId="035ecb32-01d9-4b47-a105-eacf059a4647" providerId="ADAL" clId="{F7FF961E-CF96-44AC-93C2-93612F62D46D}" dt="2026-04-28T09:19:24.325" v="2085" actId="729"/>
        <pc:sldMkLst>
          <pc:docMk/>
          <pc:sldMk cId="1001272368" sldId="264"/>
        </pc:sldMkLst>
        <pc:spChg chg="mod">
          <ac:chgData name="Berg, Dirk van den" userId="035ecb32-01d9-4b47-a105-eacf059a4647" providerId="ADAL" clId="{F7FF961E-CF96-44AC-93C2-93612F62D46D}" dt="2026-04-20T11:27:17.703" v="257" actId="20577"/>
          <ac:spMkLst>
            <pc:docMk/>
            <pc:sldMk cId="1001272368" sldId="264"/>
            <ac:spMk id="2" creationId="{D8A9B408-FBC4-00FC-297D-04388B88C572}"/>
          </ac:spMkLst>
        </pc:spChg>
        <pc:picChg chg="add">
          <ac:chgData name="Berg, Dirk van den" userId="035ecb32-01d9-4b47-a105-eacf059a4647" providerId="ADAL" clId="{F7FF961E-CF96-44AC-93C2-93612F62D46D}" dt="2026-04-20T11:27:19.190" v="258" actId="22"/>
          <ac:picMkLst>
            <pc:docMk/>
            <pc:sldMk cId="1001272368" sldId="264"/>
            <ac:picMk id="5" creationId="{E12AF2A7-FDDE-CC6F-7A0B-8436A7C0ABBC}"/>
          </ac:picMkLst>
        </pc:picChg>
      </pc:sldChg>
      <pc:sldChg chg="addSp modSp new mod modShow">
        <pc:chgData name="Berg, Dirk van den" userId="035ecb32-01d9-4b47-a105-eacf059a4647" providerId="ADAL" clId="{F7FF961E-CF96-44AC-93C2-93612F62D46D}" dt="2026-04-28T09:19:24.325" v="2085" actId="729"/>
        <pc:sldMkLst>
          <pc:docMk/>
          <pc:sldMk cId="2118017096" sldId="265"/>
        </pc:sldMkLst>
        <pc:spChg chg="mod">
          <ac:chgData name="Berg, Dirk van den" userId="035ecb32-01d9-4b47-a105-eacf059a4647" providerId="ADAL" clId="{F7FF961E-CF96-44AC-93C2-93612F62D46D}" dt="2026-04-20T11:28:32.925" v="261" actId="20577"/>
          <ac:spMkLst>
            <pc:docMk/>
            <pc:sldMk cId="2118017096" sldId="265"/>
            <ac:spMk id="2" creationId="{BB63044A-DBA9-69AA-07B0-EF3C36536C55}"/>
          </ac:spMkLst>
        </pc:spChg>
        <pc:spChg chg="mod">
          <ac:chgData name="Berg, Dirk van den" userId="035ecb32-01d9-4b47-a105-eacf059a4647" providerId="ADAL" clId="{F7FF961E-CF96-44AC-93C2-93612F62D46D}" dt="2026-04-20T11:40:24.029" v="308" actId="20577"/>
          <ac:spMkLst>
            <pc:docMk/>
            <pc:sldMk cId="2118017096" sldId="265"/>
            <ac:spMk id="3" creationId="{314C1C98-CF7B-F92D-1EC9-2A8133783556}"/>
          </ac:spMkLst>
        </pc:spChg>
        <pc:picChg chg="add mod">
          <ac:chgData name="Berg, Dirk van den" userId="035ecb32-01d9-4b47-a105-eacf059a4647" providerId="ADAL" clId="{F7FF961E-CF96-44AC-93C2-93612F62D46D}" dt="2026-04-20T12:15:01.074" v="310" actId="1076"/>
          <ac:picMkLst>
            <pc:docMk/>
            <pc:sldMk cId="2118017096" sldId="265"/>
            <ac:picMk id="5" creationId="{9160D80E-0A4B-2E3D-1938-E813D4B40CAE}"/>
          </ac:picMkLst>
        </pc:picChg>
      </pc:sldChg>
      <pc:sldChg chg="modSp new add del mod modShow">
        <pc:chgData name="Berg, Dirk van den" userId="035ecb32-01d9-4b47-a105-eacf059a4647" providerId="ADAL" clId="{F7FF961E-CF96-44AC-93C2-93612F62D46D}" dt="2026-04-28T06:28:03.931" v="1238" actId="729"/>
        <pc:sldMkLst>
          <pc:docMk/>
          <pc:sldMk cId="2109221308" sldId="266"/>
        </pc:sldMkLst>
        <pc:spChg chg="mod">
          <ac:chgData name="Berg, Dirk van den" userId="035ecb32-01d9-4b47-a105-eacf059a4647" providerId="ADAL" clId="{F7FF961E-CF96-44AC-93C2-93612F62D46D}" dt="2026-04-20T13:07:00.973" v="344" actId="20577"/>
          <ac:spMkLst>
            <pc:docMk/>
            <pc:sldMk cId="2109221308" sldId="266"/>
            <ac:spMk id="2" creationId="{FEAD41D4-502D-932F-99E7-0EC4CB5D6BDD}"/>
          </ac:spMkLst>
        </pc:spChg>
        <pc:spChg chg="mod">
          <ac:chgData name="Berg, Dirk van den" userId="035ecb32-01d9-4b47-a105-eacf059a4647" providerId="ADAL" clId="{F7FF961E-CF96-44AC-93C2-93612F62D46D}" dt="2026-04-20T13:08:56.116" v="447"/>
          <ac:spMkLst>
            <pc:docMk/>
            <pc:sldMk cId="2109221308" sldId="266"/>
            <ac:spMk id="3" creationId="{76C8FCC7-62A4-E643-C250-B7FF1EA4A565}"/>
          </ac:spMkLst>
        </pc:spChg>
      </pc:sldChg>
      <pc:sldChg chg="addSp modSp new mod modShow">
        <pc:chgData name="Berg, Dirk van den" userId="035ecb32-01d9-4b47-a105-eacf059a4647" providerId="ADAL" clId="{F7FF961E-CF96-44AC-93C2-93612F62D46D}" dt="2026-04-28T09:19:24.325" v="2085" actId="729"/>
        <pc:sldMkLst>
          <pc:docMk/>
          <pc:sldMk cId="985816816" sldId="267"/>
        </pc:sldMkLst>
        <pc:spChg chg="mod">
          <ac:chgData name="Berg, Dirk van den" userId="035ecb32-01d9-4b47-a105-eacf059a4647" providerId="ADAL" clId="{F7FF961E-CF96-44AC-93C2-93612F62D46D}" dt="2026-04-21T08:14:31.626" v="489" actId="20577"/>
          <ac:spMkLst>
            <pc:docMk/>
            <pc:sldMk cId="985816816" sldId="267"/>
            <ac:spMk id="2" creationId="{4E16D982-57D2-237B-5B65-6168628DE01C}"/>
          </ac:spMkLst>
        </pc:spChg>
        <pc:picChg chg="add">
          <ac:chgData name="Berg, Dirk van den" userId="035ecb32-01d9-4b47-a105-eacf059a4647" providerId="ADAL" clId="{F7FF961E-CF96-44AC-93C2-93612F62D46D}" dt="2026-04-21T08:14:33.537" v="490" actId="22"/>
          <ac:picMkLst>
            <pc:docMk/>
            <pc:sldMk cId="985816816" sldId="267"/>
            <ac:picMk id="5" creationId="{EDD94174-A893-971F-F8BA-5517B65FE994}"/>
          </ac:picMkLst>
        </pc:picChg>
      </pc:sldChg>
      <pc:sldChg chg="addSp modSp new mod modShow">
        <pc:chgData name="Berg, Dirk van den" userId="035ecb32-01d9-4b47-a105-eacf059a4647" providerId="ADAL" clId="{F7FF961E-CF96-44AC-93C2-93612F62D46D}" dt="2026-04-28T09:19:24.325" v="2085" actId="729"/>
        <pc:sldMkLst>
          <pc:docMk/>
          <pc:sldMk cId="3925512846" sldId="268"/>
        </pc:sldMkLst>
        <pc:spChg chg="mod">
          <ac:chgData name="Berg, Dirk van den" userId="035ecb32-01d9-4b47-a105-eacf059a4647" providerId="ADAL" clId="{F7FF961E-CF96-44AC-93C2-93612F62D46D}" dt="2026-04-21T08:29:53.901" v="515" actId="20577"/>
          <ac:spMkLst>
            <pc:docMk/>
            <pc:sldMk cId="3925512846" sldId="268"/>
            <ac:spMk id="2" creationId="{1D2F6242-3130-5FAB-D0CA-AF9F15FBAF94}"/>
          </ac:spMkLst>
        </pc:spChg>
        <pc:picChg chg="add">
          <ac:chgData name="Berg, Dirk van den" userId="035ecb32-01d9-4b47-a105-eacf059a4647" providerId="ADAL" clId="{F7FF961E-CF96-44AC-93C2-93612F62D46D}" dt="2026-04-21T08:30:03.025" v="516" actId="22"/>
          <ac:picMkLst>
            <pc:docMk/>
            <pc:sldMk cId="3925512846" sldId="268"/>
            <ac:picMk id="5" creationId="{9C4F9719-CFF1-9882-A4D0-2544CAF448BC}"/>
          </ac:picMkLst>
        </pc:picChg>
      </pc:sldChg>
      <pc:sldChg chg="addSp modSp new mod modShow">
        <pc:chgData name="Berg, Dirk van den" userId="035ecb32-01d9-4b47-a105-eacf059a4647" providerId="ADAL" clId="{F7FF961E-CF96-44AC-93C2-93612F62D46D}" dt="2026-04-28T09:19:24.325" v="2085" actId="729"/>
        <pc:sldMkLst>
          <pc:docMk/>
          <pc:sldMk cId="596157435" sldId="269"/>
        </pc:sldMkLst>
        <pc:spChg chg="mod">
          <ac:chgData name="Berg, Dirk van den" userId="035ecb32-01d9-4b47-a105-eacf059a4647" providerId="ADAL" clId="{F7FF961E-CF96-44AC-93C2-93612F62D46D}" dt="2026-04-21T08:42:43.800" v="543" actId="20577"/>
          <ac:spMkLst>
            <pc:docMk/>
            <pc:sldMk cId="596157435" sldId="269"/>
            <ac:spMk id="2" creationId="{CCA20329-D863-0755-8713-AD35D97F08A1}"/>
          </ac:spMkLst>
        </pc:spChg>
        <pc:picChg chg="add mod">
          <ac:chgData name="Berg, Dirk van den" userId="035ecb32-01d9-4b47-a105-eacf059a4647" providerId="ADAL" clId="{F7FF961E-CF96-44AC-93C2-93612F62D46D}" dt="2026-04-21T08:44:19.088" v="546" actId="1076"/>
          <ac:picMkLst>
            <pc:docMk/>
            <pc:sldMk cId="596157435" sldId="269"/>
            <ac:picMk id="5" creationId="{315C2444-D434-D944-C5D4-8FDB01CC8A76}"/>
          </ac:picMkLst>
        </pc:picChg>
      </pc:sldChg>
      <pc:sldChg chg="addSp modSp new mod modShow">
        <pc:chgData name="Berg, Dirk van den" userId="035ecb32-01d9-4b47-a105-eacf059a4647" providerId="ADAL" clId="{F7FF961E-CF96-44AC-93C2-93612F62D46D}" dt="2026-04-28T09:19:24.325" v="2085" actId="729"/>
        <pc:sldMkLst>
          <pc:docMk/>
          <pc:sldMk cId="1957841479" sldId="270"/>
        </pc:sldMkLst>
        <pc:spChg chg="mod">
          <ac:chgData name="Berg, Dirk van den" userId="035ecb32-01d9-4b47-a105-eacf059a4647" providerId="ADAL" clId="{F7FF961E-CF96-44AC-93C2-93612F62D46D}" dt="2026-04-21T08:54:08.589" v="576" actId="20577"/>
          <ac:spMkLst>
            <pc:docMk/>
            <pc:sldMk cId="1957841479" sldId="270"/>
            <ac:spMk id="2" creationId="{79B0B6B2-609C-DC73-154E-82AF61059E1F}"/>
          </ac:spMkLst>
        </pc:spChg>
        <pc:spChg chg="mod">
          <ac:chgData name="Berg, Dirk van den" userId="035ecb32-01d9-4b47-a105-eacf059a4647" providerId="ADAL" clId="{F7FF961E-CF96-44AC-93C2-93612F62D46D}" dt="2026-04-21T08:54:00.820" v="551"/>
          <ac:spMkLst>
            <pc:docMk/>
            <pc:sldMk cId="1957841479" sldId="270"/>
            <ac:spMk id="3" creationId="{FB0D4A5D-5AD5-5D54-9518-F54868E465E8}"/>
          </ac:spMkLst>
        </pc:spChg>
        <pc:spChg chg="add">
          <ac:chgData name="Berg, Dirk van den" userId="035ecb32-01d9-4b47-a105-eacf059a4647" providerId="ADAL" clId="{F7FF961E-CF96-44AC-93C2-93612F62D46D}" dt="2026-04-21T08:54:01.707" v="552" actId="22"/>
          <ac:spMkLst>
            <pc:docMk/>
            <pc:sldMk cId="1957841479" sldId="270"/>
            <ac:spMk id="5" creationId="{31FE4A70-16D0-51BE-1107-79901A65C520}"/>
          </ac:spMkLst>
        </pc:spChg>
      </pc:sldChg>
      <pc:sldChg chg="addSp modSp new mod modShow">
        <pc:chgData name="Berg, Dirk van den" userId="035ecb32-01d9-4b47-a105-eacf059a4647" providerId="ADAL" clId="{F7FF961E-CF96-44AC-93C2-93612F62D46D}" dt="2026-04-28T09:19:24.325" v="2085" actId="729"/>
        <pc:sldMkLst>
          <pc:docMk/>
          <pc:sldMk cId="1771815824" sldId="271"/>
        </pc:sldMkLst>
        <pc:spChg chg="mod">
          <ac:chgData name="Berg, Dirk van den" userId="035ecb32-01d9-4b47-a105-eacf059a4647" providerId="ADAL" clId="{F7FF961E-CF96-44AC-93C2-93612F62D46D}" dt="2026-04-21T10:01:17.708" v="595" actId="20577"/>
          <ac:spMkLst>
            <pc:docMk/>
            <pc:sldMk cId="1771815824" sldId="271"/>
            <ac:spMk id="2" creationId="{06A50394-8B1B-8F30-94D9-C11DF9EDAA22}"/>
          </ac:spMkLst>
        </pc:spChg>
        <pc:picChg chg="add mod">
          <ac:chgData name="Berg, Dirk van den" userId="035ecb32-01d9-4b47-a105-eacf059a4647" providerId="ADAL" clId="{F7FF961E-CF96-44AC-93C2-93612F62D46D}" dt="2026-04-28T09:19:08.761" v="2084" actId="1076"/>
          <ac:picMkLst>
            <pc:docMk/>
            <pc:sldMk cId="1771815824" sldId="271"/>
            <ac:picMk id="5" creationId="{1B25BD07-7549-8AB0-C22A-C956FB81D255}"/>
          </ac:picMkLst>
        </pc:picChg>
      </pc:sldChg>
      <pc:sldChg chg="addSp new mod modShow">
        <pc:chgData name="Berg, Dirk van den" userId="035ecb32-01d9-4b47-a105-eacf059a4647" providerId="ADAL" clId="{F7FF961E-CF96-44AC-93C2-93612F62D46D}" dt="2026-04-28T09:19:24.325" v="2085" actId="729"/>
        <pc:sldMkLst>
          <pc:docMk/>
          <pc:sldMk cId="1028280515" sldId="272"/>
        </pc:sldMkLst>
        <pc:picChg chg="add">
          <ac:chgData name="Berg, Dirk van den" userId="035ecb32-01d9-4b47-a105-eacf059a4647" providerId="ADAL" clId="{F7FF961E-CF96-44AC-93C2-93612F62D46D}" dt="2026-04-21T10:01:31.803" v="597" actId="22"/>
          <ac:picMkLst>
            <pc:docMk/>
            <pc:sldMk cId="1028280515" sldId="272"/>
            <ac:picMk id="5" creationId="{2CE4D3D2-3404-7A37-35C7-E5969669E4CA}"/>
          </ac:picMkLst>
        </pc:picChg>
      </pc:sldChg>
      <pc:sldChg chg="addSp modSp new mod modShow">
        <pc:chgData name="Berg, Dirk van den" userId="035ecb32-01d9-4b47-a105-eacf059a4647" providerId="ADAL" clId="{F7FF961E-CF96-44AC-93C2-93612F62D46D}" dt="2026-04-28T09:59:06.799" v="3097" actId="729"/>
        <pc:sldMkLst>
          <pc:docMk/>
          <pc:sldMk cId="2338591258" sldId="273"/>
        </pc:sldMkLst>
        <pc:spChg chg="mod">
          <ac:chgData name="Berg, Dirk van den" userId="035ecb32-01d9-4b47-a105-eacf059a4647" providerId="ADAL" clId="{F7FF961E-CF96-44AC-93C2-93612F62D46D}" dt="2026-04-24T11:17:30.652" v="615" actId="20577"/>
          <ac:spMkLst>
            <pc:docMk/>
            <pc:sldMk cId="2338591258" sldId="273"/>
            <ac:spMk id="2" creationId="{9F54B7D4-91DE-CBF9-F2BA-80D2E03758C4}"/>
          </ac:spMkLst>
        </pc:spChg>
        <pc:spChg chg="mod">
          <ac:chgData name="Berg, Dirk van den" userId="035ecb32-01d9-4b47-a105-eacf059a4647" providerId="ADAL" clId="{F7FF961E-CF96-44AC-93C2-93612F62D46D}" dt="2026-04-24T11:17:40.512" v="652" actId="20577"/>
          <ac:spMkLst>
            <pc:docMk/>
            <pc:sldMk cId="2338591258" sldId="273"/>
            <ac:spMk id="3" creationId="{3B0EB181-E6C7-9C52-8BB8-F30391304C3F}"/>
          </ac:spMkLst>
        </pc:spChg>
        <pc:picChg chg="add mod">
          <ac:chgData name="Berg, Dirk van den" userId="035ecb32-01d9-4b47-a105-eacf059a4647" providerId="ADAL" clId="{F7FF961E-CF96-44AC-93C2-93612F62D46D}" dt="2026-04-24T11:31:24.257" v="1002" actId="1076"/>
          <ac:picMkLst>
            <pc:docMk/>
            <pc:sldMk cId="2338591258" sldId="273"/>
            <ac:picMk id="5" creationId="{D64D8809-97EE-DD4B-4645-81D6F878D42C}"/>
          </ac:picMkLst>
        </pc:picChg>
        <pc:picChg chg="add mod">
          <ac:chgData name="Berg, Dirk van den" userId="035ecb32-01d9-4b47-a105-eacf059a4647" providerId="ADAL" clId="{F7FF961E-CF96-44AC-93C2-93612F62D46D}" dt="2026-04-28T09:18:44.769" v="2081" actId="1076"/>
          <ac:picMkLst>
            <pc:docMk/>
            <pc:sldMk cId="2338591258" sldId="273"/>
            <ac:picMk id="7" creationId="{8F0A261C-D157-F3E7-302B-BCAC5F617038}"/>
          </ac:picMkLst>
        </pc:picChg>
      </pc:sldChg>
      <pc:sldChg chg="addSp modSp new mod ord modShow">
        <pc:chgData name="Berg, Dirk van den" userId="035ecb32-01d9-4b47-a105-eacf059a4647" providerId="ADAL" clId="{F7FF961E-CF96-44AC-93C2-93612F62D46D}" dt="2026-04-28T10:40:48.253" v="3194" actId="729"/>
        <pc:sldMkLst>
          <pc:docMk/>
          <pc:sldMk cId="2178924459" sldId="275"/>
        </pc:sldMkLst>
        <pc:spChg chg="mod">
          <ac:chgData name="Berg, Dirk van den" userId="035ecb32-01d9-4b47-a105-eacf059a4647" providerId="ADAL" clId="{F7FF961E-CF96-44AC-93C2-93612F62D46D}" dt="2026-04-24T11:18:21.228" v="739" actId="20577"/>
          <ac:spMkLst>
            <pc:docMk/>
            <pc:sldMk cId="2178924459" sldId="275"/>
            <ac:spMk id="2" creationId="{FB7B0EB4-1868-9F15-83C7-2B8F0C473F4F}"/>
          </ac:spMkLst>
        </pc:spChg>
        <pc:spChg chg="mod">
          <ac:chgData name="Berg, Dirk van den" userId="035ecb32-01d9-4b47-a105-eacf059a4647" providerId="ADAL" clId="{F7FF961E-CF96-44AC-93C2-93612F62D46D}" dt="2026-04-28T08:42:11.111" v="1286"/>
          <ac:spMkLst>
            <pc:docMk/>
            <pc:sldMk cId="2178924459" sldId="275"/>
            <ac:spMk id="3" creationId="{7463D0CB-1B4A-515B-F469-254409CA7F8C}"/>
          </ac:spMkLst>
        </pc:spChg>
        <pc:picChg chg="add mod">
          <ac:chgData name="Berg, Dirk van den" userId="035ecb32-01d9-4b47-a105-eacf059a4647" providerId="ADAL" clId="{F7FF961E-CF96-44AC-93C2-93612F62D46D}" dt="2026-04-24T16:36:06.556" v="1089" actId="1076"/>
          <ac:picMkLst>
            <pc:docMk/>
            <pc:sldMk cId="2178924459" sldId="275"/>
            <ac:picMk id="5" creationId="{B2756AC7-F2FF-DEE9-7BCD-A80F1FE0BEF5}"/>
          </ac:picMkLst>
        </pc:picChg>
      </pc:sldChg>
      <pc:sldChg chg="modSp new mod ord">
        <pc:chgData name="Berg, Dirk van den" userId="035ecb32-01d9-4b47-a105-eacf059a4647" providerId="ADAL" clId="{F7FF961E-CF96-44AC-93C2-93612F62D46D}" dt="2026-04-28T09:59:54.948" v="3101"/>
        <pc:sldMkLst>
          <pc:docMk/>
          <pc:sldMk cId="4178443705" sldId="276"/>
        </pc:sldMkLst>
        <pc:spChg chg="mod">
          <ac:chgData name="Berg, Dirk van den" userId="035ecb32-01d9-4b47-a105-eacf059a4647" providerId="ADAL" clId="{F7FF961E-CF96-44AC-93C2-93612F62D46D}" dt="2026-04-24T11:18:29.636" v="762" actId="20577"/>
          <ac:spMkLst>
            <pc:docMk/>
            <pc:sldMk cId="4178443705" sldId="276"/>
            <ac:spMk id="2" creationId="{AB4700E6-C617-E7B5-3EC7-F3000074CA25}"/>
          </ac:spMkLst>
        </pc:spChg>
        <pc:spChg chg="mod">
          <ac:chgData name="Berg, Dirk van den" userId="035ecb32-01d9-4b47-a105-eacf059a4647" providerId="ADAL" clId="{F7FF961E-CF96-44AC-93C2-93612F62D46D}" dt="2026-04-28T08:33:50.826" v="1274" actId="20577"/>
          <ac:spMkLst>
            <pc:docMk/>
            <pc:sldMk cId="4178443705" sldId="276"/>
            <ac:spMk id="3" creationId="{03902E38-201F-63AF-9038-07F218DC4302}"/>
          </ac:spMkLst>
        </pc:spChg>
      </pc:sldChg>
      <pc:sldChg chg="addSp modSp new mod modShow">
        <pc:chgData name="Berg, Dirk van den" userId="035ecb32-01d9-4b47-a105-eacf059a4647" providerId="ADAL" clId="{F7FF961E-CF96-44AC-93C2-93612F62D46D}" dt="2026-04-28T10:48:44.075" v="3446" actId="729"/>
        <pc:sldMkLst>
          <pc:docMk/>
          <pc:sldMk cId="4061542757" sldId="277"/>
        </pc:sldMkLst>
        <pc:spChg chg="mod">
          <ac:chgData name="Berg, Dirk van den" userId="035ecb32-01d9-4b47-a105-eacf059a4647" providerId="ADAL" clId="{F7FF961E-CF96-44AC-93C2-93612F62D46D}" dt="2026-04-24T11:18:58.701" v="793" actId="20577"/>
          <ac:spMkLst>
            <pc:docMk/>
            <pc:sldMk cId="4061542757" sldId="277"/>
            <ac:spMk id="2" creationId="{FD53396F-6C20-D0D4-5707-ED433328B704}"/>
          </ac:spMkLst>
        </pc:spChg>
        <pc:spChg chg="mod">
          <ac:chgData name="Berg, Dirk van den" userId="035ecb32-01d9-4b47-a105-eacf059a4647" providerId="ADAL" clId="{F7FF961E-CF96-44AC-93C2-93612F62D46D}" dt="2026-04-24T11:21:41.292" v="975" actId="20577"/>
          <ac:spMkLst>
            <pc:docMk/>
            <pc:sldMk cId="4061542757" sldId="277"/>
            <ac:spMk id="3" creationId="{A36BF2DB-C756-F50C-7FA0-EA30EB7EE411}"/>
          </ac:spMkLst>
        </pc:spChg>
        <pc:picChg chg="add mod">
          <ac:chgData name="Berg, Dirk van den" userId="035ecb32-01d9-4b47-a105-eacf059a4647" providerId="ADAL" clId="{F7FF961E-CF96-44AC-93C2-93612F62D46D}" dt="2026-04-24T11:22:18.016" v="977" actId="1076"/>
          <ac:picMkLst>
            <pc:docMk/>
            <pc:sldMk cId="4061542757" sldId="277"/>
            <ac:picMk id="5" creationId="{2A420406-22C5-E051-5D90-F1C5DC3B03BC}"/>
          </ac:picMkLst>
        </pc:picChg>
      </pc:sldChg>
      <pc:sldChg chg="addSp modSp new mod modShow">
        <pc:chgData name="Berg, Dirk van den" userId="035ecb32-01d9-4b47-a105-eacf059a4647" providerId="ADAL" clId="{F7FF961E-CF96-44AC-93C2-93612F62D46D}" dt="2026-04-28T09:01:11.744" v="1551" actId="729"/>
        <pc:sldMkLst>
          <pc:docMk/>
          <pc:sldMk cId="3757973951" sldId="278"/>
        </pc:sldMkLst>
        <pc:spChg chg="mod">
          <ac:chgData name="Berg, Dirk van den" userId="035ecb32-01d9-4b47-a105-eacf059a4647" providerId="ADAL" clId="{F7FF961E-CF96-44AC-93C2-93612F62D46D}" dt="2026-04-24T11:28:29.050" v="999" actId="20577"/>
          <ac:spMkLst>
            <pc:docMk/>
            <pc:sldMk cId="3757973951" sldId="278"/>
            <ac:spMk id="2" creationId="{0BA142BF-4EB5-11E8-0695-702CC5FC4EE8}"/>
          </ac:spMkLst>
        </pc:spChg>
        <pc:picChg chg="add">
          <ac:chgData name="Berg, Dirk van den" userId="035ecb32-01d9-4b47-a105-eacf059a4647" providerId="ADAL" clId="{F7FF961E-CF96-44AC-93C2-93612F62D46D}" dt="2026-04-24T11:28:30.362" v="1000" actId="22"/>
          <ac:picMkLst>
            <pc:docMk/>
            <pc:sldMk cId="3757973951" sldId="278"/>
            <ac:picMk id="5" creationId="{C5157640-9CCF-72CB-91BE-E737D975F6DE}"/>
          </ac:picMkLst>
        </pc:picChg>
      </pc:sldChg>
      <pc:sldChg chg="modSp new mod ord modShow">
        <pc:chgData name="Berg, Dirk van den" userId="035ecb32-01d9-4b47-a105-eacf059a4647" providerId="ADAL" clId="{F7FF961E-CF96-44AC-93C2-93612F62D46D}" dt="2026-04-28T11:16:56.069" v="3704" actId="729"/>
        <pc:sldMkLst>
          <pc:docMk/>
          <pc:sldMk cId="525334328" sldId="279"/>
        </pc:sldMkLst>
        <pc:spChg chg="mod">
          <ac:chgData name="Berg, Dirk van den" userId="035ecb32-01d9-4b47-a105-eacf059a4647" providerId="ADAL" clId="{F7FF961E-CF96-44AC-93C2-93612F62D46D}" dt="2026-04-24T12:13:02.590" v="1009" actId="20577"/>
          <ac:spMkLst>
            <pc:docMk/>
            <pc:sldMk cId="525334328" sldId="279"/>
            <ac:spMk id="2" creationId="{B617055F-2E82-FDD5-7DD1-CE86AC814438}"/>
          </ac:spMkLst>
        </pc:spChg>
        <pc:spChg chg="mod">
          <ac:chgData name="Berg, Dirk van den" userId="035ecb32-01d9-4b47-a105-eacf059a4647" providerId="ADAL" clId="{F7FF961E-CF96-44AC-93C2-93612F62D46D}" dt="2026-04-28T09:19:43.071" v="2088"/>
          <ac:spMkLst>
            <pc:docMk/>
            <pc:sldMk cId="525334328" sldId="279"/>
            <ac:spMk id="3" creationId="{4C9EBBE8-B7AA-B919-9E39-7C46C28C446B}"/>
          </ac:spMkLst>
        </pc:spChg>
      </pc:sldChg>
      <pc:sldChg chg="addSp delSp modSp new mod modShow">
        <pc:chgData name="Berg, Dirk van den" userId="035ecb32-01d9-4b47-a105-eacf059a4647" providerId="ADAL" clId="{F7FF961E-CF96-44AC-93C2-93612F62D46D}" dt="2026-04-28T09:18:56.965" v="2082" actId="729"/>
        <pc:sldMkLst>
          <pc:docMk/>
          <pc:sldMk cId="87367348" sldId="280"/>
        </pc:sldMkLst>
        <pc:spChg chg="add del mod">
          <ac:chgData name="Berg, Dirk van den" userId="035ecb32-01d9-4b47-a105-eacf059a4647" providerId="ADAL" clId="{F7FF961E-CF96-44AC-93C2-93612F62D46D}" dt="2026-04-24T12:55:56.343" v="1087" actId="20577"/>
          <ac:spMkLst>
            <pc:docMk/>
            <pc:sldMk cId="87367348" sldId="280"/>
            <ac:spMk id="3" creationId="{8C61FECA-B9CF-64E4-D4BE-599402C2C4FE}"/>
          </ac:spMkLst>
        </pc:spChg>
        <pc:picChg chg="add mod">
          <ac:chgData name="Berg, Dirk van den" userId="035ecb32-01d9-4b47-a105-eacf059a4647" providerId="ADAL" clId="{F7FF961E-CF96-44AC-93C2-93612F62D46D}" dt="2026-04-24T12:55:31.772" v="1013" actId="1076"/>
          <ac:picMkLst>
            <pc:docMk/>
            <pc:sldMk cId="87367348" sldId="280"/>
            <ac:picMk id="5" creationId="{6B700BB0-273F-7BAE-6C3B-126CB179FF61}"/>
          </ac:picMkLst>
        </pc:picChg>
        <pc:picChg chg="add mod">
          <ac:chgData name="Berg, Dirk van den" userId="035ecb32-01d9-4b47-a105-eacf059a4647" providerId="ADAL" clId="{F7FF961E-CF96-44AC-93C2-93612F62D46D}" dt="2026-04-24T12:55:53.330" v="1086" actId="1076"/>
          <ac:picMkLst>
            <pc:docMk/>
            <pc:sldMk cId="87367348" sldId="280"/>
            <ac:picMk id="9" creationId="{0BD960A9-81A7-0CE0-89B9-8226D93D9231}"/>
          </ac:picMkLst>
        </pc:picChg>
      </pc:sldChg>
      <pc:sldChg chg="modSp new mod ord modShow">
        <pc:chgData name="Berg, Dirk van den" userId="035ecb32-01d9-4b47-a105-eacf059a4647" providerId="ADAL" clId="{F7FF961E-CF96-44AC-93C2-93612F62D46D}" dt="2026-04-28T09:59:30.225" v="3098" actId="729"/>
        <pc:sldMkLst>
          <pc:docMk/>
          <pc:sldMk cId="628001324" sldId="281"/>
        </pc:sldMkLst>
        <pc:spChg chg="mod">
          <ac:chgData name="Berg, Dirk van den" userId="035ecb32-01d9-4b47-a105-eacf059a4647" providerId="ADAL" clId="{F7FF961E-CF96-44AC-93C2-93612F62D46D}" dt="2026-04-28T08:32:46.911" v="1272"/>
          <ac:spMkLst>
            <pc:docMk/>
            <pc:sldMk cId="628001324" sldId="281"/>
            <ac:spMk id="2" creationId="{ABD35EB5-041B-39C4-AC9B-4EB568D052C2}"/>
          </ac:spMkLst>
        </pc:spChg>
        <pc:spChg chg="mod">
          <ac:chgData name="Berg, Dirk van den" userId="035ecb32-01d9-4b47-a105-eacf059a4647" providerId="ADAL" clId="{F7FF961E-CF96-44AC-93C2-93612F62D46D}" dt="2026-04-28T06:37:37.249" v="1269" actId="20577"/>
          <ac:spMkLst>
            <pc:docMk/>
            <pc:sldMk cId="628001324" sldId="281"/>
            <ac:spMk id="3" creationId="{6735B326-5590-DCBC-39A6-A164C4BC3719}"/>
          </ac:spMkLst>
        </pc:spChg>
      </pc:sldChg>
      <pc:sldChg chg="modSp add mod">
        <pc:chgData name="Berg, Dirk van den" userId="035ecb32-01d9-4b47-a105-eacf059a4647" providerId="ADAL" clId="{F7FF961E-CF96-44AC-93C2-93612F62D46D}" dt="2026-04-28T10:53:17.451" v="3561" actId="20577"/>
        <pc:sldMkLst>
          <pc:docMk/>
          <pc:sldMk cId="3514213758" sldId="283"/>
        </pc:sldMkLst>
        <pc:spChg chg="mod">
          <ac:chgData name="Berg, Dirk van den" userId="035ecb32-01d9-4b47-a105-eacf059a4647" providerId="ADAL" clId="{F7FF961E-CF96-44AC-93C2-93612F62D46D}" dt="2026-04-28T10:53:17.451" v="3561" actId="20577"/>
          <ac:spMkLst>
            <pc:docMk/>
            <pc:sldMk cId="3514213758" sldId="283"/>
            <ac:spMk id="3" creationId="{78179DB8-2509-8E4F-14E4-B0B6B2FE756A}"/>
          </ac:spMkLst>
        </pc:spChg>
      </pc:sldChg>
      <pc:sldChg chg="add">
        <pc:chgData name="Berg, Dirk van den" userId="035ecb32-01d9-4b47-a105-eacf059a4647" providerId="ADAL" clId="{F7FF961E-CF96-44AC-93C2-93612F62D46D}" dt="2026-04-28T10:40:26.017" v="3190"/>
        <pc:sldMkLst>
          <pc:docMk/>
          <pc:sldMk cId="1270058092" sldId="285"/>
        </pc:sldMkLst>
      </pc:sldChg>
      <pc:sldChg chg="add">
        <pc:chgData name="Berg, Dirk van den" userId="035ecb32-01d9-4b47-a105-eacf059a4647" providerId="ADAL" clId="{F7FF961E-CF96-44AC-93C2-93612F62D46D}" dt="2026-04-28T10:40:26.017" v="3190"/>
        <pc:sldMkLst>
          <pc:docMk/>
          <pc:sldMk cId="2803434166" sldId="286"/>
        </pc:sldMkLst>
      </pc:sldChg>
      <pc:sldChg chg="modSp add mod">
        <pc:chgData name="Berg, Dirk van den" userId="035ecb32-01d9-4b47-a105-eacf059a4647" providerId="ADAL" clId="{F7FF961E-CF96-44AC-93C2-93612F62D46D}" dt="2026-04-28T08:41:39.178" v="1280" actId="20577"/>
        <pc:sldMkLst>
          <pc:docMk/>
          <pc:sldMk cId="2091158474" sldId="399"/>
        </pc:sldMkLst>
        <pc:spChg chg="mod">
          <ac:chgData name="Berg, Dirk van den" userId="035ecb32-01d9-4b47-a105-eacf059a4647" providerId="ADAL" clId="{F7FF961E-CF96-44AC-93C2-93612F62D46D}" dt="2026-04-28T08:41:39.178" v="1280" actId="20577"/>
          <ac:spMkLst>
            <pc:docMk/>
            <pc:sldMk cId="2091158474" sldId="399"/>
            <ac:spMk id="2" creationId="{E87AE796-708B-909C-F9F8-D1C4E09DB0F7}"/>
          </ac:spMkLst>
        </pc:spChg>
      </pc:sldChg>
      <pc:sldChg chg="modSp add mod">
        <pc:chgData name="Berg, Dirk van den" userId="035ecb32-01d9-4b47-a105-eacf059a4647" providerId="ADAL" clId="{F7FF961E-CF96-44AC-93C2-93612F62D46D}" dt="2026-04-28T08:41:36.393" v="1278" actId="20577"/>
        <pc:sldMkLst>
          <pc:docMk/>
          <pc:sldMk cId="431880464" sldId="400"/>
        </pc:sldMkLst>
        <pc:spChg chg="mod">
          <ac:chgData name="Berg, Dirk van den" userId="035ecb32-01d9-4b47-a105-eacf059a4647" providerId="ADAL" clId="{F7FF961E-CF96-44AC-93C2-93612F62D46D}" dt="2026-04-28T08:41:36.393" v="1278" actId="20577"/>
          <ac:spMkLst>
            <pc:docMk/>
            <pc:sldMk cId="431880464" sldId="400"/>
            <ac:spMk id="2" creationId="{1656BB93-5748-3C8A-8B99-51A2433E792C}"/>
          </ac:spMkLst>
        </pc:spChg>
      </pc:sldChg>
      <pc:sldChg chg="add">
        <pc:chgData name="Berg, Dirk van den" userId="035ecb32-01d9-4b47-a105-eacf059a4647" providerId="ADAL" clId="{F7FF961E-CF96-44AC-93C2-93612F62D46D}" dt="2026-04-28T10:40:26.017" v="3190"/>
        <pc:sldMkLst>
          <pc:docMk/>
          <pc:sldMk cId="2112139329" sldId="409"/>
        </pc:sldMkLst>
      </pc:sldChg>
      <pc:sldChg chg="add">
        <pc:chgData name="Berg, Dirk van den" userId="035ecb32-01d9-4b47-a105-eacf059a4647" providerId="ADAL" clId="{F7FF961E-CF96-44AC-93C2-93612F62D46D}" dt="2026-04-28T10:40:26.017" v="3190"/>
        <pc:sldMkLst>
          <pc:docMk/>
          <pc:sldMk cId="4127140620" sldId="410"/>
        </pc:sldMkLst>
      </pc:sldChg>
      <pc:sldChg chg="add">
        <pc:chgData name="Berg, Dirk van den" userId="035ecb32-01d9-4b47-a105-eacf059a4647" providerId="ADAL" clId="{F7FF961E-CF96-44AC-93C2-93612F62D46D}" dt="2026-04-28T10:40:26.017" v="3190"/>
        <pc:sldMkLst>
          <pc:docMk/>
          <pc:sldMk cId="2417488876" sldId="411"/>
        </pc:sldMkLst>
      </pc:sldChg>
      <pc:sldChg chg="add">
        <pc:chgData name="Berg, Dirk van den" userId="035ecb32-01d9-4b47-a105-eacf059a4647" providerId="ADAL" clId="{F7FF961E-CF96-44AC-93C2-93612F62D46D}" dt="2026-04-28T10:40:26.017" v="3190"/>
        <pc:sldMkLst>
          <pc:docMk/>
          <pc:sldMk cId="1070310953" sldId="412"/>
        </pc:sldMkLst>
      </pc:sldChg>
      <pc:sldChg chg="add del">
        <pc:chgData name="Berg, Dirk van den" userId="035ecb32-01d9-4b47-a105-eacf059a4647" providerId="ADAL" clId="{F7FF961E-CF96-44AC-93C2-93612F62D46D}" dt="2026-04-28T08:44:04.241" v="1290"/>
        <pc:sldMkLst>
          <pc:docMk/>
          <pc:sldMk cId="1130175313" sldId="416"/>
        </pc:sldMkLst>
      </pc:sldChg>
      <pc:sldChg chg="add del">
        <pc:chgData name="Berg, Dirk van den" userId="035ecb32-01d9-4b47-a105-eacf059a4647" providerId="ADAL" clId="{F7FF961E-CF96-44AC-93C2-93612F62D46D}" dt="2026-04-28T08:44:04.241" v="1290"/>
        <pc:sldMkLst>
          <pc:docMk/>
          <pc:sldMk cId="3777841627" sldId="417"/>
        </pc:sldMkLst>
      </pc:sldChg>
      <pc:sldChg chg="addSp modSp add del mod">
        <pc:chgData name="Berg, Dirk van den" userId="035ecb32-01d9-4b47-a105-eacf059a4647" providerId="ADAL" clId="{F7FF961E-CF96-44AC-93C2-93612F62D46D}" dt="2026-04-28T08:56:55.740" v="1305" actId="14100"/>
        <pc:sldMkLst>
          <pc:docMk/>
          <pc:sldMk cId="1575653684" sldId="424"/>
        </pc:sldMkLst>
        <pc:picChg chg="add mod">
          <ac:chgData name="Berg, Dirk van den" userId="035ecb32-01d9-4b47-a105-eacf059a4647" providerId="ADAL" clId="{F7FF961E-CF96-44AC-93C2-93612F62D46D}" dt="2026-04-28T08:56:55.740" v="1305" actId="14100"/>
          <ac:picMkLst>
            <pc:docMk/>
            <pc:sldMk cId="1575653684" sldId="424"/>
            <ac:picMk id="5" creationId="{7CDC1BE1-17D1-05E1-AFDD-551E50BB7D86}"/>
          </ac:picMkLst>
        </pc:picChg>
      </pc:sldChg>
      <pc:sldChg chg="add del">
        <pc:chgData name="Berg, Dirk van den" userId="035ecb32-01d9-4b47-a105-eacf059a4647" providerId="ADAL" clId="{F7FF961E-CF96-44AC-93C2-93612F62D46D}" dt="2026-04-28T08:44:04.241" v="1290"/>
        <pc:sldMkLst>
          <pc:docMk/>
          <pc:sldMk cId="1617213223" sldId="425"/>
        </pc:sldMkLst>
      </pc:sldChg>
      <pc:sldChg chg="add del">
        <pc:chgData name="Berg, Dirk van den" userId="035ecb32-01d9-4b47-a105-eacf059a4647" providerId="ADAL" clId="{F7FF961E-CF96-44AC-93C2-93612F62D46D}" dt="2026-04-28T08:44:04.241" v="1290"/>
        <pc:sldMkLst>
          <pc:docMk/>
          <pc:sldMk cId="369788767" sldId="426"/>
        </pc:sldMkLst>
      </pc:sldChg>
      <pc:sldChg chg="addSp delSp modSp add del mod">
        <pc:chgData name="Berg, Dirk van den" userId="035ecb32-01d9-4b47-a105-eacf059a4647" providerId="ADAL" clId="{F7FF961E-CF96-44AC-93C2-93612F62D46D}" dt="2026-04-28T08:56:46.869" v="1301" actId="478"/>
        <pc:sldMkLst>
          <pc:docMk/>
          <pc:sldMk cId="3031757530" sldId="428"/>
        </pc:sldMkLst>
        <pc:picChg chg="add del">
          <ac:chgData name="Berg, Dirk van den" userId="035ecb32-01d9-4b47-a105-eacf059a4647" providerId="ADAL" clId="{F7FF961E-CF96-44AC-93C2-93612F62D46D}" dt="2026-04-28T08:56:41.400" v="1299" actId="478"/>
          <ac:picMkLst>
            <pc:docMk/>
            <pc:sldMk cId="3031757530" sldId="428"/>
            <ac:picMk id="6" creationId="{943802C5-29BF-06E9-F87B-82B4A50C5007}"/>
          </ac:picMkLst>
        </pc:picChg>
        <pc:picChg chg="add mod">
          <ac:chgData name="Berg, Dirk van den" userId="035ecb32-01d9-4b47-a105-eacf059a4647" providerId="ADAL" clId="{F7FF961E-CF96-44AC-93C2-93612F62D46D}" dt="2026-04-28T08:56:28.377" v="1295" actId="14100"/>
          <ac:picMkLst>
            <pc:docMk/>
            <pc:sldMk cId="3031757530" sldId="428"/>
            <ac:picMk id="11" creationId="{E41848B0-5EF6-D925-DFF6-C6EDC6908CEE}"/>
          </ac:picMkLst>
        </pc:picChg>
      </pc:sldChg>
      <pc:sldChg chg="add del">
        <pc:chgData name="Berg, Dirk van den" userId="035ecb32-01d9-4b47-a105-eacf059a4647" providerId="ADAL" clId="{F7FF961E-CF96-44AC-93C2-93612F62D46D}" dt="2026-04-28T08:44:04.241" v="1290"/>
        <pc:sldMkLst>
          <pc:docMk/>
          <pc:sldMk cId="3839809995" sldId="429"/>
        </pc:sldMkLst>
      </pc:sldChg>
      <pc:sldChg chg="modSp add del mod modNotesTx">
        <pc:chgData name="Berg, Dirk van den" userId="035ecb32-01d9-4b47-a105-eacf059a4647" providerId="ADAL" clId="{F7FF961E-CF96-44AC-93C2-93612F62D46D}" dt="2026-04-28T11:18:23.834" v="3708" actId="20577"/>
        <pc:sldMkLst>
          <pc:docMk/>
          <pc:sldMk cId="3166191676" sldId="431"/>
        </pc:sldMkLst>
        <pc:spChg chg="mod">
          <ac:chgData name="Berg, Dirk van den" userId="035ecb32-01d9-4b47-a105-eacf059a4647" providerId="ADAL" clId="{F7FF961E-CF96-44AC-93C2-93612F62D46D}" dt="2026-04-28T11:18:21.144" v="3706" actId="27636"/>
          <ac:spMkLst>
            <pc:docMk/>
            <pc:sldMk cId="3166191676" sldId="431"/>
            <ac:spMk id="3" creationId="{E215D7BF-037A-717D-B15B-8687EC69CF86}"/>
          </ac:spMkLst>
        </pc:spChg>
      </pc:sldChg>
      <pc:sldChg chg="addSp modSp add del mod">
        <pc:chgData name="Berg, Dirk van den" userId="035ecb32-01d9-4b47-a105-eacf059a4647" providerId="ADAL" clId="{F7FF961E-CF96-44AC-93C2-93612F62D46D}" dt="2026-04-28T09:16:10.787" v="2080" actId="14100"/>
        <pc:sldMkLst>
          <pc:docMk/>
          <pc:sldMk cId="2059623745" sldId="432"/>
        </pc:sldMkLst>
        <pc:spChg chg="add mod">
          <ac:chgData name="Berg, Dirk van den" userId="035ecb32-01d9-4b47-a105-eacf059a4647" providerId="ADAL" clId="{F7FF961E-CF96-44AC-93C2-93612F62D46D}" dt="2026-04-28T09:16:10.787" v="2080" actId="14100"/>
          <ac:spMkLst>
            <pc:docMk/>
            <pc:sldMk cId="2059623745" sldId="432"/>
            <ac:spMk id="4" creationId="{D4370449-4B0D-95AF-EEFD-C4FA9AFB418C}"/>
          </ac:spMkLst>
        </pc:spChg>
      </pc:sldChg>
      <pc:sldChg chg="add del">
        <pc:chgData name="Berg, Dirk van den" userId="035ecb32-01d9-4b47-a105-eacf059a4647" providerId="ADAL" clId="{F7FF961E-CF96-44AC-93C2-93612F62D46D}" dt="2026-04-28T08:44:04.241" v="1290"/>
        <pc:sldMkLst>
          <pc:docMk/>
          <pc:sldMk cId="2037383369" sldId="445"/>
        </pc:sldMkLst>
      </pc:sldChg>
      <pc:sldChg chg="addSp modSp new mod ord">
        <pc:chgData name="Berg, Dirk van den" userId="035ecb32-01d9-4b47-a105-eacf059a4647" providerId="ADAL" clId="{F7FF961E-CF96-44AC-93C2-93612F62D46D}" dt="2026-04-28T11:13:16.245" v="3629"/>
        <pc:sldMkLst>
          <pc:docMk/>
          <pc:sldMk cId="96759001" sldId="446"/>
        </pc:sldMkLst>
        <pc:picChg chg="add mod">
          <ac:chgData name="Berg, Dirk van den" userId="035ecb32-01d9-4b47-a105-eacf059a4647" providerId="ADAL" clId="{F7FF961E-CF96-44AC-93C2-93612F62D46D}" dt="2026-04-28T09:01:20.435" v="1554" actId="1076"/>
          <ac:picMkLst>
            <pc:docMk/>
            <pc:sldMk cId="96759001" sldId="446"/>
            <ac:picMk id="5" creationId="{52625952-7BB4-2D00-1818-B5877359DFCB}"/>
          </ac:picMkLst>
        </pc:picChg>
      </pc:sldChg>
      <pc:sldChg chg="add">
        <pc:chgData name="Berg, Dirk van den" userId="035ecb32-01d9-4b47-a105-eacf059a4647" providerId="ADAL" clId="{F7FF961E-CF96-44AC-93C2-93612F62D46D}" dt="2026-04-28T08:56:35.397" v="1296" actId="2890"/>
        <pc:sldMkLst>
          <pc:docMk/>
          <pc:sldMk cId="1428523387" sldId="447"/>
        </pc:sldMkLst>
      </pc:sldChg>
      <pc:sldChg chg="modSp new mod">
        <pc:chgData name="Berg, Dirk van den" userId="035ecb32-01d9-4b47-a105-eacf059a4647" providerId="ADAL" clId="{F7FF961E-CF96-44AC-93C2-93612F62D46D}" dt="2026-04-28T11:26:10.229" v="3724" actId="20577"/>
        <pc:sldMkLst>
          <pc:docMk/>
          <pc:sldMk cId="2474747839" sldId="448"/>
        </pc:sldMkLst>
        <pc:spChg chg="mod">
          <ac:chgData name="Berg, Dirk van den" userId="035ecb32-01d9-4b47-a105-eacf059a4647" providerId="ADAL" clId="{F7FF961E-CF96-44AC-93C2-93612F62D46D}" dt="2026-04-28T08:58:38.565" v="1544"/>
          <ac:spMkLst>
            <pc:docMk/>
            <pc:sldMk cId="2474747839" sldId="448"/>
            <ac:spMk id="2" creationId="{8E62C073-A7FD-3162-07D8-AF67A0EE1A4D}"/>
          </ac:spMkLst>
        </pc:spChg>
        <pc:spChg chg="mod">
          <ac:chgData name="Berg, Dirk van den" userId="035ecb32-01d9-4b47-a105-eacf059a4647" providerId="ADAL" clId="{F7FF961E-CF96-44AC-93C2-93612F62D46D}" dt="2026-04-28T11:26:10.229" v="3724" actId="20577"/>
          <ac:spMkLst>
            <pc:docMk/>
            <pc:sldMk cId="2474747839" sldId="448"/>
            <ac:spMk id="3" creationId="{C30E8195-6A89-B283-1250-8653A7C77E35}"/>
          </ac:spMkLst>
        </pc:spChg>
      </pc:sldChg>
      <pc:sldChg chg="addSp modSp new mod">
        <pc:chgData name="Berg, Dirk van den" userId="035ecb32-01d9-4b47-a105-eacf059a4647" providerId="ADAL" clId="{F7FF961E-CF96-44AC-93C2-93612F62D46D}" dt="2026-04-28T11:11:06.637" v="3627" actId="1076"/>
        <pc:sldMkLst>
          <pc:docMk/>
          <pc:sldMk cId="602168092" sldId="449"/>
        </pc:sldMkLst>
        <pc:spChg chg="mod">
          <ac:chgData name="Berg, Dirk van den" userId="035ecb32-01d9-4b47-a105-eacf059a4647" providerId="ADAL" clId="{F7FF961E-CF96-44AC-93C2-93612F62D46D}" dt="2026-04-28T11:11:06.637" v="3627" actId="1076"/>
          <ac:spMkLst>
            <pc:docMk/>
            <pc:sldMk cId="602168092" sldId="449"/>
            <ac:spMk id="2" creationId="{65FB1B86-4A19-DD82-AB71-5372756D21FA}"/>
          </ac:spMkLst>
        </pc:spChg>
        <pc:picChg chg="add mod">
          <ac:chgData name="Berg, Dirk van den" userId="035ecb32-01d9-4b47-a105-eacf059a4647" providerId="ADAL" clId="{F7FF961E-CF96-44AC-93C2-93612F62D46D}" dt="2026-04-28T11:11:01.509" v="3626" actId="1076"/>
          <ac:picMkLst>
            <pc:docMk/>
            <pc:sldMk cId="602168092" sldId="449"/>
            <ac:picMk id="5" creationId="{45E9D44E-42EF-667D-3A3C-ADE2D5BD8972}"/>
          </ac:picMkLst>
        </pc:picChg>
      </pc:sldChg>
      <pc:sldChg chg="addSp modSp new mod">
        <pc:chgData name="Berg, Dirk van den" userId="035ecb32-01d9-4b47-a105-eacf059a4647" providerId="ADAL" clId="{F7FF961E-CF96-44AC-93C2-93612F62D46D}" dt="2026-04-28T09:33:30.970" v="2334" actId="1038"/>
        <pc:sldMkLst>
          <pc:docMk/>
          <pc:sldMk cId="2561718218" sldId="450"/>
        </pc:sldMkLst>
        <pc:spChg chg="mod">
          <ac:chgData name="Berg, Dirk van den" userId="035ecb32-01d9-4b47-a105-eacf059a4647" providerId="ADAL" clId="{F7FF961E-CF96-44AC-93C2-93612F62D46D}" dt="2026-04-28T09:28:53.818" v="2092"/>
          <ac:spMkLst>
            <pc:docMk/>
            <pc:sldMk cId="2561718218" sldId="450"/>
            <ac:spMk id="2" creationId="{4E2D7B2D-E40B-EB1A-BD25-BFA412D5EBA6}"/>
          </ac:spMkLst>
        </pc:spChg>
        <pc:spChg chg="mod">
          <ac:chgData name="Berg, Dirk van den" userId="035ecb32-01d9-4b47-a105-eacf059a4647" providerId="ADAL" clId="{F7FF961E-CF96-44AC-93C2-93612F62D46D}" dt="2026-04-28T09:29:33.245" v="2122" actId="15"/>
          <ac:spMkLst>
            <pc:docMk/>
            <pc:sldMk cId="2561718218" sldId="450"/>
            <ac:spMk id="3" creationId="{91870407-BF03-0A71-D338-AED8E190B727}"/>
          </ac:spMkLst>
        </pc:spChg>
        <pc:picChg chg="add mod">
          <ac:chgData name="Berg, Dirk van den" userId="035ecb32-01d9-4b47-a105-eacf059a4647" providerId="ADAL" clId="{F7FF961E-CF96-44AC-93C2-93612F62D46D}" dt="2026-04-28T09:30:49.630" v="2124" actId="1076"/>
          <ac:picMkLst>
            <pc:docMk/>
            <pc:sldMk cId="2561718218" sldId="450"/>
            <ac:picMk id="4" creationId="{2BD79F73-322B-599D-E769-8DD6E710FF44}"/>
          </ac:picMkLst>
        </pc:picChg>
        <pc:picChg chg="add mod modCrop">
          <ac:chgData name="Berg, Dirk van den" userId="035ecb32-01d9-4b47-a105-eacf059a4647" providerId="ADAL" clId="{F7FF961E-CF96-44AC-93C2-93612F62D46D}" dt="2026-04-28T09:33:30.970" v="2334" actId="1038"/>
          <ac:picMkLst>
            <pc:docMk/>
            <pc:sldMk cId="2561718218" sldId="450"/>
            <ac:picMk id="6" creationId="{256454A0-8BB5-028D-B279-E12F66C9AC6C}"/>
          </ac:picMkLst>
        </pc:picChg>
      </pc:sldChg>
      <pc:sldChg chg="modSp new mod">
        <pc:chgData name="Berg, Dirk van den" userId="035ecb32-01d9-4b47-a105-eacf059a4647" providerId="ADAL" clId="{F7FF961E-CF96-44AC-93C2-93612F62D46D}" dt="2026-04-28T10:38:51.691" v="3189" actId="20577"/>
        <pc:sldMkLst>
          <pc:docMk/>
          <pc:sldMk cId="1203722591" sldId="451"/>
        </pc:sldMkLst>
        <pc:spChg chg="mod">
          <ac:chgData name="Berg, Dirk van den" userId="035ecb32-01d9-4b47-a105-eacf059a4647" providerId="ADAL" clId="{F7FF961E-CF96-44AC-93C2-93612F62D46D}" dt="2026-04-28T10:38:51.691" v="3189" actId="20577"/>
          <ac:spMkLst>
            <pc:docMk/>
            <pc:sldMk cId="1203722591" sldId="451"/>
            <ac:spMk id="3" creationId="{63CDE484-1491-7DCB-A5EE-5E5372018C79}"/>
          </ac:spMkLst>
        </pc:spChg>
      </pc:sldChg>
      <pc:sldChg chg="addSp modSp add mod">
        <pc:chgData name="Berg, Dirk van den" userId="035ecb32-01d9-4b47-a105-eacf059a4647" providerId="ADAL" clId="{F7FF961E-CF96-44AC-93C2-93612F62D46D}" dt="2026-04-28T09:34:38.577" v="2350" actId="1076"/>
        <pc:sldMkLst>
          <pc:docMk/>
          <pc:sldMk cId="4251408650" sldId="452"/>
        </pc:sldMkLst>
        <pc:spChg chg="add mod">
          <ac:chgData name="Berg, Dirk van den" userId="035ecb32-01d9-4b47-a105-eacf059a4647" providerId="ADAL" clId="{F7FF961E-CF96-44AC-93C2-93612F62D46D}" dt="2026-04-28T09:34:06.139" v="2343" actId="14100"/>
          <ac:spMkLst>
            <pc:docMk/>
            <pc:sldMk cId="4251408650" sldId="452"/>
            <ac:spMk id="5" creationId="{92516953-F442-69E0-75FC-CBF112215560}"/>
          </ac:spMkLst>
        </pc:spChg>
        <pc:spChg chg="add mod">
          <ac:chgData name="Berg, Dirk van den" userId="035ecb32-01d9-4b47-a105-eacf059a4647" providerId="ADAL" clId="{F7FF961E-CF96-44AC-93C2-93612F62D46D}" dt="2026-04-28T09:34:18.051" v="2348" actId="14100"/>
          <ac:spMkLst>
            <pc:docMk/>
            <pc:sldMk cId="4251408650" sldId="452"/>
            <ac:spMk id="7" creationId="{16B1EF64-90AB-3560-D81A-0A7E808BE6C9}"/>
          </ac:spMkLst>
        </pc:spChg>
        <pc:spChg chg="add mod">
          <ac:chgData name="Berg, Dirk van den" userId="035ecb32-01d9-4b47-a105-eacf059a4647" providerId="ADAL" clId="{F7FF961E-CF96-44AC-93C2-93612F62D46D}" dt="2026-04-28T09:34:38.577" v="2350" actId="1076"/>
          <ac:spMkLst>
            <pc:docMk/>
            <pc:sldMk cId="4251408650" sldId="452"/>
            <ac:spMk id="8" creationId="{311AB1F4-C4D7-689E-4DEC-9C345847AC71}"/>
          </ac:spMkLst>
        </pc:spChg>
        <pc:picChg chg="mod">
          <ac:chgData name="Berg, Dirk van den" userId="035ecb32-01d9-4b47-a105-eacf059a4647" providerId="ADAL" clId="{F7FF961E-CF96-44AC-93C2-93612F62D46D}" dt="2026-04-28T09:33:59.241" v="2341" actId="1076"/>
          <ac:picMkLst>
            <pc:docMk/>
            <pc:sldMk cId="4251408650" sldId="452"/>
            <ac:picMk id="6" creationId="{E3579426-BB53-1C61-3707-E2894C696239}"/>
          </ac:picMkLst>
        </pc:picChg>
      </pc:sldChg>
      <pc:sldChg chg="modSp new mod">
        <pc:chgData name="Berg, Dirk van den" userId="035ecb32-01d9-4b47-a105-eacf059a4647" providerId="ADAL" clId="{F7FF961E-CF96-44AC-93C2-93612F62D46D}" dt="2026-04-28T10:43:50.893" v="3397" actId="20577"/>
        <pc:sldMkLst>
          <pc:docMk/>
          <pc:sldMk cId="265670445" sldId="453"/>
        </pc:sldMkLst>
        <pc:spChg chg="mod">
          <ac:chgData name="Berg, Dirk van den" userId="035ecb32-01d9-4b47-a105-eacf059a4647" providerId="ADAL" clId="{F7FF961E-CF96-44AC-93C2-93612F62D46D}" dt="2026-04-28T09:35:25.366" v="2381" actId="20577"/>
          <ac:spMkLst>
            <pc:docMk/>
            <pc:sldMk cId="265670445" sldId="453"/>
            <ac:spMk id="2" creationId="{C3A91400-1EB9-FA26-E0FB-4670E1831252}"/>
          </ac:spMkLst>
        </pc:spChg>
        <pc:spChg chg="mod">
          <ac:chgData name="Berg, Dirk van den" userId="035ecb32-01d9-4b47-a105-eacf059a4647" providerId="ADAL" clId="{F7FF961E-CF96-44AC-93C2-93612F62D46D}" dt="2026-04-28T10:43:50.893" v="3397" actId="20577"/>
          <ac:spMkLst>
            <pc:docMk/>
            <pc:sldMk cId="265670445" sldId="453"/>
            <ac:spMk id="3" creationId="{421FD498-8C35-1F03-C71B-48F89E8E3B34}"/>
          </ac:spMkLst>
        </pc:spChg>
      </pc:sldChg>
      <pc:sldChg chg="modSp add mod ord">
        <pc:chgData name="Berg, Dirk van den" userId="035ecb32-01d9-4b47-a105-eacf059a4647" providerId="ADAL" clId="{F7FF961E-CF96-44AC-93C2-93612F62D46D}" dt="2026-04-28T10:43:38.506" v="3393" actId="20577"/>
        <pc:sldMkLst>
          <pc:docMk/>
          <pc:sldMk cId="2281114307" sldId="454"/>
        </pc:sldMkLst>
        <pc:spChg chg="mod">
          <ac:chgData name="Berg, Dirk van den" userId="035ecb32-01d9-4b47-a105-eacf059a4647" providerId="ADAL" clId="{F7FF961E-CF96-44AC-93C2-93612F62D46D}" dt="2026-04-28T09:35:50.637" v="2391" actId="20577"/>
          <ac:spMkLst>
            <pc:docMk/>
            <pc:sldMk cId="2281114307" sldId="454"/>
            <ac:spMk id="2" creationId="{EA83CF1F-BDBB-525F-F436-1BDCC0902F72}"/>
          </ac:spMkLst>
        </pc:spChg>
        <pc:spChg chg="mod">
          <ac:chgData name="Berg, Dirk van den" userId="035ecb32-01d9-4b47-a105-eacf059a4647" providerId="ADAL" clId="{F7FF961E-CF96-44AC-93C2-93612F62D46D}" dt="2026-04-28T10:43:38.506" v="3393" actId="20577"/>
          <ac:spMkLst>
            <pc:docMk/>
            <pc:sldMk cId="2281114307" sldId="454"/>
            <ac:spMk id="3" creationId="{C4C5A88B-42D8-C895-0DF0-5C7B26B6B50D}"/>
          </ac:spMkLst>
        </pc:spChg>
      </pc:sldChg>
      <pc:sldChg chg="modSp new mod">
        <pc:chgData name="Berg, Dirk van den" userId="035ecb32-01d9-4b47-a105-eacf059a4647" providerId="ADAL" clId="{F7FF961E-CF96-44AC-93C2-93612F62D46D}" dt="2026-04-28T10:43:56.880" v="3399" actId="20577"/>
        <pc:sldMkLst>
          <pc:docMk/>
          <pc:sldMk cId="2640257762" sldId="455"/>
        </pc:sldMkLst>
        <pc:spChg chg="mod">
          <ac:chgData name="Berg, Dirk van den" userId="035ecb32-01d9-4b47-a105-eacf059a4647" providerId="ADAL" clId="{F7FF961E-CF96-44AC-93C2-93612F62D46D}" dt="2026-04-28T10:43:56.880" v="3399" actId="20577"/>
          <ac:spMkLst>
            <pc:docMk/>
            <pc:sldMk cId="2640257762" sldId="455"/>
            <ac:spMk id="2" creationId="{341BE995-2339-0F04-01F8-702B0EF0590F}"/>
          </ac:spMkLst>
        </pc:spChg>
        <pc:spChg chg="mod">
          <ac:chgData name="Berg, Dirk van den" userId="035ecb32-01d9-4b47-a105-eacf059a4647" providerId="ADAL" clId="{F7FF961E-CF96-44AC-93C2-93612F62D46D}" dt="2026-04-28T09:52:55.619" v="2949" actId="5793"/>
          <ac:spMkLst>
            <pc:docMk/>
            <pc:sldMk cId="2640257762" sldId="455"/>
            <ac:spMk id="3" creationId="{A1F043F7-FF2A-636F-43F8-289C985D03FB}"/>
          </ac:spMkLst>
        </pc:spChg>
      </pc:sldChg>
      <pc:sldChg chg="modSp new mod modNotesTx">
        <pc:chgData name="Berg, Dirk van den" userId="035ecb32-01d9-4b47-a105-eacf059a4647" providerId="ADAL" clId="{F7FF961E-CF96-44AC-93C2-93612F62D46D}" dt="2026-04-28T10:44:01.191" v="3401" actId="20577"/>
        <pc:sldMkLst>
          <pc:docMk/>
          <pc:sldMk cId="3306793138" sldId="456"/>
        </pc:sldMkLst>
        <pc:spChg chg="mod">
          <ac:chgData name="Berg, Dirk van den" userId="035ecb32-01d9-4b47-a105-eacf059a4647" providerId="ADAL" clId="{F7FF961E-CF96-44AC-93C2-93612F62D46D}" dt="2026-04-28T10:44:01.191" v="3401" actId="20577"/>
          <ac:spMkLst>
            <pc:docMk/>
            <pc:sldMk cId="3306793138" sldId="456"/>
            <ac:spMk id="2" creationId="{08D07E5A-3810-48D6-516D-F292EA718F12}"/>
          </ac:spMkLst>
        </pc:spChg>
        <pc:spChg chg="mod">
          <ac:chgData name="Berg, Dirk van den" userId="035ecb32-01d9-4b47-a105-eacf059a4647" providerId="ADAL" clId="{F7FF961E-CF96-44AC-93C2-93612F62D46D}" dt="2026-04-28T09:56:44.457" v="3021" actId="20577"/>
          <ac:spMkLst>
            <pc:docMk/>
            <pc:sldMk cId="3306793138" sldId="456"/>
            <ac:spMk id="3" creationId="{54A48581-20F6-6437-5A0F-AEF9B86431E9}"/>
          </ac:spMkLst>
        </pc:spChg>
      </pc:sldChg>
      <pc:sldChg chg="delSp modSp add mod">
        <pc:chgData name="Berg, Dirk van den" userId="035ecb32-01d9-4b47-a105-eacf059a4647" providerId="ADAL" clId="{F7FF961E-CF96-44AC-93C2-93612F62D46D}" dt="2026-05-04T15:11:47.872" v="3729" actId="478"/>
        <pc:sldMkLst>
          <pc:docMk/>
          <pc:sldMk cId="205556035" sldId="457"/>
        </pc:sldMkLst>
        <pc:spChg chg="del mod">
          <ac:chgData name="Berg, Dirk van den" userId="035ecb32-01d9-4b47-a105-eacf059a4647" providerId="ADAL" clId="{F7FF961E-CF96-44AC-93C2-93612F62D46D}" dt="2026-05-04T15:11:46.858" v="3728" actId="478"/>
          <ac:spMkLst>
            <pc:docMk/>
            <pc:sldMk cId="205556035" sldId="457"/>
            <ac:spMk id="7" creationId="{ACFBF368-4E88-E6F9-F8C5-7F3408791008}"/>
          </ac:spMkLst>
        </pc:spChg>
        <pc:spChg chg="del">
          <ac:chgData name="Berg, Dirk van den" userId="035ecb32-01d9-4b47-a105-eacf059a4647" providerId="ADAL" clId="{F7FF961E-CF96-44AC-93C2-93612F62D46D}" dt="2026-05-04T15:11:47.872" v="3729" actId="478"/>
          <ac:spMkLst>
            <pc:docMk/>
            <pc:sldMk cId="205556035" sldId="457"/>
            <ac:spMk id="8" creationId="{00E22869-FA04-DCD5-705F-6B1F2C2B64FF}"/>
          </ac:spMkLst>
        </pc:spChg>
      </pc:sldChg>
      <pc:sldChg chg="addSp modSp new mod ord">
        <pc:chgData name="Berg, Dirk van den" userId="035ecb32-01d9-4b47-a105-eacf059a4647" providerId="ADAL" clId="{F7FF961E-CF96-44AC-93C2-93612F62D46D}" dt="2026-04-28T10:48:03.571" v="3445" actId="20577"/>
        <pc:sldMkLst>
          <pc:docMk/>
          <pc:sldMk cId="1005888445" sldId="458"/>
        </pc:sldMkLst>
        <pc:spChg chg="mod">
          <ac:chgData name="Berg, Dirk van den" userId="035ecb32-01d9-4b47-a105-eacf059a4647" providerId="ADAL" clId="{F7FF961E-CF96-44AC-93C2-93612F62D46D}" dt="2026-04-28T10:40:52.156" v="3195"/>
          <ac:spMkLst>
            <pc:docMk/>
            <pc:sldMk cId="1005888445" sldId="458"/>
            <ac:spMk id="2" creationId="{D89225C4-7BDA-8C6B-E08C-797EADC67723}"/>
          </ac:spMkLst>
        </pc:spChg>
        <pc:spChg chg="mod">
          <ac:chgData name="Berg, Dirk van den" userId="035ecb32-01d9-4b47-a105-eacf059a4647" providerId="ADAL" clId="{F7FF961E-CF96-44AC-93C2-93612F62D46D}" dt="2026-04-28T10:48:03.571" v="3445" actId="20577"/>
          <ac:spMkLst>
            <pc:docMk/>
            <pc:sldMk cId="1005888445" sldId="458"/>
            <ac:spMk id="3" creationId="{7460E412-1246-DC78-8529-84A7FAB8F772}"/>
          </ac:spMkLst>
        </pc:spChg>
        <pc:spChg chg="mod">
          <ac:chgData name="Berg, Dirk van den" userId="035ecb32-01d9-4b47-a105-eacf059a4647" providerId="ADAL" clId="{F7FF961E-CF96-44AC-93C2-93612F62D46D}" dt="2026-04-28T10:41:25.932" v="3223"/>
          <ac:spMkLst>
            <pc:docMk/>
            <pc:sldMk cId="1005888445" sldId="458"/>
            <ac:spMk id="9" creationId="{F68C56FA-ACB1-11D5-CD08-359BDA270900}"/>
          </ac:spMkLst>
        </pc:spChg>
        <pc:grpChg chg="add mod">
          <ac:chgData name="Berg, Dirk van den" userId="035ecb32-01d9-4b47-a105-eacf059a4647" providerId="ADAL" clId="{F7FF961E-CF96-44AC-93C2-93612F62D46D}" dt="2026-04-28T10:41:46.794" v="3227" actId="1076"/>
          <ac:grpSpMkLst>
            <pc:docMk/>
            <pc:sldMk cId="1005888445" sldId="458"/>
            <ac:grpSpMk id="5" creationId="{AC1F3B0E-2414-683D-E366-6D08AFD2BBF3}"/>
          </ac:grpSpMkLst>
        </pc:grpChg>
        <pc:grpChg chg="mod">
          <ac:chgData name="Berg, Dirk van den" userId="035ecb32-01d9-4b47-a105-eacf059a4647" providerId="ADAL" clId="{F7FF961E-CF96-44AC-93C2-93612F62D46D}" dt="2026-04-28T10:41:25.932" v="3223"/>
          <ac:grpSpMkLst>
            <pc:docMk/>
            <pc:sldMk cId="1005888445" sldId="458"/>
            <ac:grpSpMk id="6" creationId="{B0C9AB19-02DF-8052-C4B1-D06315111662}"/>
          </ac:grpSpMkLst>
        </pc:grpChg>
        <pc:picChg chg="add mod">
          <ac:chgData name="Berg, Dirk van den" userId="035ecb32-01d9-4b47-a105-eacf059a4647" providerId="ADAL" clId="{F7FF961E-CF96-44AC-93C2-93612F62D46D}" dt="2026-04-28T10:41:40.507" v="3226" actId="1076"/>
          <ac:picMkLst>
            <pc:docMk/>
            <pc:sldMk cId="1005888445" sldId="458"/>
            <ac:picMk id="4" creationId="{FAEBEF7E-B88B-2E24-C0CE-FAB622473776}"/>
          </ac:picMkLst>
        </pc:picChg>
        <pc:picChg chg="mod">
          <ac:chgData name="Berg, Dirk van den" userId="035ecb32-01d9-4b47-a105-eacf059a4647" providerId="ADAL" clId="{F7FF961E-CF96-44AC-93C2-93612F62D46D}" dt="2026-04-28T10:41:25.932" v="3223"/>
          <ac:picMkLst>
            <pc:docMk/>
            <pc:sldMk cId="1005888445" sldId="458"/>
            <ac:picMk id="7" creationId="{6AE9B673-DA60-3F0E-6118-AAEB9BCDC3B7}"/>
          </ac:picMkLst>
        </pc:picChg>
        <pc:picChg chg="mod">
          <ac:chgData name="Berg, Dirk van den" userId="035ecb32-01d9-4b47-a105-eacf059a4647" providerId="ADAL" clId="{F7FF961E-CF96-44AC-93C2-93612F62D46D}" dt="2026-04-28T10:41:25.932" v="3223"/>
          <ac:picMkLst>
            <pc:docMk/>
            <pc:sldMk cId="1005888445" sldId="458"/>
            <ac:picMk id="8" creationId="{4D4022AC-93FE-5410-8C76-89EC28C43EFE}"/>
          </ac:picMkLst>
        </pc:picChg>
      </pc:sldChg>
      <pc:sldChg chg="modSp new mod">
        <pc:chgData name="Berg, Dirk van den" userId="035ecb32-01d9-4b47-a105-eacf059a4647" providerId="ADAL" clId="{F7FF961E-CF96-44AC-93C2-93612F62D46D}" dt="2026-04-28T10:50:46.654" v="3463" actId="20577"/>
        <pc:sldMkLst>
          <pc:docMk/>
          <pc:sldMk cId="3475185140" sldId="459"/>
        </pc:sldMkLst>
        <pc:spChg chg="mod">
          <ac:chgData name="Berg, Dirk van den" userId="035ecb32-01d9-4b47-a105-eacf059a4647" providerId="ADAL" clId="{F7FF961E-CF96-44AC-93C2-93612F62D46D}" dt="2026-04-28T10:48:49.895" v="3448"/>
          <ac:spMkLst>
            <pc:docMk/>
            <pc:sldMk cId="3475185140" sldId="459"/>
            <ac:spMk id="2" creationId="{5BD4CFCA-8F18-3D2D-ECFD-946F143D701E}"/>
          </ac:spMkLst>
        </pc:spChg>
        <pc:spChg chg="mod">
          <ac:chgData name="Berg, Dirk van den" userId="035ecb32-01d9-4b47-a105-eacf059a4647" providerId="ADAL" clId="{F7FF961E-CF96-44AC-93C2-93612F62D46D}" dt="2026-04-28T10:50:46.654" v="3463" actId="20577"/>
          <ac:spMkLst>
            <pc:docMk/>
            <pc:sldMk cId="3475185140" sldId="459"/>
            <ac:spMk id="3" creationId="{9611F755-488A-E153-391F-8E20A1C8F58F}"/>
          </ac:spMkLst>
        </pc:spChg>
      </pc:sldChg>
      <pc:sldChg chg="addSp modSp add mod">
        <pc:chgData name="Berg, Dirk van den" userId="035ecb32-01d9-4b47-a105-eacf059a4647" providerId="ADAL" clId="{F7FF961E-CF96-44AC-93C2-93612F62D46D}" dt="2026-04-28T11:13:55.048" v="3703" actId="1076"/>
        <pc:sldMkLst>
          <pc:docMk/>
          <pc:sldMk cId="3922492912" sldId="460"/>
        </pc:sldMkLst>
        <pc:spChg chg="add mod">
          <ac:chgData name="Berg, Dirk van den" userId="035ecb32-01d9-4b47-a105-eacf059a4647" providerId="ADAL" clId="{F7FF961E-CF96-44AC-93C2-93612F62D46D}" dt="2026-04-28T11:13:55.048" v="3703" actId="1076"/>
          <ac:spMkLst>
            <pc:docMk/>
            <pc:sldMk cId="3922492912" sldId="460"/>
            <ac:spMk id="4" creationId="{AA845D8A-F8A9-3F78-5D0B-4FDFE11B4917}"/>
          </ac:spMkLst>
        </pc:spChg>
      </pc:sldChg>
      <pc:sldChg chg="add">
        <pc:chgData name="Berg, Dirk van den" userId="035ecb32-01d9-4b47-a105-eacf059a4647" providerId="ADAL" clId="{F7FF961E-CF96-44AC-93C2-93612F62D46D}" dt="2026-05-04T15:11:43.017" v="3727" actId="2890"/>
        <pc:sldMkLst>
          <pc:docMk/>
          <pc:sldMk cId="1336927260" sldId="4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69F35-404E-426E-AE93-7066C095DC91}" type="datetimeFigureOut">
              <a:rPr lang="en-NL" smtClean="0"/>
              <a:t>04/05/2026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CD8666-EC9C-41B5-8111-ED6AEA0895B4}" type="slidenum">
              <a:rPr lang="en-NL" smtClean="0"/>
              <a:t>‹#›</a:t>
            </a:fld>
            <a:endParaRPr lang="en-NL"/>
          </a:p>
        </p:txBody>
      </p:sp>
    </p:spTree>
    <p:extLst>
      <p:ext uri="{BB962C8B-B14F-4D97-AF65-F5344CB8AC3E}">
        <p14:creationId xmlns:p14="http://schemas.microsoft.com/office/powerpoint/2010/main" val="617823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7A217-BC89-726B-76DF-585CDAEED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40155-7E3A-B87B-F56C-1D0F1D7E5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A85D9-4E1B-DC51-2F18-D089891E161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8AC1E455-120B-73CE-D460-715383EB2628}"/>
              </a:ext>
            </a:extLst>
          </p:cNvPr>
          <p:cNvSpPr>
            <a:spLocks noGrp="1"/>
          </p:cNvSpPr>
          <p:nvPr>
            <p:ph type="sldNum" sz="quarter" idx="5"/>
          </p:nvPr>
        </p:nvSpPr>
        <p:spPr/>
        <p:txBody>
          <a:bodyPr/>
          <a:lstStyle/>
          <a:p>
            <a:fld id="{B408ABE9-835D-41BF-A9B3-EFBAC967A8E2}" type="slidenum">
              <a:rPr lang="en-NL" smtClean="0"/>
              <a:t>3</a:t>
            </a:fld>
            <a:endParaRPr lang="en-NL"/>
          </a:p>
        </p:txBody>
      </p:sp>
    </p:spTree>
    <p:extLst>
      <p:ext uri="{BB962C8B-B14F-4D97-AF65-F5344CB8AC3E}">
        <p14:creationId xmlns:p14="http://schemas.microsoft.com/office/powerpoint/2010/main" val="2444476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D83F0-C52C-A715-3BE4-B0A24BFAEF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3161D4-7246-F2F0-F6CC-76208EBF5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B42DB3-7C76-2195-9543-D836A356144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CCE935EC-A31D-4ACD-712A-78592F1BB9DB}"/>
              </a:ext>
            </a:extLst>
          </p:cNvPr>
          <p:cNvSpPr>
            <a:spLocks noGrp="1"/>
          </p:cNvSpPr>
          <p:nvPr>
            <p:ph type="sldNum" sz="quarter" idx="5"/>
          </p:nvPr>
        </p:nvSpPr>
        <p:spPr/>
        <p:txBody>
          <a:bodyPr/>
          <a:lstStyle/>
          <a:p>
            <a:fld id="{B408ABE9-835D-41BF-A9B3-EFBAC967A8E2}" type="slidenum">
              <a:rPr lang="en-NL" smtClean="0"/>
              <a:t>4</a:t>
            </a:fld>
            <a:endParaRPr lang="en-NL"/>
          </a:p>
        </p:txBody>
      </p:sp>
    </p:spTree>
    <p:extLst>
      <p:ext uri="{BB962C8B-B14F-4D97-AF65-F5344CB8AC3E}">
        <p14:creationId xmlns:p14="http://schemas.microsoft.com/office/powerpoint/2010/main" val="3914319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Why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𝑇</m:t>
                        </m:r>
                      </m:e>
                      <m:sub>
                        <m:r>
                          <a:rPr lang="ar-AE" sz="1200" i="1" kern="1200">
                            <a:solidFill>
                              <a:schemeClr val="tx1"/>
                            </a:solidFill>
                            <a:latin typeface="Cambria Math" panose="02040503050406030204" pitchFamily="18" charset="0"/>
                            <a:ea typeface="+mn-ea"/>
                            <a:cs typeface="+mn-cs"/>
                          </a:rPr>
                          <m:t>𝑚𝑎</m:t>
                        </m:r>
                      </m:sub>
                    </m:sSub>
                  </m:oMath>
                </a14:m>
                <a:r>
                  <a:rPr lang="en-US" b="1" dirty="0"/>
                  <a:t>Has No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𝐽</m:t>
                        </m:r>
                      </m:e>
                      <m:sub>
                        <m:r>
                          <a:rPr lang="ar-AE" sz="1200" i="1" kern="1200">
                            <a:solidFill>
                              <a:schemeClr val="tx1"/>
                            </a:solidFill>
                            <a:latin typeface="Cambria Math" panose="02040503050406030204" pitchFamily="18" charset="0"/>
                            <a:ea typeface="+mn-ea"/>
                            <a:cs typeface="+mn-cs"/>
                          </a:rPr>
                          <m:t>𝑎</m:t>
                        </m:r>
                      </m:sub>
                    </m:sSub>
                  </m:oMath>
                </a14:m>
                <a:r>
                  <a:rPr lang="en-US" b="1" dirty="0"/>
                  <a:t>Term </a:t>
                </a:r>
              </a:p>
              <a:p>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𝑚</m:t>
                        </m:r>
                      </m:e>
                      <m:sub>
                        <m:r>
                          <a:rPr lang="ar-AE" sz="1200" i="1" kern="1200">
                            <a:solidFill>
                              <a:schemeClr val="tx1"/>
                            </a:solidFill>
                            <a:latin typeface="Cambria Math" panose="02040503050406030204" pitchFamily="18" charset="0"/>
                            <a:ea typeface="+mn-ea"/>
                            <a:cs typeface="+mn-cs"/>
                          </a:rPr>
                          <m:t>𝑎</m:t>
                        </m:r>
                      </m:sub>
                    </m:sSub>
                  </m:oMath>
                </a14:m>
                <a:r>
                  <a:rPr lang="en-US" dirty="0"/>
                  <a:t>is modeled as a </a:t>
                </a:r>
                <a:r>
                  <a:rPr lang="en-US" b="1" dirty="0"/>
                  <a:t>point mass</a:t>
                </a:r>
                <a:r>
                  <a:rPr lang="en-US" dirty="0"/>
                  <a:t> — it has no rotational inertia about its own center of mass.</a:t>
                </a:r>
              </a:p>
              <a:p>
                <a:endParaRPr lang="en-US" dirty="0"/>
              </a:p>
              <a:p>
                <a:endParaRPr lang="en-US" dirty="0"/>
              </a:p>
              <a:p>
                <a:r>
                  <a:rPr lang="en-US" dirty="0"/>
                  <a:t>Linear spring: linear spring potential energy </a:t>
                </a:r>
              </a:p>
              <a:p>
                <a:endParaRPr lang="en-US" dirty="0"/>
              </a:p>
              <a:p>
                <a:endParaRPr lang="en-US" dirty="0"/>
              </a:p>
              <a:p>
                <a:r>
                  <a:rPr lang="en-US" dirty="0"/>
                  <a:t>Jan also has linear spring…?</a:t>
                </a:r>
                <a:endParaRPr lang="en-NL" dirty="0"/>
              </a:p>
            </p:txBody>
          </p:sp>
        </mc:Choice>
        <mc:Fallback xmlns="">
          <p:sp>
            <p:nvSpPr>
              <p:cNvPr id="3" name="Notes Placeholder 2"/>
              <p:cNvSpPr>
                <a:spLocks noGrp="1"/>
              </p:cNvSpPr>
              <p:nvPr>
                <p:ph type="body" idx="1"/>
              </p:nvPr>
            </p:nvSpPr>
            <p:spPr/>
            <p:txBody>
              <a:bodyPr/>
              <a:lstStyle/>
              <a:p>
                <a:r>
                  <a:rPr lang="en-US" b="1" dirty="0"/>
                  <a:t>Why </a:t>
                </a:r>
                <a:r>
                  <a:rPr lang="ar-AE" sz="1200" i="0" kern="1200">
                    <a:solidFill>
                      <a:schemeClr val="tx1"/>
                    </a:solidFill>
                    <a:latin typeface="+mn-lt"/>
                    <a:ea typeface="+mn-ea"/>
                    <a:cs typeface="+mn-cs"/>
                  </a:rPr>
                  <a:t>𝑇_𝑚𝑎</a:t>
                </a:r>
                <a:r>
                  <a:rPr lang="en-US" b="1" dirty="0"/>
                  <a:t>Has No </a:t>
                </a:r>
                <a:r>
                  <a:rPr lang="ar-AE" sz="1200" i="0" kern="1200">
                    <a:solidFill>
                      <a:schemeClr val="tx1"/>
                    </a:solidFill>
                    <a:latin typeface="+mn-lt"/>
                    <a:ea typeface="+mn-ea"/>
                    <a:cs typeface="+mn-cs"/>
                  </a:rPr>
                  <a:t>𝐽_𝑎</a:t>
                </a:r>
                <a:r>
                  <a:rPr lang="en-US" b="1" dirty="0"/>
                  <a:t>Term </a:t>
                </a:r>
              </a:p>
              <a:p>
                <a:r>
                  <a:rPr lang="ar-AE" sz="1200" i="0" kern="1200">
                    <a:solidFill>
                      <a:schemeClr val="tx1"/>
                    </a:solidFill>
                    <a:latin typeface="+mn-lt"/>
                    <a:ea typeface="+mn-ea"/>
                    <a:cs typeface="+mn-cs"/>
                  </a:rPr>
                  <a:t>𝑚_𝑎</a:t>
                </a:r>
                <a:r>
                  <a:rPr lang="en-US" dirty="0"/>
                  <a:t>is modeled as a </a:t>
                </a:r>
                <a:r>
                  <a:rPr lang="en-US" b="1" dirty="0"/>
                  <a:t>point mass</a:t>
                </a:r>
                <a:r>
                  <a:rPr lang="en-US" dirty="0"/>
                  <a:t> — it has no rotational inertia about its own center of mass.</a:t>
                </a:r>
              </a:p>
              <a:p>
                <a:endParaRPr lang="en-US" dirty="0"/>
              </a:p>
              <a:p>
                <a:endParaRPr lang="en-US" dirty="0"/>
              </a:p>
              <a:p>
                <a:r>
                  <a:rPr lang="en-US" dirty="0"/>
                  <a:t>Linear spring: linear spring potential energy </a:t>
                </a:r>
              </a:p>
              <a:p>
                <a:endParaRPr lang="en-US" dirty="0"/>
              </a:p>
              <a:p>
                <a:endParaRPr lang="en-US" dirty="0"/>
              </a:p>
              <a:p>
                <a:r>
                  <a:rPr lang="en-US" dirty="0"/>
                  <a:t>Jan also has linear spring…?</a:t>
                </a:r>
                <a:endParaRPr lang="en-NL" dirty="0"/>
              </a:p>
            </p:txBody>
          </p:sp>
        </mc:Fallback>
      </mc:AlternateContent>
      <p:sp>
        <p:nvSpPr>
          <p:cNvPr id="4" name="Slide Number Placeholder 3"/>
          <p:cNvSpPr>
            <a:spLocks noGrp="1"/>
          </p:cNvSpPr>
          <p:nvPr>
            <p:ph type="sldNum" sz="quarter" idx="5"/>
          </p:nvPr>
        </p:nvSpPr>
        <p:spPr/>
        <p:txBody>
          <a:bodyPr/>
          <a:lstStyle/>
          <a:p>
            <a:fld id="{B408ABE9-835D-41BF-A9B3-EFBAC967A8E2}" type="slidenum">
              <a:rPr lang="en-NL" smtClean="0"/>
              <a:t>7</a:t>
            </a:fld>
            <a:endParaRPr lang="en-NL"/>
          </a:p>
        </p:txBody>
      </p:sp>
    </p:spTree>
    <p:extLst>
      <p:ext uri="{BB962C8B-B14F-4D97-AF65-F5344CB8AC3E}">
        <p14:creationId xmlns:p14="http://schemas.microsoft.com/office/powerpoint/2010/main" val="1305737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4C88D-56BB-F034-78E1-D15A6DFDFE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DB85CC-CBBB-5125-946F-8DE78705993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0753285-6B6C-6B48-4D66-431762893C03}"/>
                  </a:ext>
                </a:extLst>
              </p:cNvPr>
              <p:cNvSpPr>
                <a:spLocks noGrp="1"/>
              </p:cNvSpPr>
              <p:nvPr>
                <p:ph type="body" idx="1"/>
              </p:nvPr>
            </p:nvSpPr>
            <p:spPr/>
            <p:txBody>
              <a:bodyPr/>
              <a:lstStyle/>
              <a:p>
                <a:r>
                  <a:rPr lang="en-US" b="1" dirty="0"/>
                  <a:t>Why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𝑇</m:t>
                        </m:r>
                      </m:e>
                      <m:sub>
                        <m:r>
                          <a:rPr lang="ar-AE" sz="1200" i="1" kern="1200">
                            <a:solidFill>
                              <a:schemeClr val="tx1"/>
                            </a:solidFill>
                            <a:latin typeface="Cambria Math" panose="02040503050406030204" pitchFamily="18" charset="0"/>
                            <a:ea typeface="+mn-ea"/>
                            <a:cs typeface="+mn-cs"/>
                          </a:rPr>
                          <m:t>𝑚𝑎</m:t>
                        </m:r>
                      </m:sub>
                    </m:sSub>
                  </m:oMath>
                </a14:m>
                <a:r>
                  <a:rPr lang="en-US" b="1" dirty="0"/>
                  <a:t>Has No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𝐽</m:t>
                        </m:r>
                      </m:e>
                      <m:sub>
                        <m:r>
                          <a:rPr lang="ar-AE" sz="1200" i="1" kern="1200">
                            <a:solidFill>
                              <a:schemeClr val="tx1"/>
                            </a:solidFill>
                            <a:latin typeface="Cambria Math" panose="02040503050406030204" pitchFamily="18" charset="0"/>
                            <a:ea typeface="+mn-ea"/>
                            <a:cs typeface="+mn-cs"/>
                          </a:rPr>
                          <m:t>𝑎</m:t>
                        </m:r>
                      </m:sub>
                    </m:sSub>
                  </m:oMath>
                </a14:m>
                <a:r>
                  <a:rPr lang="en-US" b="1" dirty="0"/>
                  <a:t>Term </a:t>
                </a:r>
              </a:p>
              <a:p>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𝑚</m:t>
                        </m:r>
                      </m:e>
                      <m:sub>
                        <m:r>
                          <a:rPr lang="ar-AE" sz="1200" i="1" kern="1200">
                            <a:solidFill>
                              <a:schemeClr val="tx1"/>
                            </a:solidFill>
                            <a:latin typeface="Cambria Math" panose="02040503050406030204" pitchFamily="18" charset="0"/>
                            <a:ea typeface="+mn-ea"/>
                            <a:cs typeface="+mn-cs"/>
                          </a:rPr>
                          <m:t>𝑎</m:t>
                        </m:r>
                      </m:sub>
                    </m:sSub>
                  </m:oMath>
                </a14:m>
                <a:r>
                  <a:rPr lang="en-US" dirty="0"/>
                  <a:t>is modeled as a </a:t>
                </a:r>
                <a:r>
                  <a:rPr lang="en-US" b="1" dirty="0"/>
                  <a:t>point mass</a:t>
                </a:r>
                <a:r>
                  <a:rPr lang="en-US" dirty="0"/>
                  <a:t> — it has no rotational inertia about its own center of mass.</a:t>
                </a:r>
              </a:p>
              <a:p>
                <a:endParaRPr lang="en-US" dirty="0"/>
              </a:p>
              <a:p>
                <a:endParaRPr lang="en-US" dirty="0"/>
              </a:p>
              <a:p>
                <a:r>
                  <a:rPr lang="en-US" dirty="0"/>
                  <a:t>Linear spring: linear spring potential energy </a:t>
                </a:r>
              </a:p>
              <a:p>
                <a:endParaRPr lang="en-US" dirty="0"/>
              </a:p>
              <a:p>
                <a:endParaRPr lang="en-US" dirty="0"/>
              </a:p>
              <a:p>
                <a:r>
                  <a:rPr lang="en-US" dirty="0"/>
                  <a:t>Jan also has linear spring…?</a:t>
                </a:r>
                <a:endParaRPr lang="en-NL" dirty="0"/>
              </a:p>
            </p:txBody>
          </p:sp>
        </mc:Choice>
        <mc:Fallback xmlns="">
          <p:sp>
            <p:nvSpPr>
              <p:cNvPr id="3" name="Notes Placeholder 2">
                <a:extLst>
                  <a:ext uri="{FF2B5EF4-FFF2-40B4-BE49-F238E27FC236}">
                    <a16:creationId xmlns:a16="http://schemas.microsoft.com/office/drawing/2014/main" id="{D0753285-6B6C-6B48-4D66-431762893C03}"/>
                  </a:ext>
                </a:extLst>
              </p:cNvPr>
              <p:cNvSpPr>
                <a:spLocks noGrp="1"/>
              </p:cNvSpPr>
              <p:nvPr>
                <p:ph type="body" idx="1"/>
              </p:nvPr>
            </p:nvSpPr>
            <p:spPr/>
            <p:txBody>
              <a:bodyPr/>
              <a:lstStyle/>
              <a:p>
                <a:r>
                  <a:rPr lang="en-US" b="1" dirty="0"/>
                  <a:t>Why </a:t>
                </a:r>
                <a:r>
                  <a:rPr lang="ar-AE" sz="1200" i="0" kern="1200">
                    <a:solidFill>
                      <a:schemeClr val="tx1"/>
                    </a:solidFill>
                    <a:latin typeface="Cambria Math" panose="02040503050406030204" pitchFamily="18" charset="0"/>
                    <a:ea typeface="+mn-ea"/>
                    <a:cs typeface="+mn-cs"/>
                  </a:rPr>
                  <a:t>𝑇_𝑚𝑎</a:t>
                </a:r>
                <a:r>
                  <a:rPr lang="en-US" b="1" dirty="0"/>
                  <a:t>Has No </a:t>
                </a:r>
                <a:r>
                  <a:rPr lang="ar-AE" sz="1200" i="0" kern="1200">
                    <a:solidFill>
                      <a:schemeClr val="tx1"/>
                    </a:solidFill>
                    <a:latin typeface="Cambria Math" panose="02040503050406030204" pitchFamily="18" charset="0"/>
                    <a:ea typeface="+mn-ea"/>
                    <a:cs typeface="+mn-cs"/>
                  </a:rPr>
                  <a:t>𝐽_𝑎</a:t>
                </a:r>
                <a:r>
                  <a:rPr lang="en-US" b="1" dirty="0"/>
                  <a:t>Term </a:t>
                </a:r>
              </a:p>
              <a:p>
                <a:r>
                  <a:rPr lang="ar-AE" sz="1200" i="0" kern="1200">
                    <a:solidFill>
                      <a:schemeClr val="tx1"/>
                    </a:solidFill>
                    <a:latin typeface="Cambria Math" panose="02040503050406030204" pitchFamily="18" charset="0"/>
                    <a:ea typeface="+mn-ea"/>
                    <a:cs typeface="+mn-cs"/>
                  </a:rPr>
                  <a:t>𝑚_𝑎</a:t>
                </a:r>
                <a:r>
                  <a:rPr lang="en-US" dirty="0"/>
                  <a:t>is modeled as a </a:t>
                </a:r>
                <a:r>
                  <a:rPr lang="en-US" b="1" dirty="0"/>
                  <a:t>point mass</a:t>
                </a:r>
                <a:r>
                  <a:rPr lang="en-US" dirty="0"/>
                  <a:t> — it has no rotational inertia about its own center of mass.</a:t>
                </a:r>
              </a:p>
              <a:p>
                <a:endParaRPr lang="en-US" dirty="0"/>
              </a:p>
              <a:p>
                <a:endParaRPr lang="en-US" dirty="0"/>
              </a:p>
              <a:p>
                <a:r>
                  <a:rPr lang="en-US" dirty="0"/>
                  <a:t>Linear spring: linear spring potential energy </a:t>
                </a:r>
              </a:p>
              <a:p>
                <a:endParaRPr lang="en-US" dirty="0"/>
              </a:p>
              <a:p>
                <a:endParaRPr lang="en-US" dirty="0"/>
              </a:p>
              <a:p>
                <a:r>
                  <a:rPr lang="en-US" dirty="0"/>
                  <a:t>Jan also has linear spring…?</a:t>
                </a:r>
                <a:endParaRPr lang="en-NL" dirty="0"/>
              </a:p>
            </p:txBody>
          </p:sp>
        </mc:Fallback>
      </mc:AlternateContent>
      <p:sp>
        <p:nvSpPr>
          <p:cNvPr id="4" name="Slide Number Placeholder 3">
            <a:extLst>
              <a:ext uri="{FF2B5EF4-FFF2-40B4-BE49-F238E27FC236}">
                <a16:creationId xmlns:a16="http://schemas.microsoft.com/office/drawing/2014/main" id="{8145E149-5301-4763-AA84-0A224714877A}"/>
              </a:ext>
            </a:extLst>
          </p:cNvPr>
          <p:cNvSpPr>
            <a:spLocks noGrp="1"/>
          </p:cNvSpPr>
          <p:nvPr>
            <p:ph type="sldNum" sz="quarter" idx="5"/>
          </p:nvPr>
        </p:nvSpPr>
        <p:spPr/>
        <p:txBody>
          <a:bodyPr/>
          <a:lstStyle/>
          <a:p>
            <a:fld id="{B408ABE9-835D-41BF-A9B3-EFBAC967A8E2}" type="slidenum">
              <a:rPr lang="en-NL" smtClean="0"/>
              <a:t>8</a:t>
            </a:fld>
            <a:endParaRPr lang="en-NL"/>
          </a:p>
        </p:txBody>
      </p:sp>
    </p:spTree>
    <p:extLst>
      <p:ext uri="{BB962C8B-B14F-4D97-AF65-F5344CB8AC3E}">
        <p14:creationId xmlns:p14="http://schemas.microsoft.com/office/powerpoint/2010/main" val="14633311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320C9-DF18-41C7-2B5B-4756A70ABA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069379-5DB4-C011-C4A8-679B2F7D058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415E0AD-BD24-3612-AB77-21143937F24D}"/>
                  </a:ext>
                </a:extLst>
              </p:cNvPr>
              <p:cNvSpPr>
                <a:spLocks noGrp="1"/>
              </p:cNvSpPr>
              <p:nvPr>
                <p:ph type="body" idx="1"/>
              </p:nvPr>
            </p:nvSpPr>
            <p:spPr/>
            <p:txBody>
              <a:bodyPr/>
              <a:lstStyle/>
              <a:p>
                <a:r>
                  <a:rPr lang="en-US" b="1" dirty="0"/>
                  <a:t>Why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𝑇</m:t>
                        </m:r>
                      </m:e>
                      <m:sub>
                        <m:r>
                          <a:rPr lang="ar-AE" sz="1200" i="1" kern="1200">
                            <a:solidFill>
                              <a:schemeClr val="tx1"/>
                            </a:solidFill>
                            <a:latin typeface="Cambria Math" panose="02040503050406030204" pitchFamily="18" charset="0"/>
                            <a:ea typeface="+mn-ea"/>
                            <a:cs typeface="+mn-cs"/>
                          </a:rPr>
                          <m:t>𝑚𝑎</m:t>
                        </m:r>
                      </m:sub>
                    </m:sSub>
                  </m:oMath>
                </a14:m>
                <a:r>
                  <a:rPr lang="en-US" b="1" dirty="0"/>
                  <a:t>Has No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𝐽</m:t>
                        </m:r>
                      </m:e>
                      <m:sub>
                        <m:r>
                          <a:rPr lang="ar-AE" sz="1200" i="1" kern="1200">
                            <a:solidFill>
                              <a:schemeClr val="tx1"/>
                            </a:solidFill>
                            <a:latin typeface="Cambria Math" panose="02040503050406030204" pitchFamily="18" charset="0"/>
                            <a:ea typeface="+mn-ea"/>
                            <a:cs typeface="+mn-cs"/>
                          </a:rPr>
                          <m:t>𝑎</m:t>
                        </m:r>
                      </m:sub>
                    </m:sSub>
                  </m:oMath>
                </a14:m>
                <a:r>
                  <a:rPr lang="en-US" b="1" dirty="0"/>
                  <a:t>Term </a:t>
                </a:r>
              </a:p>
              <a:p>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𝑚</m:t>
                        </m:r>
                      </m:e>
                      <m:sub>
                        <m:r>
                          <a:rPr lang="ar-AE" sz="1200" i="1" kern="1200">
                            <a:solidFill>
                              <a:schemeClr val="tx1"/>
                            </a:solidFill>
                            <a:latin typeface="Cambria Math" panose="02040503050406030204" pitchFamily="18" charset="0"/>
                            <a:ea typeface="+mn-ea"/>
                            <a:cs typeface="+mn-cs"/>
                          </a:rPr>
                          <m:t>𝑎</m:t>
                        </m:r>
                      </m:sub>
                    </m:sSub>
                  </m:oMath>
                </a14:m>
                <a:r>
                  <a:rPr lang="en-US" dirty="0"/>
                  <a:t>is modeled as a </a:t>
                </a:r>
                <a:r>
                  <a:rPr lang="en-US" b="1" dirty="0"/>
                  <a:t>point mass</a:t>
                </a:r>
                <a:r>
                  <a:rPr lang="en-US" dirty="0"/>
                  <a:t> — it has no rotational inertia about its own center of mass.</a:t>
                </a:r>
              </a:p>
              <a:p>
                <a:endParaRPr lang="en-US" dirty="0"/>
              </a:p>
              <a:p>
                <a:endParaRPr lang="en-US" dirty="0"/>
              </a:p>
              <a:p>
                <a:r>
                  <a:rPr lang="en-US" dirty="0"/>
                  <a:t>Linear spring: linear spring potential energy </a:t>
                </a:r>
              </a:p>
              <a:p>
                <a:endParaRPr lang="en-US" dirty="0"/>
              </a:p>
              <a:p>
                <a:endParaRPr lang="en-US" dirty="0"/>
              </a:p>
              <a:p>
                <a:r>
                  <a:rPr lang="en-US" dirty="0"/>
                  <a:t>Jan also has linear spring…?</a:t>
                </a:r>
                <a:endParaRPr lang="en-NL" dirty="0"/>
              </a:p>
            </p:txBody>
          </p:sp>
        </mc:Choice>
        <mc:Fallback xmlns="">
          <p:sp>
            <p:nvSpPr>
              <p:cNvPr id="3" name="Notes Placeholder 2">
                <a:extLst>
                  <a:ext uri="{FF2B5EF4-FFF2-40B4-BE49-F238E27FC236}">
                    <a16:creationId xmlns:a16="http://schemas.microsoft.com/office/drawing/2014/main" id="{E415E0AD-BD24-3612-AB77-21143937F24D}"/>
                  </a:ext>
                </a:extLst>
              </p:cNvPr>
              <p:cNvSpPr>
                <a:spLocks noGrp="1"/>
              </p:cNvSpPr>
              <p:nvPr>
                <p:ph type="body" idx="1"/>
              </p:nvPr>
            </p:nvSpPr>
            <p:spPr/>
            <p:txBody>
              <a:bodyPr/>
              <a:lstStyle/>
              <a:p>
                <a:r>
                  <a:rPr lang="en-US" b="1" dirty="0"/>
                  <a:t>Why </a:t>
                </a:r>
                <a:r>
                  <a:rPr lang="ar-AE" sz="1200" i="0" kern="1200">
                    <a:solidFill>
                      <a:schemeClr val="tx1"/>
                    </a:solidFill>
                    <a:latin typeface="Cambria Math" panose="02040503050406030204" pitchFamily="18" charset="0"/>
                    <a:ea typeface="+mn-ea"/>
                    <a:cs typeface="+mn-cs"/>
                  </a:rPr>
                  <a:t>𝑇_𝑚𝑎</a:t>
                </a:r>
                <a:r>
                  <a:rPr lang="en-US" b="1" dirty="0"/>
                  <a:t>Has No </a:t>
                </a:r>
                <a:r>
                  <a:rPr lang="ar-AE" sz="1200" i="0" kern="1200">
                    <a:solidFill>
                      <a:schemeClr val="tx1"/>
                    </a:solidFill>
                    <a:latin typeface="Cambria Math" panose="02040503050406030204" pitchFamily="18" charset="0"/>
                    <a:ea typeface="+mn-ea"/>
                    <a:cs typeface="+mn-cs"/>
                  </a:rPr>
                  <a:t>𝐽_𝑎</a:t>
                </a:r>
                <a:r>
                  <a:rPr lang="en-US" b="1" dirty="0"/>
                  <a:t>Term </a:t>
                </a:r>
              </a:p>
              <a:p>
                <a:r>
                  <a:rPr lang="ar-AE" sz="1200" i="0" kern="1200">
                    <a:solidFill>
                      <a:schemeClr val="tx1"/>
                    </a:solidFill>
                    <a:latin typeface="Cambria Math" panose="02040503050406030204" pitchFamily="18" charset="0"/>
                    <a:ea typeface="+mn-ea"/>
                    <a:cs typeface="+mn-cs"/>
                  </a:rPr>
                  <a:t>𝑚_𝑎</a:t>
                </a:r>
                <a:r>
                  <a:rPr lang="en-US" dirty="0"/>
                  <a:t>is modeled as a </a:t>
                </a:r>
                <a:r>
                  <a:rPr lang="en-US" b="1" dirty="0"/>
                  <a:t>point mass</a:t>
                </a:r>
                <a:r>
                  <a:rPr lang="en-US" dirty="0"/>
                  <a:t> — it has no rotational inertia about its own center of mass.</a:t>
                </a:r>
              </a:p>
              <a:p>
                <a:endParaRPr lang="en-US" dirty="0"/>
              </a:p>
              <a:p>
                <a:endParaRPr lang="en-US" dirty="0"/>
              </a:p>
              <a:p>
                <a:r>
                  <a:rPr lang="en-US" dirty="0"/>
                  <a:t>Linear spring: linear spring potential energy </a:t>
                </a:r>
              </a:p>
              <a:p>
                <a:endParaRPr lang="en-US" dirty="0"/>
              </a:p>
              <a:p>
                <a:endParaRPr lang="en-US" dirty="0"/>
              </a:p>
              <a:p>
                <a:r>
                  <a:rPr lang="en-US" dirty="0"/>
                  <a:t>Jan also has linear spring…?</a:t>
                </a:r>
                <a:endParaRPr lang="en-NL" dirty="0"/>
              </a:p>
            </p:txBody>
          </p:sp>
        </mc:Fallback>
      </mc:AlternateContent>
      <p:sp>
        <p:nvSpPr>
          <p:cNvPr id="4" name="Slide Number Placeholder 3">
            <a:extLst>
              <a:ext uri="{FF2B5EF4-FFF2-40B4-BE49-F238E27FC236}">
                <a16:creationId xmlns:a16="http://schemas.microsoft.com/office/drawing/2014/main" id="{56FD8596-9E83-6147-7EE5-9B4FD16E69FA}"/>
              </a:ext>
            </a:extLst>
          </p:cNvPr>
          <p:cNvSpPr>
            <a:spLocks noGrp="1"/>
          </p:cNvSpPr>
          <p:nvPr>
            <p:ph type="sldNum" sz="quarter" idx="5"/>
          </p:nvPr>
        </p:nvSpPr>
        <p:spPr/>
        <p:txBody>
          <a:bodyPr/>
          <a:lstStyle/>
          <a:p>
            <a:fld id="{B408ABE9-835D-41BF-A9B3-EFBAC967A8E2}" type="slidenum">
              <a:rPr lang="en-NL" smtClean="0"/>
              <a:t>9</a:t>
            </a:fld>
            <a:endParaRPr lang="en-NL"/>
          </a:p>
        </p:txBody>
      </p:sp>
    </p:spTree>
    <p:extLst>
      <p:ext uri="{BB962C8B-B14F-4D97-AF65-F5344CB8AC3E}">
        <p14:creationId xmlns:p14="http://schemas.microsoft.com/office/powerpoint/2010/main" val="18156592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52CD8666-EC9C-41B5-8111-ED6AEA0895B4}" type="slidenum">
              <a:rPr lang="en-NL" smtClean="0"/>
              <a:t>11</a:t>
            </a:fld>
            <a:endParaRPr lang="en-NL"/>
          </a:p>
        </p:txBody>
      </p:sp>
    </p:spTree>
    <p:extLst>
      <p:ext uri="{BB962C8B-B14F-4D97-AF65-F5344CB8AC3E}">
        <p14:creationId xmlns:p14="http://schemas.microsoft.com/office/powerpoint/2010/main" val="3046695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theta is defined, difference </a:t>
            </a:r>
          </a:p>
          <a:p>
            <a:r>
              <a:rPr lang="en-US" dirty="0"/>
              <a:t>Max formula was 72 mm </a:t>
            </a:r>
          </a:p>
          <a:p>
            <a:endParaRPr lang="en-NL" dirty="0"/>
          </a:p>
        </p:txBody>
      </p:sp>
      <p:sp>
        <p:nvSpPr>
          <p:cNvPr id="4" name="Slide Number Placeholder 3"/>
          <p:cNvSpPr>
            <a:spLocks noGrp="1"/>
          </p:cNvSpPr>
          <p:nvPr>
            <p:ph type="sldNum" sz="quarter" idx="5"/>
          </p:nvPr>
        </p:nvSpPr>
        <p:spPr/>
        <p:txBody>
          <a:bodyPr/>
          <a:lstStyle/>
          <a:p>
            <a:fld id="{892852AD-EF36-4396-8D31-19C111C94F79}" type="slidenum">
              <a:rPr lang="en-NL" smtClean="0"/>
              <a:t>12</a:t>
            </a:fld>
            <a:endParaRPr lang="en-NL"/>
          </a:p>
        </p:txBody>
      </p:sp>
    </p:spTree>
    <p:extLst>
      <p:ext uri="{BB962C8B-B14F-4D97-AF65-F5344CB8AC3E}">
        <p14:creationId xmlns:p14="http://schemas.microsoft.com/office/powerpoint/2010/main" val="26251304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00201-6135-D6BE-0CAF-08C528603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BE17F-C4E1-1CA8-AFFE-CAE7295253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63EE4F-C54A-33A5-7612-C21AFEF07F06}"/>
              </a:ext>
            </a:extLst>
          </p:cNvPr>
          <p:cNvSpPr>
            <a:spLocks noGrp="1"/>
          </p:cNvSpPr>
          <p:nvPr>
            <p:ph type="body" idx="1"/>
          </p:nvPr>
        </p:nvSpPr>
        <p:spPr/>
        <p:txBody>
          <a:bodyPr/>
          <a:lstStyle/>
          <a:p>
            <a:r>
              <a:rPr lang="en-US" dirty="0"/>
              <a:t>How theta is defined, difference </a:t>
            </a:r>
          </a:p>
          <a:p>
            <a:r>
              <a:rPr lang="en-US" dirty="0"/>
              <a:t>Max formula was 72 mm </a:t>
            </a:r>
          </a:p>
          <a:p>
            <a:endParaRPr lang="en-NL" dirty="0"/>
          </a:p>
        </p:txBody>
      </p:sp>
      <p:sp>
        <p:nvSpPr>
          <p:cNvPr id="4" name="Slide Number Placeholder 3">
            <a:extLst>
              <a:ext uri="{FF2B5EF4-FFF2-40B4-BE49-F238E27FC236}">
                <a16:creationId xmlns:a16="http://schemas.microsoft.com/office/drawing/2014/main" id="{ED20790D-EABD-5BAE-35E3-2B5E90B40B36}"/>
              </a:ext>
            </a:extLst>
          </p:cNvPr>
          <p:cNvSpPr>
            <a:spLocks noGrp="1"/>
          </p:cNvSpPr>
          <p:nvPr>
            <p:ph type="sldNum" sz="quarter" idx="5"/>
          </p:nvPr>
        </p:nvSpPr>
        <p:spPr/>
        <p:txBody>
          <a:bodyPr/>
          <a:lstStyle/>
          <a:p>
            <a:fld id="{892852AD-EF36-4396-8D31-19C111C94F79}" type="slidenum">
              <a:rPr lang="en-NL" smtClean="0"/>
              <a:t>13</a:t>
            </a:fld>
            <a:endParaRPr lang="en-NL"/>
          </a:p>
        </p:txBody>
      </p:sp>
    </p:spTree>
    <p:extLst>
      <p:ext uri="{BB962C8B-B14F-4D97-AF65-F5344CB8AC3E}">
        <p14:creationId xmlns:p14="http://schemas.microsoft.com/office/powerpoint/2010/main" val="3524749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Can be done in parallel on the server (using a second GPU)</a:t>
            </a:r>
          </a:p>
          <a:p>
            <a:endParaRPr lang="en-US" dirty="0"/>
          </a:p>
          <a:p>
            <a:endParaRPr lang="en-US" dirty="0"/>
          </a:p>
          <a:p>
            <a:r>
              <a:rPr lang="en-US" dirty="0"/>
              <a:t>Currently no learning rate updates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Schedule the learning rate based on evaluation</a:t>
            </a:r>
          </a:p>
          <a:p>
            <a:endParaRPr lang="en-NL" dirty="0"/>
          </a:p>
        </p:txBody>
      </p:sp>
      <p:sp>
        <p:nvSpPr>
          <p:cNvPr id="4" name="Slide Number Placeholder 3"/>
          <p:cNvSpPr>
            <a:spLocks noGrp="1"/>
          </p:cNvSpPr>
          <p:nvPr>
            <p:ph type="sldNum" sz="quarter" idx="5"/>
          </p:nvPr>
        </p:nvSpPr>
        <p:spPr/>
        <p:txBody>
          <a:bodyPr/>
          <a:lstStyle/>
          <a:p>
            <a:fld id="{DADEA00A-103A-4B96-A68B-D1E102114454}" type="slidenum">
              <a:rPr lang="en-NL" smtClean="0"/>
              <a:t>19</a:t>
            </a:fld>
            <a:endParaRPr lang="en-NL"/>
          </a:p>
        </p:txBody>
      </p:sp>
    </p:spTree>
    <p:extLst>
      <p:ext uri="{BB962C8B-B14F-4D97-AF65-F5344CB8AC3E}">
        <p14:creationId xmlns:p14="http://schemas.microsoft.com/office/powerpoint/2010/main" val="3061150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Overal</a:t>
            </a:r>
            <a:r>
              <a:rPr lang="en-US" dirty="0"/>
              <a:t> result is worse, but parameter recovery overall is better. But that’s mainly due to before one trajectory</a:t>
            </a:r>
          </a:p>
          <a:p>
            <a:r>
              <a:rPr lang="en-US" dirty="0"/>
              <a:t>Don’t clearly show per channel (X1, X2, and Y) currently</a:t>
            </a:r>
            <a:endParaRPr lang="en-NL" dirty="0"/>
          </a:p>
        </p:txBody>
      </p:sp>
      <p:sp>
        <p:nvSpPr>
          <p:cNvPr id="4" name="Slide Number Placeholder 3"/>
          <p:cNvSpPr>
            <a:spLocks noGrp="1"/>
          </p:cNvSpPr>
          <p:nvPr>
            <p:ph type="sldNum" sz="quarter" idx="5"/>
          </p:nvPr>
        </p:nvSpPr>
        <p:spPr/>
        <p:txBody>
          <a:bodyPr/>
          <a:lstStyle/>
          <a:p>
            <a:fld id="{892852AD-EF36-4396-8D31-19C111C94F79}" type="slidenum">
              <a:rPr lang="en-NL" smtClean="0"/>
              <a:t>23</a:t>
            </a:fld>
            <a:endParaRPr lang="en-NL"/>
          </a:p>
        </p:txBody>
      </p:sp>
    </p:spTree>
    <p:extLst>
      <p:ext uri="{BB962C8B-B14F-4D97-AF65-F5344CB8AC3E}">
        <p14:creationId xmlns:p14="http://schemas.microsoft.com/office/powerpoint/2010/main" val="198093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kb1 and kb2 are encouraged to be equal</a:t>
            </a:r>
          </a:p>
          <a:p>
            <a:r>
              <a:rPr lang="en-US" sz="1200" b="0" i="0" kern="1200" dirty="0">
                <a:solidFill>
                  <a:schemeClr val="tx1"/>
                </a:solidFill>
                <a:effectLst/>
                <a:latin typeface="+mn-lt"/>
                <a:ea typeface="+mn-ea"/>
                <a:cs typeface="+mn-cs"/>
              </a:rPr>
              <a:t>cb1 and cb2 are encouraged to be equal</a:t>
            </a:r>
          </a:p>
          <a:p>
            <a:r>
              <a:rPr lang="en-US" sz="1200" b="0" i="0" kern="1200" dirty="0" err="1">
                <a:solidFill>
                  <a:schemeClr val="tx1"/>
                </a:solidFill>
                <a:effectLst/>
                <a:latin typeface="+mn-lt"/>
                <a:ea typeface="+mn-ea"/>
                <a:cs typeface="+mn-cs"/>
              </a:rPr>
              <a:t>Jb</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Jh</a:t>
            </a:r>
            <a:r>
              <a:rPr lang="en-US" sz="1200" b="0" i="0" kern="1200" dirty="0">
                <a:solidFill>
                  <a:schemeClr val="tx1"/>
                </a:solidFill>
                <a:effectLst/>
                <a:latin typeface="+mn-lt"/>
                <a:ea typeface="+mn-ea"/>
                <a:cs typeface="+mn-cs"/>
              </a:rPr>
              <a:t> are encouraged to change by the same fractional amount in log-space</a:t>
            </a:r>
          </a:p>
          <a:p>
            <a:endParaRPr lang="en-NL" dirty="0"/>
          </a:p>
        </p:txBody>
      </p:sp>
      <p:sp>
        <p:nvSpPr>
          <p:cNvPr id="4" name="Slide Number Placeholder 3"/>
          <p:cNvSpPr>
            <a:spLocks noGrp="1"/>
          </p:cNvSpPr>
          <p:nvPr>
            <p:ph type="sldNum" sz="quarter" idx="5"/>
          </p:nvPr>
        </p:nvSpPr>
        <p:spPr/>
        <p:txBody>
          <a:bodyPr/>
          <a:lstStyle/>
          <a:p>
            <a:fld id="{DADEA00A-103A-4B96-A68B-D1E102114454}" type="slidenum">
              <a:rPr lang="en-NL" smtClean="0"/>
              <a:t>24</a:t>
            </a:fld>
            <a:endParaRPr lang="en-NL"/>
          </a:p>
        </p:txBody>
      </p:sp>
    </p:spTree>
    <p:extLst>
      <p:ext uri="{BB962C8B-B14F-4D97-AF65-F5344CB8AC3E}">
        <p14:creationId xmlns:p14="http://schemas.microsoft.com/office/powerpoint/2010/main" val="1464746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BA60D-84E9-18C2-C5FB-9FC2EA1093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E1197C-D020-A153-B6D2-28A3519E7D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69556-91A0-136E-30FA-E68B30B7C06A}"/>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kb1 and kb2 are encouraged to be equal</a:t>
            </a:r>
          </a:p>
          <a:p>
            <a:r>
              <a:rPr lang="en-US" sz="1200" b="0" i="0" kern="1200" dirty="0">
                <a:solidFill>
                  <a:schemeClr val="tx1"/>
                </a:solidFill>
                <a:effectLst/>
                <a:latin typeface="+mn-lt"/>
                <a:ea typeface="+mn-ea"/>
                <a:cs typeface="+mn-cs"/>
              </a:rPr>
              <a:t>cb1 and cb2 are encouraged to be equal</a:t>
            </a:r>
          </a:p>
          <a:p>
            <a:r>
              <a:rPr lang="en-US" sz="1200" b="0" i="0" kern="1200" dirty="0" err="1">
                <a:solidFill>
                  <a:schemeClr val="tx1"/>
                </a:solidFill>
                <a:effectLst/>
                <a:latin typeface="+mn-lt"/>
                <a:ea typeface="+mn-ea"/>
                <a:cs typeface="+mn-cs"/>
              </a:rPr>
              <a:t>Jb</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Jh</a:t>
            </a:r>
            <a:r>
              <a:rPr lang="en-US" sz="1200" b="0" i="0" kern="1200" dirty="0">
                <a:solidFill>
                  <a:schemeClr val="tx1"/>
                </a:solidFill>
                <a:effectLst/>
                <a:latin typeface="+mn-lt"/>
                <a:ea typeface="+mn-ea"/>
                <a:cs typeface="+mn-cs"/>
              </a:rPr>
              <a:t> are encouraged to change by the same fractional amount in log-space</a:t>
            </a:r>
          </a:p>
          <a:p>
            <a:endParaRPr lang="en-NL" dirty="0"/>
          </a:p>
        </p:txBody>
      </p:sp>
      <p:sp>
        <p:nvSpPr>
          <p:cNvPr id="4" name="Slide Number Placeholder 3">
            <a:extLst>
              <a:ext uri="{FF2B5EF4-FFF2-40B4-BE49-F238E27FC236}">
                <a16:creationId xmlns:a16="http://schemas.microsoft.com/office/drawing/2014/main" id="{0A048B3F-D110-6F30-0DE2-19749DC55AC7}"/>
              </a:ext>
            </a:extLst>
          </p:cNvPr>
          <p:cNvSpPr>
            <a:spLocks noGrp="1"/>
          </p:cNvSpPr>
          <p:nvPr>
            <p:ph type="sldNum" sz="quarter" idx="5"/>
          </p:nvPr>
        </p:nvSpPr>
        <p:spPr/>
        <p:txBody>
          <a:bodyPr/>
          <a:lstStyle/>
          <a:p>
            <a:fld id="{DADEA00A-103A-4B96-A68B-D1E102114454}" type="slidenum">
              <a:rPr lang="en-NL" smtClean="0"/>
              <a:t>25</a:t>
            </a:fld>
            <a:endParaRPr lang="en-NL"/>
          </a:p>
        </p:txBody>
      </p:sp>
    </p:spTree>
    <p:extLst>
      <p:ext uri="{BB962C8B-B14F-4D97-AF65-F5344CB8AC3E}">
        <p14:creationId xmlns:p14="http://schemas.microsoft.com/office/powerpoint/2010/main" val="30393894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gradient = MSE gradient + SPLIT_REG_WEIGHT * </a:t>
            </a:r>
            <a:r>
              <a:rPr lang="en-US" dirty="0" err="1"/>
              <a:t>split_loss</a:t>
            </a:r>
            <a:r>
              <a:rPr lang="en-US" dirty="0"/>
              <a:t> gradient</a:t>
            </a:r>
          </a:p>
          <a:p>
            <a:pPr lvl="1"/>
            <a:r>
              <a:rPr lang="en-US" dirty="0"/>
              <a:t>With SPLIT_REG_WEIGHT = 1e-2</a:t>
            </a:r>
          </a:p>
          <a:p>
            <a:endParaRPr lang="en-NL" dirty="0"/>
          </a:p>
        </p:txBody>
      </p:sp>
      <p:sp>
        <p:nvSpPr>
          <p:cNvPr id="4" name="Slide Number Placeholder 3"/>
          <p:cNvSpPr>
            <a:spLocks noGrp="1"/>
          </p:cNvSpPr>
          <p:nvPr>
            <p:ph type="sldNum" sz="quarter" idx="5"/>
          </p:nvPr>
        </p:nvSpPr>
        <p:spPr/>
        <p:txBody>
          <a:bodyPr/>
          <a:lstStyle/>
          <a:p>
            <a:fld id="{52CD8666-EC9C-41B5-8111-ED6AEA0895B4}" type="slidenum">
              <a:rPr lang="en-NL" smtClean="0"/>
              <a:t>30</a:t>
            </a:fld>
            <a:endParaRPr lang="en-NL"/>
          </a:p>
        </p:txBody>
      </p:sp>
    </p:spTree>
    <p:extLst>
      <p:ext uri="{BB962C8B-B14F-4D97-AF65-F5344CB8AC3E}">
        <p14:creationId xmlns:p14="http://schemas.microsoft.com/office/powerpoint/2010/main" val="40334811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physical_param</a:t>
            </a:r>
            <a:r>
              <a:rPr lang="en-US" dirty="0"/>
              <a:t> = </a:t>
            </a:r>
            <a:r>
              <a:rPr lang="en-US" dirty="0" err="1"/>
              <a:t>params_init</a:t>
            </a:r>
            <a:r>
              <a:rPr lang="en-US" dirty="0"/>
              <a:t> * exp(</a:t>
            </a:r>
            <a:r>
              <a:rPr lang="en-US" dirty="0" err="1"/>
              <a:t>log_param</a:t>
            </a:r>
            <a:r>
              <a:rPr lang="en-US" dirty="0"/>
              <a:t>)</a:t>
            </a:r>
          </a:p>
          <a:p>
            <a:r>
              <a:rPr lang="en-US" dirty="0"/>
              <a:t>Log parameterization so that the physical parameters cant become 0</a:t>
            </a:r>
            <a:endParaRPr lang="en-NL" dirty="0"/>
          </a:p>
        </p:txBody>
      </p:sp>
      <p:sp>
        <p:nvSpPr>
          <p:cNvPr id="4" name="Slide Number Placeholder 3"/>
          <p:cNvSpPr>
            <a:spLocks noGrp="1"/>
          </p:cNvSpPr>
          <p:nvPr>
            <p:ph type="sldNum" sz="quarter" idx="5"/>
          </p:nvPr>
        </p:nvSpPr>
        <p:spPr/>
        <p:txBody>
          <a:bodyPr/>
          <a:lstStyle/>
          <a:p>
            <a:fld id="{52CD8666-EC9C-41B5-8111-ED6AEA0895B4}" type="slidenum">
              <a:rPr lang="en-NL" smtClean="0"/>
              <a:t>32</a:t>
            </a:fld>
            <a:endParaRPr lang="en-NL"/>
          </a:p>
        </p:txBody>
      </p:sp>
    </p:spTree>
    <p:extLst>
      <p:ext uri="{BB962C8B-B14F-4D97-AF65-F5344CB8AC3E}">
        <p14:creationId xmlns:p14="http://schemas.microsoft.com/office/powerpoint/2010/main" val="6317005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mse_loss.backward</a:t>
            </a:r>
            <a:r>
              <a:rPr lang="en-US" dirty="0"/>
              <a:t>()</a:t>
            </a:r>
          </a:p>
          <a:p>
            <a:r>
              <a:rPr lang="en-US" dirty="0" err="1"/>
              <a:t>split_reg.backward</a:t>
            </a:r>
            <a:r>
              <a:rPr lang="en-US" dirty="0"/>
              <a:t>()</a:t>
            </a:r>
          </a:p>
          <a:p>
            <a:r>
              <a:rPr lang="en-US" dirty="0" err="1"/>
              <a:t>optimizer.step</a:t>
            </a:r>
            <a:r>
              <a:rPr lang="en-US" dirty="0"/>
              <a:t>()</a:t>
            </a:r>
          </a:p>
          <a:p>
            <a:endParaRPr lang="en-NL" dirty="0"/>
          </a:p>
        </p:txBody>
      </p:sp>
      <p:sp>
        <p:nvSpPr>
          <p:cNvPr id="4" name="Slide Number Placeholder 3"/>
          <p:cNvSpPr>
            <a:spLocks noGrp="1"/>
          </p:cNvSpPr>
          <p:nvPr>
            <p:ph type="sldNum" sz="quarter" idx="5"/>
          </p:nvPr>
        </p:nvSpPr>
        <p:spPr/>
        <p:txBody>
          <a:bodyPr/>
          <a:lstStyle/>
          <a:p>
            <a:fld id="{52CD8666-EC9C-41B5-8111-ED6AEA0895B4}" type="slidenum">
              <a:rPr lang="en-NL" smtClean="0"/>
              <a:t>35</a:t>
            </a:fld>
            <a:endParaRPr lang="en-NL"/>
          </a:p>
        </p:txBody>
      </p:sp>
    </p:spTree>
    <p:extLst>
      <p:ext uri="{BB962C8B-B14F-4D97-AF65-F5344CB8AC3E}">
        <p14:creationId xmlns:p14="http://schemas.microsoft.com/office/powerpoint/2010/main" val="39993695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Is this bandwidth already known from system requirements, controller bandwidth, or measurement data?</a:t>
            </a:r>
            <a:endParaRPr lang="en-NL" dirty="0"/>
          </a:p>
          <a:p>
            <a:endParaRPr lang="en-NL" dirty="0"/>
          </a:p>
        </p:txBody>
      </p:sp>
      <p:sp>
        <p:nvSpPr>
          <p:cNvPr id="4" name="Slide Number Placeholder 3"/>
          <p:cNvSpPr>
            <a:spLocks noGrp="1"/>
          </p:cNvSpPr>
          <p:nvPr>
            <p:ph type="sldNum" sz="quarter" idx="5"/>
          </p:nvPr>
        </p:nvSpPr>
        <p:spPr/>
        <p:txBody>
          <a:bodyPr/>
          <a:lstStyle/>
          <a:p>
            <a:fld id="{52CD8666-EC9C-41B5-8111-ED6AEA0895B4}" type="slidenum">
              <a:rPr lang="en-NL" smtClean="0"/>
              <a:t>50</a:t>
            </a:fld>
            <a:endParaRPr lang="en-NL"/>
          </a:p>
        </p:txBody>
      </p:sp>
    </p:spTree>
    <p:extLst>
      <p:ext uri="{BB962C8B-B14F-4D97-AF65-F5344CB8AC3E}">
        <p14:creationId xmlns:p14="http://schemas.microsoft.com/office/powerpoint/2010/main" val="508417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0A-21A9-11D8-6AC0-0853C7FE8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12E18FFD-A4E2-0D4E-7BCD-58E1748D8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8DCB645C-4A53-6DC7-25C3-9688B7178E8C}"/>
              </a:ext>
            </a:extLst>
          </p:cNvPr>
          <p:cNvSpPr>
            <a:spLocks noGrp="1"/>
          </p:cNvSpPr>
          <p:nvPr>
            <p:ph type="dt" sz="half" idx="10"/>
          </p:nvPr>
        </p:nvSpPr>
        <p:spPr/>
        <p:txBody>
          <a:bodyPr/>
          <a:lstStyle/>
          <a:p>
            <a:fld id="{488B314D-8566-407C-8138-35BC3B95AB82}" type="datetimeFigureOut">
              <a:rPr lang="en-NL" smtClean="0"/>
              <a:t>04/05/2026</a:t>
            </a:fld>
            <a:endParaRPr lang="en-NL"/>
          </a:p>
        </p:txBody>
      </p:sp>
      <p:sp>
        <p:nvSpPr>
          <p:cNvPr id="5" name="Footer Placeholder 4">
            <a:extLst>
              <a:ext uri="{FF2B5EF4-FFF2-40B4-BE49-F238E27FC236}">
                <a16:creationId xmlns:a16="http://schemas.microsoft.com/office/drawing/2014/main" id="{2A582621-D3E9-86E1-A821-53772827292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11C98C-0F73-A8F2-02F4-2AB4973CDAC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818716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0BA0-583D-0185-EE69-28099DAEC32E}"/>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D8891D-C30A-9834-578C-76F335D9C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B586B7C-AB90-7DAA-F0EA-C7122F775E42}"/>
              </a:ext>
            </a:extLst>
          </p:cNvPr>
          <p:cNvSpPr>
            <a:spLocks noGrp="1"/>
          </p:cNvSpPr>
          <p:nvPr>
            <p:ph type="dt" sz="half" idx="10"/>
          </p:nvPr>
        </p:nvSpPr>
        <p:spPr/>
        <p:txBody>
          <a:bodyPr/>
          <a:lstStyle/>
          <a:p>
            <a:fld id="{7DB07CE9-C8DF-41DF-BDBB-830B84D62F5B}" type="datetimeFigureOut">
              <a:rPr lang="en-NL" smtClean="0"/>
              <a:t>04/05/2026</a:t>
            </a:fld>
            <a:endParaRPr lang="en-NL"/>
          </a:p>
        </p:txBody>
      </p:sp>
      <p:sp>
        <p:nvSpPr>
          <p:cNvPr id="5" name="Footer Placeholder 4">
            <a:extLst>
              <a:ext uri="{FF2B5EF4-FFF2-40B4-BE49-F238E27FC236}">
                <a16:creationId xmlns:a16="http://schemas.microsoft.com/office/drawing/2014/main" id="{BB6BD878-B8D5-9BF6-B119-CB8E2FBA687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C1A9D23-71DC-CC7B-17C0-5E08C967D94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380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5E79-0500-A1A2-6D30-0F0DFDD60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05B6914D-49A9-E97D-2C4E-18FAAF7260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FDA4EA-60CD-56E7-0DAD-21A6159BCBB8}"/>
              </a:ext>
            </a:extLst>
          </p:cNvPr>
          <p:cNvSpPr>
            <a:spLocks noGrp="1"/>
          </p:cNvSpPr>
          <p:nvPr>
            <p:ph type="dt" sz="half" idx="10"/>
          </p:nvPr>
        </p:nvSpPr>
        <p:spPr/>
        <p:txBody>
          <a:bodyPr/>
          <a:lstStyle/>
          <a:p>
            <a:fld id="{7DB07CE9-C8DF-41DF-BDBB-830B84D62F5B}" type="datetimeFigureOut">
              <a:rPr lang="en-NL" smtClean="0"/>
              <a:t>04/05/2026</a:t>
            </a:fld>
            <a:endParaRPr lang="en-NL"/>
          </a:p>
        </p:txBody>
      </p:sp>
      <p:sp>
        <p:nvSpPr>
          <p:cNvPr id="5" name="Footer Placeholder 4">
            <a:extLst>
              <a:ext uri="{FF2B5EF4-FFF2-40B4-BE49-F238E27FC236}">
                <a16:creationId xmlns:a16="http://schemas.microsoft.com/office/drawing/2014/main" id="{C77721A8-BB79-306A-08AB-EFFF7B85E33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6A46C38-EEEE-5592-0604-AA374F8CCAE0}"/>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459230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5D4E-F716-266C-EB44-F320FF044FC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0FA0776-C324-EFAB-A946-10C85364B9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53F9D3D4-7D3D-D1F4-CD2A-A518E5469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E693131-FB94-2B88-8093-B6F21E860B47}"/>
              </a:ext>
            </a:extLst>
          </p:cNvPr>
          <p:cNvSpPr>
            <a:spLocks noGrp="1"/>
          </p:cNvSpPr>
          <p:nvPr>
            <p:ph type="dt" sz="half" idx="10"/>
          </p:nvPr>
        </p:nvSpPr>
        <p:spPr/>
        <p:txBody>
          <a:bodyPr/>
          <a:lstStyle/>
          <a:p>
            <a:fld id="{7DB07CE9-C8DF-41DF-BDBB-830B84D62F5B}" type="datetimeFigureOut">
              <a:rPr lang="en-NL" smtClean="0"/>
              <a:t>04/05/2026</a:t>
            </a:fld>
            <a:endParaRPr lang="en-NL"/>
          </a:p>
        </p:txBody>
      </p:sp>
      <p:sp>
        <p:nvSpPr>
          <p:cNvPr id="6" name="Footer Placeholder 5">
            <a:extLst>
              <a:ext uri="{FF2B5EF4-FFF2-40B4-BE49-F238E27FC236}">
                <a16:creationId xmlns:a16="http://schemas.microsoft.com/office/drawing/2014/main" id="{4BD21B79-6DB2-349F-C356-71774F673FC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85CBD36-D0DC-8F43-ACFD-1E9E357E7EB4}"/>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26783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BC18-D101-9213-B897-8851FE7C3D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25E5057-8AB1-D931-F79F-0D54E845ED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2EF1A-2434-D230-33B4-D17316B77A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3C0C9925-AAE9-B6AC-9461-0917219EAC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E5211-4325-D275-EE19-9984E66A82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57FEE0D-2772-4FE7-99AD-4C1D3AC628AD}"/>
              </a:ext>
            </a:extLst>
          </p:cNvPr>
          <p:cNvSpPr>
            <a:spLocks noGrp="1"/>
          </p:cNvSpPr>
          <p:nvPr>
            <p:ph type="dt" sz="half" idx="10"/>
          </p:nvPr>
        </p:nvSpPr>
        <p:spPr/>
        <p:txBody>
          <a:bodyPr/>
          <a:lstStyle/>
          <a:p>
            <a:fld id="{7DB07CE9-C8DF-41DF-BDBB-830B84D62F5B}" type="datetimeFigureOut">
              <a:rPr lang="en-NL" smtClean="0"/>
              <a:t>04/05/2026</a:t>
            </a:fld>
            <a:endParaRPr lang="en-NL"/>
          </a:p>
        </p:txBody>
      </p:sp>
      <p:sp>
        <p:nvSpPr>
          <p:cNvPr id="8" name="Footer Placeholder 7">
            <a:extLst>
              <a:ext uri="{FF2B5EF4-FFF2-40B4-BE49-F238E27FC236}">
                <a16:creationId xmlns:a16="http://schemas.microsoft.com/office/drawing/2014/main" id="{993169B9-CD5B-369C-DBC2-925297EB21E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3E0BA7D5-A78A-09BB-A363-994BD9A02F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86980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9777B-F5E7-C08C-590D-ACFBE4C4542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00CC399-4A6B-4593-9E74-B6F8CA3DC207}"/>
              </a:ext>
            </a:extLst>
          </p:cNvPr>
          <p:cNvSpPr>
            <a:spLocks noGrp="1"/>
          </p:cNvSpPr>
          <p:nvPr>
            <p:ph type="dt" sz="half" idx="10"/>
          </p:nvPr>
        </p:nvSpPr>
        <p:spPr/>
        <p:txBody>
          <a:bodyPr/>
          <a:lstStyle/>
          <a:p>
            <a:fld id="{7DB07CE9-C8DF-41DF-BDBB-830B84D62F5B}" type="datetimeFigureOut">
              <a:rPr lang="en-NL" smtClean="0"/>
              <a:t>04/05/2026</a:t>
            </a:fld>
            <a:endParaRPr lang="en-NL"/>
          </a:p>
        </p:txBody>
      </p:sp>
      <p:sp>
        <p:nvSpPr>
          <p:cNvPr id="4" name="Footer Placeholder 3">
            <a:extLst>
              <a:ext uri="{FF2B5EF4-FFF2-40B4-BE49-F238E27FC236}">
                <a16:creationId xmlns:a16="http://schemas.microsoft.com/office/drawing/2014/main" id="{48EE88BE-564F-9BC9-D256-883FCC2992C9}"/>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197D54D-0C50-C773-E94C-9E2D30D9305C}"/>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74526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94506-3D43-84EA-E881-39D633077381}"/>
              </a:ext>
            </a:extLst>
          </p:cNvPr>
          <p:cNvSpPr>
            <a:spLocks noGrp="1"/>
          </p:cNvSpPr>
          <p:nvPr>
            <p:ph type="dt" sz="half" idx="10"/>
          </p:nvPr>
        </p:nvSpPr>
        <p:spPr/>
        <p:txBody>
          <a:bodyPr/>
          <a:lstStyle/>
          <a:p>
            <a:fld id="{7DB07CE9-C8DF-41DF-BDBB-830B84D62F5B}" type="datetimeFigureOut">
              <a:rPr lang="en-NL" smtClean="0"/>
              <a:t>04/05/2026</a:t>
            </a:fld>
            <a:endParaRPr lang="en-NL"/>
          </a:p>
        </p:txBody>
      </p:sp>
      <p:sp>
        <p:nvSpPr>
          <p:cNvPr id="3" name="Footer Placeholder 2">
            <a:extLst>
              <a:ext uri="{FF2B5EF4-FFF2-40B4-BE49-F238E27FC236}">
                <a16:creationId xmlns:a16="http://schemas.microsoft.com/office/drawing/2014/main" id="{981C55CA-8DBE-9019-86DA-AEBED897E0C9}"/>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2159772A-9555-52DB-D4E9-75AF3C15D25A}"/>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87422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3A6E-DBBE-812E-85F2-A38B5249BA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FB2DEC-7E11-7FE1-3C8F-AB40257CC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CA67515C-82D6-C8CD-79FD-0E6A1C9B1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08F352-32B7-00FA-4DA5-12E23612C097}"/>
              </a:ext>
            </a:extLst>
          </p:cNvPr>
          <p:cNvSpPr>
            <a:spLocks noGrp="1"/>
          </p:cNvSpPr>
          <p:nvPr>
            <p:ph type="dt" sz="half" idx="10"/>
          </p:nvPr>
        </p:nvSpPr>
        <p:spPr/>
        <p:txBody>
          <a:bodyPr/>
          <a:lstStyle/>
          <a:p>
            <a:fld id="{7DB07CE9-C8DF-41DF-BDBB-830B84D62F5B}" type="datetimeFigureOut">
              <a:rPr lang="en-NL" smtClean="0"/>
              <a:t>04/05/2026</a:t>
            </a:fld>
            <a:endParaRPr lang="en-NL"/>
          </a:p>
        </p:txBody>
      </p:sp>
      <p:sp>
        <p:nvSpPr>
          <p:cNvPr id="6" name="Footer Placeholder 5">
            <a:extLst>
              <a:ext uri="{FF2B5EF4-FFF2-40B4-BE49-F238E27FC236}">
                <a16:creationId xmlns:a16="http://schemas.microsoft.com/office/drawing/2014/main" id="{77D78EF5-AAF6-9556-0DA1-762E1477F24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23A06DC-6CC1-26FA-41F2-FA573F7A35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7678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C77B-CBEF-A395-D0FA-1C65A9CE2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3E17272-008C-028F-3164-75FD0D3FA4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6FCEFC27-BE0A-B312-4CAE-0D22A173E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41F1B-BF0C-E7EE-C200-6ACDD52E8532}"/>
              </a:ext>
            </a:extLst>
          </p:cNvPr>
          <p:cNvSpPr>
            <a:spLocks noGrp="1"/>
          </p:cNvSpPr>
          <p:nvPr>
            <p:ph type="dt" sz="half" idx="10"/>
          </p:nvPr>
        </p:nvSpPr>
        <p:spPr/>
        <p:txBody>
          <a:bodyPr/>
          <a:lstStyle/>
          <a:p>
            <a:fld id="{7DB07CE9-C8DF-41DF-BDBB-830B84D62F5B}" type="datetimeFigureOut">
              <a:rPr lang="en-NL" smtClean="0"/>
              <a:t>04/05/2026</a:t>
            </a:fld>
            <a:endParaRPr lang="en-NL"/>
          </a:p>
        </p:txBody>
      </p:sp>
      <p:sp>
        <p:nvSpPr>
          <p:cNvPr id="6" name="Footer Placeholder 5">
            <a:extLst>
              <a:ext uri="{FF2B5EF4-FFF2-40B4-BE49-F238E27FC236}">
                <a16:creationId xmlns:a16="http://schemas.microsoft.com/office/drawing/2014/main" id="{E33DBEA7-5C08-D5DF-326D-402497EEC0E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28AB07C-EC9D-1E6E-88BF-08CF4DC29F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31341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2113-B4D5-3AA6-7F42-D0DF7E554A28}"/>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327AC1B1-B636-EC3C-8268-7CF0D78B63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3308ECA-F03E-2322-8AB9-FF1B3570AC0C}"/>
              </a:ext>
            </a:extLst>
          </p:cNvPr>
          <p:cNvSpPr>
            <a:spLocks noGrp="1"/>
          </p:cNvSpPr>
          <p:nvPr>
            <p:ph type="dt" sz="half" idx="10"/>
          </p:nvPr>
        </p:nvSpPr>
        <p:spPr/>
        <p:txBody>
          <a:bodyPr/>
          <a:lstStyle/>
          <a:p>
            <a:fld id="{7DB07CE9-C8DF-41DF-BDBB-830B84D62F5B}" type="datetimeFigureOut">
              <a:rPr lang="en-NL" smtClean="0"/>
              <a:t>04/05/2026</a:t>
            </a:fld>
            <a:endParaRPr lang="en-NL"/>
          </a:p>
        </p:txBody>
      </p:sp>
      <p:sp>
        <p:nvSpPr>
          <p:cNvPr id="5" name="Footer Placeholder 4">
            <a:extLst>
              <a:ext uri="{FF2B5EF4-FFF2-40B4-BE49-F238E27FC236}">
                <a16:creationId xmlns:a16="http://schemas.microsoft.com/office/drawing/2014/main" id="{0A560E39-73E9-DBC5-E7A0-57B5094635D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1BBA569-67AF-6D26-BB44-6C9DA6C336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91578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80FA20-7E26-5811-0F8E-E937CD7F6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BC0AB59-9859-7F7C-9F9C-9BFEA1EF0F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6583E10-4C21-18B0-80CE-477CC93505A1}"/>
              </a:ext>
            </a:extLst>
          </p:cNvPr>
          <p:cNvSpPr>
            <a:spLocks noGrp="1"/>
          </p:cNvSpPr>
          <p:nvPr>
            <p:ph type="dt" sz="half" idx="10"/>
          </p:nvPr>
        </p:nvSpPr>
        <p:spPr/>
        <p:txBody>
          <a:bodyPr/>
          <a:lstStyle/>
          <a:p>
            <a:fld id="{7DB07CE9-C8DF-41DF-BDBB-830B84D62F5B}" type="datetimeFigureOut">
              <a:rPr lang="en-NL" smtClean="0"/>
              <a:t>04/05/2026</a:t>
            </a:fld>
            <a:endParaRPr lang="en-NL"/>
          </a:p>
        </p:txBody>
      </p:sp>
      <p:sp>
        <p:nvSpPr>
          <p:cNvPr id="5" name="Footer Placeholder 4">
            <a:extLst>
              <a:ext uri="{FF2B5EF4-FFF2-40B4-BE49-F238E27FC236}">
                <a16:creationId xmlns:a16="http://schemas.microsoft.com/office/drawing/2014/main" id="{38CB85F3-CF9A-29D5-DEA3-31B6193373A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6122B00-4173-AFD9-EDBF-57D15872F595}"/>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31845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4814AA-CC4F-26EF-0940-42AD31BA4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98EE76C-C9DD-829C-0E04-FD727D936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EA92AA8-31FA-1538-0020-A6770000A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B07CE9-C8DF-41DF-BDBB-830B84D62F5B}" type="datetimeFigureOut">
              <a:rPr lang="en-NL" smtClean="0"/>
              <a:t>04/05/2026</a:t>
            </a:fld>
            <a:endParaRPr lang="en-NL"/>
          </a:p>
        </p:txBody>
      </p:sp>
      <p:sp>
        <p:nvSpPr>
          <p:cNvPr id="5" name="Footer Placeholder 4">
            <a:extLst>
              <a:ext uri="{FF2B5EF4-FFF2-40B4-BE49-F238E27FC236}">
                <a16:creationId xmlns:a16="http://schemas.microsoft.com/office/drawing/2014/main" id="{852936D0-EF18-388D-6CDB-4886CBEB0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600218A-4CD5-B355-2F90-F63E2428D7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9C285A-41FD-47C8-9B13-D40BAB452FEE}" type="slidenum">
              <a:rPr lang="en-NL" smtClean="0"/>
              <a:t>‹#›</a:t>
            </a:fld>
            <a:endParaRPr lang="en-NL"/>
          </a:p>
        </p:txBody>
      </p:sp>
    </p:spTree>
    <p:extLst>
      <p:ext uri="{BB962C8B-B14F-4D97-AF65-F5344CB8AC3E}">
        <p14:creationId xmlns:p14="http://schemas.microsoft.com/office/powerpoint/2010/main" val="38084270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8346-11EF-AF16-3F7E-D4AE642D6182}"/>
              </a:ext>
            </a:extLst>
          </p:cNvPr>
          <p:cNvSpPr>
            <a:spLocks noGrp="1"/>
          </p:cNvSpPr>
          <p:nvPr>
            <p:ph type="title"/>
          </p:nvPr>
        </p:nvSpPr>
        <p:spPr/>
        <p:txBody>
          <a:bodyPr/>
          <a:lstStyle/>
          <a:p>
            <a:r>
              <a:rPr lang="en-US" dirty="0"/>
              <a:t>Meeting Week 13</a:t>
            </a:r>
            <a:endParaRPr lang="en-NL" dirty="0"/>
          </a:p>
        </p:txBody>
      </p:sp>
      <p:sp>
        <p:nvSpPr>
          <p:cNvPr id="3" name="Content Placeholder 2">
            <a:extLst>
              <a:ext uri="{FF2B5EF4-FFF2-40B4-BE49-F238E27FC236}">
                <a16:creationId xmlns:a16="http://schemas.microsoft.com/office/drawing/2014/main" id="{DAAEF679-3C39-E36C-B710-9B50CBAE487E}"/>
              </a:ext>
            </a:extLst>
          </p:cNvPr>
          <p:cNvSpPr>
            <a:spLocks noGrp="1"/>
          </p:cNvSpPr>
          <p:nvPr>
            <p:ph idx="1"/>
          </p:nvPr>
        </p:nvSpPr>
        <p:spPr/>
        <p:txBody>
          <a:bodyPr/>
          <a:lstStyle/>
          <a:p>
            <a:r>
              <a:rPr lang="en-US" dirty="0"/>
              <a:t>Last week summary</a:t>
            </a:r>
          </a:p>
          <a:p>
            <a:pPr lvl="1"/>
            <a:r>
              <a:rPr lang="en-US" dirty="0"/>
              <a:t>Simulation</a:t>
            </a:r>
          </a:p>
          <a:p>
            <a:pPr lvl="1"/>
            <a:r>
              <a:rPr lang="en-US" dirty="0"/>
              <a:t>Augmentation</a:t>
            </a:r>
          </a:p>
          <a:p>
            <a:r>
              <a:rPr lang="en-US" dirty="0"/>
              <a:t>Simulation of parameter recovery</a:t>
            </a:r>
          </a:p>
          <a:p>
            <a:r>
              <a:rPr lang="en-US" dirty="0"/>
              <a:t>Question 1</a:t>
            </a:r>
          </a:p>
          <a:p>
            <a:r>
              <a:rPr lang="en-US" dirty="0"/>
              <a:t>Question 2</a:t>
            </a:r>
          </a:p>
          <a:p>
            <a:r>
              <a:rPr lang="en-US" dirty="0"/>
              <a:t>Outline </a:t>
            </a:r>
            <a:r>
              <a:rPr lang="en-US" dirty="0" err="1"/>
              <a:t>ToDo</a:t>
            </a:r>
            <a:r>
              <a:rPr lang="en-US" dirty="0"/>
              <a:t> next week</a:t>
            </a:r>
            <a:endParaRPr lang="en-NL" dirty="0"/>
          </a:p>
        </p:txBody>
      </p:sp>
    </p:spTree>
    <p:extLst>
      <p:ext uri="{BB962C8B-B14F-4D97-AF65-F5344CB8AC3E}">
        <p14:creationId xmlns:p14="http://schemas.microsoft.com/office/powerpoint/2010/main" val="267959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700D-FF42-415C-9519-CE16CBBB575A}"/>
              </a:ext>
            </a:extLst>
          </p:cNvPr>
          <p:cNvSpPr>
            <a:spLocks noGrp="1"/>
          </p:cNvSpPr>
          <p:nvPr>
            <p:ph type="title"/>
          </p:nvPr>
        </p:nvSpPr>
        <p:spPr/>
        <p:txBody>
          <a:bodyPr/>
          <a:lstStyle/>
          <a:p>
            <a:r>
              <a:rPr lang="en-US" dirty="0"/>
              <a:t>Last week summary</a:t>
            </a:r>
            <a:endParaRPr lang="en-NL" dirty="0"/>
          </a:p>
        </p:txBody>
      </p:sp>
      <p:sp>
        <p:nvSpPr>
          <p:cNvPr id="3" name="Content Placeholder 2">
            <a:extLst>
              <a:ext uri="{FF2B5EF4-FFF2-40B4-BE49-F238E27FC236}">
                <a16:creationId xmlns:a16="http://schemas.microsoft.com/office/drawing/2014/main" id="{1B16F991-22E1-98ED-FDA2-6483679AE450}"/>
              </a:ext>
            </a:extLst>
          </p:cNvPr>
          <p:cNvSpPr>
            <a:spLocks noGrp="1"/>
          </p:cNvSpPr>
          <p:nvPr>
            <p:ph idx="1"/>
          </p:nvPr>
        </p:nvSpPr>
        <p:spPr/>
        <p:txBody>
          <a:bodyPr/>
          <a:lstStyle/>
          <a:p>
            <a:r>
              <a:rPr lang="en-US" dirty="0"/>
              <a:t>Simulation</a:t>
            </a:r>
          </a:p>
          <a:p>
            <a:pPr lvl="1"/>
            <a:r>
              <a:rPr lang="en-US" dirty="0"/>
              <a:t>Generated data of the system, detuned the model and tried to recover the initial parameters with which the data is generated</a:t>
            </a:r>
          </a:p>
          <a:p>
            <a:r>
              <a:rPr lang="en-US" dirty="0"/>
              <a:t>Augmentation</a:t>
            </a:r>
          </a:p>
          <a:p>
            <a:pPr lvl="1"/>
            <a:r>
              <a:rPr lang="en-US" dirty="0"/>
              <a:t>Addition of additional state</a:t>
            </a:r>
            <a:endParaRPr lang="en-NL" dirty="0"/>
          </a:p>
        </p:txBody>
      </p:sp>
    </p:spTree>
    <p:extLst>
      <p:ext uri="{BB962C8B-B14F-4D97-AF65-F5344CB8AC3E}">
        <p14:creationId xmlns:p14="http://schemas.microsoft.com/office/powerpoint/2010/main" val="1617226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7EA98-8D1B-6CE2-E115-DA1A87D3A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20950-7F8C-D5A6-B65B-87476C8777CC}"/>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095C759E-3ACF-EF89-6CE3-7927E207EA35}"/>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B63C349-FF01-6CFE-81A2-DDA64151B99A}"/>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76C8BD9A-1A88-EA2B-9836-EFE5636E9F1E}"/>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3D307C22-E782-3621-3832-346A1938366E}"/>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DC0093E3-1D06-3063-6ACA-3EE2CB3217D3}"/>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Tree>
    <p:extLst>
      <p:ext uri="{BB962C8B-B14F-4D97-AF65-F5344CB8AC3E}">
        <p14:creationId xmlns:p14="http://schemas.microsoft.com/office/powerpoint/2010/main" val="205556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0117F-039F-282C-001A-DCB3802ACF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ADC22-C08B-1810-D7BF-F69FA5E0EE39}"/>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A1CA39C1-CB83-C079-A3B3-FCCF5D6973D8}"/>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216095DE-B479-FFDF-9C12-CC1F4C9BD50E}"/>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19866CDA-D1E4-770C-8322-E3C8C0748A58}"/>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EEEA01BF-BA42-F9E3-BC71-A76BCBEBCF87}"/>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5A48FE22-2F0E-031B-B2E8-59745BBC08E2}"/>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
        <p:nvSpPr>
          <p:cNvPr id="8" name="Rectangle 7">
            <a:extLst>
              <a:ext uri="{FF2B5EF4-FFF2-40B4-BE49-F238E27FC236}">
                <a16:creationId xmlns:a16="http://schemas.microsoft.com/office/drawing/2014/main" id="{1BB91E65-0D1D-B7AF-EEC9-2B693ABB0F19}"/>
              </a:ext>
            </a:extLst>
          </p:cNvPr>
          <p:cNvSpPr/>
          <p:nvPr/>
        </p:nvSpPr>
        <p:spPr>
          <a:xfrm>
            <a:off x="7291393" y="3815393"/>
            <a:ext cx="4850294" cy="202620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7" name="TextBox 6">
            <a:extLst>
              <a:ext uri="{FF2B5EF4-FFF2-40B4-BE49-F238E27FC236}">
                <a16:creationId xmlns:a16="http://schemas.microsoft.com/office/drawing/2014/main" id="{A486B3D2-DFFF-2503-87D6-42B790453814}"/>
              </a:ext>
            </a:extLst>
          </p:cNvPr>
          <p:cNvSpPr txBox="1"/>
          <p:nvPr/>
        </p:nvSpPr>
        <p:spPr>
          <a:xfrm>
            <a:off x="7306223" y="3774124"/>
            <a:ext cx="4850295" cy="1938992"/>
          </a:xfrm>
          <a:prstGeom prst="rect">
            <a:avLst/>
          </a:prstGeom>
          <a:noFill/>
        </p:spPr>
        <p:txBody>
          <a:bodyPr wrap="square" rtlCol="0">
            <a:spAutoFit/>
          </a:bodyPr>
          <a:lstStyle/>
          <a:p>
            <a:r>
              <a:rPr lang="en-US" sz="2400" b="1" dirty="0"/>
              <a:t>Note:</a:t>
            </a:r>
            <a:br>
              <a:rPr lang="en-US" sz="2400" b="1" dirty="0"/>
            </a:br>
            <a:r>
              <a:rPr lang="en-US" sz="2400" b="1" dirty="0"/>
              <a:t>Picture is not fully accurate, we define the mass as the relative displacement from </a:t>
            </a:r>
            <a:r>
              <a:rPr lang="en-US" sz="2400" b="1" dirty="0" err="1"/>
              <a:t>mh</a:t>
            </a:r>
            <a:r>
              <a:rPr lang="en-US" sz="2400" b="1" dirty="0"/>
              <a:t> currently</a:t>
            </a:r>
          </a:p>
          <a:p>
            <a:r>
              <a:rPr lang="en-US" sz="2400" b="1" dirty="0"/>
              <a:t>Will need to add offset</a:t>
            </a:r>
            <a:endParaRPr lang="en-NL" sz="2400" b="1" dirty="0"/>
          </a:p>
        </p:txBody>
      </p:sp>
    </p:spTree>
    <p:extLst>
      <p:ext uri="{BB962C8B-B14F-4D97-AF65-F5344CB8AC3E}">
        <p14:creationId xmlns:p14="http://schemas.microsoft.com/office/powerpoint/2010/main" val="1336927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F4722-ACD1-24E0-59E7-0B4B464A54AF}"/>
              </a:ext>
            </a:extLst>
          </p:cNvPr>
          <p:cNvSpPr>
            <a:spLocks noGrp="1"/>
          </p:cNvSpPr>
          <p:nvPr>
            <p:ph type="title"/>
          </p:nvPr>
        </p:nvSpPr>
        <p:spPr/>
        <p:txBody>
          <a:bodyPr/>
          <a:lstStyle/>
          <a:p>
            <a:r>
              <a:rPr lang="en-US" dirty="0"/>
              <a:t>Lagrange-Euler - Garcia</a:t>
            </a:r>
            <a:endParaRPr lang="en-NL" dirty="0"/>
          </a:p>
        </p:txBody>
      </p:sp>
      <p:sp>
        <p:nvSpPr>
          <p:cNvPr id="3" name="Content Placeholder 2">
            <a:extLst>
              <a:ext uri="{FF2B5EF4-FFF2-40B4-BE49-F238E27FC236}">
                <a16:creationId xmlns:a16="http://schemas.microsoft.com/office/drawing/2014/main" id="{9237EBDF-0657-1B12-7DB0-EC4297F52AFC}"/>
              </a:ext>
            </a:extLst>
          </p:cNvPr>
          <p:cNvSpPr>
            <a:spLocks noGrp="1"/>
          </p:cNvSpPr>
          <p:nvPr>
            <p:ph idx="1"/>
          </p:nvPr>
        </p:nvSpPr>
        <p:spPr/>
        <p:txBody>
          <a:bodyPr/>
          <a:lstStyle/>
          <a:p>
            <a:endParaRPr lang="en-NL" dirty="0"/>
          </a:p>
        </p:txBody>
      </p:sp>
      <p:pic>
        <p:nvPicPr>
          <p:cNvPr id="7" name="Picture 6">
            <a:extLst>
              <a:ext uri="{FF2B5EF4-FFF2-40B4-BE49-F238E27FC236}">
                <a16:creationId xmlns:a16="http://schemas.microsoft.com/office/drawing/2014/main" id="{C3A15E40-924D-2A06-FCC2-5105DCF98340}"/>
              </a:ext>
            </a:extLst>
          </p:cNvPr>
          <p:cNvPicPr>
            <a:picLocks noChangeAspect="1"/>
          </p:cNvPicPr>
          <p:nvPr/>
        </p:nvPicPr>
        <p:blipFill>
          <a:blip r:embed="rId2"/>
          <a:stretch>
            <a:fillRect/>
          </a:stretch>
        </p:blipFill>
        <p:spPr>
          <a:xfrm>
            <a:off x="384350" y="1492628"/>
            <a:ext cx="11698656" cy="4018341"/>
          </a:xfrm>
          <a:prstGeom prst="rect">
            <a:avLst/>
          </a:prstGeom>
        </p:spPr>
      </p:pic>
    </p:spTree>
    <p:extLst>
      <p:ext uri="{BB962C8B-B14F-4D97-AF65-F5344CB8AC3E}">
        <p14:creationId xmlns:p14="http://schemas.microsoft.com/office/powerpoint/2010/main" val="2112139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72CC6-8BFC-ABD5-9CD7-7CB3A47C781D}"/>
              </a:ext>
            </a:extLst>
          </p:cNvPr>
          <p:cNvSpPr>
            <a:spLocks noGrp="1"/>
          </p:cNvSpPr>
          <p:nvPr>
            <p:ph type="title"/>
          </p:nvPr>
        </p:nvSpPr>
        <p:spPr/>
        <p:txBody>
          <a:bodyPr/>
          <a:lstStyle/>
          <a:p>
            <a:r>
              <a:rPr lang="en-US" dirty="0"/>
              <a:t>Lagrange-Euler - Garcia</a:t>
            </a:r>
            <a:endParaRPr lang="en-NL" dirty="0"/>
          </a:p>
        </p:txBody>
      </p:sp>
      <p:sp>
        <p:nvSpPr>
          <p:cNvPr id="3" name="Content Placeholder 2">
            <a:extLst>
              <a:ext uri="{FF2B5EF4-FFF2-40B4-BE49-F238E27FC236}">
                <a16:creationId xmlns:a16="http://schemas.microsoft.com/office/drawing/2014/main" id="{63BB07D4-FD42-BF4B-781A-331B56A387E8}"/>
              </a:ext>
            </a:extLst>
          </p:cNvPr>
          <p:cNvSpPr>
            <a:spLocks noGrp="1"/>
          </p:cNvSpPr>
          <p:nvPr>
            <p:ph idx="1"/>
          </p:nvPr>
        </p:nvSpPr>
        <p:spPr/>
        <p:txBody>
          <a:bodyPr/>
          <a:lstStyle/>
          <a:p>
            <a:endParaRPr lang="en-NL"/>
          </a:p>
        </p:txBody>
      </p:sp>
      <p:pic>
        <p:nvPicPr>
          <p:cNvPr id="6" name="Picture 5">
            <a:extLst>
              <a:ext uri="{FF2B5EF4-FFF2-40B4-BE49-F238E27FC236}">
                <a16:creationId xmlns:a16="http://schemas.microsoft.com/office/drawing/2014/main" id="{CB4D6BBB-9B2D-18F5-C884-F2A77F0268BF}"/>
              </a:ext>
            </a:extLst>
          </p:cNvPr>
          <p:cNvPicPr>
            <a:picLocks noChangeAspect="1"/>
          </p:cNvPicPr>
          <p:nvPr/>
        </p:nvPicPr>
        <p:blipFill>
          <a:blip r:embed="rId2"/>
          <a:stretch>
            <a:fillRect/>
          </a:stretch>
        </p:blipFill>
        <p:spPr>
          <a:xfrm>
            <a:off x="953753" y="1494504"/>
            <a:ext cx="9665086" cy="5165218"/>
          </a:xfrm>
          <a:prstGeom prst="rect">
            <a:avLst/>
          </a:prstGeom>
        </p:spPr>
      </p:pic>
    </p:spTree>
    <p:extLst>
      <p:ext uri="{BB962C8B-B14F-4D97-AF65-F5344CB8AC3E}">
        <p14:creationId xmlns:p14="http://schemas.microsoft.com/office/powerpoint/2010/main" val="4127140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3F230-FD63-327C-E051-0708C67C6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315168-7D93-283F-A4EE-B474A1D43589}"/>
              </a:ext>
            </a:extLst>
          </p:cNvPr>
          <p:cNvSpPr>
            <a:spLocks noGrp="1"/>
          </p:cNvSpPr>
          <p:nvPr>
            <p:ph type="title"/>
          </p:nvPr>
        </p:nvSpPr>
        <p:spPr/>
        <p:txBody>
          <a:bodyPr/>
          <a:lstStyle/>
          <a:p>
            <a:r>
              <a:rPr lang="en-US" dirty="0"/>
              <a:t>Lagrange-Euler – Additional state</a:t>
            </a:r>
            <a:endParaRPr lang="en-NL" dirty="0"/>
          </a:p>
        </p:txBody>
      </p:sp>
      <p:sp>
        <p:nvSpPr>
          <p:cNvPr id="3" name="Content Placeholder 2">
            <a:extLst>
              <a:ext uri="{FF2B5EF4-FFF2-40B4-BE49-F238E27FC236}">
                <a16:creationId xmlns:a16="http://schemas.microsoft.com/office/drawing/2014/main" id="{0B346908-BACE-41D6-67AF-1C8C7BC0ACCF}"/>
              </a:ext>
            </a:extLst>
          </p:cNvPr>
          <p:cNvSpPr>
            <a:spLocks noGrp="1"/>
          </p:cNvSpPr>
          <p:nvPr>
            <p:ph idx="1"/>
          </p:nvPr>
        </p:nvSpPr>
        <p:spPr/>
        <p:txBody>
          <a:bodyPr/>
          <a:lstStyle/>
          <a:p>
            <a:endParaRPr lang="en-NL"/>
          </a:p>
        </p:txBody>
      </p:sp>
      <p:pic>
        <p:nvPicPr>
          <p:cNvPr id="8" name="Picture 7">
            <a:extLst>
              <a:ext uri="{FF2B5EF4-FFF2-40B4-BE49-F238E27FC236}">
                <a16:creationId xmlns:a16="http://schemas.microsoft.com/office/drawing/2014/main" id="{B6ABFE1E-42E0-3BD9-CBAA-FCE69286A86F}"/>
              </a:ext>
            </a:extLst>
          </p:cNvPr>
          <p:cNvPicPr>
            <a:picLocks noChangeAspect="1"/>
          </p:cNvPicPr>
          <p:nvPr/>
        </p:nvPicPr>
        <p:blipFill>
          <a:blip r:embed="rId3"/>
          <a:srcRect b="25904"/>
          <a:stretch>
            <a:fillRect/>
          </a:stretch>
        </p:blipFill>
        <p:spPr>
          <a:xfrm>
            <a:off x="894734" y="1458652"/>
            <a:ext cx="10402532" cy="3767976"/>
          </a:xfrm>
          <a:prstGeom prst="rect">
            <a:avLst/>
          </a:prstGeom>
        </p:spPr>
      </p:pic>
    </p:spTree>
    <p:extLst>
      <p:ext uri="{BB962C8B-B14F-4D97-AF65-F5344CB8AC3E}">
        <p14:creationId xmlns:p14="http://schemas.microsoft.com/office/powerpoint/2010/main" val="2417488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32CCB-9342-874A-12B2-ACA4110D4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FF1D6-1352-E34A-6A90-D101072F622D}"/>
              </a:ext>
            </a:extLst>
          </p:cNvPr>
          <p:cNvSpPr>
            <a:spLocks noGrp="1"/>
          </p:cNvSpPr>
          <p:nvPr>
            <p:ph type="title"/>
          </p:nvPr>
        </p:nvSpPr>
        <p:spPr/>
        <p:txBody>
          <a:bodyPr/>
          <a:lstStyle/>
          <a:p>
            <a:r>
              <a:rPr lang="en-US" dirty="0"/>
              <a:t>Lagrange-Euler – Additional state</a:t>
            </a:r>
            <a:endParaRPr lang="en-NL" dirty="0"/>
          </a:p>
        </p:txBody>
      </p:sp>
      <p:sp>
        <p:nvSpPr>
          <p:cNvPr id="3" name="Content Placeholder 2">
            <a:extLst>
              <a:ext uri="{FF2B5EF4-FFF2-40B4-BE49-F238E27FC236}">
                <a16:creationId xmlns:a16="http://schemas.microsoft.com/office/drawing/2014/main" id="{010AAE4B-88E0-1B74-430A-E217E79C4E2C}"/>
              </a:ext>
            </a:extLst>
          </p:cNvPr>
          <p:cNvSpPr>
            <a:spLocks noGrp="1"/>
          </p:cNvSpPr>
          <p:nvPr>
            <p:ph idx="1"/>
          </p:nvPr>
        </p:nvSpPr>
        <p:spPr/>
        <p:txBody>
          <a:bodyPr/>
          <a:lstStyle/>
          <a:p>
            <a:endParaRPr lang="en-NL"/>
          </a:p>
        </p:txBody>
      </p:sp>
      <p:pic>
        <p:nvPicPr>
          <p:cNvPr id="8" name="Picture 7">
            <a:extLst>
              <a:ext uri="{FF2B5EF4-FFF2-40B4-BE49-F238E27FC236}">
                <a16:creationId xmlns:a16="http://schemas.microsoft.com/office/drawing/2014/main" id="{B294EC5F-051D-39B9-A059-6498B571A180}"/>
              </a:ext>
            </a:extLst>
          </p:cNvPr>
          <p:cNvPicPr>
            <a:picLocks noChangeAspect="1"/>
          </p:cNvPicPr>
          <p:nvPr/>
        </p:nvPicPr>
        <p:blipFill>
          <a:blip r:embed="rId3"/>
          <a:srcRect b="25904"/>
          <a:stretch>
            <a:fillRect/>
          </a:stretch>
        </p:blipFill>
        <p:spPr>
          <a:xfrm>
            <a:off x="894734" y="1458652"/>
            <a:ext cx="10402532" cy="3767976"/>
          </a:xfrm>
          <a:prstGeom prst="rect">
            <a:avLst/>
          </a:prstGeom>
        </p:spPr>
      </p:pic>
      <p:pic>
        <p:nvPicPr>
          <p:cNvPr id="4" name="Picture 3">
            <a:extLst>
              <a:ext uri="{FF2B5EF4-FFF2-40B4-BE49-F238E27FC236}">
                <a16:creationId xmlns:a16="http://schemas.microsoft.com/office/drawing/2014/main" id="{D9990472-80FC-0248-30EF-707F4E495344}"/>
              </a:ext>
            </a:extLst>
          </p:cNvPr>
          <p:cNvPicPr>
            <a:picLocks noChangeAspect="1"/>
          </p:cNvPicPr>
          <p:nvPr/>
        </p:nvPicPr>
        <p:blipFill>
          <a:blip r:embed="rId4"/>
          <a:stretch>
            <a:fillRect/>
          </a:stretch>
        </p:blipFill>
        <p:spPr>
          <a:xfrm>
            <a:off x="4798792" y="4801565"/>
            <a:ext cx="7393208" cy="1923325"/>
          </a:xfrm>
          <a:prstGeom prst="rect">
            <a:avLst/>
          </a:prstGeom>
        </p:spPr>
      </p:pic>
    </p:spTree>
    <p:extLst>
      <p:ext uri="{BB962C8B-B14F-4D97-AF65-F5344CB8AC3E}">
        <p14:creationId xmlns:p14="http://schemas.microsoft.com/office/powerpoint/2010/main" val="2803434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1ED54-6CE9-481A-7784-3BF5CD630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90D120-669C-AE81-7313-7849526F7187}"/>
              </a:ext>
            </a:extLst>
          </p:cNvPr>
          <p:cNvSpPr>
            <a:spLocks noGrp="1"/>
          </p:cNvSpPr>
          <p:nvPr>
            <p:ph type="title"/>
          </p:nvPr>
        </p:nvSpPr>
        <p:spPr/>
        <p:txBody>
          <a:bodyPr/>
          <a:lstStyle/>
          <a:p>
            <a:r>
              <a:rPr lang="en-US" dirty="0"/>
              <a:t>Lagrange-Euler – Additional state</a:t>
            </a:r>
            <a:endParaRPr lang="en-NL" dirty="0"/>
          </a:p>
        </p:txBody>
      </p:sp>
      <p:sp>
        <p:nvSpPr>
          <p:cNvPr id="3" name="Content Placeholder 2">
            <a:extLst>
              <a:ext uri="{FF2B5EF4-FFF2-40B4-BE49-F238E27FC236}">
                <a16:creationId xmlns:a16="http://schemas.microsoft.com/office/drawing/2014/main" id="{209A1E82-D836-08E5-F699-F8539079B7E9}"/>
              </a:ext>
            </a:extLst>
          </p:cNvPr>
          <p:cNvSpPr>
            <a:spLocks noGrp="1"/>
          </p:cNvSpPr>
          <p:nvPr>
            <p:ph idx="1"/>
          </p:nvPr>
        </p:nvSpPr>
        <p:spPr/>
        <p:txBody>
          <a:bodyPr/>
          <a:lstStyle/>
          <a:p>
            <a:endParaRPr lang="en-NL"/>
          </a:p>
        </p:txBody>
      </p:sp>
      <p:pic>
        <p:nvPicPr>
          <p:cNvPr id="8" name="Picture 7">
            <a:extLst>
              <a:ext uri="{FF2B5EF4-FFF2-40B4-BE49-F238E27FC236}">
                <a16:creationId xmlns:a16="http://schemas.microsoft.com/office/drawing/2014/main" id="{F541A08A-3D88-8147-E54F-B9B25B276153}"/>
              </a:ext>
            </a:extLst>
          </p:cNvPr>
          <p:cNvPicPr>
            <a:picLocks noChangeAspect="1"/>
          </p:cNvPicPr>
          <p:nvPr/>
        </p:nvPicPr>
        <p:blipFill>
          <a:blip r:embed="rId3"/>
          <a:stretch>
            <a:fillRect/>
          </a:stretch>
        </p:blipFill>
        <p:spPr>
          <a:xfrm>
            <a:off x="894734" y="1458651"/>
            <a:ext cx="10402532" cy="5085285"/>
          </a:xfrm>
          <a:prstGeom prst="rect">
            <a:avLst/>
          </a:prstGeom>
        </p:spPr>
      </p:pic>
    </p:spTree>
    <p:extLst>
      <p:ext uri="{BB962C8B-B14F-4D97-AF65-F5344CB8AC3E}">
        <p14:creationId xmlns:p14="http://schemas.microsoft.com/office/powerpoint/2010/main" val="1270058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4FD8F-EB1B-1D85-2F68-F95A10BD619A}"/>
              </a:ext>
            </a:extLst>
          </p:cNvPr>
          <p:cNvSpPr>
            <a:spLocks noGrp="1"/>
          </p:cNvSpPr>
          <p:nvPr>
            <p:ph type="title"/>
          </p:nvPr>
        </p:nvSpPr>
        <p:spPr/>
        <p:txBody>
          <a:bodyPr/>
          <a:lstStyle/>
          <a:p>
            <a:r>
              <a:rPr lang="en-US" dirty="0"/>
              <a:t>Symbolic toolbox result</a:t>
            </a:r>
            <a:endParaRPr lang="en-NL" dirty="0"/>
          </a:p>
        </p:txBody>
      </p:sp>
      <p:sp>
        <p:nvSpPr>
          <p:cNvPr id="3" name="Content Placeholder 2">
            <a:extLst>
              <a:ext uri="{FF2B5EF4-FFF2-40B4-BE49-F238E27FC236}">
                <a16:creationId xmlns:a16="http://schemas.microsoft.com/office/drawing/2014/main" id="{B443632A-9D6A-D09E-CA45-C14F75B0AA71}"/>
              </a:ext>
            </a:extLst>
          </p:cNvPr>
          <p:cNvSpPr>
            <a:spLocks noGrp="1"/>
          </p:cNvSpPr>
          <p:nvPr>
            <p:ph idx="1"/>
          </p:nvPr>
        </p:nvSpPr>
        <p:spPr>
          <a:xfrm>
            <a:off x="0" y="5295639"/>
            <a:ext cx="8693426" cy="1688997"/>
          </a:xfrm>
        </p:spPr>
        <p:txBody>
          <a:bodyPr/>
          <a:lstStyle/>
          <a:p>
            <a:r>
              <a:rPr lang="en-US" dirty="0"/>
              <a:t>4</a:t>
            </a:r>
            <a:r>
              <a:rPr lang="en-US" baseline="30000" dirty="0"/>
              <a:t>th</a:t>
            </a:r>
            <a:r>
              <a:rPr lang="en-US" dirty="0"/>
              <a:t> row and 4</a:t>
            </a:r>
            <a:r>
              <a:rPr lang="en-US" baseline="30000" dirty="0"/>
              <a:t>th</a:t>
            </a:r>
            <a:r>
              <a:rPr lang="en-US" dirty="0"/>
              <a:t> column is the addition of the additional state </a:t>
            </a:r>
            <a:r>
              <a:rPr lang="en-US" dirty="0" err="1"/>
              <a:t>delta_a</a:t>
            </a:r>
            <a:endParaRPr lang="en-NL" dirty="0"/>
          </a:p>
        </p:txBody>
      </p:sp>
      <p:pic>
        <p:nvPicPr>
          <p:cNvPr id="5" name="Picture 4">
            <a:extLst>
              <a:ext uri="{FF2B5EF4-FFF2-40B4-BE49-F238E27FC236}">
                <a16:creationId xmlns:a16="http://schemas.microsoft.com/office/drawing/2014/main" id="{D05F012A-3A19-007F-9437-0C50D7788D09}"/>
              </a:ext>
            </a:extLst>
          </p:cNvPr>
          <p:cNvPicPr>
            <a:picLocks noChangeAspect="1"/>
          </p:cNvPicPr>
          <p:nvPr/>
        </p:nvPicPr>
        <p:blipFill>
          <a:blip r:embed="rId2"/>
          <a:stretch>
            <a:fillRect/>
          </a:stretch>
        </p:blipFill>
        <p:spPr>
          <a:xfrm>
            <a:off x="0" y="2013589"/>
            <a:ext cx="12192000" cy="2830821"/>
          </a:xfrm>
          <a:prstGeom prst="rect">
            <a:avLst/>
          </a:prstGeom>
        </p:spPr>
      </p:pic>
    </p:spTree>
    <p:extLst>
      <p:ext uri="{BB962C8B-B14F-4D97-AF65-F5344CB8AC3E}">
        <p14:creationId xmlns:p14="http://schemas.microsoft.com/office/powerpoint/2010/main" val="1070310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DAB35-6211-7F79-EDFF-7EAC8F133158}"/>
              </a:ext>
            </a:extLst>
          </p:cNvPr>
          <p:cNvSpPr>
            <a:spLocks noGrp="1"/>
          </p:cNvSpPr>
          <p:nvPr>
            <p:ph type="title"/>
          </p:nvPr>
        </p:nvSpPr>
        <p:spPr/>
        <p:txBody>
          <a:bodyPr/>
          <a:lstStyle/>
          <a:p>
            <a:r>
              <a:rPr lang="en-US" dirty="0"/>
              <a:t>Simulation</a:t>
            </a:r>
            <a:endParaRPr lang="en-NL" dirty="0"/>
          </a:p>
        </p:txBody>
      </p:sp>
      <p:sp>
        <p:nvSpPr>
          <p:cNvPr id="3" name="Content Placeholder 2">
            <a:extLst>
              <a:ext uri="{FF2B5EF4-FFF2-40B4-BE49-F238E27FC236}">
                <a16:creationId xmlns:a16="http://schemas.microsoft.com/office/drawing/2014/main" id="{1A017B56-BF87-E9A7-BBCC-12E644ED9002}"/>
              </a:ext>
            </a:extLst>
          </p:cNvPr>
          <p:cNvSpPr>
            <a:spLocks noGrp="1"/>
          </p:cNvSpPr>
          <p:nvPr>
            <p:ph idx="1"/>
          </p:nvPr>
        </p:nvSpPr>
        <p:spPr/>
        <p:txBody>
          <a:bodyPr/>
          <a:lstStyle/>
          <a:p>
            <a:r>
              <a:rPr lang="en-US" dirty="0"/>
              <a:t>Trajectories</a:t>
            </a:r>
          </a:p>
          <a:p>
            <a:r>
              <a:rPr lang="en-US" dirty="0"/>
              <a:t>Previous results</a:t>
            </a:r>
          </a:p>
          <a:p>
            <a:r>
              <a:rPr lang="en-US" dirty="0"/>
              <a:t>Changes based on these results</a:t>
            </a:r>
          </a:p>
        </p:txBody>
      </p:sp>
    </p:spTree>
    <p:extLst>
      <p:ext uri="{BB962C8B-B14F-4D97-AF65-F5344CB8AC3E}">
        <p14:creationId xmlns:p14="http://schemas.microsoft.com/office/powerpoint/2010/main" val="1617213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56471-80CA-04CF-98C5-5E5C9D0D3B58}"/>
              </a:ext>
            </a:extLst>
          </p:cNvPr>
          <p:cNvSpPr>
            <a:spLocks noGrp="1"/>
          </p:cNvSpPr>
          <p:nvPr>
            <p:ph type="title"/>
          </p:nvPr>
        </p:nvSpPr>
        <p:spPr/>
        <p:txBody>
          <a:bodyPr/>
          <a:lstStyle/>
          <a:p>
            <a:r>
              <a:rPr lang="en-US" dirty="0"/>
              <a:t>Simulation</a:t>
            </a:r>
            <a:br>
              <a:rPr lang="en-US" dirty="0"/>
            </a:br>
            <a:r>
              <a:rPr lang="en-US" dirty="0"/>
              <a:t>Multiple Trajectories</a:t>
            </a:r>
            <a:endParaRPr lang="en-NL" dirty="0"/>
          </a:p>
        </p:txBody>
      </p:sp>
      <p:sp>
        <p:nvSpPr>
          <p:cNvPr id="3" name="Content Placeholder 2">
            <a:extLst>
              <a:ext uri="{FF2B5EF4-FFF2-40B4-BE49-F238E27FC236}">
                <a16:creationId xmlns:a16="http://schemas.microsoft.com/office/drawing/2014/main" id="{D9E30E5C-2ADA-45F9-9730-4E1A4615FA6B}"/>
              </a:ext>
            </a:extLst>
          </p:cNvPr>
          <p:cNvSpPr>
            <a:spLocks noGrp="1"/>
          </p:cNvSpPr>
          <p:nvPr>
            <p:ph idx="1"/>
          </p:nvPr>
        </p:nvSpPr>
        <p:spPr/>
        <p:txBody>
          <a:bodyPr/>
          <a:lstStyle/>
          <a:p>
            <a:endParaRPr lang="en-NL" dirty="0"/>
          </a:p>
        </p:txBody>
      </p:sp>
      <p:pic>
        <p:nvPicPr>
          <p:cNvPr id="9" name="Picture 8">
            <a:extLst>
              <a:ext uri="{FF2B5EF4-FFF2-40B4-BE49-F238E27FC236}">
                <a16:creationId xmlns:a16="http://schemas.microsoft.com/office/drawing/2014/main" id="{6493201E-36C7-887A-1A22-BB27D15DCDD8}"/>
              </a:ext>
            </a:extLst>
          </p:cNvPr>
          <p:cNvPicPr>
            <a:picLocks noChangeAspect="1"/>
          </p:cNvPicPr>
          <p:nvPr/>
        </p:nvPicPr>
        <p:blipFill>
          <a:blip r:embed="rId3"/>
          <a:stretch>
            <a:fillRect/>
          </a:stretch>
        </p:blipFill>
        <p:spPr>
          <a:xfrm>
            <a:off x="98707" y="1941372"/>
            <a:ext cx="11431003" cy="3301960"/>
          </a:xfrm>
          <a:prstGeom prst="rect">
            <a:avLst/>
          </a:prstGeom>
        </p:spPr>
      </p:pic>
    </p:spTree>
    <p:extLst>
      <p:ext uri="{BB962C8B-B14F-4D97-AF65-F5344CB8AC3E}">
        <p14:creationId xmlns:p14="http://schemas.microsoft.com/office/powerpoint/2010/main" val="1130175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4EF3C-99AC-8CE8-24E5-4B8F18D7E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832B12-89E6-BEA0-3F79-CC5B32CD1133}"/>
              </a:ext>
            </a:extLst>
          </p:cNvPr>
          <p:cNvSpPr>
            <a:spLocks noGrp="1"/>
          </p:cNvSpPr>
          <p:nvPr>
            <p:ph type="title"/>
          </p:nvPr>
        </p:nvSpPr>
        <p:spPr/>
        <p:txBody>
          <a:bodyPr/>
          <a:lstStyle/>
          <a:p>
            <a:r>
              <a:rPr lang="en-US" dirty="0"/>
              <a:t>Simulation</a:t>
            </a:r>
            <a:br>
              <a:rPr lang="en-US" dirty="0"/>
            </a:br>
            <a:r>
              <a:rPr lang="en-US" dirty="0"/>
              <a:t>Multiple Trajectories</a:t>
            </a:r>
            <a:endParaRPr lang="en-NL" dirty="0"/>
          </a:p>
        </p:txBody>
      </p:sp>
      <p:sp>
        <p:nvSpPr>
          <p:cNvPr id="3" name="Content Placeholder 2">
            <a:extLst>
              <a:ext uri="{FF2B5EF4-FFF2-40B4-BE49-F238E27FC236}">
                <a16:creationId xmlns:a16="http://schemas.microsoft.com/office/drawing/2014/main" id="{83323298-5D05-CB78-549A-C9BEB8524433}"/>
              </a:ext>
            </a:extLst>
          </p:cNvPr>
          <p:cNvSpPr>
            <a:spLocks noGrp="1"/>
          </p:cNvSpPr>
          <p:nvPr>
            <p:ph idx="1"/>
          </p:nvPr>
        </p:nvSpPr>
        <p:spPr/>
        <p:txBody>
          <a:bodyPr/>
          <a:lstStyle/>
          <a:p>
            <a:endParaRPr lang="en-NL" dirty="0"/>
          </a:p>
        </p:txBody>
      </p:sp>
      <p:pic>
        <p:nvPicPr>
          <p:cNvPr id="9" name="Picture 8">
            <a:extLst>
              <a:ext uri="{FF2B5EF4-FFF2-40B4-BE49-F238E27FC236}">
                <a16:creationId xmlns:a16="http://schemas.microsoft.com/office/drawing/2014/main" id="{3F4AD962-0046-33DE-02FF-9B44EBA3885C}"/>
              </a:ext>
            </a:extLst>
          </p:cNvPr>
          <p:cNvPicPr>
            <a:picLocks noChangeAspect="1"/>
          </p:cNvPicPr>
          <p:nvPr/>
        </p:nvPicPr>
        <p:blipFill>
          <a:blip r:embed="rId3"/>
          <a:stretch>
            <a:fillRect/>
          </a:stretch>
        </p:blipFill>
        <p:spPr>
          <a:xfrm>
            <a:off x="98707" y="1941372"/>
            <a:ext cx="11431003" cy="3301960"/>
          </a:xfrm>
          <a:prstGeom prst="rect">
            <a:avLst/>
          </a:prstGeom>
        </p:spPr>
      </p:pic>
      <p:sp>
        <p:nvSpPr>
          <p:cNvPr id="5" name="TextBox 4">
            <a:extLst>
              <a:ext uri="{FF2B5EF4-FFF2-40B4-BE49-F238E27FC236}">
                <a16:creationId xmlns:a16="http://schemas.microsoft.com/office/drawing/2014/main" id="{7D9FF41E-F867-A1DD-2B7C-BF48DC1B3620}"/>
              </a:ext>
            </a:extLst>
          </p:cNvPr>
          <p:cNvSpPr txBox="1"/>
          <p:nvPr/>
        </p:nvSpPr>
        <p:spPr>
          <a:xfrm>
            <a:off x="285750" y="5243332"/>
            <a:ext cx="6094476" cy="954107"/>
          </a:xfrm>
          <a:prstGeom prst="rect">
            <a:avLst/>
          </a:prstGeom>
          <a:noFill/>
        </p:spPr>
        <p:txBody>
          <a:bodyPr wrap="square">
            <a:spAutoFit/>
          </a:bodyPr>
          <a:lstStyle/>
          <a:p>
            <a:r>
              <a:rPr lang="en-US" sz="2800" b="1" dirty="0"/>
              <a:t>Noiseless data</a:t>
            </a:r>
          </a:p>
          <a:p>
            <a:r>
              <a:rPr lang="en-US" sz="2800" b="1" dirty="0"/>
              <a:t>No </a:t>
            </a:r>
            <a:r>
              <a:rPr lang="en-US" sz="2800" b="1" dirty="0" err="1"/>
              <a:t>multisine</a:t>
            </a:r>
            <a:r>
              <a:rPr lang="en-US" sz="2800" b="1" dirty="0"/>
              <a:t> injected</a:t>
            </a:r>
            <a:endParaRPr lang="en-NL" sz="2800" b="1" dirty="0"/>
          </a:p>
        </p:txBody>
      </p:sp>
      <p:sp>
        <p:nvSpPr>
          <p:cNvPr id="4" name="Rectangle 3">
            <a:extLst>
              <a:ext uri="{FF2B5EF4-FFF2-40B4-BE49-F238E27FC236}">
                <a16:creationId xmlns:a16="http://schemas.microsoft.com/office/drawing/2014/main" id="{D4370449-4B0D-95AF-EEFD-C4FA9AFB418C}"/>
              </a:ext>
            </a:extLst>
          </p:cNvPr>
          <p:cNvSpPr/>
          <p:nvPr/>
        </p:nvSpPr>
        <p:spPr>
          <a:xfrm>
            <a:off x="10463514" y="2118167"/>
            <a:ext cx="890286" cy="28589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059623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2F82E-AB8C-B4A1-C60E-5FD80C92E879}"/>
              </a:ext>
            </a:extLst>
          </p:cNvPr>
          <p:cNvSpPr>
            <a:spLocks noGrp="1"/>
          </p:cNvSpPr>
          <p:nvPr>
            <p:ph type="title"/>
          </p:nvPr>
        </p:nvSpPr>
        <p:spPr/>
        <p:txBody>
          <a:bodyPr/>
          <a:lstStyle/>
          <a:p>
            <a:r>
              <a:rPr lang="en-US" dirty="0"/>
              <a:t>Simulation</a:t>
            </a:r>
            <a:br>
              <a:rPr lang="en-US" dirty="0"/>
            </a:br>
            <a:r>
              <a:rPr lang="en-US" dirty="0"/>
              <a:t>Channel normalization</a:t>
            </a:r>
            <a:endParaRPr lang="en-NL" dirty="0"/>
          </a:p>
        </p:txBody>
      </p:sp>
      <p:sp>
        <p:nvSpPr>
          <p:cNvPr id="3" name="Content Placeholder 2">
            <a:extLst>
              <a:ext uri="{FF2B5EF4-FFF2-40B4-BE49-F238E27FC236}">
                <a16:creationId xmlns:a16="http://schemas.microsoft.com/office/drawing/2014/main" id="{73C459EF-F7CC-CBCA-AF4A-18B5BA1D1532}"/>
              </a:ext>
            </a:extLst>
          </p:cNvPr>
          <p:cNvSpPr>
            <a:spLocks noGrp="1"/>
          </p:cNvSpPr>
          <p:nvPr>
            <p:ph idx="1"/>
          </p:nvPr>
        </p:nvSpPr>
        <p:spPr/>
        <p:txBody>
          <a:bodyPr>
            <a:normAutofit lnSpcReduction="10000"/>
          </a:bodyPr>
          <a:lstStyle/>
          <a:p>
            <a:r>
              <a:rPr lang="en-US" dirty="0"/>
              <a:t>Previously one global sigma per channel:</a:t>
            </a:r>
          </a:p>
          <a:p>
            <a:pPr lvl="1"/>
            <a:r>
              <a:rPr lang="en-US" dirty="0"/>
              <a:t>Sigma: per-channel std of X1, X2, Y pooled over all 6 trajectories</a:t>
            </a:r>
          </a:p>
          <a:p>
            <a:pPr lvl="1"/>
            <a:r>
              <a:rPr lang="en-US" dirty="0"/>
              <a:t>Loss: MSE((q1_sim − q1_meas) / σ), normalizing X1, X2, Y to equal weight</a:t>
            </a:r>
          </a:p>
          <a:p>
            <a:endParaRPr lang="en-US" dirty="0"/>
          </a:p>
          <a:p>
            <a:r>
              <a:rPr lang="en-US" dirty="0"/>
              <a:t>New method (no results):</a:t>
            </a:r>
          </a:p>
          <a:p>
            <a:pPr lvl="1"/>
            <a:r>
              <a:rPr lang="en-US" dirty="0"/>
              <a:t>Normalize per trajectory instead of one global</a:t>
            </a:r>
          </a:p>
          <a:p>
            <a:pPr lvl="1"/>
            <a:r>
              <a:rPr lang="en-US" dirty="0"/>
              <a:t>So </a:t>
            </a:r>
            <a:r>
              <a:rPr lang="fr-FR" dirty="0"/>
              <a:t>sigma[T1] = [σ_T1_X1, σ_T1_X2, σ_T1_Y]</a:t>
            </a:r>
          </a:p>
          <a:p>
            <a:pPr lvl="2"/>
            <a:r>
              <a:rPr lang="fr-FR" dirty="0" err="1"/>
              <a:t>Each</a:t>
            </a:r>
            <a:r>
              <a:rPr lang="fr-FR" dirty="0"/>
              <a:t> segment uses </a:t>
            </a:r>
            <a:r>
              <a:rPr lang="fr-FR" dirty="0" err="1"/>
              <a:t>its</a:t>
            </a:r>
            <a:r>
              <a:rPr lang="fr-FR" dirty="0"/>
              <a:t> </a:t>
            </a:r>
            <a:r>
              <a:rPr lang="fr-FR" dirty="0" err="1"/>
              <a:t>corresponding</a:t>
            </a:r>
            <a:r>
              <a:rPr lang="fr-FR" dirty="0"/>
              <a:t> </a:t>
            </a:r>
            <a:r>
              <a:rPr lang="fr-FR" dirty="0" err="1"/>
              <a:t>normalization</a:t>
            </a:r>
            <a:endParaRPr lang="fr-FR" dirty="0"/>
          </a:p>
          <a:p>
            <a:pPr marL="0" indent="0">
              <a:buNone/>
            </a:pPr>
            <a:endParaRPr lang="en-US" dirty="0"/>
          </a:p>
          <a:p>
            <a:r>
              <a:rPr lang="en-US" dirty="0"/>
              <a:t>(q1 is the measured stage positions)</a:t>
            </a:r>
            <a:endParaRPr lang="en-NL" dirty="0"/>
          </a:p>
        </p:txBody>
      </p:sp>
    </p:spTree>
    <p:extLst>
      <p:ext uri="{BB962C8B-B14F-4D97-AF65-F5344CB8AC3E}">
        <p14:creationId xmlns:p14="http://schemas.microsoft.com/office/powerpoint/2010/main" val="3777841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C073-A7FD-3162-07D8-AF67A0EE1A4D}"/>
              </a:ext>
            </a:extLst>
          </p:cNvPr>
          <p:cNvSpPr>
            <a:spLocks noGrp="1"/>
          </p:cNvSpPr>
          <p:nvPr>
            <p:ph type="title"/>
          </p:nvPr>
        </p:nvSpPr>
        <p:spPr/>
        <p:txBody>
          <a:bodyPr/>
          <a:lstStyle/>
          <a:p>
            <a:r>
              <a:rPr lang="en-US" dirty="0"/>
              <a:t>Simulation</a:t>
            </a:r>
            <a:br>
              <a:rPr lang="en-US" dirty="0"/>
            </a:br>
            <a:r>
              <a:rPr lang="en-US" dirty="0"/>
              <a:t>Channel normalization</a:t>
            </a:r>
            <a:endParaRPr lang="en-NL" dirty="0"/>
          </a:p>
        </p:txBody>
      </p:sp>
      <p:sp>
        <p:nvSpPr>
          <p:cNvPr id="3" name="Content Placeholder 2">
            <a:extLst>
              <a:ext uri="{FF2B5EF4-FFF2-40B4-BE49-F238E27FC236}">
                <a16:creationId xmlns:a16="http://schemas.microsoft.com/office/drawing/2014/main" id="{C30E8195-6A89-B283-1250-8653A7C77E35}"/>
              </a:ext>
            </a:extLst>
          </p:cNvPr>
          <p:cNvSpPr>
            <a:spLocks noGrp="1"/>
          </p:cNvSpPr>
          <p:nvPr>
            <p:ph idx="1"/>
          </p:nvPr>
        </p:nvSpPr>
        <p:spPr/>
        <p:txBody>
          <a:bodyPr/>
          <a:lstStyle/>
          <a:p>
            <a:r>
              <a:rPr lang="en-US" dirty="0"/>
              <a:t>Feedback from TU/e supervisors to use global sigma instead</a:t>
            </a:r>
          </a:p>
          <a:p>
            <a:r>
              <a:rPr lang="en-US" dirty="0"/>
              <a:t>The loss should measure errors in a consistent matter across all trajectories</a:t>
            </a:r>
          </a:p>
          <a:p>
            <a:pPr lvl="1"/>
            <a:r>
              <a:rPr lang="en-US" dirty="0"/>
              <a:t>The same physical error receives the same weight everywhere</a:t>
            </a:r>
          </a:p>
          <a:p>
            <a:pPr lvl="1"/>
            <a:r>
              <a:rPr lang="en-US" dirty="0"/>
              <a:t>Per-trajectory normalization makes the same absolute error count differently in </a:t>
            </a:r>
            <a:r>
              <a:rPr lang="en-US"/>
              <a:t>different experiments</a:t>
            </a:r>
            <a:endParaRPr lang="en-NL" dirty="0"/>
          </a:p>
        </p:txBody>
      </p:sp>
    </p:spTree>
    <p:extLst>
      <p:ext uri="{BB962C8B-B14F-4D97-AF65-F5344CB8AC3E}">
        <p14:creationId xmlns:p14="http://schemas.microsoft.com/office/powerpoint/2010/main" val="2474747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A67A6-00AC-4914-60CC-668D6D18E21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A7E615E-608C-FD84-F3B4-7108A98D699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335DF4E-DDDA-8E87-ECA1-3E819116E2B6}"/>
              </a:ext>
            </a:extLst>
          </p:cNvPr>
          <p:cNvPicPr>
            <a:picLocks noChangeAspect="1"/>
          </p:cNvPicPr>
          <p:nvPr/>
        </p:nvPicPr>
        <p:blipFill>
          <a:blip r:embed="rId2"/>
          <a:stretch>
            <a:fillRect/>
          </a:stretch>
        </p:blipFill>
        <p:spPr>
          <a:xfrm>
            <a:off x="0" y="459503"/>
            <a:ext cx="12192000" cy="5938993"/>
          </a:xfrm>
          <a:prstGeom prst="rect">
            <a:avLst/>
          </a:prstGeom>
        </p:spPr>
      </p:pic>
    </p:spTree>
    <p:extLst>
      <p:ext uri="{BB962C8B-B14F-4D97-AF65-F5344CB8AC3E}">
        <p14:creationId xmlns:p14="http://schemas.microsoft.com/office/powerpoint/2010/main" val="369788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8D6AB-FD47-B8DE-1F44-17B4C749EC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BE86A8-6A54-68BF-97D7-8F3425BC6B2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5968AD6-44F1-11F8-139C-0F22934635E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96A376A0-EA94-6952-B4C2-BFAEA0D23150}"/>
              </a:ext>
            </a:extLst>
          </p:cNvPr>
          <p:cNvPicPr>
            <a:picLocks noChangeAspect="1"/>
          </p:cNvPicPr>
          <p:nvPr/>
        </p:nvPicPr>
        <p:blipFill>
          <a:blip r:embed="rId2"/>
          <a:stretch>
            <a:fillRect/>
          </a:stretch>
        </p:blipFill>
        <p:spPr>
          <a:xfrm>
            <a:off x="0" y="459503"/>
            <a:ext cx="12192000" cy="5938993"/>
          </a:xfrm>
          <a:prstGeom prst="rect">
            <a:avLst/>
          </a:prstGeom>
        </p:spPr>
      </p:pic>
      <p:sp>
        <p:nvSpPr>
          <p:cNvPr id="4" name="Content Placeholder 2">
            <a:extLst>
              <a:ext uri="{FF2B5EF4-FFF2-40B4-BE49-F238E27FC236}">
                <a16:creationId xmlns:a16="http://schemas.microsoft.com/office/drawing/2014/main" id="{9A0AAB9B-EA08-F958-620E-07761DAD25B2}"/>
              </a:ext>
            </a:extLst>
          </p:cNvPr>
          <p:cNvSpPr txBox="1">
            <a:spLocks/>
          </p:cNvSpPr>
          <p:nvPr/>
        </p:nvSpPr>
        <p:spPr>
          <a:xfrm>
            <a:off x="8288042" y="1785066"/>
            <a:ext cx="6131516" cy="824800"/>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b="1" dirty="0" err="1"/>
              <a:t>Overal</a:t>
            </a:r>
            <a:r>
              <a:rPr lang="en-US" sz="4000" b="1" dirty="0"/>
              <a:t> RMSE 6.24e^-4 m</a:t>
            </a:r>
          </a:p>
          <a:p>
            <a:pPr marL="0" indent="0">
              <a:buFont typeface="Arial" panose="020B0604020202020204" pitchFamily="34" charset="0"/>
              <a:buNone/>
            </a:pPr>
            <a:r>
              <a:rPr lang="en-US" sz="4000" b="1" dirty="0"/>
              <a:t>Over all 6 trajectories</a:t>
            </a:r>
            <a:endParaRPr lang="en-NL" sz="4000" b="1" dirty="0"/>
          </a:p>
        </p:txBody>
      </p:sp>
    </p:spTree>
    <p:extLst>
      <p:ext uri="{BB962C8B-B14F-4D97-AF65-F5344CB8AC3E}">
        <p14:creationId xmlns:p14="http://schemas.microsoft.com/office/powerpoint/2010/main" val="2037383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33A9A-5EEB-530E-19B7-49775FB6BA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74F85-778C-2BC1-F7EF-888AF3B7802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F583125-D550-D49F-AFA8-83468ABA4314}"/>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023C1AE-C822-B1B0-1C23-57418CC2D728}"/>
              </a:ext>
            </a:extLst>
          </p:cNvPr>
          <p:cNvPicPr>
            <a:picLocks noChangeAspect="1"/>
          </p:cNvPicPr>
          <p:nvPr/>
        </p:nvPicPr>
        <p:blipFill>
          <a:blip r:embed="rId2"/>
          <a:stretch>
            <a:fillRect/>
          </a:stretch>
        </p:blipFill>
        <p:spPr>
          <a:xfrm>
            <a:off x="0" y="459503"/>
            <a:ext cx="12192000" cy="5938993"/>
          </a:xfrm>
          <a:prstGeom prst="rect">
            <a:avLst/>
          </a:prstGeom>
        </p:spPr>
      </p:pic>
      <p:sp>
        <p:nvSpPr>
          <p:cNvPr id="4" name="Content Placeholder 2">
            <a:extLst>
              <a:ext uri="{FF2B5EF4-FFF2-40B4-BE49-F238E27FC236}">
                <a16:creationId xmlns:a16="http://schemas.microsoft.com/office/drawing/2014/main" id="{CA273AEA-0C2F-A959-D5EC-A0527B2E0A50}"/>
              </a:ext>
            </a:extLst>
          </p:cNvPr>
          <p:cNvSpPr txBox="1">
            <a:spLocks/>
          </p:cNvSpPr>
          <p:nvPr/>
        </p:nvSpPr>
        <p:spPr>
          <a:xfrm>
            <a:off x="6615278" y="1507927"/>
            <a:ext cx="6131516" cy="824800"/>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b="1" dirty="0"/>
              <a:t>Multiple trajectories with varying batches.</a:t>
            </a:r>
          </a:p>
          <a:p>
            <a:pPr marL="0" indent="0">
              <a:buFont typeface="Arial" panose="020B0604020202020204" pitchFamily="34" charset="0"/>
              <a:buNone/>
            </a:pPr>
            <a:r>
              <a:rPr lang="en-US" sz="4000" b="1" dirty="0"/>
              <a:t>No full trajectories evaluation </a:t>
            </a:r>
            <a:r>
              <a:rPr lang="en-US" sz="4000" b="1" dirty="0" err="1"/>
              <a:t>inbetween</a:t>
            </a:r>
            <a:endParaRPr lang="en-US" sz="4000" b="1" dirty="0"/>
          </a:p>
          <a:p>
            <a:pPr marL="0" indent="0">
              <a:buFont typeface="Arial" panose="020B0604020202020204" pitchFamily="34" charset="0"/>
              <a:buNone/>
            </a:pPr>
            <a:endParaRPr lang="en-US" sz="4000" b="1" dirty="0"/>
          </a:p>
          <a:p>
            <a:pPr marL="0" indent="0">
              <a:buFont typeface="Arial" panose="020B0604020202020204" pitchFamily="34" charset="0"/>
              <a:buNone/>
            </a:pPr>
            <a:endParaRPr lang="en-NL" sz="4000" b="1" dirty="0"/>
          </a:p>
        </p:txBody>
      </p:sp>
    </p:spTree>
    <p:extLst>
      <p:ext uri="{BB962C8B-B14F-4D97-AF65-F5344CB8AC3E}">
        <p14:creationId xmlns:p14="http://schemas.microsoft.com/office/powerpoint/2010/main" val="3839809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4A024-D01D-90EE-82E2-273870A954F5}"/>
              </a:ext>
            </a:extLst>
          </p:cNvPr>
          <p:cNvSpPr>
            <a:spLocks noGrp="1"/>
          </p:cNvSpPr>
          <p:nvPr>
            <p:ph type="title"/>
          </p:nvPr>
        </p:nvSpPr>
        <p:spPr/>
        <p:txBody>
          <a:bodyPr/>
          <a:lstStyle/>
          <a:p>
            <a:r>
              <a:rPr lang="en-US" dirty="0"/>
              <a:t>Full trajectory evaluation</a:t>
            </a:r>
            <a:endParaRPr lang="en-NL" dirty="0"/>
          </a:p>
        </p:txBody>
      </p:sp>
      <p:sp>
        <p:nvSpPr>
          <p:cNvPr id="3" name="Content Placeholder 2">
            <a:extLst>
              <a:ext uri="{FF2B5EF4-FFF2-40B4-BE49-F238E27FC236}">
                <a16:creationId xmlns:a16="http://schemas.microsoft.com/office/drawing/2014/main" id="{E215D7BF-037A-717D-B15B-8687EC69CF86}"/>
              </a:ext>
            </a:extLst>
          </p:cNvPr>
          <p:cNvSpPr>
            <a:spLocks noGrp="1"/>
          </p:cNvSpPr>
          <p:nvPr>
            <p:ph idx="1"/>
          </p:nvPr>
        </p:nvSpPr>
        <p:spPr/>
        <p:txBody>
          <a:bodyPr>
            <a:normAutofit/>
          </a:bodyPr>
          <a:lstStyle/>
          <a:p>
            <a:r>
              <a:rPr lang="en-US" dirty="0"/>
              <a:t>Instead every x amount of epochs run for all 6 trajectories full evaluation to determine convergence</a:t>
            </a:r>
          </a:p>
          <a:p>
            <a:pPr lvl="1"/>
            <a:r>
              <a:rPr lang="en-US" dirty="0"/>
              <a:t>Schedule the learning rate based on evaluation</a:t>
            </a:r>
          </a:p>
          <a:p>
            <a:pPr lvl="2"/>
            <a:r>
              <a:rPr lang="en-US" dirty="0"/>
              <a:t>Comment from Maarten: in his experience doesn’t benefit that much</a:t>
            </a:r>
          </a:p>
          <a:p>
            <a:r>
              <a:rPr lang="en-US" dirty="0"/>
              <a:t>Now the model exactly matches the generated data from the system </a:t>
            </a:r>
            <a:br>
              <a:rPr lang="en-US" dirty="0"/>
            </a:br>
            <a:r>
              <a:rPr lang="en-US" dirty="0">
                <a:sym typeface="Wingdings" panose="05000000000000000000" pitchFamily="2" charset="2"/>
              </a:rPr>
              <a:t> but in true setup should have train validation test set trajectories.  </a:t>
            </a:r>
          </a:p>
          <a:p>
            <a:pPr lvl="1"/>
            <a:r>
              <a:rPr lang="en-US" dirty="0">
                <a:sym typeface="Wingdings" panose="05000000000000000000" pitchFamily="2" charset="2"/>
              </a:rPr>
              <a:t>Model selection: Use a fixed unseen validation trajectory set to evaluate/keep track of best parameters</a:t>
            </a:r>
          </a:p>
        </p:txBody>
      </p:sp>
    </p:spTree>
    <p:extLst>
      <p:ext uri="{BB962C8B-B14F-4D97-AF65-F5344CB8AC3E}">
        <p14:creationId xmlns:p14="http://schemas.microsoft.com/office/powerpoint/2010/main" val="3166191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B1B86-4A19-DD82-AB71-5372756D21FA}"/>
              </a:ext>
            </a:extLst>
          </p:cNvPr>
          <p:cNvSpPr>
            <a:spLocks noGrp="1"/>
          </p:cNvSpPr>
          <p:nvPr>
            <p:ph type="title"/>
          </p:nvPr>
        </p:nvSpPr>
        <p:spPr>
          <a:xfrm>
            <a:off x="838200" y="18255"/>
            <a:ext cx="10515600" cy="1325563"/>
          </a:xfrm>
        </p:spPr>
        <p:txBody>
          <a:bodyPr/>
          <a:lstStyle/>
          <a:p>
            <a:r>
              <a:rPr lang="en-US" dirty="0"/>
              <a:t>Convergence plot full trajectory evaluation</a:t>
            </a:r>
            <a:endParaRPr lang="en-NL" dirty="0"/>
          </a:p>
        </p:txBody>
      </p:sp>
      <p:sp>
        <p:nvSpPr>
          <p:cNvPr id="3" name="Content Placeholder 2">
            <a:extLst>
              <a:ext uri="{FF2B5EF4-FFF2-40B4-BE49-F238E27FC236}">
                <a16:creationId xmlns:a16="http://schemas.microsoft.com/office/drawing/2014/main" id="{9FEFBA1E-5A93-3F9E-9BFA-340DCDFC4E43}"/>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45E9D44E-42EF-667D-3A3C-ADE2D5BD8972}"/>
              </a:ext>
            </a:extLst>
          </p:cNvPr>
          <p:cNvPicPr>
            <a:picLocks noChangeAspect="1"/>
          </p:cNvPicPr>
          <p:nvPr/>
        </p:nvPicPr>
        <p:blipFill>
          <a:blip r:embed="rId2"/>
          <a:stretch>
            <a:fillRect/>
          </a:stretch>
        </p:blipFill>
        <p:spPr>
          <a:xfrm>
            <a:off x="92597" y="1100248"/>
            <a:ext cx="12192000" cy="6106234"/>
          </a:xfrm>
          <a:prstGeom prst="rect">
            <a:avLst/>
          </a:prstGeom>
        </p:spPr>
      </p:pic>
    </p:spTree>
    <p:extLst>
      <p:ext uri="{BB962C8B-B14F-4D97-AF65-F5344CB8AC3E}">
        <p14:creationId xmlns:p14="http://schemas.microsoft.com/office/powerpoint/2010/main" val="602168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93A04-FF0F-7DD9-FBD7-02336F9E351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FE701D9-8ADA-F92D-6BA7-C701B5E0ACB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2625952-7BB4-2D00-1818-B5877359DFCB}"/>
              </a:ext>
            </a:extLst>
          </p:cNvPr>
          <p:cNvPicPr>
            <a:picLocks noChangeAspect="1"/>
          </p:cNvPicPr>
          <p:nvPr/>
        </p:nvPicPr>
        <p:blipFill>
          <a:blip r:embed="rId2"/>
          <a:stretch>
            <a:fillRect/>
          </a:stretch>
        </p:blipFill>
        <p:spPr>
          <a:xfrm>
            <a:off x="860626" y="463447"/>
            <a:ext cx="10470748" cy="5308088"/>
          </a:xfrm>
          <a:prstGeom prst="rect">
            <a:avLst/>
          </a:prstGeom>
        </p:spPr>
      </p:pic>
    </p:spTree>
    <p:extLst>
      <p:ext uri="{BB962C8B-B14F-4D97-AF65-F5344CB8AC3E}">
        <p14:creationId xmlns:p14="http://schemas.microsoft.com/office/powerpoint/2010/main" val="96759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88F2F-8F41-7F84-45F8-E52271EBD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0AFAF-20AC-3905-8B0E-D6D620728CD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C3E4896-234B-A9BA-8C46-A2DE2EE317E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DAA4349D-B9C6-05C8-A7D9-9390681A3390}"/>
              </a:ext>
            </a:extLst>
          </p:cNvPr>
          <p:cNvPicPr>
            <a:picLocks noChangeAspect="1"/>
          </p:cNvPicPr>
          <p:nvPr/>
        </p:nvPicPr>
        <p:blipFill>
          <a:blip r:embed="rId2"/>
          <a:stretch>
            <a:fillRect/>
          </a:stretch>
        </p:blipFill>
        <p:spPr>
          <a:xfrm>
            <a:off x="860626" y="463447"/>
            <a:ext cx="10470748" cy="5308088"/>
          </a:xfrm>
          <a:prstGeom prst="rect">
            <a:avLst/>
          </a:prstGeom>
        </p:spPr>
      </p:pic>
      <p:sp>
        <p:nvSpPr>
          <p:cNvPr id="4" name="Content Placeholder 2">
            <a:extLst>
              <a:ext uri="{FF2B5EF4-FFF2-40B4-BE49-F238E27FC236}">
                <a16:creationId xmlns:a16="http://schemas.microsoft.com/office/drawing/2014/main" id="{AA845D8A-F8A9-3F78-5D0B-4FDFE11B4917}"/>
              </a:ext>
            </a:extLst>
          </p:cNvPr>
          <p:cNvSpPr txBox="1">
            <a:spLocks/>
          </p:cNvSpPr>
          <p:nvPr/>
        </p:nvSpPr>
        <p:spPr>
          <a:xfrm>
            <a:off x="284042" y="5869857"/>
            <a:ext cx="6131516" cy="82480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b="1" dirty="0"/>
              <a:t>Note: best epoch is the final epoch, not fully converged</a:t>
            </a:r>
          </a:p>
          <a:p>
            <a:pPr marL="0" indent="0">
              <a:buFont typeface="Arial" panose="020B0604020202020204" pitchFamily="34" charset="0"/>
              <a:buNone/>
            </a:pPr>
            <a:endParaRPr lang="en-US" sz="4000" b="1" dirty="0"/>
          </a:p>
          <a:p>
            <a:pPr marL="0" indent="0">
              <a:buFont typeface="Arial" panose="020B0604020202020204" pitchFamily="34" charset="0"/>
              <a:buNone/>
            </a:pPr>
            <a:endParaRPr lang="en-NL" sz="4000" b="1" dirty="0"/>
          </a:p>
        </p:txBody>
      </p:sp>
    </p:spTree>
    <p:extLst>
      <p:ext uri="{BB962C8B-B14F-4D97-AF65-F5344CB8AC3E}">
        <p14:creationId xmlns:p14="http://schemas.microsoft.com/office/powerpoint/2010/main" val="3922492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2233C-45BA-0F28-5CBB-C7AC223FF14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6A218B6-741E-0CCA-6E29-04436AF7B1F9}"/>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A9A9D42B-3957-E68C-CEE9-2E270AE2F20B}"/>
              </a:ext>
            </a:extLst>
          </p:cNvPr>
          <p:cNvPicPr>
            <a:picLocks noChangeAspect="1"/>
          </p:cNvPicPr>
          <p:nvPr/>
        </p:nvPicPr>
        <p:blipFill>
          <a:blip r:embed="rId3"/>
          <a:stretch>
            <a:fillRect/>
          </a:stretch>
        </p:blipFill>
        <p:spPr>
          <a:xfrm>
            <a:off x="1621358" y="102114"/>
            <a:ext cx="8466309" cy="6143237"/>
          </a:xfrm>
          <a:prstGeom prst="rect">
            <a:avLst/>
          </a:prstGeom>
        </p:spPr>
      </p:pic>
      <p:pic>
        <p:nvPicPr>
          <p:cNvPr id="5" name="Picture 4">
            <a:extLst>
              <a:ext uri="{FF2B5EF4-FFF2-40B4-BE49-F238E27FC236}">
                <a16:creationId xmlns:a16="http://schemas.microsoft.com/office/drawing/2014/main" id="{7CDC1BE1-17D1-05E1-AFDD-551E50BB7D86}"/>
              </a:ext>
            </a:extLst>
          </p:cNvPr>
          <p:cNvPicPr>
            <a:picLocks noChangeAspect="1"/>
          </p:cNvPicPr>
          <p:nvPr/>
        </p:nvPicPr>
        <p:blipFill>
          <a:blip r:embed="rId4"/>
          <a:stretch>
            <a:fillRect/>
          </a:stretch>
        </p:blipFill>
        <p:spPr>
          <a:xfrm>
            <a:off x="1621358" y="102114"/>
            <a:ext cx="8873460" cy="6133887"/>
          </a:xfrm>
          <a:prstGeom prst="rect">
            <a:avLst/>
          </a:prstGeom>
        </p:spPr>
      </p:pic>
    </p:spTree>
    <p:extLst>
      <p:ext uri="{BB962C8B-B14F-4D97-AF65-F5344CB8AC3E}">
        <p14:creationId xmlns:p14="http://schemas.microsoft.com/office/powerpoint/2010/main" val="1575653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E18C7-648F-626D-9AA9-D462D5D65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3239B-201E-9998-194B-EB4400AF737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F44DD9B-7D42-0688-0829-D7EF2DDCB3B3}"/>
              </a:ext>
            </a:extLst>
          </p:cNvPr>
          <p:cNvSpPr>
            <a:spLocks noGrp="1"/>
          </p:cNvSpPr>
          <p:nvPr>
            <p:ph idx="1"/>
          </p:nvPr>
        </p:nvSpPr>
        <p:spPr>
          <a:xfrm>
            <a:off x="1920298" y="365125"/>
            <a:ext cx="4599432" cy="824800"/>
          </a:xfrm>
        </p:spPr>
        <p:txBody>
          <a:bodyPr>
            <a:normAutofit/>
          </a:bodyPr>
          <a:lstStyle/>
          <a:p>
            <a:pPr marL="0" indent="0">
              <a:buNone/>
            </a:pPr>
            <a:r>
              <a:rPr lang="en-US" sz="4000" b="1" dirty="0"/>
              <a:t>Multiple</a:t>
            </a:r>
            <a:endParaRPr lang="en-NL" sz="4000" b="1" dirty="0"/>
          </a:p>
        </p:txBody>
      </p:sp>
      <p:pic>
        <p:nvPicPr>
          <p:cNvPr id="4" name="Picture 3">
            <a:extLst>
              <a:ext uri="{FF2B5EF4-FFF2-40B4-BE49-F238E27FC236}">
                <a16:creationId xmlns:a16="http://schemas.microsoft.com/office/drawing/2014/main" id="{28C8B563-2D19-D011-16CB-AA44E963D81F}"/>
              </a:ext>
            </a:extLst>
          </p:cNvPr>
          <p:cNvPicPr>
            <a:picLocks noChangeAspect="1"/>
          </p:cNvPicPr>
          <p:nvPr/>
        </p:nvPicPr>
        <p:blipFill>
          <a:blip r:embed="rId3"/>
          <a:stretch>
            <a:fillRect/>
          </a:stretch>
        </p:blipFill>
        <p:spPr>
          <a:xfrm>
            <a:off x="0" y="895478"/>
            <a:ext cx="6000162" cy="4353776"/>
          </a:xfrm>
          <a:prstGeom prst="rect">
            <a:avLst/>
          </a:prstGeom>
        </p:spPr>
      </p:pic>
      <p:pic>
        <p:nvPicPr>
          <p:cNvPr id="6" name="Picture 5">
            <a:extLst>
              <a:ext uri="{FF2B5EF4-FFF2-40B4-BE49-F238E27FC236}">
                <a16:creationId xmlns:a16="http://schemas.microsoft.com/office/drawing/2014/main" id="{943802C5-29BF-06E9-F87B-82B4A50C5007}"/>
              </a:ext>
            </a:extLst>
          </p:cNvPr>
          <p:cNvPicPr>
            <a:picLocks noChangeAspect="1"/>
          </p:cNvPicPr>
          <p:nvPr/>
        </p:nvPicPr>
        <p:blipFill>
          <a:blip r:embed="rId4"/>
          <a:stretch>
            <a:fillRect/>
          </a:stretch>
        </p:blipFill>
        <p:spPr>
          <a:xfrm>
            <a:off x="6392774" y="895478"/>
            <a:ext cx="6000162" cy="4351338"/>
          </a:xfrm>
          <a:prstGeom prst="rect">
            <a:avLst/>
          </a:prstGeom>
        </p:spPr>
      </p:pic>
      <p:sp>
        <p:nvSpPr>
          <p:cNvPr id="7" name="Content Placeholder 2">
            <a:extLst>
              <a:ext uri="{FF2B5EF4-FFF2-40B4-BE49-F238E27FC236}">
                <a16:creationId xmlns:a16="http://schemas.microsoft.com/office/drawing/2014/main" id="{4857C1AD-06CA-E65D-01F0-2EFD7B80C42D}"/>
              </a:ext>
            </a:extLst>
          </p:cNvPr>
          <p:cNvSpPr txBox="1">
            <a:spLocks/>
          </p:cNvSpPr>
          <p:nvPr/>
        </p:nvSpPr>
        <p:spPr>
          <a:xfrm>
            <a:off x="8785454" y="365125"/>
            <a:ext cx="4599432" cy="82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b="1" dirty="0"/>
              <a:t>One</a:t>
            </a:r>
            <a:endParaRPr lang="en-NL" sz="4000" b="1" dirty="0"/>
          </a:p>
        </p:txBody>
      </p:sp>
      <p:pic>
        <p:nvPicPr>
          <p:cNvPr id="11" name="Picture 10">
            <a:extLst>
              <a:ext uri="{FF2B5EF4-FFF2-40B4-BE49-F238E27FC236}">
                <a16:creationId xmlns:a16="http://schemas.microsoft.com/office/drawing/2014/main" id="{E41848B0-5EF6-D925-DFF6-C6EDC6908CEE}"/>
              </a:ext>
            </a:extLst>
          </p:cNvPr>
          <p:cNvPicPr>
            <a:picLocks noChangeAspect="1"/>
          </p:cNvPicPr>
          <p:nvPr/>
        </p:nvPicPr>
        <p:blipFill>
          <a:blip r:embed="rId5"/>
          <a:stretch>
            <a:fillRect/>
          </a:stretch>
        </p:blipFill>
        <p:spPr>
          <a:xfrm>
            <a:off x="-1" y="895478"/>
            <a:ext cx="6294773" cy="4351338"/>
          </a:xfrm>
          <a:prstGeom prst="rect">
            <a:avLst/>
          </a:prstGeom>
        </p:spPr>
      </p:pic>
    </p:spTree>
    <p:extLst>
      <p:ext uri="{BB962C8B-B14F-4D97-AF65-F5344CB8AC3E}">
        <p14:creationId xmlns:p14="http://schemas.microsoft.com/office/powerpoint/2010/main" val="30317575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B90F1-AC6A-0009-8522-EB401C19E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C1A604-BADA-8D6D-CA71-6029017F005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E641FB2-E394-8603-3373-E2B6BC289DA6}"/>
              </a:ext>
            </a:extLst>
          </p:cNvPr>
          <p:cNvSpPr>
            <a:spLocks noGrp="1"/>
          </p:cNvSpPr>
          <p:nvPr>
            <p:ph idx="1"/>
          </p:nvPr>
        </p:nvSpPr>
        <p:spPr>
          <a:xfrm>
            <a:off x="1920298" y="365125"/>
            <a:ext cx="4599432" cy="824800"/>
          </a:xfrm>
        </p:spPr>
        <p:txBody>
          <a:bodyPr>
            <a:normAutofit/>
          </a:bodyPr>
          <a:lstStyle/>
          <a:p>
            <a:pPr marL="0" indent="0">
              <a:buNone/>
            </a:pPr>
            <a:r>
              <a:rPr lang="en-US" sz="4000" b="1" dirty="0"/>
              <a:t>Multiple</a:t>
            </a:r>
            <a:endParaRPr lang="en-NL" sz="4000" b="1" dirty="0"/>
          </a:p>
        </p:txBody>
      </p:sp>
      <p:pic>
        <p:nvPicPr>
          <p:cNvPr id="4" name="Picture 3">
            <a:extLst>
              <a:ext uri="{FF2B5EF4-FFF2-40B4-BE49-F238E27FC236}">
                <a16:creationId xmlns:a16="http://schemas.microsoft.com/office/drawing/2014/main" id="{0BBDB2D4-854E-50EB-0143-633349C082F4}"/>
              </a:ext>
            </a:extLst>
          </p:cNvPr>
          <p:cNvPicPr>
            <a:picLocks noChangeAspect="1"/>
          </p:cNvPicPr>
          <p:nvPr/>
        </p:nvPicPr>
        <p:blipFill>
          <a:blip r:embed="rId3"/>
          <a:stretch>
            <a:fillRect/>
          </a:stretch>
        </p:blipFill>
        <p:spPr>
          <a:xfrm>
            <a:off x="0" y="895478"/>
            <a:ext cx="6000162" cy="4353776"/>
          </a:xfrm>
          <a:prstGeom prst="rect">
            <a:avLst/>
          </a:prstGeom>
        </p:spPr>
      </p:pic>
      <p:pic>
        <p:nvPicPr>
          <p:cNvPr id="6" name="Picture 5">
            <a:extLst>
              <a:ext uri="{FF2B5EF4-FFF2-40B4-BE49-F238E27FC236}">
                <a16:creationId xmlns:a16="http://schemas.microsoft.com/office/drawing/2014/main" id="{64F842B4-57EF-3C82-F48C-D54E60350674}"/>
              </a:ext>
            </a:extLst>
          </p:cNvPr>
          <p:cNvPicPr>
            <a:picLocks noChangeAspect="1"/>
          </p:cNvPicPr>
          <p:nvPr/>
        </p:nvPicPr>
        <p:blipFill>
          <a:blip r:embed="rId4"/>
          <a:stretch>
            <a:fillRect/>
          </a:stretch>
        </p:blipFill>
        <p:spPr>
          <a:xfrm>
            <a:off x="6392774" y="895478"/>
            <a:ext cx="6000162" cy="4351338"/>
          </a:xfrm>
          <a:prstGeom prst="rect">
            <a:avLst/>
          </a:prstGeom>
        </p:spPr>
      </p:pic>
      <p:sp>
        <p:nvSpPr>
          <p:cNvPr id="7" name="Content Placeholder 2">
            <a:extLst>
              <a:ext uri="{FF2B5EF4-FFF2-40B4-BE49-F238E27FC236}">
                <a16:creationId xmlns:a16="http://schemas.microsoft.com/office/drawing/2014/main" id="{8E410ECF-3F84-704A-9EB8-193A074D474E}"/>
              </a:ext>
            </a:extLst>
          </p:cNvPr>
          <p:cNvSpPr txBox="1">
            <a:spLocks/>
          </p:cNvSpPr>
          <p:nvPr/>
        </p:nvSpPr>
        <p:spPr>
          <a:xfrm>
            <a:off x="8785454" y="365125"/>
            <a:ext cx="4599432" cy="82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b="1" dirty="0"/>
              <a:t>One</a:t>
            </a:r>
            <a:endParaRPr lang="en-NL" sz="4000" b="1" dirty="0"/>
          </a:p>
        </p:txBody>
      </p:sp>
      <p:sp>
        <p:nvSpPr>
          <p:cNvPr id="5" name="Rectangle 4">
            <a:extLst>
              <a:ext uri="{FF2B5EF4-FFF2-40B4-BE49-F238E27FC236}">
                <a16:creationId xmlns:a16="http://schemas.microsoft.com/office/drawing/2014/main" id="{0FF9E87C-1F44-7664-AA54-DD4E1FEFAF36}"/>
              </a:ext>
            </a:extLst>
          </p:cNvPr>
          <p:cNvSpPr/>
          <p:nvPr/>
        </p:nvSpPr>
        <p:spPr>
          <a:xfrm>
            <a:off x="6519730" y="2989456"/>
            <a:ext cx="5394901" cy="238376"/>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8" name="Rectangle 7">
            <a:extLst>
              <a:ext uri="{FF2B5EF4-FFF2-40B4-BE49-F238E27FC236}">
                <a16:creationId xmlns:a16="http://schemas.microsoft.com/office/drawing/2014/main" id="{C7315257-7DC9-DA31-4984-4BDD9380E6D9}"/>
              </a:ext>
            </a:extLst>
          </p:cNvPr>
          <p:cNvSpPr/>
          <p:nvPr/>
        </p:nvSpPr>
        <p:spPr>
          <a:xfrm>
            <a:off x="6519730" y="3685033"/>
            <a:ext cx="5394900" cy="238376"/>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9" name="Content Placeholder 2">
            <a:extLst>
              <a:ext uri="{FF2B5EF4-FFF2-40B4-BE49-F238E27FC236}">
                <a16:creationId xmlns:a16="http://schemas.microsoft.com/office/drawing/2014/main" id="{8190D18A-BAFB-C96E-E39C-8FB73F00E88C}"/>
              </a:ext>
            </a:extLst>
          </p:cNvPr>
          <p:cNvSpPr txBox="1">
            <a:spLocks/>
          </p:cNvSpPr>
          <p:nvPr/>
        </p:nvSpPr>
        <p:spPr>
          <a:xfrm>
            <a:off x="388214" y="5446141"/>
            <a:ext cx="6131516" cy="824800"/>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b="1" dirty="0"/>
              <a:t>Multiple trajectories are able to identify more parameters. Previous trajectory was Y-only</a:t>
            </a:r>
          </a:p>
          <a:p>
            <a:pPr marL="0" indent="0">
              <a:buFont typeface="Arial" panose="020B0604020202020204" pitchFamily="34" charset="0"/>
              <a:buNone/>
            </a:pPr>
            <a:endParaRPr lang="en-US" sz="4000" b="1" dirty="0"/>
          </a:p>
          <a:p>
            <a:pPr marL="0" indent="0">
              <a:buFont typeface="Arial" panose="020B0604020202020204" pitchFamily="34" charset="0"/>
              <a:buNone/>
            </a:pPr>
            <a:endParaRPr lang="en-NL" sz="4000" b="1" dirty="0"/>
          </a:p>
        </p:txBody>
      </p:sp>
      <p:pic>
        <p:nvPicPr>
          <p:cNvPr id="11" name="Picture 10">
            <a:extLst>
              <a:ext uri="{FF2B5EF4-FFF2-40B4-BE49-F238E27FC236}">
                <a16:creationId xmlns:a16="http://schemas.microsoft.com/office/drawing/2014/main" id="{681841AD-D399-743D-F327-E1B0498DD48D}"/>
              </a:ext>
            </a:extLst>
          </p:cNvPr>
          <p:cNvPicPr>
            <a:picLocks noChangeAspect="1"/>
          </p:cNvPicPr>
          <p:nvPr/>
        </p:nvPicPr>
        <p:blipFill>
          <a:blip r:embed="rId5"/>
          <a:stretch>
            <a:fillRect/>
          </a:stretch>
        </p:blipFill>
        <p:spPr>
          <a:xfrm>
            <a:off x="-1" y="895478"/>
            <a:ext cx="6294773" cy="4351338"/>
          </a:xfrm>
          <a:prstGeom prst="rect">
            <a:avLst/>
          </a:prstGeom>
        </p:spPr>
      </p:pic>
    </p:spTree>
    <p:extLst>
      <p:ext uri="{BB962C8B-B14F-4D97-AF65-F5344CB8AC3E}">
        <p14:creationId xmlns:p14="http://schemas.microsoft.com/office/powerpoint/2010/main" val="1428523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7055F-2E82-FDD5-7DD1-CE86AC814438}"/>
              </a:ext>
            </a:extLst>
          </p:cNvPr>
          <p:cNvSpPr>
            <a:spLocks noGrp="1"/>
          </p:cNvSpPr>
          <p:nvPr>
            <p:ph type="title"/>
          </p:nvPr>
        </p:nvSpPr>
        <p:spPr/>
        <p:txBody>
          <a:bodyPr/>
          <a:lstStyle/>
          <a:p>
            <a:r>
              <a:rPr lang="en-US" dirty="0"/>
              <a:t>Plot</a:t>
            </a:r>
            <a:endParaRPr lang="en-NL" dirty="0"/>
          </a:p>
        </p:txBody>
      </p:sp>
      <p:sp>
        <p:nvSpPr>
          <p:cNvPr id="3" name="Content Placeholder 2">
            <a:extLst>
              <a:ext uri="{FF2B5EF4-FFF2-40B4-BE49-F238E27FC236}">
                <a16:creationId xmlns:a16="http://schemas.microsoft.com/office/drawing/2014/main" id="{4C9EBBE8-B7AA-B919-9E39-7C46C28C446B}"/>
              </a:ext>
            </a:extLst>
          </p:cNvPr>
          <p:cNvSpPr>
            <a:spLocks noGrp="1"/>
          </p:cNvSpPr>
          <p:nvPr>
            <p:ph idx="1"/>
          </p:nvPr>
        </p:nvSpPr>
        <p:spPr/>
        <p:txBody>
          <a:bodyPr/>
          <a:lstStyle/>
          <a:p>
            <a:r>
              <a:rPr lang="en-US" dirty="0"/>
              <a:t>plot output model </a:t>
            </a:r>
            <a:r>
              <a:rPr lang="en-US" dirty="0" err="1"/>
              <a:t>tegen</a:t>
            </a:r>
            <a:r>
              <a:rPr lang="en-US" dirty="0"/>
              <a:t> reference output</a:t>
            </a:r>
          </a:p>
          <a:p>
            <a:r>
              <a:rPr lang="en-US" dirty="0"/>
              <a:t>plot output model </a:t>
            </a:r>
            <a:r>
              <a:rPr lang="en-US" dirty="0" err="1"/>
              <a:t>tegen</a:t>
            </a:r>
            <a:r>
              <a:rPr lang="en-US" dirty="0"/>
              <a:t> reference output</a:t>
            </a:r>
          </a:p>
          <a:p>
            <a:endParaRPr lang="en-US" dirty="0"/>
          </a:p>
          <a:p>
            <a:endParaRPr lang="en-NL" dirty="0"/>
          </a:p>
        </p:txBody>
      </p:sp>
    </p:spTree>
    <p:extLst>
      <p:ext uri="{BB962C8B-B14F-4D97-AF65-F5344CB8AC3E}">
        <p14:creationId xmlns:p14="http://schemas.microsoft.com/office/powerpoint/2010/main" val="5253343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34EE1-15C8-38F2-3578-3E128C187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83CF1F-BDBB-525F-F436-1BDCC0902F72}"/>
              </a:ext>
            </a:extLst>
          </p:cNvPr>
          <p:cNvSpPr>
            <a:spLocks noGrp="1"/>
          </p:cNvSpPr>
          <p:nvPr>
            <p:ph type="title"/>
          </p:nvPr>
        </p:nvSpPr>
        <p:spPr/>
        <p:txBody>
          <a:bodyPr/>
          <a:lstStyle/>
          <a:p>
            <a:r>
              <a:rPr lang="en-US" dirty="0"/>
              <a:t>Identifiability</a:t>
            </a:r>
            <a:br>
              <a:rPr lang="en-US" dirty="0"/>
            </a:br>
            <a:r>
              <a:rPr lang="en-US" dirty="0"/>
              <a:t>Problem</a:t>
            </a:r>
            <a:endParaRPr lang="en-NL" dirty="0"/>
          </a:p>
        </p:txBody>
      </p:sp>
      <p:sp>
        <p:nvSpPr>
          <p:cNvPr id="3" name="Content Placeholder 2">
            <a:extLst>
              <a:ext uri="{FF2B5EF4-FFF2-40B4-BE49-F238E27FC236}">
                <a16:creationId xmlns:a16="http://schemas.microsoft.com/office/drawing/2014/main" id="{C4C5A88B-42D8-C895-0DF0-5C7B26B6B50D}"/>
              </a:ext>
            </a:extLst>
          </p:cNvPr>
          <p:cNvSpPr>
            <a:spLocks noGrp="1"/>
          </p:cNvSpPr>
          <p:nvPr>
            <p:ph idx="1"/>
          </p:nvPr>
        </p:nvSpPr>
        <p:spPr/>
        <p:txBody>
          <a:bodyPr/>
          <a:lstStyle/>
          <a:p>
            <a:r>
              <a:rPr lang="en-US" dirty="0"/>
              <a:t>The model dynamics only see the sums:</a:t>
            </a:r>
          </a:p>
          <a:p>
            <a:pPr lvl="1"/>
            <a:r>
              <a:rPr lang="en-US" dirty="0"/>
              <a:t>MSE loss has no reason to prefer one combination over the other </a:t>
            </a:r>
            <a:r>
              <a:rPr lang="en-US" dirty="0">
                <a:sym typeface="Wingdings" panose="05000000000000000000" pitchFamily="2" charset="2"/>
              </a:rPr>
              <a:t> flat direction in the loss landscape</a:t>
            </a:r>
          </a:p>
          <a:p>
            <a:pPr lvl="1"/>
            <a:endParaRPr lang="en-NL" dirty="0"/>
          </a:p>
        </p:txBody>
      </p:sp>
    </p:spTree>
    <p:extLst>
      <p:ext uri="{BB962C8B-B14F-4D97-AF65-F5344CB8AC3E}">
        <p14:creationId xmlns:p14="http://schemas.microsoft.com/office/powerpoint/2010/main" val="2281114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D7B2D-E40B-EB1A-BD25-BFA412D5EBA6}"/>
              </a:ext>
            </a:extLst>
          </p:cNvPr>
          <p:cNvSpPr>
            <a:spLocks noGrp="1"/>
          </p:cNvSpPr>
          <p:nvPr>
            <p:ph type="title"/>
          </p:nvPr>
        </p:nvSpPr>
        <p:spPr/>
        <p:txBody>
          <a:bodyPr/>
          <a:lstStyle/>
          <a:p>
            <a:r>
              <a:rPr lang="en-US" dirty="0"/>
              <a:t>Identifiability</a:t>
            </a:r>
            <a:endParaRPr lang="en-NL" dirty="0"/>
          </a:p>
        </p:txBody>
      </p:sp>
      <p:sp>
        <p:nvSpPr>
          <p:cNvPr id="3" name="Content Placeholder 2">
            <a:extLst>
              <a:ext uri="{FF2B5EF4-FFF2-40B4-BE49-F238E27FC236}">
                <a16:creationId xmlns:a16="http://schemas.microsoft.com/office/drawing/2014/main" id="{91870407-BF03-0A71-D338-AED8E190B727}"/>
              </a:ext>
            </a:extLst>
          </p:cNvPr>
          <p:cNvSpPr>
            <a:spLocks noGrp="1"/>
          </p:cNvSpPr>
          <p:nvPr>
            <p:ph idx="1"/>
          </p:nvPr>
        </p:nvSpPr>
        <p:spPr/>
        <p:txBody>
          <a:bodyPr/>
          <a:lstStyle/>
          <a:p>
            <a:r>
              <a:rPr lang="en-US" dirty="0"/>
              <a:t>The model only sees:</a:t>
            </a:r>
          </a:p>
          <a:p>
            <a:pPr lvl="1"/>
            <a:r>
              <a:rPr lang="en-US" dirty="0" err="1"/>
              <a:t>kb_sum</a:t>
            </a:r>
            <a:r>
              <a:rPr lang="en-US" dirty="0"/>
              <a:t> = kb1 + kb2</a:t>
            </a:r>
          </a:p>
          <a:p>
            <a:pPr lvl="1"/>
            <a:r>
              <a:rPr lang="en-US" dirty="0" err="1"/>
              <a:t>cb_sum</a:t>
            </a:r>
            <a:r>
              <a:rPr lang="en-US" dirty="0"/>
              <a:t> = cb1 + cb2</a:t>
            </a:r>
          </a:p>
          <a:p>
            <a:pPr lvl="1"/>
            <a:r>
              <a:rPr lang="en-US" dirty="0" err="1"/>
              <a:t>J_sum</a:t>
            </a:r>
            <a:r>
              <a:rPr lang="en-US" dirty="0"/>
              <a:t>  = </a:t>
            </a:r>
            <a:r>
              <a:rPr lang="en-US" dirty="0" err="1"/>
              <a:t>Jb</a:t>
            </a:r>
            <a:r>
              <a:rPr lang="en-US" dirty="0"/>
              <a:t> + </a:t>
            </a:r>
            <a:r>
              <a:rPr lang="en-US" dirty="0" err="1"/>
              <a:t>Jh</a:t>
            </a:r>
            <a:endParaRPr lang="en-US" dirty="0"/>
          </a:p>
          <a:p>
            <a:endParaRPr lang="en-NL" dirty="0"/>
          </a:p>
        </p:txBody>
      </p:sp>
      <p:pic>
        <p:nvPicPr>
          <p:cNvPr id="4" name="Picture 3">
            <a:extLst>
              <a:ext uri="{FF2B5EF4-FFF2-40B4-BE49-F238E27FC236}">
                <a16:creationId xmlns:a16="http://schemas.microsoft.com/office/drawing/2014/main" id="{2BD79F73-322B-599D-E769-8DD6E710FF44}"/>
              </a:ext>
            </a:extLst>
          </p:cNvPr>
          <p:cNvPicPr>
            <a:picLocks noChangeAspect="1"/>
          </p:cNvPicPr>
          <p:nvPr/>
        </p:nvPicPr>
        <p:blipFill>
          <a:blip r:embed="rId2"/>
          <a:stretch>
            <a:fillRect/>
          </a:stretch>
        </p:blipFill>
        <p:spPr>
          <a:xfrm>
            <a:off x="531778" y="4603549"/>
            <a:ext cx="11438245" cy="1973031"/>
          </a:xfrm>
          <a:prstGeom prst="rect">
            <a:avLst/>
          </a:prstGeom>
        </p:spPr>
      </p:pic>
      <p:pic>
        <p:nvPicPr>
          <p:cNvPr id="6" name="Picture 5">
            <a:extLst>
              <a:ext uri="{FF2B5EF4-FFF2-40B4-BE49-F238E27FC236}">
                <a16:creationId xmlns:a16="http://schemas.microsoft.com/office/drawing/2014/main" id="{256454A0-8BB5-028D-B279-E12F66C9AC6C}"/>
              </a:ext>
            </a:extLst>
          </p:cNvPr>
          <p:cNvPicPr>
            <a:picLocks noChangeAspect="1"/>
          </p:cNvPicPr>
          <p:nvPr/>
        </p:nvPicPr>
        <p:blipFill>
          <a:blip r:embed="rId3"/>
          <a:srcRect r="7512"/>
          <a:stretch>
            <a:fillRect/>
          </a:stretch>
        </p:blipFill>
        <p:spPr>
          <a:xfrm>
            <a:off x="4426061" y="1832231"/>
            <a:ext cx="7812239" cy="2629775"/>
          </a:xfrm>
          <a:prstGeom prst="rect">
            <a:avLst/>
          </a:prstGeom>
        </p:spPr>
      </p:pic>
    </p:spTree>
    <p:extLst>
      <p:ext uri="{BB962C8B-B14F-4D97-AF65-F5344CB8AC3E}">
        <p14:creationId xmlns:p14="http://schemas.microsoft.com/office/powerpoint/2010/main" val="25617182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8BDE1-F334-D833-3B35-287CCA62E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BF7CC3-35C9-445A-DC4E-E4C734643435}"/>
              </a:ext>
            </a:extLst>
          </p:cNvPr>
          <p:cNvSpPr>
            <a:spLocks noGrp="1"/>
          </p:cNvSpPr>
          <p:nvPr>
            <p:ph type="title"/>
          </p:nvPr>
        </p:nvSpPr>
        <p:spPr/>
        <p:txBody>
          <a:bodyPr/>
          <a:lstStyle/>
          <a:p>
            <a:r>
              <a:rPr lang="en-US" dirty="0"/>
              <a:t>Identifiability</a:t>
            </a:r>
            <a:endParaRPr lang="en-NL" dirty="0"/>
          </a:p>
        </p:txBody>
      </p:sp>
      <p:sp>
        <p:nvSpPr>
          <p:cNvPr id="3" name="Content Placeholder 2">
            <a:extLst>
              <a:ext uri="{FF2B5EF4-FFF2-40B4-BE49-F238E27FC236}">
                <a16:creationId xmlns:a16="http://schemas.microsoft.com/office/drawing/2014/main" id="{041FE91E-28FE-C96D-EE41-49E00568D8DF}"/>
              </a:ext>
            </a:extLst>
          </p:cNvPr>
          <p:cNvSpPr>
            <a:spLocks noGrp="1"/>
          </p:cNvSpPr>
          <p:nvPr>
            <p:ph idx="1"/>
          </p:nvPr>
        </p:nvSpPr>
        <p:spPr/>
        <p:txBody>
          <a:bodyPr/>
          <a:lstStyle/>
          <a:p>
            <a:r>
              <a:rPr lang="en-US" dirty="0"/>
              <a:t>The model only sees:</a:t>
            </a:r>
          </a:p>
          <a:p>
            <a:pPr lvl="1"/>
            <a:r>
              <a:rPr lang="en-US" dirty="0" err="1"/>
              <a:t>kb_sum</a:t>
            </a:r>
            <a:r>
              <a:rPr lang="en-US" dirty="0"/>
              <a:t> = kb1 + kb2</a:t>
            </a:r>
          </a:p>
          <a:p>
            <a:pPr lvl="1"/>
            <a:r>
              <a:rPr lang="en-US" dirty="0" err="1"/>
              <a:t>cb_sum</a:t>
            </a:r>
            <a:r>
              <a:rPr lang="en-US" dirty="0"/>
              <a:t> = cb1 + cb2</a:t>
            </a:r>
          </a:p>
          <a:p>
            <a:pPr lvl="1"/>
            <a:r>
              <a:rPr lang="en-US" dirty="0" err="1"/>
              <a:t>J_sum</a:t>
            </a:r>
            <a:r>
              <a:rPr lang="en-US" dirty="0"/>
              <a:t>  = </a:t>
            </a:r>
            <a:r>
              <a:rPr lang="en-US" dirty="0" err="1"/>
              <a:t>Jb</a:t>
            </a:r>
            <a:r>
              <a:rPr lang="en-US" dirty="0"/>
              <a:t> + </a:t>
            </a:r>
            <a:r>
              <a:rPr lang="en-US" dirty="0" err="1"/>
              <a:t>Jh</a:t>
            </a:r>
            <a:endParaRPr lang="en-US" dirty="0"/>
          </a:p>
          <a:p>
            <a:endParaRPr lang="en-NL" dirty="0"/>
          </a:p>
        </p:txBody>
      </p:sp>
      <p:pic>
        <p:nvPicPr>
          <p:cNvPr id="4" name="Picture 3">
            <a:extLst>
              <a:ext uri="{FF2B5EF4-FFF2-40B4-BE49-F238E27FC236}">
                <a16:creationId xmlns:a16="http://schemas.microsoft.com/office/drawing/2014/main" id="{7BDE552A-EFFC-269E-1CE3-6ACC0529B75C}"/>
              </a:ext>
            </a:extLst>
          </p:cNvPr>
          <p:cNvPicPr>
            <a:picLocks noChangeAspect="1"/>
          </p:cNvPicPr>
          <p:nvPr/>
        </p:nvPicPr>
        <p:blipFill>
          <a:blip r:embed="rId2"/>
          <a:stretch>
            <a:fillRect/>
          </a:stretch>
        </p:blipFill>
        <p:spPr>
          <a:xfrm>
            <a:off x="531778" y="4603549"/>
            <a:ext cx="11438245" cy="1973031"/>
          </a:xfrm>
          <a:prstGeom prst="rect">
            <a:avLst/>
          </a:prstGeom>
        </p:spPr>
      </p:pic>
      <p:pic>
        <p:nvPicPr>
          <p:cNvPr id="6" name="Picture 5">
            <a:extLst>
              <a:ext uri="{FF2B5EF4-FFF2-40B4-BE49-F238E27FC236}">
                <a16:creationId xmlns:a16="http://schemas.microsoft.com/office/drawing/2014/main" id="{E3579426-BB53-1C61-3707-E2894C696239}"/>
              </a:ext>
            </a:extLst>
          </p:cNvPr>
          <p:cNvPicPr>
            <a:picLocks noChangeAspect="1"/>
          </p:cNvPicPr>
          <p:nvPr/>
        </p:nvPicPr>
        <p:blipFill>
          <a:blip r:embed="rId3"/>
          <a:srcRect r="7512"/>
          <a:stretch>
            <a:fillRect/>
          </a:stretch>
        </p:blipFill>
        <p:spPr>
          <a:xfrm>
            <a:off x="4404760" y="1832231"/>
            <a:ext cx="7812239" cy="2629775"/>
          </a:xfrm>
          <a:prstGeom prst="rect">
            <a:avLst/>
          </a:prstGeom>
        </p:spPr>
      </p:pic>
      <p:sp>
        <p:nvSpPr>
          <p:cNvPr id="5" name="Rectangle 4">
            <a:extLst>
              <a:ext uri="{FF2B5EF4-FFF2-40B4-BE49-F238E27FC236}">
                <a16:creationId xmlns:a16="http://schemas.microsoft.com/office/drawing/2014/main" id="{92516953-F442-69E0-75FC-CBF112215560}"/>
              </a:ext>
            </a:extLst>
          </p:cNvPr>
          <p:cNvSpPr/>
          <p:nvPr/>
        </p:nvSpPr>
        <p:spPr>
          <a:xfrm>
            <a:off x="5019296" y="5346427"/>
            <a:ext cx="1076703" cy="695557"/>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ln w="76200">
                <a:solidFill>
                  <a:schemeClr val="tx1"/>
                </a:solidFill>
              </a:ln>
              <a:noFill/>
            </a:endParaRPr>
          </a:p>
        </p:txBody>
      </p:sp>
      <p:sp>
        <p:nvSpPr>
          <p:cNvPr id="7" name="Rectangle 6">
            <a:extLst>
              <a:ext uri="{FF2B5EF4-FFF2-40B4-BE49-F238E27FC236}">
                <a16:creationId xmlns:a16="http://schemas.microsoft.com/office/drawing/2014/main" id="{16B1EF64-90AB-3560-D81A-0A7E808BE6C9}"/>
              </a:ext>
            </a:extLst>
          </p:cNvPr>
          <p:cNvSpPr/>
          <p:nvPr/>
        </p:nvSpPr>
        <p:spPr>
          <a:xfrm>
            <a:off x="5428527" y="3680749"/>
            <a:ext cx="1203767" cy="381966"/>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ln w="76200">
                <a:solidFill>
                  <a:schemeClr val="tx1"/>
                </a:solidFill>
              </a:ln>
              <a:noFill/>
            </a:endParaRPr>
          </a:p>
        </p:txBody>
      </p:sp>
      <p:sp>
        <p:nvSpPr>
          <p:cNvPr id="8" name="Rectangle 7">
            <a:extLst>
              <a:ext uri="{FF2B5EF4-FFF2-40B4-BE49-F238E27FC236}">
                <a16:creationId xmlns:a16="http://schemas.microsoft.com/office/drawing/2014/main" id="{311AB1F4-C4D7-689E-4DEC-9C345847AC71}"/>
              </a:ext>
            </a:extLst>
          </p:cNvPr>
          <p:cNvSpPr/>
          <p:nvPr/>
        </p:nvSpPr>
        <p:spPr>
          <a:xfrm>
            <a:off x="7525474" y="2397889"/>
            <a:ext cx="1203767" cy="381966"/>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ln w="76200">
                <a:solidFill>
                  <a:schemeClr val="tx1"/>
                </a:solidFill>
              </a:ln>
              <a:noFill/>
            </a:endParaRPr>
          </a:p>
        </p:txBody>
      </p:sp>
    </p:spTree>
    <p:extLst>
      <p:ext uri="{BB962C8B-B14F-4D97-AF65-F5344CB8AC3E}">
        <p14:creationId xmlns:p14="http://schemas.microsoft.com/office/powerpoint/2010/main" val="42514086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1400-1EB9-FA26-E0FB-4670E1831252}"/>
              </a:ext>
            </a:extLst>
          </p:cNvPr>
          <p:cNvSpPr>
            <a:spLocks noGrp="1"/>
          </p:cNvSpPr>
          <p:nvPr>
            <p:ph type="title"/>
          </p:nvPr>
        </p:nvSpPr>
        <p:spPr/>
        <p:txBody>
          <a:bodyPr/>
          <a:lstStyle/>
          <a:p>
            <a:r>
              <a:rPr lang="en-US" dirty="0"/>
              <a:t>Identifiability</a:t>
            </a:r>
            <a:br>
              <a:rPr lang="en-US" dirty="0"/>
            </a:br>
            <a:r>
              <a:rPr lang="en-US" dirty="0"/>
              <a:t>Solution</a:t>
            </a:r>
            <a:endParaRPr lang="en-NL" dirty="0"/>
          </a:p>
        </p:txBody>
      </p:sp>
      <p:sp>
        <p:nvSpPr>
          <p:cNvPr id="3" name="Content Placeholder 2">
            <a:extLst>
              <a:ext uri="{FF2B5EF4-FFF2-40B4-BE49-F238E27FC236}">
                <a16:creationId xmlns:a16="http://schemas.microsoft.com/office/drawing/2014/main" id="{421FD498-8C35-1F03-C71B-48F89E8E3B34}"/>
              </a:ext>
            </a:extLst>
          </p:cNvPr>
          <p:cNvSpPr>
            <a:spLocks noGrp="1"/>
          </p:cNvSpPr>
          <p:nvPr>
            <p:ph idx="1"/>
          </p:nvPr>
        </p:nvSpPr>
        <p:spPr/>
        <p:txBody>
          <a:bodyPr>
            <a:normAutofit/>
          </a:bodyPr>
          <a:lstStyle/>
          <a:p>
            <a:r>
              <a:rPr lang="en-US" dirty="0"/>
              <a:t>Added a small regularization gradient </a:t>
            </a:r>
          </a:p>
          <a:p>
            <a:r>
              <a:rPr lang="en-US" dirty="0"/>
              <a:t>kb1/kb2, cb1/cb2: normalized squared difference; prefers equal split.</a:t>
            </a:r>
          </a:p>
          <a:p>
            <a:r>
              <a:rPr lang="en-US" dirty="0" err="1"/>
              <a:t>Jb</a:t>
            </a:r>
            <a:r>
              <a:rPr lang="en-US" dirty="0"/>
              <a:t>/</a:t>
            </a:r>
            <a:r>
              <a:rPr lang="en-US" dirty="0" err="1"/>
              <a:t>Jh</a:t>
            </a:r>
            <a:r>
              <a:rPr lang="en-US" dirty="0"/>
              <a:t>: log-space squared difference; prefers proportional fractional</a:t>
            </a:r>
          </a:p>
          <a:p>
            <a:pPr marL="0" indent="0">
              <a:buNone/>
            </a:pPr>
            <a:endParaRPr lang="en-NL" dirty="0"/>
          </a:p>
        </p:txBody>
      </p:sp>
    </p:spTree>
    <p:extLst>
      <p:ext uri="{BB962C8B-B14F-4D97-AF65-F5344CB8AC3E}">
        <p14:creationId xmlns:p14="http://schemas.microsoft.com/office/powerpoint/2010/main" val="2656704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BE995-2339-0F04-01F8-702B0EF0590F}"/>
              </a:ext>
            </a:extLst>
          </p:cNvPr>
          <p:cNvSpPr>
            <a:spLocks noGrp="1"/>
          </p:cNvSpPr>
          <p:nvPr>
            <p:ph type="title"/>
          </p:nvPr>
        </p:nvSpPr>
        <p:spPr/>
        <p:txBody>
          <a:bodyPr/>
          <a:lstStyle/>
          <a:p>
            <a:r>
              <a:rPr lang="en-US" dirty="0"/>
              <a:t>Normalized squared difference</a:t>
            </a:r>
            <a:endParaRPr lang="en-NL" dirty="0"/>
          </a:p>
        </p:txBody>
      </p:sp>
      <p:sp>
        <p:nvSpPr>
          <p:cNvPr id="3" name="Content Placeholder 2">
            <a:extLst>
              <a:ext uri="{FF2B5EF4-FFF2-40B4-BE49-F238E27FC236}">
                <a16:creationId xmlns:a16="http://schemas.microsoft.com/office/drawing/2014/main" id="{A1F043F7-FF2A-636F-43F8-289C985D03FB}"/>
              </a:ext>
            </a:extLst>
          </p:cNvPr>
          <p:cNvSpPr>
            <a:spLocks noGrp="1"/>
          </p:cNvSpPr>
          <p:nvPr>
            <p:ph idx="1"/>
          </p:nvPr>
        </p:nvSpPr>
        <p:spPr/>
        <p:txBody>
          <a:bodyPr/>
          <a:lstStyle/>
          <a:p>
            <a:pPr marL="0" indent="0">
              <a:buNone/>
            </a:pPr>
            <a:r>
              <a:rPr lang="en-US" dirty="0"/>
              <a:t>((kb1 - kb2) / (kb1 + kb2))**2</a:t>
            </a:r>
          </a:p>
          <a:p>
            <a:pPr marL="0" indent="0">
              <a:buNone/>
            </a:pPr>
            <a:r>
              <a:rPr lang="en-US" dirty="0"/>
              <a:t>((cb1 - cb2) / (cb1 + cb2))**2</a:t>
            </a:r>
          </a:p>
          <a:p>
            <a:endParaRPr lang="en-US" dirty="0"/>
          </a:p>
          <a:p>
            <a:pPr marL="0" indent="0">
              <a:buNone/>
            </a:pPr>
            <a:r>
              <a:rPr lang="en-US" dirty="0"/>
              <a:t>If kb1 == kb2, then:</a:t>
            </a:r>
          </a:p>
          <a:p>
            <a:pPr marL="0" indent="0">
              <a:buNone/>
            </a:pPr>
            <a:r>
              <a:rPr lang="en-US" dirty="0"/>
              <a:t>penalty = 0</a:t>
            </a:r>
            <a:br>
              <a:rPr lang="en-US" dirty="0"/>
            </a:br>
            <a:endParaRPr lang="en-NL" dirty="0"/>
          </a:p>
        </p:txBody>
      </p:sp>
    </p:spTree>
    <p:extLst>
      <p:ext uri="{BB962C8B-B14F-4D97-AF65-F5344CB8AC3E}">
        <p14:creationId xmlns:p14="http://schemas.microsoft.com/office/powerpoint/2010/main" val="26402577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07E5A-3810-48D6-516D-F292EA718F12}"/>
              </a:ext>
            </a:extLst>
          </p:cNvPr>
          <p:cNvSpPr>
            <a:spLocks noGrp="1"/>
          </p:cNvSpPr>
          <p:nvPr>
            <p:ph type="title"/>
          </p:nvPr>
        </p:nvSpPr>
        <p:spPr/>
        <p:txBody>
          <a:bodyPr>
            <a:normAutofit/>
          </a:bodyPr>
          <a:lstStyle/>
          <a:p>
            <a:r>
              <a:rPr lang="en-US" dirty="0"/>
              <a:t>Log-space squared difference</a:t>
            </a:r>
            <a:endParaRPr lang="en-NL" dirty="0"/>
          </a:p>
        </p:txBody>
      </p:sp>
      <p:sp>
        <p:nvSpPr>
          <p:cNvPr id="3" name="Content Placeholder 2">
            <a:extLst>
              <a:ext uri="{FF2B5EF4-FFF2-40B4-BE49-F238E27FC236}">
                <a16:creationId xmlns:a16="http://schemas.microsoft.com/office/drawing/2014/main" id="{54A48581-20F6-6437-5A0F-AEF9B86431E9}"/>
              </a:ext>
            </a:extLst>
          </p:cNvPr>
          <p:cNvSpPr>
            <a:spLocks noGrp="1"/>
          </p:cNvSpPr>
          <p:nvPr>
            <p:ph idx="1"/>
          </p:nvPr>
        </p:nvSpPr>
        <p:spPr/>
        <p:txBody>
          <a:bodyPr/>
          <a:lstStyle/>
          <a:p>
            <a:pPr marL="0" indent="0">
              <a:buNone/>
            </a:pPr>
            <a:r>
              <a:rPr lang="en-US" dirty="0"/>
              <a:t>relative change from the initial value</a:t>
            </a:r>
          </a:p>
          <a:p>
            <a:pPr marL="0" indent="0">
              <a:buNone/>
            </a:pPr>
            <a:r>
              <a:rPr lang="en-US" dirty="0"/>
              <a:t>(log(</a:t>
            </a:r>
            <a:r>
              <a:rPr lang="en-US" dirty="0" err="1"/>
              <a:t>Jb</a:t>
            </a:r>
            <a:r>
              <a:rPr lang="en-US" dirty="0"/>
              <a:t> / </a:t>
            </a:r>
            <a:r>
              <a:rPr lang="en-US" dirty="0" err="1"/>
              <a:t>Jb_init</a:t>
            </a:r>
            <a:r>
              <a:rPr lang="en-US" dirty="0"/>
              <a:t>)- log(</a:t>
            </a:r>
            <a:r>
              <a:rPr lang="en-US" dirty="0" err="1"/>
              <a:t>Jh</a:t>
            </a:r>
            <a:r>
              <a:rPr lang="en-US" dirty="0"/>
              <a:t> / </a:t>
            </a:r>
            <a:r>
              <a:rPr lang="en-US" dirty="0" err="1"/>
              <a:t>Jh_init</a:t>
            </a:r>
            <a:r>
              <a:rPr lang="en-US" dirty="0"/>
              <a:t>))**2</a:t>
            </a:r>
          </a:p>
          <a:p>
            <a:pPr marL="0" indent="0">
              <a:buNone/>
            </a:pPr>
            <a:endParaRPr lang="en-US" dirty="0"/>
          </a:p>
          <a:p>
            <a:pPr marL="0" indent="0">
              <a:buNone/>
            </a:pPr>
            <a:r>
              <a:rPr lang="en-US" dirty="0"/>
              <a:t>So if </a:t>
            </a:r>
            <a:r>
              <a:rPr lang="en-US" dirty="0" err="1"/>
              <a:t>Jb</a:t>
            </a:r>
            <a:r>
              <a:rPr lang="en-US" dirty="0"/>
              <a:t> and </a:t>
            </a:r>
            <a:r>
              <a:rPr lang="en-US" dirty="0" err="1"/>
              <a:t>Jh</a:t>
            </a:r>
            <a:r>
              <a:rPr lang="en-US" dirty="0"/>
              <a:t> change by the same percentage, then:</a:t>
            </a:r>
          </a:p>
          <a:p>
            <a:pPr marL="0" indent="0">
              <a:buNone/>
            </a:pPr>
            <a:r>
              <a:rPr lang="en-US" dirty="0" err="1"/>
              <a:t>Jb</a:t>
            </a:r>
            <a:r>
              <a:rPr lang="en-US" dirty="0"/>
              <a:t> / </a:t>
            </a:r>
            <a:r>
              <a:rPr lang="en-US" dirty="0" err="1"/>
              <a:t>Jb_init</a:t>
            </a:r>
            <a:r>
              <a:rPr lang="en-US" dirty="0"/>
              <a:t> == </a:t>
            </a:r>
            <a:r>
              <a:rPr lang="en-US" dirty="0" err="1"/>
              <a:t>Jh</a:t>
            </a:r>
            <a:r>
              <a:rPr lang="en-US" dirty="0"/>
              <a:t> / </a:t>
            </a:r>
            <a:r>
              <a:rPr lang="en-US" dirty="0" err="1"/>
              <a:t>Jh_init</a:t>
            </a:r>
            <a:r>
              <a:rPr lang="en-US" dirty="0"/>
              <a:t>, then</a:t>
            </a:r>
          </a:p>
          <a:p>
            <a:pPr marL="0" indent="0">
              <a:buNone/>
            </a:pPr>
            <a:r>
              <a:rPr lang="en-US" dirty="0"/>
              <a:t>Penalty = 0</a:t>
            </a:r>
          </a:p>
          <a:p>
            <a:pPr marL="0" indent="0">
              <a:buNone/>
            </a:pPr>
            <a:endParaRPr lang="en-US" dirty="0"/>
          </a:p>
        </p:txBody>
      </p:sp>
    </p:spTree>
    <p:extLst>
      <p:ext uri="{BB962C8B-B14F-4D97-AF65-F5344CB8AC3E}">
        <p14:creationId xmlns:p14="http://schemas.microsoft.com/office/powerpoint/2010/main" val="33067931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FD514-83D7-E9F8-3451-F3966C9D756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3CDE484-1491-7DCB-A5EE-5E5372018C79}"/>
              </a:ext>
            </a:extLst>
          </p:cNvPr>
          <p:cNvSpPr>
            <a:spLocks noGrp="1"/>
          </p:cNvSpPr>
          <p:nvPr>
            <p:ph idx="1"/>
          </p:nvPr>
        </p:nvSpPr>
        <p:spPr/>
        <p:txBody>
          <a:bodyPr/>
          <a:lstStyle/>
          <a:p>
            <a:r>
              <a:rPr lang="en-US" dirty="0"/>
              <a:t>Changed to print the summed parameters in the param recovery table, and print a separate table for the individual parameters for the summed params</a:t>
            </a:r>
          </a:p>
          <a:p>
            <a:pPr lvl="1"/>
            <a:r>
              <a:rPr lang="en-US" dirty="0"/>
              <a:t>Not yet run</a:t>
            </a:r>
          </a:p>
          <a:p>
            <a:pPr lvl="1"/>
            <a:r>
              <a:rPr lang="en-US" dirty="0"/>
              <a:t>Currently not looking at the gradient per parameter</a:t>
            </a:r>
          </a:p>
        </p:txBody>
      </p:sp>
    </p:spTree>
    <p:extLst>
      <p:ext uri="{BB962C8B-B14F-4D97-AF65-F5344CB8AC3E}">
        <p14:creationId xmlns:p14="http://schemas.microsoft.com/office/powerpoint/2010/main" val="12037225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4B7D4-91DE-CBF9-F2BA-80D2E03758C4}"/>
              </a:ext>
            </a:extLst>
          </p:cNvPr>
          <p:cNvSpPr>
            <a:spLocks noGrp="1"/>
          </p:cNvSpPr>
          <p:nvPr>
            <p:ph type="title"/>
          </p:nvPr>
        </p:nvSpPr>
        <p:spPr/>
        <p:txBody>
          <a:bodyPr/>
          <a:lstStyle/>
          <a:p>
            <a:r>
              <a:rPr lang="en-US" dirty="0"/>
              <a:t>Identifiability</a:t>
            </a:r>
            <a:endParaRPr lang="en-NL" dirty="0"/>
          </a:p>
        </p:txBody>
      </p:sp>
      <p:sp>
        <p:nvSpPr>
          <p:cNvPr id="3" name="Content Placeholder 2">
            <a:extLst>
              <a:ext uri="{FF2B5EF4-FFF2-40B4-BE49-F238E27FC236}">
                <a16:creationId xmlns:a16="http://schemas.microsoft.com/office/drawing/2014/main" id="{3B0EB181-E6C7-9C52-8BB8-F30391304C3F}"/>
              </a:ext>
            </a:extLst>
          </p:cNvPr>
          <p:cNvSpPr>
            <a:spLocks noGrp="1"/>
          </p:cNvSpPr>
          <p:nvPr>
            <p:ph idx="1"/>
          </p:nvPr>
        </p:nvSpPr>
        <p:spPr/>
        <p:txBody>
          <a:bodyPr/>
          <a:lstStyle/>
          <a:p>
            <a:r>
              <a:rPr lang="en-US" dirty="0"/>
              <a:t>Sum </a:t>
            </a:r>
            <a:r>
              <a:rPr lang="en-US" dirty="0" err="1"/>
              <a:t>kijken</a:t>
            </a:r>
            <a:endParaRPr lang="en-US" dirty="0"/>
          </a:p>
          <a:p>
            <a:r>
              <a:rPr lang="en-US" dirty="0"/>
              <a:t>Cost </a:t>
            </a:r>
            <a:r>
              <a:rPr lang="en-US" dirty="0" err="1"/>
              <a:t>gelijk</a:t>
            </a:r>
            <a:r>
              <a:rPr lang="en-US" dirty="0"/>
              <a:t> </a:t>
            </a:r>
            <a:r>
              <a:rPr lang="en-US" dirty="0" err="1"/>
              <a:t>en</a:t>
            </a:r>
            <a:r>
              <a:rPr lang="en-US" dirty="0"/>
              <a:t> </a:t>
            </a:r>
            <a:r>
              <a:rPr lang="en-US" dirty="0" err="1"/>
              <a:t>jh</a:t>
            </a:r>
            <a:r>
              <a:rPr lang="en-US" dirty="0"/>
              <a:t> </a:t>
            </a:r>
            <a:r>
              <a:rPr lang="en-US" dirty="0" err="1"/>
              <a:t>groter</a:t>
            </a:r>
            <a:endParaRPr lang="en-NL" dirty="0"/>
          </a:p>
        </p:txBody>
      </p:sp>
      <p:pic>
        <p:nvPicPr>
          <p:cNvPr id="5" name="Picture 4">
            <a:extLst>
              <a:ext uri="{FF2B5EF4-FFF2-40B4-BE49-F238E27FC236}">
                <a16:creationId xmlns:a16="http://schemas.microsoft.com/office/drawing/2014/main" id="{D64D8809-97EE-DD4B-4645-81D6F878D42C}"/>
              </a:ext>
            </a:extLst>
          </p:cNvPr>
          <p:cNvPicPr>
            <a:picLocks noChangeAspect="1"/>
          </p:cNvPicPr>
          <p:nvPr/>
        </p:nvPicPr>
        <p:blipFill>
          <a:blip r:embed="rId2"/>
          <a:stretch>
            <a:fillRect/>
          </a:stretch>
        </p:blipFill>
        <p:spPr>
          <a:xfrm>
            <a:off x="549154" y="3123965"/>
            <a:ext cx="5639587" cy="1295581"/>
          </a:xfrm>
          <a:prstGeom prst="rect">
            <a:avLst/>
          </a:prstGeom>
        </p:spPr>
      </p:pic>
      <p:pic>
        <p:nvPicPr>
          <p:cNvPr id="7" name="Picture 6">
            <a:extLst>
              <a:ext uri="{FF2B5EF4-FFF2-40B4-BE49-F238E27FC236}">
                <a16:creationId xmlns:a16="http://schemas.microsoft.com/office/drawing/2014/main" id="{8F0A261C-D157-F3E7-302B-BCAC5F617038}"/>
              </a:ext>
            </a:extLst>
          </p:cNvPr>
          <p:cNvPicPr>
            <a:picLocks noChangeAspect="1"/>
          </p:cNvPicPr>
          <p:nvPr/>
        </p:nvPicPr>
        <p:blipFill>
          <a:blip r:embed="rId3"/>
          <a:stretch>
            <a:fillRect/>
          </a:stretch>
        </p:blipFill>
        <p:spPr>
          <a:xfrm>
            <a:off x="6296740" y="3472582"/>
            <a:ext cx="5677692" cy="1057423"/>
          </a:xfrm>
          <a:prstGeom prst="rect">
            <a:avLst/>
          </a:prstGeom>
        </p:spPr>
      </p:pic>
    </p:spTree>
    <p:extLst>
      <p:ext uri="{BB962C8B-B14F-4D97-AF65-F5344CB8AC3E}">
        <p14:creationId xmlns:p14="http://schemas.microsoft.com/office/powerpoint/2010/main" val="23385912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35EB5-041B-39C4-AC9B-4EB568D052C2}"/>
              </a:ext>
            </a:extLst>
          </p:cNvPr>
          <p:cNvSpPr>
            <a:spLocks noGrp="1"/>
          </p:cNvSpPr>
          <p:nvPr>
            <p:ph type="title"/>
          </p:nvPr>
        </p:nvSpPr>
        <p:spPr/>
        <p:txBody>
          <a:bodyPr/>
          <a:lstStyle/>
          <a:p>
            <a:r>
              <a:rPr lang="en-US" dirty="0"/>
              <a:t>identifiability </a:t>
            </a:r>
            <a:r>
              <a:rPr lang="en-US" dirty="0" err="1"/>
              <a:t>kijken</a:t>
            </a:r>
            <a:r>
              <a:rPr lang="en-US" dirty="0"/>
              <a:t> </a:t>
            </a:r>
            <a:r>
              <a:rPr lang="en-US" dirty="0" err="1"/>
              <a:t>puur</a:t>
            </a:r>
            <a:r>
              <a:rPr lang="en-US" dirty="0"/>
              <a:t> sum</a:t>
            </a:r>
            <a:br>
              <a:rPr lang="en-US" dirty="0"/>
            </a:br>
            <a:r>
              <a:rPr lang="en-US" dirty="0"/>
              <a:t>identifiability </a:t>
            </a:r>
            <a:r>
              <a:rPr lang="en-US" dirty="0" err="1"/>
              <a:t>kijken</a:t>
            </a:r>
            <a:r>
              <a:rPr lang="en-US" dirty="0"/>
              <a:t> </a:t>
            </a:r>
            <a:r>
              <a:rPr lang="en-US" dirty="0" err="1"/>
              <a:t>naar</a:t>
            </a:r>
            <a:r>
              <a:rPr lang="en-US" dirty="0"/>
              <a:t> mini batches</a:t>
            </a:r>
            <a:endParaRPr lang="en-NL" dirty="0"/>
          </a:p>
        </p:txBody>
      </p:sp>
      <p:sp>
        <p:nvSpPr>
          <p:cNvPr id="3" name="Content Placeholder 2">
            <a:extLst>
              <a:ext uri="{FF2B5EF4-FFF2-40B4-BE49-F238E27FC236}">
                <a16:creationId xmlns:a16="http://schemas.microsoft.com/office/drawing/2014/main" id="{6735B326-5590-DCBC-39A6-A164C4BC3719}"/>
              </a:ext>
            </a:extLst>
          </p:cNvPr>
          <p:cNvSpPr>
            <a:spLocks noGrp="1"/>
          </p:cNvSpPr>
          <p:nvPr>
            <p:ph idx="1"/>
          </p:nvPr>
        </p:nvSpPr>
        <p:spPr/>
        <p:txBody>
          <a:bodyPr>
            <a:normAutofit/>
          </a:bodyPr>
          <a:lstStyle/>
          <a:p>
            <a:r>
              <a:rPr lang="en-US" dirty="0"/>
              <a:t>Split loss </a:t>
            </a:r>
          </a:p>
          <a:p>
            <a:endParaRPr lang="en-US" dirty="0"/>
          </a:p>
          <a:p>
            <a:r>
              <a:rPr lang="en-US" dirty="0"/>
              <a:t>((kb1 - kb2) / (kb1 + kb2))^2</a:t>
            </a:r>
          </a:p>
          <a:p>
            <a:r>
              <a:rPr lang="en-US" dirty="0"/>
              <a:t>+ ((cb1 - cb2) / (cb1 + cb2))^2</a:t>
            </a:r>
          </a:p>
          <a:p>
            <a:r>
              <a:rPr lang="en-US" dirty="0"/>
              <a:t>+ (</a:t>
            </a:r>
            <a:r>
              <a:rPr lang="en-US" dirty="0" err="1"/>
              <a:t>log_params</a:t>
            </a:r>
            <a:r>
              <a:rPr lang="en-US" dirty="0"/>
              <a:t>[11] - </a:t>
            </a:r>
            <a:r>
              <a:rPr lang="en-US" dirty="0" err="1"/>
              <a:t>log_params</a:t>
            </a:r>
            <a:r>
              <a:rPr lang="en-US" dirty="0"/>
              <a:t>[12])^2</a:t>
            </a:r>
          </a:p>
          <a:p>
            <a:endParaRPr lang="en-US" dirty="0"/>
          </a:p>
          <a:p>
            <a:r>
              <a:rPr lang="en-US" dirty="0"/>
              <a:t>scaled by:</a:t>
            </a:r>
          </a:p>
          <a:p>
            <a:r>
              <a:rPr lang="en-US" dirty="0"/>
              <a:t>SPLIT_REG_WEIGHT = 1e-2</a:t>
            </a:r>
          </a:p>
          <a:p>
            <a:endParaRPr lang="en-NL" dirty="0"/>
          </a:p>
        </p:txBody>
      </p:sp>
    </p:spTree>
    <p:extLst>
      <p:ext uri="{BB962C8B-B14F-4D97-AF65-F5344CB8AC3E}">
        <p14:creationId xmlns:p14="http://schemas.microsoft.com/office/powerpoint/2010/main" val="6280013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42BF-4EB5-11E8-0695-702CC5FC4EE8}"/>
              </a:ext>
            </a:extLst>
          </p:cNvPr>
          <p:cNvSpPr>
            <a:spLocks noGrp="1"/>
          </p:cNvSpPr>
          <p:nvPr>
            <p:ph type="title"/>
          </p:nvPr>
        </p:nvSpPr>
        <p:spPr/>
        <p:txBody>
          <a:bodyPr/>
          <a:lstStyle/>
          <a:p>
            <a:r>
              <a:rPr lang="en-US" dirty="0"/>
              <a:t>Code optimization</a:t>
            </a:r>
            <a:endParaRPr lang="en-NL" dirty="0"/>
          </a:p>
        </p:txBody>
      </p:sp>
      <p:sp>
        <p:nvSpPr>
          <p:cNvPr id="3" name="Content Placeholder 2">
            <a:extLst>
              <a:ext uri="{FF2B5EF4-FFF2-40B4-BE49-F238E27FC236}">
                <a16:creationId xmlns:a16="http://schemas.microsoft.com/office/drawing/2014/main" id="{7454857D-57CF-391C-71C6-97E16051E1DB}"/>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C5157640-9CCF-72CB-91BE-E737D975F6DE}"/>
              </a:ext>
            </a:extLst>
          </p:cNvPr>
          <p:cNvPicPr>
            <a:picLocks noChangeAspect="1"/>
          </p:cNvPicPr>
          <p:nvPr/>
        </p:nvPicPr>
        <p:blipFill>
          <a:blip r:embed="rId2"/>
          <a:stretch>
            <a:fillRect/>
          </a:stretch>
        </p:blipFill>
        <p:spPr>
          <a:xfrm>
            <a:off x="3195232" y="2690709"/>
            <a:ext cx="5801535" cy="1476581"/>
          </a:xfrm>
          <a:prstGeom prst="rect">
            <a:avLst/>
          </a:prstGeom>
        </p:spPr>
      </p:pic>
    </p:spTree>
    <p:extLst>
      <p:ext uri="{BB962C8B-B14F-4D97-AF65-F5344CB8AC3E}">
        <p14:creationId xmlns:p14="http://schemas.microsoft.com/office/powerpoint/2010/main" val="37579739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54537-0BEA-7DCB-BEC5-9A289816EAD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C61FECA-B9CF-64E4-D4BE-599402C2C4FE}"/>
              </a:ext>
            </a:extLst>
          </p:cNvPr>
          <p:cNvSpPr>
            <a:spLocks noGrp="1"/>
          </p:cNvSpPr>
          <p:nvPr>
            <p:ph idx="1"/>
          </p:nvPr>
        </p:nvSpPr>
        <p:spPr>
          <a:xfrm>
            <a:off x="322634" y="4199174"/>
            <a:ext cx="10515600" cy="4351338"/>
          </a:xfrm>
        </p:spPr>
        <p:txBody>
          <a:bodyPr/>
          <a:lstStyle/>
          <a:p>
            <a:r>
              <a:rPr lang="en-US" dirty="0"/>
              <a:t>Good point about scheduling which Maarten recommended against</a:t>
            </a:r>
            <a:endParaRPr lang="en-NL" dirty="0"/>
          </a:p>
        </p:txBody>
      </p:sp>
      <p:pic>
        <p:nvPicPr>
          <p:cNvPr id="5" name="Picture 4">
            <a:extLst>
              <a:ext uri="{FF2B5EF4-FFF2-40B4-BE49-F238E27FC236}">
                <a16:creationId xmlns:a16="http://schemas.microsoft.com/office/drawing/2014/main" id="{6B700BB0-273F-7BAE-6C3B-126CB179FF61}"/>
              </a:ext>
            </a:extLst>
          </p:cNvPr>
          <p:cNvPicPr>
            <a:picLocks noChangeAspect="1"/>
          </p:cNvPicPr>
          <p:nvPr/>
        </p:nvPicPr>
        <p:blipFill>
          <a:blip r:embed="rId2"/>
          <a:stretch>
            <a:fillRect/>
          </a:stretch>
        </p:blipFill>
        <p:spPr>
          <a:xfrm>
            <a:off x="838200" y="365125"/>
            <a:ext cx="9850225" cy="3362794"/>
          </a:xfrm>
          <a:prstGeom prst="rect">
            <a:avLst/>
          </a:prstGeom>
        </p:spPr>
      </p:pic>
      <p:pic>
        <p:nvPicPr>
          <p:cNvPr id="9" name="Picture 8">
            <a:extLst>
              <a:ext uri="{FF2B5EF4-FFF2-40B4-BE49-F238E27FC236}">
                <a16:creationId xmlns:a16="http://schemas.microsoft.com/office/drawing/2014/main" id="{0BD960A9-81A7-0CE0-89B9-8226D93D9231}"/>
              </a:ext>
            </a:extLst>
          </p:cNvPr>
          <p:cNvPicPr>
            <a:picLocks noChangeAspect="1"/>
          </p:cNvPicPr>
          <p:nvPr/>
        </p:nvPicPr>
        <p:blipFill>
          <a:blip r:embed="rId3"/>
          <a:stretch>
            <a:fillRect/>
          </a:stretch>
        </p:blipFill>
        <p:spPr>
          <a:xfrm>
            <a:off x="2230196" y="4899969"/>
            <a:ext cx="9754961" cy="3419952"/>
          </a:xfrm>
          <a:prstGeom prst="rect">
            <a:avLst/>
          </a:prstGeom>
        </p:spPr>
      </p:pic>
    </p:spTree>
    <p:extLst>
      <p:ext uri="{BB962C8B-B14F-4D97-AF65-F5344CB8AC3E}">
        <p14:creationId xmlns:p14="http://schemas.microsoft.com/office/powerpoint/2010/main" val="873673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E8AE4-D726-C76F-52F5-1DF4E261DC96}"/>
              </a:ext>
            </a:extLst>
          </p:cNvPr>
          <p:cNvSpPr>
            <a:spLocks noGrp="1"/>
          </p:cNvSpPr>
          <p:nvPr>
            <p:ph type="title"/>
          </p:nvPr>
        </p:nvSpPr>
        <p:spPr/>
        <p:txBody>
          <a:bodyPr/>
          <a:lstStyle/>
          <a:p>
            <a:r>
              <a:rPr lang="en-US" dirty="0"/>
              <a:t>Convergence plot</a:t>
            </a:r>
            <a:endParaRPr lang="en-NL" dirty="0"/>
          </a:p>
        </p:txBody>
      </p:sp>
      <p:sp>
        <p:nvSpPr>
          <p:cNvPr id="3" name="Content Placeholder 2">
            <a:extLst>
              <a:ext uri="{FF2B5EF4-FFF2-40B4-BE49-F238E27FC236}">
                <a16:creationId xmlns:a16="http://schemas.microsoft.com/office/drawing/2014/main" id="{D375FDFB-83F8-C186-0600-3444A8A86F0D}"/>
              </a:ext>
            </a:extLst>
          </p:cNvPr>
          <p:cNvSpPr>
            <a:spLocks noGrp="1"/>
          </p:cNvSpPr>
          <p:nvPr>
            <p:ph idx="1"/>
          </p:nvPr>
        </p:nvSpPr>
        <p:spPr/>
        <p:txBody>
          <a:bodyPr/>
          <a:lstStyle/>
          <a:p>
            <a:r>
              <a:rPr lang="en-US" dirty="0"/>
              <a:t>Convergence plot is a bit biased against full trajectory, only 8 segments</a:t>
            </a:r>
          </a:p>
          <a:p>
            <a:pPr lvl="1"/>
            <a:r>
              <a:rPr lang="en-US" dirty="0"/>
              <a:t>Else I should do for example every 100 epochs of the full trajectory else too expensive</a:t>
            </a:r>
            <a:endParaRPr lang="en-NL" dirty="0"/>
          </a:p>
        </p:txBody>
      </p:sp>
    </p:spTree>
    <p:extLst>
      <p:ext uri="{BB962C8B-B14F-4D97-AF65-F5344CB8AC3E}">
        <p14:creationId xmlns:p14="http://schemas.microsoft.com/office/powerpoint/2010/main" val="9209883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0B6B2-609C-DC73-154E-82AF61059E1F}"/>
              </a:ext>
            </a:extLst>
          </p:cNvPr>
          <p:cNvSpPr>
            <a:spLocks noGrp="1"/>
          </p:cNvSpPr>
          <p:nvPr>
            <p:ph type="title"/>
          </p:nvPr>
        </p:nvSpPr>
        <p:spPr/>
        <p:txBody>
          <a:bodyPr/>
          <a:lstStyle/>
          <a:p>
            <a:r>
              <a:rPr lang="en-US" dirty="0"/>
              <a:t>Current problems</a:t>
            </a:r>
            <a:endParaRPr lang="en-NL" dirty="0"/>
          </a:p>
        </p:txBody>
      </p:sp>
      <p:sp>
        <p:nvSpPr>
          <p:cNvPr id="3" name="Content Placeholder 2">
            <a:extLst>
              <a:ext uri="{FF2B5EF4-FFF2-40B4-BE49-F238E27FC236}">
                <a16:creationId xmlns:a16="http://schemas.microsoft.com/office/drawing/2014/main" id="{FB0D4A5D-5AD5-5D54-9518-F54868E465E8}"/>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31FE4A70-16D0-51BE-1107-79901A65C520}"/>
              </a:ext>
            </a:extLst>
          </p:cNvPr>
          <p:cNvSpPr txBox="1"/>
          <p:nvPr/>
        </p:nvSpPr>
        <p:spPr>
          <a:xfrm>
            <a:off x="3048000" y="-3955179"/>
            <a:ext cx="6096000" cy="14773275"/>
          </a:xfrm>
          <a:prstGeom prst="rect">
            <a:avLst/>
          </a:prstGeom>
          <a:noFill/>
        </p:spPr>
        <p:txBody>
          <a:bodyPr wrap="square">
            <a:spAutoFit/>
          </a:bodyPr>
          <a:lstStyle/>
          <a:p>
            <a:r>
              <a:rPr lang="en-NL" dirty="0"/>
              <a:t> Problem 1 — Dormant channels included in the loss</a:t>
            </a:r>
          </a:p>
          <a:p>
            <a:r>
              <a:rPr lang="en-NL" dirty="0"/>
              <a:t>  - On T1/T6, X1 and X2 are suppressed by the feedback controller but contribute to the MSE   </a:t>
            </a:r>
          </a:p>
          <a:p>
            <a:r>
              <a:rPr lang="en-NL" dirty="0"/>
              <a:t>  - The optimizer receives gradient from controller suppression dynamics, not plant physics</a:t>
            </a:r>
          </a:p>
          <a:p>
            <a:r>
              <a:rPr lang="en-NL" dirty="0"/>
              <a:t>  - Parameters are pulled toward values that explain controller behaviour, not physical       </a:t>
            </a:r>
          </a:p>
          <a:p>
            <a:r>
              <a:rPr lang="en-NL" dirty="0"/>
              <a:t>  parameters</a:t>
            </a:r>
          </a:p>
          <a:p>
            <a:endParaRPr lang="en-NL" dirty="0"/>
          </a:p>
          <a:p>
            <a:r>
              <a:rPr lang="en-NL" dirty="0"/>
              <a:t>  Problem 2 — Global sigma dilutes Y, inflates X</a:t>
            </a:r>
          </a:p>
          <a:p>
            <a:r>
              <a:rPr lang="en-NL" dirty="0"/>
              <a:t>  - sigma[Y] is computed from all 6 trajectories including T2/T3/T4 where Y is constant →     </a:t>
            </a:r>
          </a:p>
          <a:p>
            <a:r>
              <a:rPr lang="en-NL" dirty="0"/>
              <a:t>  sigma[Y] is artificially small → Y is over-weighted in the loss</a:t>
            </a:r>
          </a:p>
          <a:p>
            <a:r>
              <a:rPr lang="en-NL" dirty="0"/>
              <a:t>  - sigma[X1] is computed from all 6 trajectories including T1/T6 where X1 is near-zero →     </a:t>
            </a:r>
          </a:p>
          <a:p>
            <a:r>
              <a:rPr lang="en-NL" dirty="0"/>
              <a:t>  sigma[X1] is artificially large → X1 is under-weighted on trajectories where it is actually </a:t>
            </a:r>
          </a:p>
          <a:p>
            <a:r>
              <a:rPr lang="en-NL" dirty="0"/>
              <a:t>  active</a:t>
            </a:r>
          </a:p>
          <a:p>
            <a:endParaRPr lang="en-NL" dirty="0"/>
          </a:p>
          <a:p>
            <a:r>
              <a:rPr lang="en-NL" dirty="0"/>
              <a:t>  Problem 3 — Within-trajectory amplitude imbalance</a:t>
            </a:r>
          </a:p>
          <a:p>
            <a:r>
              <a:rPr lang="en-NL" dirty="0"/>
              <a:t>  - On T5 (X + Y both active), if Y sweeps much more than X1/X2, Y dominates the loss</a:t>
            </a:r>
          </a:p>
          <a:p>
            <a:r>
              <a:rPr lang="en-NL" dirty="0"/>
              <a:t>  - Parameters primarily identified by X motion (m1, m2, cg1, cg2) are undertrained relative  </a:t>
            </a:r>
          </a:p>
          <a:p>
            <a:r>
              <a:rPr lang="en-NL" dirty="0"/>
              <a:t>  to Y-related parameters (</a:t>
            </a:r>
            <a:r>
              <a:rPr lang="en-NL" dirty="0" err="1"/>
              <a:t>mh</a:t>
            </a:r>
            <a:r>
              <a:rPr lang="en-NL" dirty="0"/>
              <a:t>, cy)</a:t>
            </a:r>
          </a:p>
          <a:p>
            <a:endParaRPr lang="en-NL" dirty="0"/>
          </a:p>
          <a:p>
            <a:r>
              <a:rPr lang="en-NL" dirty="0"/>
              <a:t>  Problem 4 — Cross-trajectory amplitude imbalance</a:t>
            </a:r>
          </a:p>
          <a:p>
            <a:r>
              <a:rPr lang="en-NL" dirty="0"/>
              <a:t>  - Trajectories with the same active channels can have very different amplitudes (T1</a:t>
            </a:r>
          </a:p>
          <a:p>
            <a:r>
              <a:rPr lang="en-NL" dirty="0"/>
              <a:t>  conservative vs T6 aggressive Y sweep)</a:t>
            </a:r>
          </a:p>
          <a:p>
            <a:r>
              <a:rPr lang="en-NL" dirty="0"/>
              <a:t>  - Global sigma cannot capture this: T6 segments always dominate T1 segments in the loss even</a:t>
            </a:r>
          </a:p>
          <a:p>
            <a:r>
              <a:rPr lang="en-NL" dirty="0"/>
              <a:t>   though both are Y-only</a:t>
            </a:r>
          </a:p>
          <a:p>
            <a:endParaRPr lang="en-NL" dirty="0"/>
          </a:p>
          <a:p>
            <a:r>
              <a:rPr lang="en-NL" dirty="0"/>
              <a:t>  Problem 5 — Denominator is inconsistent across segments</a:t>
            </a:r>
          </a:p>
          <a:p>
            <a:r>
              <a:rPr lang="en-NL" dirty="0"/>
              <a:t>  - Different segments have different numbers of active channels (T1: 1 active, T2: 2 active, </a:t>
            </a:r>
          </a:p>
          <a:p>
            <a:r>
              <a:rPr lang="en-NL" dirty="0"/>
              <a:t>  T5: 3 active)</a:t>
            </a:r>
          </a:p>
          <a:p>
            <a:r>
              <a:rPr lang="en-NL" dirty="0"/>
              <a:t>  - A fixed denominator gives unequal weight per active channel-step across trajectory groups </a:t>
            </a:r>
          </a:p>
          <a:p>
            <a:r>
              <a:rPr lang="en-NL" dirty="0"/>
              <a:t>  - No single global denominator is correct for all segments simultaneously</a:t>
            </a:r>
          </a:p>
          <a:p>
            <a:endParaRPr lang="en-NL" dirty="0"/>
          </a:p>
          <a:p>
            <a:r>
              <a:rPr lang="en-NL" dirty="0"/>
              <a:t>  Problem 6 — Adam sees inconsistent loss scale across batches</a:t>
            </a:r>
          </a:p>
          <a:p>
            <a:r>
              <a:rPr lang="en-NL" dirty="0"/>
              <a:t>  - Batch composition varies (different mixes of trajectory groups)</a:t>
            </a:r>
          </a:p>
          <a:p>
            <a:r>
              <a:rPr lang="en-NL" dirty="0"/>
              <a:t>  - Without per-segment normalization, the loss magnitude depends on which groups appear in   </a:t>
            </a:r>
          </a:p>
          <a:p>
            <a:r>
              <a:rPr lang="en-NL" dirty="0"/>
              <a:t>  the batch</a:t>
            </a:r>
          </a:p>
          <a:p>
            <a:r>
              <a:rPr lang="en-NL" dirty="0"/>
              <a:t>  - Adam's second moment estimate </a:t>
            </a:r>
            <a:r>
              <a:rPr lang="en-NL" dirty="0" err="1"/>
              <a:t>v_t</a:t>
            </a:r>
            <a:r>
              <a:rPr lang="en-NL" dirty="0"/>
              <a:t> cannot stabilize → learning rate adaptation is</a:t>
            </a:r>
          </a:p>
          <a:p>
            <a:r>
              <a:rPr lang="en-NL" dirty="0"/>
              <a:t>  unreliable</a:t>
            </a:r>
          </a:p>
        </p:txBody>
      </p:sp>
    </p:spTree>
    <p:extLst>
      <p:ext uri="{BB962C8B-B14F-4D97-AF65-F5344CB8AC3E}">
        <p14:creationId xmlns:p14="http://schemas.microsoft.com/office/powerpoint/2010/main" val="19578414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50394-8B1B-8F30-94D9-C11DF9EDAA22}"/>
              </a:ext>
            </a:extLst>
          </p:cNvPr>
          <p:cNvSpPr>
            <a:spLocks noGrp="1"/>
          </p:cNvSpPr>
          <p:nvPr>
            <p:ph type="title"/>
          </p:nvPr>
        </p:nvSpPr>
        <p:spPr/>
        <p:txBody>
          <a:bodyPr/>
          <a:lstStyle/>
          <a:p>
            <a:r>
              <a:rPr lang="en-US" dirty="0"/>
              <a:t>Stepwise solution</a:t>
            </a:r>
            <a:endParaRPr lang="en-NL" dirty="0"/>
          </a:p>
        </p:txBody>
      </p:sp>
      <p:sp>
        <p:nvSpPr>
          <p:cNvPr id="3" name="Content Placeholder 2">
            <a:extLst>
              <a:ext uri="{FF2B5EF4-FFF2-40B4-BE49-F238E27FC236}">
                <a16:creationId xmlns:a16="http://schemas.microsoft.com/office/drawing/2014/main" id="{BE062CC9-11B1-A092-C99C-2BB42E36FC1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1B25BD07-7549-8AB0-C22A-C956FB81D255}"/>
              </a:ext>
            </a:extLst>
          </p:cNvPr>
          <p:cNvPicPr>
            <a:picLocks noChangeAspect="1"/>
          </p:cNvPicPr>
          <p:nvPr/>
        </p:nvPicPr>
        <p:blipFill>
          <a:blip r:embed="rId2"/>
          <a:stretch>
            <a:fillRect/>
          </a:stretch>
        </p:blipFill>
        <p:spPr>
          <a:xfrm>
            <a:off x="6194613" y="144198"/>
            <a:ext cx="5159187" cy="6713802"/>
          </a:xfrm>
          <a:prstGeom prst="rect">
            <a:avLst/>
          </a:prstGeom>
        </p:spPr>
      </p:pic>
    </p:spTree>
    <p:extLst>
      <p:ext uri="{BB962C8B-B14F-4D97-AF65-F5344CB8AC3E}">
        <p14:creationId xmlns:p14="http://schemas.microsoft.com/office/powerpoint/2010/main" val="17718158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F9B59-D268-F004-F989-286ECB08242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08CAF0B-A321-659F-048D-A82F4414F4D4}"/>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CE4D3D2-3404-7A37-35C7-E5969669E4CA}"/>
              </a:ext>
            </a:extLst>
          </p:cNvPr>
          <p:cNvPicPr>
            <a:picLocks noChangeAspect="1"/>
          </p:cNvPicPr>
          <p:nvPr/>
        </p:nvPicPr>
        <p:blipFill>
          <a:blip r:embed="rId2"/>
          <a:stretch>
            <a:fillRect/>
          </a:stretch>
        </p:blipFill>
        <p:spPr>
          <a:xfrm>
            <a:off x="3524027" y="1569559"/>
            <a:ext cx="5143946" cy="3718882"/>
          </a:xfrm>
          <a:prstGeom prst="rect">
            <a:avLst/>
          </a:prstGeom>
        </p:spPr>
      </p:pic>
    </p:spTree>
    <p:extLst>
      <p:ext uri="{BB962C8B-B14F-4D97-AF65-F5344CB8AC3E}">
        <p14:creationId xmlns:p14="http://schemas.microsoft.com/office/powerpoint/2010/main" val="10282805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3044A-DBA9-69AA-07B0-EF3C36536C55}"/>
              </a:ext>
            </a:extLst>
          </p:cNvPr>
          <p:cNvSpPr>
            <a:spLocks noGrp="1"/>
          </p:cNvSpPr>
          <p:nvPr>
            <p:ph type="title"/>
          </p:nvPr>
        </p:nvSpPr>
        <p:spPr/>
        <p:txBody>
          <a:bodyPr/>
          <a:lstStyle/>
          <a:p>
            <a:r>
              <a:rPr lang="en-US" dirty="0"/>
              <a:t> Polyak-Ruppert iterate averaging</a:t>
            </a:r>
            <a:endParaRPr lang="en-NL" dirty="0"/>
          </a:p>
        </p:txBody>
      </p:sp>
      <p:sp>
        <p:nvSpPr>
          <p:cNvPr id="3" name="Content Placeholder 2">
            <a:extLst>
              <a:ext uri="{FF2B5EF4-FFF2-40B4-BE49-F238E27FC236}">
                <a16:creationId xmlns:a16="http://schemas.microsoft.com/office/drawing/2014/main" id="{314C1C98-CF7B-F92D-1EC9-2A8133783556}"/>
              </a:ext>
            </a:extLst>
          </p:cNvPr>
          <p:cNvSpPr>
            <a:spLocks noGrp="1"/>
          </p:cNvSpPr>
          <p:nvPr>
            <p:ph idx="1"/>
          </p:nvPr>
        </p:nvSpPr>
        <p:spPr/>
        <p:txBody>
          <a:bodyPr/>
          <a:lstStyle/>
          <a:p>
            <a:r>
              <a:rPr lang="en-US" dirty="0" err="1"/>
              <a:t>ReduceLROnPlateau</a:t>
            </a:r>
            <a:r>
              <a:rPr lang="en-US" dirty="0"/>
              <a:t>.</a:t>
            </a:r>
          </a:p>
          <a:p>
            <a:r>
              <a:rPr lang="en-US" dirty="0"/>
              <a:t>Mainly useful when noise dominates.</a:t>
            </a:r>
            <a:endParaRPr lang="en-NL" dirty="0"/>
          </a:p>
        </p:txBody>
      </p:sp>
      <p:pic>
        <p:nvPicPr>
          <p:cNvPr id="5" name="Picture 4">
            <a:extLst>
              <a:ext uri="{FF2B5EF4-FFF2-40B4-BE49-F238E27FC236}">
                <a16:creationId xmlns:a16="http://schemas.microsoft.com/office/drawing/2014/main" id="{9160D80E-0A4B-2E3D-1938-E813D4B40CAE}"/>
              </a:ext>
            </a:extLst>
          </p:cNvPr>
          <p:cNvPicPr>
            <a:picLocks noChangeAspect="1"/>
          </p:cNvPicPr>
          <p:nvPr/>
        </p:nvPicPr>
        <p:blipFill>
          <a:blip r:embed="rId2"/>
          <a:stretch>
            <a:fillRect/>
          </a:stretch>
        </p:blipFill>
        <p:spPr>
          <a:xfrm>
            <a:off x="2098484" y="3823197"/>
            <a:ext cx="7719729" cy="1767993"/>
          </a:xfrm>
          <a:prstGeom prst="rect">
            <a:avLst/>
          </a:prstGeom>
        </p:spPr>
      </p:pic>
    </p:spTree>
    <p:extLst>
      <p:ext uri="{BB962C8B-B14F-4D97-AF65-F5344CB8AC3E}">
        <p14:creationId xmlns:p14="http://schemas.microsoft.com/office/powerpoint/2010/main" val="21180170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9B408-FBC4-00FC-297D-04388B88C572}"/>
              </a:ext>
            </a:extLst>
          </p:cNvPr>
          <p:cNvSpPr>
            <a:spLocks noGrp="1"/>
          </p:cNvSpPr>
          <p:nvPr>
            <p:ph type="title"/>
          </p:nvPr>
        </p:nvSpPr>
        <p:spPr/>
        <p:txBody>
          <a:bodyPr/>
          <a:lstStyle/>
          <a:p>
            <a:r>
              <a:rPr lang="en-US" dirty="0"/>
              <a:t>Normalizations</a:t>
            </a:r>
            <a:endParaRPr lang="en-NL" dirty="0"/>
          </a:p>
        </p:txBody>
      </p:sp>
      <p:sp>
        <p:nvSpPr>
          <p:cNvPr id="3" name="Content Placeholder 2">
            <a:extLst>
              <a:ext uri="{FF2B5EF4-FFF2-40B4-BE49-F238E27FC236}">
                <a16:creationId xmlns:a16="http://schemas.microsoft.com/office/drawing/2014/main" id="{C411EA2F-C4B8-7481-F453-97A97FC62005}"/>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12AF2A7-FDDE-CC6F-7A0B-8436A7C0ABBC}"/>
              </a:ext>
            </a:extLst>
          </p:cNvPr>
          <p:cNvPicPr>
            <a:picLocks noChangeAspect="1"/>
          </p:cNvPicPr>
          <p:nvPr/>
        </p:nvPicPr>
        <p:blipFill>
          <a:blip r:embed="rId2"/>
          <a:stretch>
            <a:fillRect/>
          </a:stretch>
        </p:blipFill>
        <p:spPr>
          <a:xfrm>
            <a:off x="3638337" y="1116129"/>
            <a:ext cx="4915326" cy="4625741"/>
          </a:xfrm>
          <a:prstGeom prst="rect">
            <a:avLst/>
          </a:prstGeom>
        </p:spPr>
      </p:pic>
    </p:spTree>
    <p:extLst>
      <p:ext uri="{BB962C8B-B14F-4D97-AF65-F5344CB8AC3E}">
        <p14:creationId xmlns:p14="http://schemas.microsoft.com/office/powerpoint/2010/main" val="10012723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F6242-3130-5FAB-D0CA-AF9F15FBAF94}"/>
              </a:ext>
            </a:extLst>
          </p:cNvPr>
          <p:cNvSpPr>
            <a:spLocks noGrp="1"/>
          </p:cNvSpPr>
          <p:nvPr>
            <p:ph type="title"/>
          </p:nvPr>
        </p:nvSpPr>
        <p:spPr/>
        <p:txBody>
          <a:bodyPr/>
          <a:lstStyle/>
          <a:p>
            <a:r>
              <a:rPr lang="en-US" dirty="0"/>
              <a:t>Purpose of normalization</a:t>
            </a:r>
            <a:endParaRPr lang="en-NL" dirty="0"/>
          </a:p>
        </p:txBody>
      </p:sp>
      <p:sp>
        <p:nvSpPr>
          <p:cNvPr id="3" name="Content Placeholder 2">
            <a:extLst>
              <a:ext uri="{FF2B5EF4-FFF2-40B4-BE49-F238E27FC236}">
                <a16:creationId xmlns:a16="http://schemas.microsoft.com/office/drawing/2014/main" id="{A1C85446-CCD2-144D-12FC-8FBD254AA02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9C4F9719-CFF1-9882-A4D0-2544CAF448BC}"/>
              </a:ext>
            </a:extLst>
          </p:cNvPr>
          <p:cNvPicPr>
            <a:picLocks noChangeAspect="1"/>
          </p:cNvPicPr>
          <p:nvPr/>
        </p:nvPicPr>
        <p:blipFill>
          <a:blip r:embed="rId2"/>
          <a:stretch>
            <a:fillRect/>
          </a:stretch>
        </p:blipFill>
        <p:spPr>
          <a:xfrm>
            <a:off x="3539268" y="906561"/>
            <a:ext cx="5113463" cy="5044877"/>
          </a:xfrm>
          <a:prstGeom prst="rect">
            <a:avLst/>
          </a:prstGeom>
        </p:spPr>
      </p:pic>
    </p:spTree>
    <p:extLst>
      <p:ext uri="{BB962C8B-B14F-4D97-AF65-F5344CB8AC3E}">
        <p14:creationId xmlns:p14="http://schemas.microsoft.com/office/powerpoint/2010/main" val="39255128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20329-D863-0755-8713-AD35D97F08A1}"/>
              </a:ext>
            </a:extLst>
          </p:cNvPr>
          <p:cNvSpPr>
            <a:spLocks noGrp="1"/>
          </p:cNvSpPr>
          <p:nvPr>
            <p:ph type="title"/>
          </p:nvPr>
        </p:nvSpPr>
        <p:spPr/>
        <p:txBody>
          <a:bodyPr/>
          <a:lstStyle/>
          <a:p>
            <a:r>
              <a:rPr lang="en-US" dirty="0"/>
              <a:t>Future proof for noise</a:t>
            </a:r>
            <a:endParaRPr lang="en-NL" dirty="0"/>
          </a:p>
        </p:txBody>
      </p:sp>
      <p:sp>
        <p:nvSpPr>
          <p:cNvPr id="3" name="Content Placeholder 2">
            <a:extLst>
              <a:ext uri="{FF2B5EF4-FFF2-40B4-BE49-F238E27FC236}">
                <a16:creationId xmlns:a16="http://schemas.microsoft.com/office/drawing/2014/main" id="{13BFAFF9-009A-606D-10C2-771658FB0DD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315C2444-D434-D944-C5D4-8FDB01CC8A76}"/>
              </a:ext>
            </a:extLst>
          </p:cNvPr>
          <p:cNvPicPr>
            <a:picLocks noChangeAspect="1"/>
          </p:cNvPicPr>
          <p:nvPr/>
        </p:nvPicPr>
        <p:blipFill>
          <a:blip r:embed="rId2"/>
          <a:stretch>
            <a:fillRect/>
          </a:stretch>
        </p:blipFill>
        <p:spPr>
          <a:xfrm>
            <a:off x="838200" y="2528391"/>
            <a:ext cx="9315320" cy="2739799"/>
          </a:xfrm>
          <a:prstGeom prst="rect">
            <a:avLst/>
          </a:prstGeom>
        </p:spPr>
      </p:pic>
    </p:spTree>
    <p:extLst>
      <p:ext uri="{BB962C8B-B14F-4D97-AF65-F5344CB8AC3E}">
        <p14:creationId xmlns:p14="http://schemas.microsoft.com/office/powerpoint/2010/main" val="5961574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6D982-57D2-237B-5B65-6168628DE01C}"/>
              </a:ext>
            </a:extLst>
          </p:cNvPr>
          <p:cNvSpPr>
            <a:spLocks noGrp="1"/>
          </p:cNvSpPr>
          <p:nvPr>
            <p:ph type="title"/>
          </p:nvPr>
        </p:nvSpPr>
        <p:spPr/>
        <p:txBody>
          <a:bodyPr/>
          <a:lstStyle/>
          <a:p>
            <a:r>
              <a:rPr lang="en-US" dirty="0"/>
              <a:t>How Jan faces normalization problem</a:t>
            </a:r>
            <a:endParaRPr lang="en-NL" dirty="0"/>
          </a:p>
        </p:txBody>
      </p:sp>
      <p:sp>
        <p:nvSpPr>
          <p:cNvPr id="3" name="Content Placeholder 2">
            <a:extLst>
              <a:ext uri="{FF2B5EF4-FFF2-40B4-BE49-F238E27FC236}">
                <a16:creationId xmlns:a16="http://schemas.microsoft.com/office/drawing/2014/main" id="{63A8CBAA-37E1-D09C-BBE2-7B088108081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DD94174-A893-971F-F8BA-5517B65FE994}"/>
              </a:ext>
            </a:extLst>
          </p:cNvPr>
          <p:cNvPicPr>
            <a:picLocks noChangeAspect="1"/>
          </p:cNvPicPr>
          <p:nvPr/>
        </p:nvPicPr>
        <p:blipFill>
          <a:blip r:embed="rId2"/>
          <a:stretch>
            <a:fillRect/>
          </a:stretch>
        </p:blipFill>
        <p:spPr>
          <a:xfrm>
            <a:off x="2838167" y="704614"/>
            <a:ext cx="6515665" cy="5448772"/>
          </a:xfrm>
          <a:prstGeom prst="rect">
            <a:avLst/>
          </a:prstGeom>
        </p:spPr>
      </p:pic>
    </p:spTree>
    <p:extLst>
      <p:ext uri="{BB962C8B-B14F-4D97-AF65-F5344CB8AC3E}">
        <p14:creationId xmlns:p14="http://schemas.microsoft.com/office/powerpoint/2010/main" val="9858168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D41D4-502D-932F-99E7-0EC4CB5D6BDD}"/>
              </a:ext>
            </a:extLst>
          </p:cNvPr>
          <p:cNvSpPr>
            <a:spLocks noGrp="1"/>
          </p:cNvSpPr>
          <p:nvPr>
            <p:ph type="title"/>
          </p:nvPr>
        </p:nvSpPr>
        <p:spPr/>
        <p:txBody>
          <a:bodyPr/>
          <a:lstStyle/>
          <a:p>
            <a:r>
              <a:rPr lang="en-US" dirty="0"/>
              <a:t>Fisher Information Matrix</a:t>
            </a:r>
            <a:endParaRPr lang="en-NL" dirty="0"/>
          </a:p>
        </p:txBody>
      </p:sp>
      <p:sp>
        <p:nvSpPr>
          <p:cNvPr id="3" name="Content Placeholder 2">
            <a:extLst>
              <a:ext uri="{FF2B5EF4-FFF2-40B4-BE49-F238E27FC236}">
                <a16:creationId xmlns:a16="http://schemas.microsoft.com/office/drawing/2014/main" id="{76C8FCC7-62A4-E643-C250-B7FF1EA4A565}"/>
              </a:ext>
            </a:extLst>
          </p:cNvPr>
          <p:cNvSpPr>
            <a:spLocks noGrp="1"/>
          </p:cNvSpPr>
          <p:nvPr>
            <p:ph idx="1"/>
          </p:nvPr>
        </p:nvSpPr>
        <p:spPr/>
        <p:txBody>
          <a:bodyPr/>
          <a:lstStyle/>
          <a:p>
            <a:r>
              <a:rPr lang="en-US" dirty="0"/>
              <a:t>Problem different channels should be set to 0 for </a:t>
            </a:r>
          </a:p>
          <a:p>
            <a:r>
              <a:rPr lang="en-US" dirty="0"/>
              <a:t>How to combine with normalization??</a:t>
            </a:r>
          </a:p>
          <a:p>
            <a:endParaRPr lang="en-US" dirty="0"/>
          </a:p>
          <a:p>
            <a:r>
              <a:rPr lang="en-US" dirty="0"/>
              <a:t>1. Computed at detuned initialization</a:t>
            </a:r>
          </a:p>
          <a:p>
            <a:r>
              <a:rPr lang="en-US" dirty="0"/>
              <a:t>2. Could recompute periodically</a:t>
            </a:r>
          </a:p>
          <a:p>
            <a:r>
              <a:rPr lang="en-US" dirty="0"/>
              <a:t>3. Augmentation adds cost</a:t>
            </a:r>
            <a:endParaRPr lang="en-NL" dirty="0"/>
          </a:p>
        </p:txBody>
      </p:sp>
    </p:spTree>
    <p:extLst>
      <p:ext uri="{BB962C8B-B14F-4D97-AF65-F5344CB8AC3E}">
        <p14:creationId xmlns:p14="http://schemas.microsoft.com/office/powerpoint/2010/main" val="21092213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225C4-7BDA-8C6B-E08C-797EADC67723}"/>
              </a:ext>
            </a:extLst>
          </p:cNvPr>
          <p:cNvSpPr>
            <a:spLocks noGrp="1"/>
          </p:cNvSpPr>
          <p:nvPr>
            <p:ph type="title"/>
          </p:nvPr>
        </p:nvSpPr>
        <p:spPr/>
        <p:txBody>
          <a:bodyPr/>
          <a:lstStyle/>
          <a:p>
            <a:r>
              <a:rPr lang="en-US" dirty="0"/>
              <a:t>Question 1</a:t>
            </a:r>
            <a:endParaRPr lang="en-NL" dirty="0"/>
          </a:p>
        </p:txBody>
      </p:sp>
      <p:sp>
        <p:nvSpPr>
          <p:cNvPr id="3" name="Content Placeholder 2">
            <a:extLst>
              <a:ext uri="{FF2B5EF4-FFF2-40B4-BE49-F238E27FC236}">
                <a16:creationId xmlns:a16="http://schemas.microsoft.com/office/drawing/2014/main" id="{7460E412-1246-DC78-8529-84A7FAB8F772}"/>
              </a:ext>
            </a:extLst>
          </p:cNvPr>
          <p:cNvSpPr>
            <a:spLocks noGrp="1"/>
          </p:cNvSpPr>
          <p:nvPr>
            <p:ph idx="1"/>
          </p:nvPr>
        </p:nvSpPr>
        <p:spPr/>
        <p:txBody>
          <a:bodyPr/>
          <a:lstStyle/>
          <a:p>
            <a:pPr marL="0" indent="0">
              <a:buNone/>
            </a:pPr>
            <a:r>
              <a:rPr lang="en-US" dirty="0"/>
              <a:t>For the additional state in simulation, should the added state be physically interpretable from ASMPT’s perspective, or is it sufficient to demonstrate the concept of recovering an unmodelled latent state from data?</a:t>
            </a:r>
            <a:endParaRPr lang="en-NL" dirty="0"/>
          </a:p>
        </p:txBody>
      </p:sp>
      <p:pic>
        <p:nvPicPr>
          <p:cNvPr id="4" name="Picture 3">
            <a:extLst>
              <a:ext uri="{FF2B5EF4-FFF2-40B4-BE49-F238E27FC236}">
                <a16:creationId xmlns:a16="http://schemas.microsoft.com/office/drawing/2014/main" id="{FAEBEF7E-B88B-2E24-C0CE-FAB622473776}"/>
              </a:ext>
            </a:extLst>
          </p:cNvPr>
          <p:cNvPicPr>
            <a:picLocks noChangeAspect="1"/>
          </p:cNvPicPr>
          <p:nvPr/>
        </p:nvPicPr>
        <p:blipFill>
          <a:blip r:embed="rId2"/>
          <a:stretch>
            <a:fillRect/>
          </a:stretch>
        </p:blipFill>
        <p:spPr>
          <a:xfrm>
            <a:off x="7055392" y="3741191"/>
            <a:ext cx="4943063" cy="3116809"/>
          </a:xfrm>
          <a:prstGeom prst="rect">
            <a:avLst/>
          </a:prstGeom>
        </p:spPr>
      </p:pic>
      <p:grpSp>
        <p:nvGrpSpPr>
          <p:cNvPr id="5" name="Group 4">
            <a:extLst>
              <a:ext uri="{FF2B5EF4-FFF2-40B4-BE49-F238E27FC236}">
                <a16:creationId xmlns:a16="http://schemas.microsoft.com/office/drawing/2014/main" id="{AC1F3B0E-2414-683D-E366-6D08AFD2BBF3}"/>
              </a:ext>
            </a:extLst>
          </p:cNvPr>
          <p:cNvGrpSpPr/>
          <p:nvPr/>
        </p:nvGrpSpPr>
        <p:grpSpPr>
          <a:xfrm rot="21112073">
            <a:off x="7760759" y="4388351"/>
            <a:ext cx="1044034" cy="841633"/>
            <a:chOff x="7399252" y="4167670"/>
            <a:chExt cx="2059702" cy="1677486"/>
          </a:xfrm>
        </p:grpSpPr>
        <p:grpSp>
          <p:nvGrpSpPr>
            <p:cNvPr id="6" name="Group 5">
              <a:extLst>
                <a:ext uri="{FF2B5EF4-FFF2-40B4-BE49-F238E27FC236}">
                  <a16:creationId xmlns:a16="http://schemas.microsoft.com/office/drawing/2014/main" id="{B0C9AB19-02DF-8052-C4B1-D06315111662}"/>
                </a:ext>
              </a:extLst>
            </p:cNvPr>
            <p:cNvGrpSpPr/>
            <p:nvPr/>
          </p:nvGrpSpPr>
          <p:grpSpPr>
            <a:xfrm>
              <a:off x="7399252" y="4170244"/>
              <a:ext cx="1645516" cy="1674912"/>
              <a:chOff x="7982725" y="1828582"/>
              <a:chExt cx="2287518" cy="1924493"/>
            </a:xfrm>
          </p:grpSpPr>
          <p:pic>
            <p:nvPicPr>
              <p:cNvPr id="8" name="Picture 7">
                <a:extLst>
                  <a:ext uri="{FF2B5EF4-FFF2-40B4-BE49-F238E27FC236}">
                    <a16:creationId xmlns:a16="http://schemas.microsoft.com/office/drawing/2014/main" id="{4D4022AC-93FE-5410-8C76-89EC28C43EFE}"/>
                  </a:ext>
                </a:extLst>
              </p:cNvPr>
              <p:cNvPicPr>
                <a:picLocks noChangeAspect="1"/>
              </p:cNvPicPr>
              <p:nvPr/>
            </p:nvPicPr>
            <p:blipFill>
              <a:blip r:embed="rId3"/>
              <a:srcRect l="73509" t="15263" r="6139" b="42014"/>
              <a:stretch>
                <a:fillRect/>
              </a:stretch>
            </p:blipFill>
            <p:spPr>
              <a:xfrm>
                <a:off x="7982725" y="1828582"/>
                <a:ext cx="2287518" cy="1924493"/>
              </a:xfrm>
              <a:prstGeom prst="rect">
                <a:avLst/>
              </a:prstGeom>
            </p:spPr>
          </p:pic>
          <p:sp>
            <p:nvSpPr>
              <p:cNvPr id="9" name="Rectangle 8">
                <a:extLst>
                  <a:ext uri="{FF2B5EF4-FFF2-40B4-BE49-F238E27FC236}">
                    <a16:creationId xmlns:a16="http://schemas.microsoft.com/office/drawing/2014/main" id="{F68C56FA-ACB1-11D5-CD08-359BDA270900}"/>
                  </a:ext>
                </a:extLst>
              </p:cNvPr>
              <p:cNvSpPr/>
              <p:nvPr/>
            </p:nvSpPr>
            <p:spPr>
              <a:xfrm>
                <a:off x="8052816" y="3224784"/>
                <a:ext cx="950976" cy="52533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grpSp>
        <p:pic>
          <p:nvPicPr>
            <p:cNvPr id="7" name="Picture 6">
              <a:extLst>
                <a:ext uri="{FF2B5EF4-FFF2-40B4-BE49-F238E27FC236}">
                  <a16:creationId xmlns:a16="http://schemas.microsoft.com/office/drawing/2014/main" id="{6AE9B673-DA60-3F0E-6118-AAEB9BCDC3B7}"/>
                </a:ext>
              </a:extLst>
            </p:cNvPr>
            <p:cNvPicPr>
              <a:picLocks noChangeAspect="1"/>
            </p:cNvPicPr>
            <p:nvPr/>
          </p:nvPicPr>
          <p:blipFill>
            <a:blip r:embed="rId3"/>
            <a:srcRect l="65482" t="15263" r="26057" b="42014"/>
            <a:stretch>
              <a:fillRect/>
            </a:stretch>
          </p:blipFill>
          <p:spPr>
            <a:xfrm>
              <a:off x="8774874" y="4167670"/>
              <a:ext cx="684080" cy="1674912"/>
            </a:xfrm>
            <a:prstGeom prst="rect">
              <a:avLst/>
            </a:prstGeom>
          </p:spPr>
        </p:pic>
      </p:grpSp>
    </p:spTree>
    <p:extLst>
      <p:ext uri="{BB962C8B-B14F-4D97-AF65-F5344CB8AC3E}">
        <p14:creationId xmlns:p14="http://schemas.microsoft.com/office/powerpoint/2010/main" val="10058884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B0EB4-1868-9F15-83C7-2B8F0C473F4F}"/>
              </a:ext>
            </a:extLst>
          </p:cNvPr>
          <p:cNvSpPr>
            <a:spLocks noGrp="1"/>
          </p:cNvSpPr>
          <p:nvPr>
            <p:ph type="title"/>
          </p:nvPr>
        </p:nvSpPr>
        <p:spPr/>
        <p:txBody>
          <a:bodyPr/>
          <a:lstStyle/>
          <a:p>
            <a:r>
              <a:rPr lang="en-US" dirty="0"/>
              <a:t>Question 1</a:t>
            </a:r>
            <a:endParaRPr lang="en-NL" dirty="0"/>
          </a:p>
        </p:txBody>
      </p:sp>
      <p:sp>
        <p:nvSpPr>
          <p:cNvPr id="3" name="Content Placeholder 2">
            <a:extLst>
              <a:ext uri="{FF2B5EF4-FFF2-40B4-BE49-F238E27FC236}">
                <a16:creationId xmlns:a16="http://schemas.microsoft.com/office/drawing/2014/main" id="{7463D0CB-1B4A-515B-F469-254409CA7F8C}"/>
              </a:ext>
            </a:extLst>
          </p:cNvPr>
          <p:cNvSpPr>
            <a:spLocks noGrp="1"/>
          </p:cNvSpPr>
          <p:nvPr>
            <p:ph idx="1"/>
          </p:nvPr>
        </p:nvSpPr>
        <p:spPr/>
        <p:txBody>
          <a:bodyPr/>
          <a:lstStyle/>
          <a:p>
            <a:r>
              <a:rPr lang="nl-NL" dirty="0"/>
              <a:t>Ik had een vraag over het toevoegen van de </a:t>
            </a:r>
            <a:r>
              <a:rPr lang="nl-NL" dirty="0" err="1"/>
              <a:t>additional</a:t>
            </a:r>
            <a:r>
              <a:rPr lang="nl-NL" dirty="0"/>
              <a:t> state. Heeft het vanuit ASMPT meerwaarde als de </a:t>
            </a:r>
            <a:r>
              <a:rPr lang="nl-NL" dirty="0" err="1"/>
              <a:t>additional</a:t>
            </a:r>
            <a:r>
              <a:rPr lang="nl-NL" dirty="0"/>
              <a:t> state een fysische betekenis heeft, puur voor simulatie?</a:t>
            </a:r>
          </a:p>
          <a:p>
            <a:r>
              <a:rPr lang="nl-NL" dirty="0"/>
              <a:t>Of is het voldoende als ik het alleen als een "</a:t>
            </a:r>
            <a:r>
              <a:rPr lang="nl-NL" dirty="0" err="1"/>
              <a:t>proof</a:t>
            </a:r>
            <a:r>
              <a:rPr lang="nl-NL" dirty="0"/>
              <a:t> of concept" heb voor het </a:t>
            </a:r>
            <a:r>
              <a:rPr lang="nl-NL" dirty="0" err="1"/>
              <a:t>recoveren</a:t>
            </a:r>
            <a:r>
              <a:rPr lang="nl-NL" dirty="0"/>
              <a:t> van deze toegevoegde state?</a:t>
            </a:r>
          </a:p>
          <a:p>
            <a:r>
              <a:rPr lang="en-US" dirty="0"/>
              <a:t>But at that point I could also have used the </a:t>
            </a:r>
            <a:r>
              <a:rPr lang="en-US" dirty="0" err="1"/>
              <a:t>simscape</a:t>
            </a:r>
            <a:r>
              <a:rPr lang="en-US" dirty="0"/>
              <a:t> model with coulomb friction, or do I need to add the coulomb friction</a:t>
            </a:r>
          </a:p>
          <a:p>
            <a:r>
              <a:rPr lang="en-US" dirty="0"/>
              <a:t>Validate additional state with </a:t>
            </a:r>
            <a:r>
              <a:rPr lang="en-US" dirty="0" err="1"/>
              <a:t>simscape</a:t>
            </a:r>
            <a:endParaRPr lang="en-US" dirty="0"/>
          </a:p>
          <a:p>
            <a:endParaRPr lang="en-NL" dirty="0"/>
          </a:p>
        </p:txBody>
      </p:sp>
      <p:pic>
        <p:nvPicPr>
          <p:cNvPr id="5" name="Picture 4">
            <a:extLst>
              <a:ext uri="{FF2B5EF4-FFF2-40B4-BE49-F238E27FC236}">
                <a16:creationId xmlns:a16="http://schemas.microsoft.com/office/drawing/2014/main" id="{B2756AC7-F2FF-DEE9-7BCD-A80F1FE0BEF5}"/>
              </a:ext>
            </a:extLst>
          </p:cNvPr>
          <p:cNvPicPr>
            <a:picLocks noChangeAspect="1"/>
          </p:cNvPicPr>
          <p:nvPr/>
        </p:nvPicPr>
        <p:blipFill>
          <a:blip r:embed="rId2"/>
          <a:stretch>
            <a:fillRect/>
          </a:stretch>
        </p:blipFill>
        <p:spPr>
          <a:xfrm>
            <a:off x="2279036" y="5540267"/>
            <a:ext cx="9774014" cy="771633"/>
          </a:xfrm>
          <a:prstGeom prst="rect">
            <a:avLst/>
          </a:prstGeom>
        </p:spPr>
      </p:pic>
    </p:spTree>
    <p:extLst>
      <p:ext uri="{BB962C8B-B14F-4D97-AF65-F5344CB8AC3E}">
        <p14:creationId xmlns:p14="http://schemas.microsoft.com/office/powerpoint/2010/main" val="21789244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4CFCA-8F18-3D2D-ECFD-946F143D701E}"/>
              </a:ext>
            </a:extLst>
          </p:cNvPr>
          <p:cNvSpPr>
            <a:spLocks noGrp="1"/>
          </p:cNvSpPr>
          <p:nvPr>
            <p:ph type="title"/>
          </p:nvPr>
        </p:nvSpPr>
        <p:spPr/>
        <p:txBody>
          <a:bodyPr/>
          <a:lstStyle/>
          <a:p>
            <a:r>
              <a:rPr lang="en-US" dirty="0"/>
              <a:t>Question 2</a:t>
            </a:r>
            <a:endParaRPr lang="en-NL" dirty="0"/>
          </a:p>
        </p:txBody>
      </p:sp>
      <p:sp>
        <p:nvSpPr>
          <p:cNvPr id="3" name="Content Placeholder 2">
            <a:extLst>
              <a:ext uri="{FF2B5EF4-FFF2-40B4-BE49-F238E27FC236}">
                <a16:creationId xmlns:a16="http://schemas.microsoft.com/office/drawing/2014/main" id="{9611F755-488A-E153-391F-8E20A1C8F58F}"/>
              </a:ext>
            </a:extLst>
          </p:cNvPr>
          <p:cNvSpPr>
            <a:spLocks noGrp="1"/>
          </p:cNvSpPr>
          <p:nvPr>
            <p:ph idx="1"/>
          </p:nvPr>
        </p:nvSpPr>
        <p:spPr/>
        <p:txBody>
          <a:bodyPr/>
          <a:lstStyle/>
          <a:p>
            <a:pPr marL="0" indent="0">
              <a:buNone/>
            </a:pPr>
            <a:r>
              <a:rPr lang="en-US" dirty="0"/>
              <a:t>What frequency range should the model accurately be able to capture?</a:t>
            </a:r>
          </a:p>
        </p:txBody>
      </p:sp>
    </p:spTree>
    <p:extLst>
      <p:ext uri="{BB962C8B-B14F-4D97-AF65-F5344CB8AC3E}">
        <p14:creationId xmlns:p14="http://schemas.microsoft.com/office/powerpoint/2010/main" val="34751851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3396F-6C20-D0D4-5707-ED433328B704}"/>
              </a:ext>
            </a:extLst>
          </p:cNvPr>
          <p:cNvSpPr>
            <a:spLocks noGrp="1"/>
          </p:cNvSpPr>
          <p:nvPr>
            <p:ph type="title"/>
          </p:nvPr>
        </p:nvSpPr>
        <p:spPr/>
        <p:txBody>
          <a:bodyPr/>
          <a:lstStyle/>
          <a:p>
            <a:r>
              <a:rPr lang="en-US" dirty="0"/>
              <a:t>Question 2</a:t>
            </a:r>
            <a:endParaRPr lang="en-NL" dirty="0"/>
          </a:p>
        </p:txBody>
      </p:sp>
      <p:sp>
        <p:nvSpPr>
          <p:cNvPr id="3" name="Content Placeholder 2">
            <a:extLst>
              <a:ext uri="{FF2B5EF4-FFF2-40B4-BE49-F238E27FC236}">
                <a16:creationId xmlns:a16="http://schemas.microsoft.com/office/drawing/2014/main" id="{A36BF2DB-C756-F50C-7FA0-EA30EB7EE411}"/>
              </a:ext>
            </a:extLst>
          </p:cNvPr>
          <p:cNvSpPr>
            <a:spLocks noGrp="1"/>
          </p:cNvSpPr>
          <p:nvPr>
            <p:ph idx="1"/>
          </p:nvPr>
        </p:nvSpPr>
        <p:spPr/>
        <p:txBody>
          <a:bodyPr/>
          <a:lstStyle/>
          <a:p>
            <a:r>
              <a:rPr lang="en-US" dirty="0"/>
              <a:t>What sampling rate does the model need to work?</a:t>
            </a:r>
          </a:p>
          <a:p>
            <a:r>
              <a:rPr lang="en-US" dirty="0"/>
              <a:t>4 </a:t>
            </a:r>
            <a:r>
              <a:rPr lang="en-US" dirty="0" err="1"/>
              <a:t>khz</a:t>
            </a:r>
            <a:r>
              <a:rPr lang="en-US" dirty="0"/>
              <a:t> maybe already enough? Current simulated system data is at 20 </a:t>
            </a:r>
            <a:r>
              <a:rPr lang="en-US" dirty="0" err="1"/>
              <a:t>khz</a:t>
            </a:r>
            <a:r>
              <a:rPr lang="en-US" dirty="0"/>
              <a:t> like the system, but for the model…</a:t>
            </a:r>
          </a:p>
          <a:p>
            <a:endParaRPr lang="en-US" dirty="0"/>
          </a:p>
          <a:p>
            <a:r>
              <a:rPr lang="en-US" dirty="0"/>
              <a:t>"ASMPT: over what range of frequency do you want to have a good model" </a:t>
            </a:r>
            <a:endParaRPr lang="en-NL" dirty="0"/>
          </a:p>
        </p:txBody>
      </p:sp>
      <p:pic>
        <p:nvPicPr>
          <p:cNvPr id="5" name="Picture 4">
            <a:extLst>
              <a:ext uri="{FF2B5EF4-FFF2-40B4-BE49-F238E27FC236}">
                <a16:creationId xmlns:a16="http://schemas.microsoft.com/office/drawing/2014/main" id="{2A420406-22C5-E051-5D90-F1C5DC3B03BC}"/>
              </a:ext>
            </a:extLst>
          </p:cNvPr>
          <p:cNvPicPr>
            <a:picLocks noChangeAspect="1"/>
          </p:cNvPicPr>
          <p:nvPr/>
        </p:nvPicPr>
        <p:blipFill>
          <a:blip r:embed="rId2"/>
          <a:stretch>
            <a:fillRect/>
          </a:stretch>
        </p:blipFill>
        <p:spPr>
          <a:xfrm>
            <a:off x="4034601" y="4437213"/>
            <a:ext cx="5439534" cy="1476581"/>
          </a:xfrm>
          <a:prstGeom prst="rect">
            <a:avLst/>
          </a:prstGeom>
        </p:spPr>
      </p:pic>
    </p:spTree>
    <p:extLst>
      <p:ext uri="{BB962C8B-B14F-4D97-AF65-F5344CB8AC3E}">
        <p14:creationId xmlns:p14="http://schemas.microsoft.com/office/powerpoint/2010/main" val="40615427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22FA-98D7-2929-D27F-810CECE6E8CA}"/>
              </a:ext>
            </a:extLst>
          </p:cNvPr>
          <p:cNvSpPr>
            <a:spLocks noGrp="1"/>
          </p:cNvSpPr>
          <p:nvPr>
            <p:ph type="title"/>
          </p:nvPr>
        </p:nvSpPr>
        <p:spPr/>
        <p:txBody>
          <a:bodyPr/>
          <a:lstStyle/>
          <a:p>
            <a:r>
              <a:rPr lang="en-US" dirty="0"/>
              <a:t>Outline next week</a:t>
            </a:r>
            <a:endParaRPr lang="en-NL" dirty="0"/>
          </a:p>
        </p:txBody>
      </p:sp>
      <p:sp>
        <p:nvSpPr>
          <p:cNvPr id="3" name="Content Placeholder 2">
            <a:extLst>
              <a:ext uri="{FF2B5EF4-FFF2-40B4-BE49-F238E27FC236}">
                <a16:creationId xmlns:a16="http://schemas.microsoft.com/office/drawing/2014/main" id="{78179DB8-2509-8E4F-14E4-B0B6B2FE756A}"/>
              </a:ext>
            </a:extLst>
          </p:cNvPr>
          <p:cNvSpPr>
            <a:spLocks noGrp="1"/>
          </p:cNvSpPr>
          <p:nvPr>
            <p:ph idx="1"/>
          </p:nvPr>
        </p:nvSpPr>
        <p:spPr/>
        <p:txBody>
          <a:bodyPr/>
          <a:lstStyle/>
          <a:p>
            <a:r>
              <a:rPr lang="en-US" dirty="0"/>
              <a:t>Simulation ensure proper identification for parameter recovery</a:t>
            </a:r>
          </a:p>
          <a:p>
            <a:pPr lvl="1"/>
            <a:r>
              <a:rPr lang="en-US" dirty="0"/>
              <a:t>Determine sampling length</a:t>
            </a:r>
          </a:p>
          <a:p>
            <a:pPr lvl="1"/>
            <a:r>
              <a:rPr lang="en-US" dirty="0"/>
              <a:t>Compare current trajectories with García’s</a:t>
            </a:r>
          </a:p>
          <a:p>
            <a:pPr lvl="1"/>
            <a:r>
              <a:rPr lang="en-US" dirty="0" err="1"/>
              <a:t>Multisine</a:t>
            </a:r>
            <a:r>
              <a:rPr lang="en-US" dirty="0"/>
              <a:t> for identification to the trajectories</a:t>
            </a:r>
          </a:p>
          <a:p>
            <a:pPr lvl="1"/>
            <a:endParaRPr lang="en-US" dirty="0"/>
          </a:p>
        </p:txBody>
      </p:sp>
    </p:spTree>
    <p:extLst>
      <p:ext uri="{BB962C8B-B14F-4D97-AF65-F5344CB8AC3E}">
        <p14:creationId xmlns:p14="http://schemas.microsoft.com/office/powerpoint/2010/main" val="35142137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700E6-C617-E7B5-3EC7-F3000074CA25}"/>
              </a:ext>
            </a:extLst>
          </p:cNvPr>
          <p:cNvSpPr>
            <a:spLocks noGrp="1"/>
          </p:cNvSpPr>
          <p:nvPr>
            <p:ph type="title"/>
          </p:nvPr>
        </p:nvSpPr>
        <p:spPr/>
        <p:txBody>
          <a:bodyPr/>
          <a:lstStyle/>
          <a:p>
            <a:r>
              <a:rPr lang="en-US" dirty="0"/>
              <a:t>Joint meeting TU/e</a:t>
            </a:r>
            <a:endParaRPr lang="en-NL" dirty="0"/>
          </a:p>
        </p:txBody>
      </p:sp>
      <p:sp>
        <p:nvSpPr>
          <p:cNvPr id="3" name="Content Placeholder 2">
            <a:extLst>
              <a:ext uri="{FF2B5EF4-FFF2-40B4-BE49-F238E27FC236}">
                <a16:creationId xmlns:a16="http://schemas.microsoft.com/office/drawing/2014/main" id="{03902E38-201F-63AF-9038-07F218DC4302}"/>
              </a:ext>
            </a:extLst>
          </p:cNvPr>
          <p:cNvSpPr>
            <a:spLocks noGrp="1"/>
          </p:cNvSpPr>
          <p:nvPr>
            <p:ph idx="1"/>
          </p:nvPr>
        </p:nvSpPr>
        <p:spPr/>
        <p:txBody>
          <a:bodyPr/>
          <a:lstStyle/>
          <a:p>
            <a:r>
              <a:rPr lang="en-US" dirty="0"/>
              <a:t>Wednesday 13th of may afternoon time?</a:t>
            </a:r>
          </a:p>
        </p:txBody>
      </p:sp>
    </p:spTree>
    <p:extLst>
      <p:ext uri="{BB962C8B-B14F-4D97-AF65-F5344CB8AC3E}">
        <p14:creationId xmlns:p14="http://schemas.microsoft.com/office/powerpoint/2010/main" val="41784437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AE796-708B-909C-F9F8-D1C4E09DB0F7}"/>
              </a:ext>
            </a:extLst>
          </p:cNvPr>
          <p:cNvSpPr>
            <a:spLocks noGrp="1"/>
          </p:cNvSpPr>
          <p:nvPr>
            <p:ph type="title"/>
          </p:nvPr>
        </p:nvSpPr>
        <p:spPr/>
        <p:txBody>
          <a:bodyPr/>
          <a:lstStyle/>
          <a:p>
            <a:r>
              <a:rPr lang="en-US" dirty="0"/>
              <a:t>Planning – Week 5</a:t>
            </a:r>
            <a:endParaRPr lang="en-NL" dirty="0"/>
          </a:p>
        </p:txBody>
      </p:sp>
      <p:pic>
        <p:nvPicPr>
          <p:cNvPr id="7" name="Picture 6">
            <a:extLst>
              <a:ext uri="{FF2B5EF4-FFF2-40B4-BE49-F238E27FC236}">
                <a16:creationId xmlns:a16="http://schemas.microsoft.com/office/drawing/2014/main" id="{D4DE0E46-2873-E998-5425-9863D4097AC4}"/>
              </a:ext>
            </a:extLst>
          </p:cNvPr>
          <p:cNvPicPr>
            <a:picLocks noChangeAspect="1"/>
          </p:cNvPicPr>
          <p:nvPr/>
        </p:nvPicPr>
        <p:blipFill>
          <a:blip r:embed="rId2"/>
          <a:stretch>
            <a:fillRect/>
          </a:stretch>
        </p:blipFill>
        <p:spPr>
          <a:xfrm>
            <a:off x="342899" y="1552183"/>
            <a:ext cx="11492346" cy="4779772"/>
          </a:xfrm>
          <a:prstGeom prst="rect">
            <a:avLst/>
          </a:prstGeom>
        </p:spPr>
      </p:pic>
    </p:spTree>
    <p:extLst>
      <p:ext uri="{BB962C8B-B14F-4D97-AF65-F5344CB8AC3E}">
        <p14:creationId xmlns:p14="http://schemas.microsoft.com/office/powerpoint/2010/main" val="20911584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C7F87-FEB5-5FC6-BB96-946DDBCE64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56BB93-5748-3C8A-8B99-51A2433E792C}"/>
              </a:ext>
            </a:extLst>
          </p:cNvPr>
          <p:cNvSpPr>
            <a:spLocks noGrp="1"/>
          </p:cNvSpPr>
          <p:nvPr>
            <p:ph type="title"/>
          </p:nvPr>
        </p:nvSpPr>
        <p:spPr/>
        <p:txBody>
          <a:bodyPr/>
          <a:lstStyle/>
          <a:p>
            <a:r>
              <a:rPr lang="en-US" dirty="0"/>
              <a:t>Planning – Week 5</a:t>
            </a:r>
            <a:endParaRPr lang="en-NL" dirty="0"/>
          </a:p>
        </p:txBody>
      </p:sp>
      <p:pic>
        <p:nvPicPr>
          <p:cNvPr id="7" name="Picture 6">
            <a:extLst>
              <a:ext uri="{FF2B5EF4-FFF2-40B4-BE49-F238E27FC236}">
                <a16:creationId xmlns:a16="http://schemas.microsoft.com/office/drawing/2014/main" id="{9D85EE40-DDBA-F593-AC80-46FBCB6314BF}"/>
              </a:ext>
            </a:extLst>
          </p:cNvPr>
          <p:cNvPicPr>
            <a:picLocks noChangeAspect="1"/>
          </p:cNvPicPr>
          <p:nvPr/>
        </p:nvPicPr>
        <p:blipFill>
          <a:blip r:embed="rId2"/>
          <a:stretch>
            <a:fillRect/>
          </a:stretch>
        </p:blipFill>
        <p:spPr>
          <a:xfrm>
            <a:off x="342899" y="1552183"/>
            <a:ext cx="11492346" cy="4779772"/>
          </a:xfrm>
          <a:prstGeom prst="rect">
            <a:avLst/>
          </a:prstGeom>
        </p:spPr>
      </p:pic>
      <p:sp>
        <p:nvSpPr>
          <p:cNvPr id="3" name="Rectangle 2">
            <a:extLst>
              <a:ext uri="{FF2B5EF4-FFF2-40B4-BE49-F238E27FC236}">
                <a16:creationId xmlns:a16="http://schemas.microsoft.com/office/drawing/2014/main" id="{08ACBF9B-6C6F-B7A7-9888-21427B4D92A3}"/>
              </a:ext>
            </a:extLst>
          </p:cNvPr>
          <p:cNvSpPr/>
          <p:nvPr/>
        </p:nvSpPr>
        <p:spPr>
          <a:xfrm>
            <a:off x="486972" y="3794235"/>
            <a:ext cx="5394251" cy="62242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4318804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4364</TotalTime>
  <Words>1830</Words>
  <Application>Microsoft Office PowerPoint</Application>
  <PresentationFormat>Widescreen</PresentationFormat>
  <Paragraphs>256</Paragraphs>
  <Slides>55</Slides>
  <Notes>16</Notes>
  <HiddenSlides>17</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Aptos</vt:lpstr>
      <vt:lpstr>Aptos Display</vt:lpstr>
      <vt:lpstr>Arial</vt:lpstr>
      <vt:lpstr>Cambria Math</vt:lpstr>
      <vt:lpstr>Wingdings</vt:lpstr>
      <vt:lpstr>Office Theme</vt:lpstr>
      <vt:lpstr>Meeting Week 13</vt:lpstr>
      <vt:lpstr>Last week summary</vt:lpstr>
      <vt:lpstr>PowerPoint Presentation</vt:lpstr>
      <vt:lpstr>PowerPoint Presentation</vt:lpstr>
      <vt:lpstr>Lagrange-Euler - Garcia</vt:lpstr>
      <vt:lpstr>Lagrange-Euler - Garcia</vt:lpstr>
      <vt:lpstr>Lagrange-Euler – Additional state</vt:lpstr>
      <vt:lpstr>Lagrange-Euler – Additional state</vt:lpstr>
      <vt:lpstr>Lagrange-Euler – Additional state</vt:lpstr>
      <vt:lpstr>Symbolic toolbox result</vt:lpstr>
      <vt:lpstr>Simulation</vt:lpstr>
      <vt:lpstr>Simulation Multiple Trajectories</vt:lpstr>
      <vt:lpstr>Simulation Multiple Trajectories</vt:lpstr>
      <vt:lpstr>Simulation Channel normalization</vt:lpstr>
      <vt:lpstr>Simulation Channel normalization</vt:lpstr>
      <vt:lpstr>PowerPoint Presentation</vt:lpstr>
      <vt:lpstr>PowerPoint Presentation</vt:lpstr>
      <vt:lpstr>PowerPoint Presentation</vt:lpstr>
      <vt:lpstr>Full trajectory evaluation</vt:lpstr>
      <vt:lpstr>Convergence plot full trajectory evaluation</vt:lpstr>
      <vt:lpstr>PowerPoint Presentation</vt:lpstr>
      <vt:lpstr>PowerPoint Presentation</vt:lpstr>
      <vt:lpstr>PowerPoint Presentation</vt:lpstr>
      <vt:lpstr>PowerPoint Presentation</vt:lpstr>
      <vt:lpstr>PowerPoint Presentation</vt:lpstr>
      <vt:lpstr>Plot</vt:lpstr>
      <vt:lpstr>Identifiability Problem</vt:lpstr>
      <vt:lpstr>Identifiability</vt:lpstr>
      <vt:lpstr>Identifiability</vt:lpstr>
      <vt:lpstr>Identifiability Solution</vt:lpstr>
      <vt:lpstr>Normalized squared difference</vt:lpstr>
      <vt:lpstr>Log-space squared difference</vt:lpstr>
      <vt:lpstr>PowerPoint Presentation</vt:lpstr>
      <vt:lpstr>Identifiability</vt:lpstr>
      <vt:lpstr>identifiability kijken puur sum identifiability kijken naar mini batches</vt:lpstr>
      <vt:lpstr>Code optimization</vt:lpstr>
      <vt:lpstr>PowerPoint Presentation</vt:lpstr>
      <vt:lpstr>Convergence plot</vt:lpstr>
      <vt:lpstr>Current problems</vt:lpstr>
      <vt:lpstr>Stepwise solution</vt:lpstr>
      <vt:lpstr>PowerPoint Presentation</vt:lpstr>
      <vt:lpstr> Polyak-Ruppert iterate averaging</vt:lpstr>
      <vt:lpstr>Normalizations</vt:lpstr>
      <vt:lpstr>Purpose of normalization</vt:lpstr>
      <vt:lpstr>Future proof for noise</vt:lpstr>
      <vt:lpstr>How Jan faces normalization problem</vt:lpstr>
      <vt:lpstr>Fisher Information Matrix</vt:lpstr>
      <vt:lpstr>Question 1</vt:lpstr>
      <vt:lpstr>Question 1</vt:lpstr>
      <vt:lpstr>Question 2</vt:lpstr>
      <vt:lpstr>Question 2</vt:lpstr>
      <vt:lpstr>Outline next week</vt:lpstr>
      <vt:lpstr>Joint meeting TU/e</vt:lpstr>
      <vt:lpstr>Planning – Week 5</vt:lpstr>
      <vt:lpstr>Planning – Week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Hoekstra, Jan</dc:creator>
  <cp:lastModifiedBy>Berg, Dirk van den</cp:lastModifiedBy>
  <cp:revision>1</cp:revision>
  <dcterms:created xsi:type="dcterms:W3CDTF">2026-02-02T15:14:22Z</dcterms:created>
  <dcterms:modified xsi:type="dcterms:W3CDTF">2026-05-04T15:11:48Z</dcterms:modified>
</cp:coreProperties>
</file>