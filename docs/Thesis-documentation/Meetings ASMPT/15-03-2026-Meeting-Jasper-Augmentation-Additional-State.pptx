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4" r:id="rId3"/>
    <p:sldId id="257" r:id="rId4"/>
    <p:sldId id="276" r:id="rId5"/>
    <p:sldId id="267" r:id="rId6"/>
    <p:sldId id="260" r:id="rId7"/>
    <p:sldId id="266" r:id="rId8"/>
    <p:sldId id="270" r:id="rId9"/>
    <p:sldId id="265" r:id="rId10"/>
    <p:sldId id="268" r:id="rId11"/>
    <p:sldId id="269" r:id="rId12"/>
    <p:sldId id="263" r:id="rId13"/>
    <p:sldId id="262" r:id="rId14"/>
    <p:sldId id="261" r:id="rId15"/>
    <p:sldId id="271" r:id="rId16"/>
    <p:sldId id="272" r:id="rId17"/>
    <p:sldId id="274" r:id="rId18"/>
    <p:sldId id="277" r:id="rId19"/>
    <p:sldId id="275" r:id="rId20"/>
    <p:sldId id="259" r:id="rId2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41D1CD-5503-4A8A-AF5D-CB04B8E79458}" v="62" dt="2026-04-15T11:12:30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085" autoAdjust="0"/>
  </p:normalViewPr>
  <p:slideViewPr>
    <p:cSldViewPr snapToGrid="0">
      <p:cViewPr>
        <p:scale>
          <a:sx n="66" d="100"/>
          <a:sy n="66" d="100"/>
        </p:scale>
        <p:origin x="4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4-15T11:22:25.276" v="1523" actId="1076"/>
      <pc:docMkLst>
        <pc:docMk/>
      </pc:docMkLst>
      <pc:sldChg chg="modSp new mod">
        <pc:chgData name="Berg, Dirk van den" userId="035ecb32-01d9-4b47-a105-eacf059a4647" providerId="ADAL" clId="{F7FF961E-CF96-44AC-93C2-93612F62D46D}" dt="2026-04-14T14:05:06.416" v="136" actId="20577"/>
        <pc:sldMkLst>
          <pc:docMk/>
          <pc:sldMk cId="84932158" sldId="256"/>
        </pc:sldMkLst>
        <pc:spChg chg="mod">
          <ac:chgData name="Berg, Dirk van den" userId="035ecb32-01d9-4b47-a105-eacf059a4647" providerId="ADAL" clId="{F7FF961E-CF96-44AC-93C2-93612F62D46D}" dt="2026-04-14T14:05:02.715" v="133" actId="20577"/>
          <ac:spMkLst>
            <pc:docMk/>
            <pc:sldMk cId="84932158" sldId="256"/>
            <ac:spMk id="2" creationId="{707B969D-BA3E-8E55-1DC9-CE511D90FAAC}"/>
          </ac:spMkLst>
        </pc:spChg>
        <pc:spChg chg="mod">
          <ac:chgData name="Berg, Dirk van den" userId="035ecb32-01d9-4b47-a105-eacf059a4647" providerId="ADAL" clId="{F7FF961E-CF96-44AC-93C2-93612F62D46D}" dt="2026-04-14T14:05:06.416" v="136" actId="20577"/>
          <ac:spMkLst>
            <pc:docMk/>
            <pc:sldMk cId="84932158" sldId="256"/>
            <ac:spMk id="3" creationId="{3C7332F6-53FA-E4EB-B771-D189CD917DD8}"/>
          </ac:spMkLst>
        </pc:spChg>
      </pc:sldChg>
      <pc:sldChg chg="modSp new mod modNotesTx">
        <pc:chgData name="Berg, Dirk van den" userId="035ecb32-01d9-4b47-a105-eacf059a4647" providerId="ADAL" clId="{F7FF961E-CF96-44AC-93C2-93612F62D46D}" dt="2026-04-15T07:55:21.538" v="948" actId="20577"/>
        <pc:sldMkLst>
          <pc:docMk/>
          <pc:sldMk cId="490312212" sldId="257"/>
        </pc:sldMkLst>
        <pc:spChg chg="mod">
          <ac:chgData name="Berg, Dirk van den" userId="035ecb32-01d9-4b47-a105-eacf059a4647" providerId="ADAL" clId="{F7FF961E-CF96-44AC-93C2-93612F62D46D}" dt="2026-04-14T13:38:06.356" v="13" actId="20577"/>
          <ac:spMkLst>
            <pc:docMk/>
            <pc:sldMk cId="490312212" sldId="257"/>
            <ac:spMk id="2" creationId="{13B3375A-368E-59C7-9F62-44BF53B191BD}"/>
          </ac:spMkLst>
        </pc:spChg>
        <pc:spChg chg="mod">
          <ac:chgData name="Berg, Dirk van den" userId="035ecb32-01d9-4b47-a105-eacf059a4647" providerId="ADAL" clId="{F7FF961E-CF96-44AC-93C2-93612F62D46D}" dt="2026-04-15T07:55:21.538" v="948" actId="20577"/>
          <ac:spMkLst>
            <pc:docMk/>
            <pc:sldMk cId="490312212" sldId="257"/>
            <ac:spMk id="3" creationId="{80512965-E2D5-4466-3204-E3F327F4775A}"/>
          </ac:spMkLst>
        </pc:spChg>
      </pc:sldChg>
      <pc:sldChg chg="modSp new del mod">
        <pc:chgData name="Berg, Dirk van den" userId="035ecb32-01d9-4b47-a105-eacf059a4647" providerId="ADAL" clId="{F7FF961E-CF96-44AC-93C2-93612F62D46D}" dt="2026-04-15T09:38:23.636" v="1243" actId="47"/>
        <pc:sldMkLst>
          <pc:docMk/>
          <pc:sldMk cId="2808126292" sldId="258"/>
        </pc:sldMkLst>
        <pc:spChg chg="mod">
          <ac:chgData name="Berg, Dirk van den" userId="035ecb32-01d9-4b47-a105-eacf059a4647" providerId="ADAL" clId="{F7FF961E-CF96-44AC-93C2-93612F62D46D}" dt="2026-04-14T13:38:20.239" v="33" actId="20577"/>
          <ac:spMkLst>
            <pc:docMk/>
            <pc:sldMk cId="2808126292" sldId="258"/>
            <ac:spMk id="2" creationId="{EADD418B-A813-225C-001C-716BDC393D85}"/>
          </ac:spMkLst>
        </pc:spChg>
      </pc:sldChg>
      <pc:sldChg chg="addSp modSp new mod">
        <pc:chgData name="Berg, Dirk van den" userId="035ecb32-01d9-4b47-a105-eacf059a4647" providerId="ADAL" clId="{F7FF961E-CF96-44AC-93C2-93612F62D46D}" dt="2026-04-15T11:22:25.276" v="1523" actId="1076"/>
        <pc:sldMkLst>
          <pc:docMk/>
          <pc:sldMk cId="1070310953" sldId="259"/>
        </pc:sldMkLst>
        <pc:spChg chg="mod">
          <ac:chgData name="Berg, Dirk van den" userId="035ecb32-01d9-4b47-a105-eacf059a4647" providerId="ADAL" clId="{F7FF961E-CF96-44AC-93C2-93612F62D46D}" dt="2026-04-14T13:38:47.135" v="69" actId="20577"/>
          <ac:spMkLst>
            <pc:docMk/>
            <pc:sldMk cId="1070310953" sldId="259"/>
            <ac:spMk id="2" creationId="{1024FD8F-EB1B-1D85-2F68-F95A10BD619A}"/>
          </ac:spMkLst>
        </pc:spChg>
        <pc:picChg chg="add mod">
          <ac:chgData name="Berg, Dirk van den" userId="035ecb32-01d9-4b47-a105-eacf059a4647" providerId="ADAL" clId="{F7FF961E-CF96-44AC-93C2-93612F62D46D}" dt="2026-04-15T11:22:25.276" v="1523" actId="1076"/>
          <ac:picMkLst>
            <pc:docMk/>
            <pc:sldMk cId="1070310953" sldId="259"/>
            <ac:picMk id="5" creationId="{D05F012A-3A19-007F-9437-0C50D7788D09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4-15T08:18:15.313" v="1041" actId="729"/>
        <pc:sldMkLst>
          <pc:docMk/>
          <pc:sldMk cId="22967732" sldId="260"/>
        </pc:sldMkLst>
        <pc:spChg chg="mod">
          <ac:chgData name="Berg, Dirk van den" userId="035ecb32-01d9-4b47-a105-eacf059a4647" providerId="ADAL" clId="{F7FF961E-CF96-44AC-93C2-93612F62D46D}" dt="2026-04-14T13:40:29.791" v="81" actId="20577"/>
          <ac:spMkLst>
            <pc:docMk/>
            <pc:sldMk cId="22967732" sldId="260"/>
            <ac:spMk id="2" creationId="{99EC8348-1A97-386A-1F1F-D98873B217D1}"/>
          </ac:spMkLst>
        </pc:spChg>
        <pc:spChg chg="mod">
          <ac:chgData name="Berg, Dirk van den" userId="035ecb32-01d9-4b47-a105-eacf059a4647" providerId="ADAL" clId="{F7FF961E-CF96-44AC-93C2-93612F62D46D}" dt="2026-04-14T13:41:47.608" v="89"/>
          <ac:spMkLst>
            <pc:docMk/>
            <pc:sldMk cId="22967732" sldId="260"/>
            <ac:spMk id="3" creationId="{5CA1E4EC-BA04-5612-4752-9AF4FA2D0CFE}"/>
          </ac:spMkLst>
        </pc:spChg>
      </pc:sldChg>
      <pc:sldChg chg="add del">
        <pc:chgData name="Berg, Dirk van den" userId="035ecb32-01d9-4b47-a105-eacf059a4647" providerId="ADAL" clId="{F7FF961E-CF96-44AC-93C2-93612F62D46D}" dt="2026-04-14T14:03:44.015" v="91"/>
        <pc:sldMkLst>
          <pc:docMk/>
          <pc:sldMk cId="1904803998" sldId="261"/>
        </pc:sldMkLst>
      </pc:sldChg>
      <pc:sldChg chg="add del">
        <pc:chgData name="Berg, Dirk van den" userId="035ecb32-01d9-4b47-a105-eacf059a4647" providerId="ADAL" clId="{F7FF961E-CF96-44AC-93C2-93612F62D46D}" dt="2026-04-14T14:03:49.896" v="93"/>
        <pc:sldMkLst>
          <pc:docMk/>
          <pc:sldMk cId="1999798363" sldId="261"/>
        </pc:sldMkLst>
      </pc:sldChg>
      <pc:sldChg chg="modSp new mod modShow">
        <pc:chgData name="Berg, Dirk van den" userId="035ecb32-01d9-4b47-a105-eacf059a4647" providerId="ADAL" clId="{F7FF961E-CF96-44AC-93C2-93612F62D46D}" dt="2026-04-15T09:38:28.011" v="1244" actId="729"/>
        <pc:sldMkLst>
          <pc:docMk/>
          <pc:sldMk cId="2702453985" sldId="261"/>
        </pc:sldMkLst>
        <pc:spChg chg="mod">
          <ac:chgData name="Berg, Dirk van den" userId="035ecb32-01d9-4b47-a105-eacf059a4647" providerId="ADAL" clId="{F7FF961E-CF96-44AC-93C2-93612F62D46D}" dt="2026-04-14T14:22:33.435" v="160" actId="20577"/>
          <ac:spMkLst>
            <pc:docMk/>
            <pc:sldMk cId="2702453985" sldId="261"/>
            <ac:spMk id="2" creationId="{1BD1AED5-7499-CC05-7986-B4100DF34B54}"/>
          </ac:spMkLst>
        </pc:spChg>
        <pc:spChg chg="mod">
          <ac:chgData name="Berg, Dirk van den" userId="035ecb32-01d9-4b47-a105-eacf059a4647" providerId="ADAL" clId="{F7FF961E-CF96-44AC-93C2-93612F62D46D}" dt="2026-04-14T14:23:13.583" v="175" actId="27636"/>
          <ac:spMkLst>
            <pc:docMk/>
            <pc:sldMk cId="2702453985" sldId="261"/>
            <ac:spMk id="3" creationId="{8B5970C4-CBB8-0B02-C327-0289764DA0FC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4-15T09:38:28.011" v="1244" actId="729"/>
        <pc:sldMkLst>
          <pc:docMk/>
          <pc:sldMk cId="346544785" sldId="262"/>
        </pc:sldMkLst>
        <pc:spChg chg="mod">
          <ac:chgData name="Berg, Dirk van den" userId="035ecb32-01d9-4b47-a105-eacf059a4647" providerId="ADAL" clId="{F7FF961E-CF96-44AC-93C2-93612F62D46D}" dt="2026-04-14T14:29:52.359" v="178"/>
          <ac:spMkLst>
            <pc:docMk/>
            <pc:sldMk cId="346544785" sldId="262"/>
            <ac:spMk id="3" creationId="{71DD4F23-929A-1D41-740F-36EF79D9C8AC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4-15T09:38:17.448" v="1242" actId="729"/>
        <pc:sldMkLst>
          <pc:docMk/>
          <pc:sldMk cId="2103220492" sldId="263"/>
        </pc:sldMkLst>
        <pc:picChg chg="add mod">
          <ac:chgData name="Berg, Dirk van den" userId="035ecb32-01d9-4b47-a105-eacf059a4647" providerId="ADAL" clId="{F7FF961E-CF96-44AC-93C2-93612F62D46D}" dt="2026-04-15T07:23:49.612" v="242" actId="1076"/>
          <ac:picMkLst>
            <pc:docMk/>
            <pc:sldMk cId="2103220492" sldId="263"/>
            <ac:picMk id="5" creationId="{B7EAB2BE-BFC2-DDC2-EB1A-B84840126541}"/>
          </ac:picMkLst>
        </pc:picChg>
      </pc:sldChg>
      <pc:sldChg chg="modSp add mod ord">
        <pc:chgData name="Berg, Dirk van den" userId="035ecb32-01d9-4b47-a105-eacf059a4647" providerId="ADAL" clId="{F7FF961E-CF96-44AC-93C2-93612F62D46D}" dt="2026-04-15T07:57:01.173" v="958"/>
        <pc:sldMkLst>
          <pc:docMk/>
          <pc:sldMk cId="1647281379" sldId="264"/>
        </pc:sldMkLst>
        <pc:spChg chg="mod">
          <ac:chgData name="Berg, Dirk van den" userId="035ecb32-01d9-4b47-a105-eacf059a4647" providerId="ADAL" clId="{F7FF961E-CF96-44AC-93C2-93612F62D46D}" dt="2026-04-15T07:56:57.153" v="956" actId="20577"/>
          <ac:spMkLst>
            <pc:docMk/>
            <pc:sldMk cId="1647281379" sldId="264"/>
            <ac:spMk id="3" creationId="{790F7047-491E-23DD-09F7-4D815DBD42C0}"/>
          </ac:spMkLst>
        </pc:spChg>
      </pc:sldChg>
      <pc:sldChg chg="addSp modSp new mod">
        <pc:chgData name="Berg, Dirk van den" userId="035ecb32-01d9-4b47-a105-eacf059a4647" providerId="ADAL" clId="{F7FF961E-CF96-44AC-93C2-93612F62D46D}" dt="2026-04-15T07:58:44.458" v="963" actId="1076"/>
        <pc:sldMkLst>
          <pc:docMk/>
          <pc:sldMk cId="3420146747" sldId="265"/>
        </pc:sldMkLst>
        <pc:picChg chg="add mod">
          <ac:chgData name="Berg, Dirk van den" userId="035ecb32-01d9-4b47-a105-eacf059a4647" providerId="ADAL" clId="{F7FF961E-CF96-44AC-93C2-93612F62D46D}" dt="2026-04-15T07:58:44.458" v="963" actId="1076"/>
          <ac:picMkLst>
            <pc:docMk/>
            <pc:sldMk cId="3420146747" sldId="265"/>
            <ac:picMk id="5" creationId="{B32DBCD1-2092-3553-1D38-9ABFF94DF782}"/>
          </ac:picMkLst>
        </pc:picChg>
      </pc:sldChg>
      <pc:sldChg chg="addSp modSp new mod ord">
        <pc:chgData name="Berg, Dirk van den" userId="035ecb32-01d9-4b47-a105-eacf059a4647" providerId="ADAL" clId="{F7FF961E-CF96-44AC-93C2-93612F62D46D}" dt="2026-04-15T08:23:14.116" v="1082" actId="1076"/>
        <pc:sldMkLst>
          <pc:docMk/>
          <pc:sldMk cId="3945454414" sldId="266"/>
        </pc:sldMkLst>
        <pc:spChg chg="mod">
          <ac:chgData name="Berg, Dirk van den" userId="035ecb32-01d9-4b47-a105-eacf059a4647" providerId="ADAL" clId="{F7FF961E-CF96-44AC-93C2-93612F62D46D}" dt="2026-04-15T08:23:02.922" v="1078"/>
          <ac:spMkLst>
            <pc:docMk/>
            <pc:sldMk cId="3945454414" sldId="266"/>
            <ac:spMk id="2" creationId="{A7D260F8-AD16-C8D9-2248-3E3FA873EC0F}"/>
          </ac:spMkLst>
        </pc:spChg>
        <pc:picChg chg="add mod">
          <ac:chgData name="Berg, Dirk van den" userId="035ecb32-01d9-4b47-a105-eacf059a4647" providerId="ADAL" clId="{F7FF961E-CF96-44AC-93C2-93612F62D46D}" dt="2026-04-15T08:23:14.116" v="1082" actId="1076"/>
          <ac:picMkLst>
            <pc:docMk/>
            <pc:sldMk cId="3945454414" sldId="266"/>
            <ac:picMk id="5" creationId="{85F8CDBB-BD2A-6BE8-70BE-FBD809B3AAB5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4-15T11:11:29.663" v="1378" actId="729"/>
        <pc:sldMkLst>
          <pc:docMk/>
          <pc:sldMk cId="1413214466" sldId="267"/>
        </pc:sldMkLst>
        <pc:spChg chg="mod">
          <ac:chgData name="Berg, Dirk van den" userId="035ecb32-01d9-4b47-a105-eacf059a4647" providerId="ADAL" clId="{F7FF961E-CF96-44AC-93C2-93612F62D46D}" dt="2026-04-15T08:11:57.883" v="985" actId="20577"/>
          <ac:spMkLst>
            <pc:docMk/>
            <pc:sldMk cId="1413214466" sldId="267"/>
            <ac:spMk id="2" creationId="{1316A27D-7C92-2BC3-B193-FDF7B2B9165F}"/>
          </ac:spMkLst>
        </pc:spChg>
        <pc:spChg chg="mod">
          <ac:chgData name="Berg, Dirk van den" userId="035ecb32-01d9-4b47-a105-eacf059a4647" providerId="ADAL" clId="{F7FF961E-CF96-44AC-93C2-93612F62D46D}" dt="2026-04-15T08:24:34.879" v="1114" actId="20577"/>
          <ac:spMkLst>
            <pc:docMk/>
            <pc:sldMk cId="1413214466" sldId="267"/>
            <ac:spMk id="3" creationId="{01755892-B274-FA27-54AA-71A102F0DDC2}"/>
          </ac:spMkLst>
        </pc:spChg>
      </pc:sldChg>
      <pc:sldChg chg="addSp delSp modSp add mod">
        <pc:chgData name="Berg, Dirk van den" userId="035ecb32-01d9-4b47-a105-eacf059a4647" providerId="ADAL" clId="{F7FF961E-CF96-44AC-93C2-93612F62D46D}" dt="2026-04-15T08:20:16.381" v="1072" actId="1036"/>
        <pc:sldMkLst>
          <pc:docMk/>
          <pc:sldMk cId="3816634002" sldId="268"/>
        </pc:sldMkLst>
        <pc:spChg chg="add del mod">
          <ac:chgData name="Berg, Dirk van den" userId="035ecb32-01d9-4b47-a105-eacf059a4647" providerId="ADAL" clId="{F7FF961E-CF96-44AC-93C2-93612F62D46D}" dt="2026-04-15T08:19:09.062" v="1049" actId="478"/>
          <ac:spMkLst>
            <pc:docMk/>
            <pc:sldMk cId="3816634002" sldId="268"/>
            <ac:spMk id="6" creationId="{A3A46C23-7F2E-FCE7-4564-6815BD39D2B3}"/>
          </ac:spMkLst>
        </pc:spChg>
        <pc:spChg chg="add mod">
          <ac:chgData name="Berg, Dirk van den" userId="035ecb32-01d9-4b47-a105-eacf059a4647" providerId="ADAL" clId="{F7FF961E-CF96-44AC-93C2-93612F62D46D}" dt="2026-04-15T08:19:36.983" v="1058" actId="164"/>
          <ac:spMkLst>
            <pc:docMk/>
            <pc:sldMk cId="3816634002" sldId="268"/>
            <ac:spMk id="7" creationId="{8CDF77A6-86DD-BD0B-34C6-BE5E50AAABE6}"/>
          </ac:spMkLst>
        </pc:spChg>
        <pc:grpChg chg="add mod">
          <ac:chgData name="Berg, Dirk van den" userId="035ecb32-01d9-4b47-a105-eacf059a4647" providerId="ADAL" clId="{F7FF961E-CF96-44AC-93C2-93612F62D46D}" dt="2026-04-15T08:20:13.502" v="1068" actId="688"/>
          <ac:grpSpMkLst>
            <pc:docMk/>
            <pc:sldMk cId="3816634002" sldId="268"/>
            <ac:grpSpMk id="8" creationId="{052F61E9-5C90-AB59-5F8D-5807F0ED011F}"/>
          </ac:grpSpMkLst>
        </pc:grpChg>
        <pc:picChg chg="add mod modCrop">
          <ac:chgData name="Berg, Dirk van den" userId="035ecb32-01d9-4b47-a105-eacf059a4647" providerId="ADAL" clId="{F7FF961E-CF96-44AC-93C2-93612F62D46D}" dt="2026-04-15T08:20:16.381" v="1072" actId="1036"/>
          <ac:picMkLst>
            <pc:docMk/>
            <pc:sldMk cId="3816634002" sldId="268"/>
            <ac:picMk id="4" creationId="{A81A6423-307A-9E61-3DF7-88417AB864A2}"/>
          </ac:picMkLst>
        </pc:picChg>
        <pc:picChg chg="mod">
          <ac:chgData name="Berg, Dirk van den" userId="035ecb32-01d9-4b47-a105-eacf059a4647" providerId="ADAL" clId="{F7FF961E-CF96-44AC-93C2-93612F62D46D}" dt="2026-04-15T08:19:47.376" v="1063" actId="1076"/>
          <ac:picMkLst>
            <pc:docMk/>
            <pc:sldMk cId="3816634002" sldId="268"/>
            <ac:picMk id="5" creationId="{30A8A6FD-7CD4-1B5A-0750-AABC610202AF}"/>
          </ac:picMkLst>
        </pc:picChg>
      </pc:sldChg>
      <pc:sldChg chg="delSp modSp add mod">
        <pc:chgData name="Berg, Dirk van den" userId="035ecb32-01d9-4b47-a105-eacf059a4647" providerId="ADAL" clId="{F7FF961E-CF96-44AC-93C2-93612F62D46D}" dt="2026-04-15T08:22:28.468" v="1075" actId="732"/>
        <pc:sldMkLst>
          <pc:docMk/>
          <pc:sldMk cId="2659538086" sldId="269"/>
        </pc:sldMkLst>
        <pc:spChg chg="del topLvl">
          <ac:chgData name="Berg, Dirk van den" userId="035ecb32-01d9-4b47-a105-eacf059a4647" providerId="ADAL" clId="{F7FF961E-CF96-44AC-93C2-93612F62D46D}" dt="2026-04-15T08:22:20.520" v="1074" actId="478"/>
          <ac:spMkLst>
            <pc:docMk/>
            <pc:sldMk cId="2659538086" sldId="269"/>
            <ac:spMk id="7" creationId="{17C9A8C4-E30D-0A7B-29DB-F519D99CD058}"/>
          </ac:spMkLst>
        </pc:spChg>
        <pc:grpChg chg="del">
          <ac:chgData name="Berg, Dirk van den" userId="035ecb32-01d9-4b47-a105-eacf059a4647" providerId="ADAL" clId="{F7FF961E-CF96-44AC-93C2-93612F62D46D}" dt="2026-04-15T08:22:20.520" v="1074" actId="478"/>
          <ac:grpSpMkLst>
            <pc:docMk/>
            <pc:sldMk cId="2659538086" sldId="269"/>
            <ac:grpSpMk id="8" creationId="{EE8EEB65-0EF4-4107-E4C1-19B2A3C05657}"/>
          </ac:grpSpMkLst>
        </pc:grpChg>
        <pc:picChg chg="mod topLvl modCrop">
          <ac:chgData name="Berg, Dirk van den" userId="035ecb32-01d9-4b47-a105-eacf059a4647" providerId="ADAL" clId="{F7FF961E-CF96-44AC-93C2-93612F62D46D}" dt="2026-04-15T08:22:28.468" v="1075" actId="732"/>
          <ac:picMkLst>
            <pc:docMk/>
            <pc:sldMk cId="2659538086" sldId="269"/>
            <ac:picMk id="4" creationId="{AE109ABA-3FE4-EA77-A89B-1CE76E448E73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4-15T08:35:40.130" v="1241" actId="20577"/>
        <pc:sldMkLst>
          <pc:docMk/>
          <pc:sldMk cId="3863608345" sldId="270"/>
        </pc:sldMkLst>
        <pc:spChg chg="add del">
          <ac:chgData name="Berg, Dirk van den" userId="035ecb32-01d9-4b47-a105-eacf059a4647" providerId="ADAL" clId="{F7FF961E-CF96-44AC-93C2-93612F62D46D}" dt="2026-04-15T08:23:29.773" v="1085" actId="478"/>
          <ac:spMkLst>
            <pc:docMk/>
            <pc:sldMk cId="3863608345" sldId="270"/>
            <ac:spMk id="4" creationId="{B2D61E0F-6CC2-B14C-38A0-A4407084B9FB}"/>
          </ac:spMkLst>
        </pc:spChg>
        <pc:spChg chg="add mod">
          <ac:chgData name="Berg, Dirk van den" userId="035ecb32-01d9-4b47-a105-eacf059a4647" providerId="ADAL" clId="{F7FF961E-CF96-44AC-93C2-93612F62D46D}" dt="2026-04-15T08:23:53.243" v="1091" actId="14100"/>
          <ac:spMkLst>
            <pc:docMk/>
            <pc:sldMk cId="3863608345" sldId="270"/>
            <ac:spMk id="6" creationId="{CBB1850C-48B3-F236-ED3C-3D8D96EA1975}"/>
          </ac:spMkLst>
        </pc:spChg>
        <pc:spChg chg="add del mod">
          <ac:chgData name="Berg, Dirk van den" userId="035ecb32-01d9-4b47-a105-eacf059a4647" providerId="ADAL" clId="{F7FF961E-CF96-44AC-93C2-93612F62D46D}" dt="2026-04-15T08:34:59.050" v="1209" actId="478"/>
          <ac:spMkLst>
            <pc:docMk/>
            <pc:sldMk cId="3863608345" sldId="270"/>
            <ac:spMk id="7" creationId="{D9A733B5-1277-4F6C-AC71-2D7838EED8D2}"/>
          </ac:spMkLst>
        </pc:spChg>
        <pc:spChg chg="add mod">
          <ac:chgData name="Berg, Dirk van den" userId="035ecb32-01d9-4b47-a105-eacf059a4647" providerId="ADAL" clId="{F7FF961E-CF96-44AC-93C2-93612F62D46D}" dt="2026-04-15T08:35:40.130" v="1241" actId="20577"/>
          <ac:spMkLst>
            <pc:docMk/>
            <pc:sldMk cId="3863608345" sldId="270"/>
            <ac:spMk id="8" creationId="{A34B36C7-7C80-2448-FF50-DE76C29530EB}"/>
          </ac:spMkLst>
        </pc:spChg>
        <pc:picChg chg="mod">
          <ac:chgData name="Berg, Dirk van den" userId="035ecb32-01d9-4b47-a105-eacf059a4647" providerId="ADAL" clId="{F7FF961E-CF96-44AC-93C2-93612F62D46D}" dt="2026-04-15T08:34:19.377" v="1201" actId="1076"/>
          <ac:picMkLst>
            <pc:docMk/>
            <pc:sldMk cId="3863608345" sldId="270"/>
            <ac:picMk id="5" creationId="{9CB18A30-7C19-9A12-BF70-15E5D88D734F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4-15T09:46:11.758" v="1276" actId="20577"/>
        <pc:sldMkLst>
          <pc:docMk/>
          <pc:sldMk cId="2112139329" sldId="271"/>
        </pc:sldMkLst>
        <pc:spChg chg="mod">
          <ac:chgData name="Berg, Dirk van den" userId="035ecb32-01d9-4b47-a105-eacf059a4647" providerId="ADAL" clId="{F7FF961E-CF96-44AC-93C2-93612F62D46D}" dt="2026-04-15T09:46:11.758" v="1276" actId="20577"/>
          <ac:spMkLst>
            <pc:docMk/>
            <pc:sldMk cId="2112139329" sldId="271"/>
            <ac:spMk id="2" creationId="{ED4F4722-ACD1-24E0-59E7-0B4B464A54AF}"/>
          </ac:spMkLst>
        </pc:spChg>
        <pc:spChg chg="add del mod">
          <ac:chgData name="Berg, Dirk van den" userId="035ecb32-01d9-4b47-a105-eacf059a4647" providerId="ADAL" clId="{F7FF961E-CF96-44AC-93C2-93612F62D46D}" dt="2026-04-15T09:45:54.810" v="1259" actId="22"/>
          <ac:spMkLst>
            <pc:docMk/>
            <pc:sldMk cId="2112139329" sldId="271"/>
            <ac:spMk id="3" creationId="{9237EBDF-0657-1B12-7DB0-EC4297F52AFC}"/>
          </ac:spMkLst>
        </pc:spChg>
        <pc:picChg chg="add del mod ord">
          <ac:chgData name="Berg, Dirk van den" userId="035ecb32-01d9-4b47-a105-eacf059a4647" providerId="ADAL" clId="{F7FF961E-CF96-44AC-93C2-93612F62D46D}" dt="2026-04-15T09:45:54.810" v="1259" actId="22"/>
          <ac:picMkLst>
            <pc:docMk/>
            <pc:sldMk cId="2112139329" sldId="271"/>
            <ac:picMk id="5" creationId="{31604AE7-8D75-DC1E-6744-5B91550F011F}"/>
          </ac:picMkLst>
        </pc:picChg>
        <pc:picChg chg="add mod">
          <ac:chgData name="Berg, Dirk van den" userId="035ecb32-01d9-4b47-a105-eacf059a4647" providerId="ADAL" clId="{F7FF961E-CF96-44AC-93C2-93612F62D46D}" dt="2026-04-15T09:46:07.639" v="1267" actId="1076"/>
          <ac:picMkLst>
            <pc:docMk/>
            <pc:sldMk cId="2112139329" sldId="271"/>
            <ac:picMk id="7" creationId="{C3A15E40-924D-2A06-FCC2-5105DCF98340}"/>
          </ac:picMkLst>
        </pc:picChg>
      </pc:sldChg>
      <pc:sldChg chg="add del">
        <pc:chgData name="Berg, Dirk van den" userId="035ecb32-01d9-4b47-a105-eacf059a4647" providerId="ADAL" clId="{F7FF961E-CF96-44AC-93C2-93612F62D46D}" dt="2026-04-15T08:33:47.619" v="1116" actId="47"/>
        <pc:sldMkLst>
          <pc:docMk/>
          <pc:sldMk cId="4192771306" sldId="271"/>
        </pc:sldMkLst>
      </pc:sldChg>
      <pc:sldChg chg="addSp modSp new mod">
        <pc:chgData name="Berg, Dirk van den" userId="035ecb32-01d9-4b47-a105-eacf059a4647" providerId="ADAL" clId="{F7FF961E-CF96-44AC-93C2-93612F62D46D}" dt="2026-04-15T09:46:44.646" v="1283" actId="1076"/>
        <pc:sldMkLst>
          <pc:docMk/>
          <pc:sldMk cId="4127140620" sldId="272"/>
        </pc:sldMkLst>
        <pc:spChg chg="mod">
          <ac:chgData name="Berg, Dirk van den" userId="035ecb32-01d9-4b47-a105-eacf059a4647" providerId="ADAL" clId="{F7FF961E-CF96-44AC-93C2-93612F62D46D}" dt="2026-04-15T09:46:40.438" v="1282"/>
          <ac:spMkLst>
            <pc:docMk/>
            <pc:sldMk cId="4127140620" sldId="272"/>
            <ac:spMk id="2" creationId="{AFA72CC6-8BFC-ABD5-9CD7-7CB3A47C781D}"/>
          </ac:spMkLst>
        </pc:spChg>
        <pc:picChg chg="add mod">
          <ac:chgData name="Berg, Dirk van den" userId="035ecb32-01d9-4b47-a105-eacf059a4647" providerId="ADAL" clId="{F7FF961E-CF96-44AC-93C2-93612F62D46D}" dt="2026-04-15T09:46:44.646" v="1283" actId="1076"/>
          <ac:picMkLst>
            <pc:docMk/>
            <pc:sldMk cId="4127140620" sldId="272"/>
            <ac:picMk id="5" creationId="{670DEDAD-B68F-1AB4-D8BA-DCA20569D989}"/>
          </ac:picMkLst>
        </pc:picChg>
      </pc:sldChg>
      <pc:sldChg chg="new del">
        <pc:chgData name="Berg, Dirk van den" userId="035ecb32-01d9-4b47-a105-eacf059a4647" providerId="ADAL" clId="{F7FF961E-CF96-44AC-93C2-93612F62D46D}" dt="2026-04-15T09:48:01.824" v="1313" actId="47"/>
        <pc:sldMkLst>
          <pc:docMk/>
          <pc:sldMk cId="2983442866" sldId="273"/>
        </pc:sldMkLst>
      </pc:sldChg>
      <pc:sldChg chg="addSp delSp modSp add mod modNotesTx">
        <pc:chgData name="Berg, Dirk van den" userId="035ecb32-01d9-4b47-a105-eacf059a4647" providerId="ADAL" clId="{F7FF961E-CF96-44AC-93C2-93612F62D46D}" dt="2026-04-15T11:08:53.743" v="1374" actId="20577"/>
        <pc:sldMkLst>
          <pc:docMk/>
          <pc:sldMk cId="2417488876" sldId="274"/>
        </pc:sldMkLst>
        <pc:spChg chg="mod">
          <ac:chgData name="Berg, Dirk van den" userId="035ecb32-01d9-4b47-a105-eacf059a4647" providerId="ADAL" clId="{F7FF961E-CF96-44AC-93C2-93612F62D46D}" dt="2026-04-15T09:47:48.989" v="1310" actId="20577"/>
          <ac:spMkLst>
            <pc:docMk/>
            <pc:sldMk cId="2417488876" sldId="274"/>
            <ac:spMk id="2" creationId="{EA315168-7D93-283F-A4EE-B474A1D43589}"/>
          </ac:spMkLst>
        </pc:spChg>
        <pc:picChg chg="del">
          <ac:chgData name="Berg, Dirk van den" userId="035ecb32-01d9-4b47-a105-eacf059a4647" providerId="ADAL" clId="{F7FF961E-CF96-44AC-93C2-93612F62D46D}" dt="2026-04-15T09:47:36.958" v="1286" actId="478"/>
          <ac:picMkLst>
            <pc:docMk/>
            <pc:sldMk cId="2417488876" sldId="274"/>
            <ac:picMk id="5" creationId="{FFACAA0E-2A13-BAC0-143D-326FDA662F86}"/>
          </ac:picMkLst>
        </pc:picChg>
        <pc:picChg chg="add mod modCrop">
          <ac:chgData name="Berg, Dirk van den" userId="035ecb32-01d9-4b47-a105-eacf059a4647" providerId="ADAL" clId="{F7FF961E-CF96-44AC-93C2-93612F62D46D}" dt="2026-04-15T09:48:11.407" v="1315" actId="732"/>
          <ac:picMkLst>
            <pc:docMk/>
            <pc:sldMk cId="2417488876" sldId="274"/>
            <ac:picMk id="6" creationId="{90C7634B-48FD-31C2-6B5E-FB946586B3EB}"/>
          </ac:picMkLst>
        </pc:picChg>
      </pc:sldChg>
      <pc:sldChg chg="add">
        <pc:chgData name="Berg, Dirk van den" userId="035ecb32-01d9-4b47-a105-eacf059a4647" providerId="ADAL" clId="{F7FF961E-CF96-44AC-93C2-93612F62D46D}" dt="2026-04-15T09:48:04.693" v="1314" actId="2890"/>
        <pc:sldMkLst>
          <pc:docMk/>
          <pc:sldMk cId="2458384826" sldId="275"/>
        </pc:sldMkLst>
      </pc:sldChg>
      <pc:sldChg chg="modSp add mod ord">
        <pc:chgData name="Berg, Dirk van den" userId="035ecb32-01d9-4b47-a105-eacf059a4647" providerId="ADAL" clId="{F7FF961E-CF96-44AC-93C2-93612F62D46D}" dt="2026-04-15T11:12:47.007" v="1516" actId="20577"/>
        <pc:sldMkLst>
          <pc:docMk/>
          <pc:sldMk cId="2115619206" sldId="276"/>
        </pc:sldMkLst>
        <pc:spChg chg="mod">
          <ac:chgData name="Berg, Dirk van den" userId="035ecb32-01d9-4b47-a105-eacf059a4647" providerId="ADAL" clId="{F7FF961E-CF96-44AC-93C2-93612F62D46D}" dt="2026-04-15T11:11:32.189" v="1379" actId="6549"/>
          <ac:spMkLst>
            <pc:docMk/>
            <pc:sldMk cId="2115619206" sldId="276"/>
            <ac:spMk id="2" creationId="{7D6FD546-7121-0FD6-8682-733A9DB0F1C6}"/>
          </ac:spMkLst>
        </pc:spChg>
        <pc:spChg chg="mod">
          <ac:chgData name="Berg, Dirk van den" userId="035ecb32-01d9-4b47-a105-eacf059a4647" providerId="ADAL" clId="{F7FF961E-CF96-44AC-93C2-93612F62D46D}" dt="2026-04-15T11:12:47.007" v="1516" actId="20577"/>
          <ac:spMkLst>
            <pc:docMk/>
            <pc:sldMk cId="2115619206" sldId="276"/>
            <ac:spMk id="3" creationId="{BA87F482-ACE6-11E4-4C5A-2A33981490EC}"/>
          </ac:spMkLst>
        </pc:spChg>
      </pc:sldChg>
      <pc:sldChg chg="addSp modSp add mod">
        <pc:chgData name="Berg, Dirk van den" userId="035ecb32-01d9-4b47-a105-eacf059a4647" providerId="ADAL" clId="{F7FF961E-CF96-44AC-93C2-93612F62D46D}" dt="2026-04-15T11:18:39.678" v="1520" actId="1076"/>
        <pc:sldMkLst>
          <pc:docMk/>
          <pc:sldMk cId="2575582452" sldId="277"/>
        </pc:sldMkLst>
        <pc:picChg chg="add mod">
          <ac:chgData name="Berg, Dirk van den" userId="035ecb32-01d9-4b47-a105-eacf059a4647" providerId="ADAL" clId="{F7FF961E-CF96-44AC-93C2-93612F62D46D}" dt="2026-04-15T11:18:39.678" v="1520" actId="1076"/>
          <ac:picMkLst>
            <pc:docMk/>
            <pc:sldMk cId="2575582452" sldId="277"/>
            <ac:picMk id="5" creationId="{78703351-DF9A-98FC-7E40-E3E426996E4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0F750-D315-45D0-861F-79BE2422720F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8ABE9-835D-41BF-A9B3-EFBAC967A8E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197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9EFF-44C6-ABE0-DEB8-0909C438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0B5BD-C963-C6C5-2A80-DABF77C8D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42B62-3903-370B-86B7-CCA034C80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from the output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(if I plant o add noise SNR: compare hidden-state contribution to noise</a:t>
            </a:r>
          </a:p>
          <a:p>
            <a:r>
              <a:rPr lang="en-US" dirty="0"/>
              <a:t>map: 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10D84-419D-6F16-43FB-307D8E6EF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2288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from the output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(if I plant o add noise SNR: compare hidden-state contribution to noise</a:t>
            </a:r>
          </a:p>
          <a:p>
            <a:r>
              <a:rPr lang="en-US" dirty="0"/>
              <a:t>map: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026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8924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916FA-3C53-0F5E-D8FE-2AEC98F5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CF0B1-16ED-0375-D4CA-07677CABB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228F4-5E89-3686-1823-B94809C6F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F925C-466F-34DA-DE0D-8CA83BFFC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4325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5737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5DDD4-325B-DCAF-59CA-4B42D2BEA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73F55-159D-6287-795E-DFA947DBF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DA387A1-60DD-8E53-702A-12A1690C503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DA387A1-60DD-8E53-702A-12A1690C503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C0746-009E-68BB-891F-A0CAE8DA1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3354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8C8A-7E0C-C41A-2329-01A3BC30D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36848-3370-BBA1-16AE-59232519F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472C7-73DD-A3F9-8EC9-20C98EEF3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EB8B6-A770-BDFA-F106-6BCA9CDE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1B90B-0611-68FA-DA2E-9E5BCB09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9911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D930B-2824-007B-01B9-CA0E449F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A06CD-18DD-1F3F-94F0-D2C7A506E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0571A-CF2C-15AE-32D1-ADA6A6DD4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A9AE4-2BBC-4F5B-9769-59FA2AF3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D8AF9-B39D-4112-6184-43CC367B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9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B4BE-5582-75E7-3E2A-1D9B3042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3970D-6810-7EB7-F3E9-DE7B72FF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A24DA-920B-7A9B-5A6E-836082C2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3C7DF-D42A-C294-9CD3-59B5A484A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B1B63-CAF0-BFFB-0921-D1FE9E14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81397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A7943-7487-07A5-9DB9-E740E193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0061-6417-E6A5-9CBE-CEE0CDE12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66D72-FDC2-F2BB-F1F4-A9D24ED25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84F6F-8E5B-C2C1-543F-0CF0338C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C824A-B3B1-C252-499A-EDA11EFE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E1863-9210-4B24-5577-1463E41B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138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76A9E-4F81-DE7C-15C7-1DC936F7D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B7B2D-6517-FBFD-4B5C-75C7E0427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32673-6644-3A1E-D350-B792CB3D8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A2DD90-6908-E04B-2E32-8FE6C9860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399E86-AD77-DC17-97FA-62B977EFE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41727F-FF85-2A73-0573-F9D19E9C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5138E-5A7A-06A3-B79E-6BBA6CA4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6472D-DD39-9590-CF2A-3ED182857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8159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D6DD-36CA-2BEE-91C1-5BBFA2F2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19C4DE-C992-CAF6-ACF8-F62CA668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26172-39AB-5BAD-C901-0F630AA94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146D8-F755-BCD3-34B6-5284646B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97145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42108-EAC6-81B0-041A-604A193DB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5D5A4-F674-5F0A-1331-413E88A21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45F9-5745-18C7-7237-711F27E1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3935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9DF1-188D-9FE2-2372-CF98002E8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B4D77-7A74-122D-5645-B32BE44B8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4AF1B-40D9-500D-B24E-9306EEEA7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12740-8A56-21FB-F5D0-7EB934FC0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7674D-A1FA-9FFF-C8DF-B0E1D84D4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F0192-7A86-38F4-EB4B-DD594ACCC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7082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BF9E-0982-D88F-A8B6-3F416FB43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95A78-3C2A-C620-B93B-3B798136C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3DF72-BCE0-2DF7-F237-382108F5C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5599C-B2AF-7BB1-5419-97D719C5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E17A-80E2-19E2-EF6A-F8583D0A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5E9B9-0FAA-8163-D700-BC2CECB5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433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816D2-FB8D-0B27-5AFF-B6921256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83B33-A94A-8DAD-5A07-3DE2E4671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B8B5C-736C-8294-3914-48944534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6116-5553-97E2-CCC7-98F89D1C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DC781-8456-3573-DCC4-61EB96B2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65872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AA965-55EF-F2C8-37B3-2D6B54524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7C769-E324-2C39-2CF1-B73C9BD2E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044AE-FB3C-901B-43E7-FE2C89D2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B087F-4980-EC57-9B25-8F088D64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0DC8A-F992-480A-48D4-327913FD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8074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8342A4-0592-5D4D-83F8-9030524D6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E703B-7970-E36A-7796-2210C7193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0E73F-C382-029D-B2CE-D15EE9FF9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676C6-4CDB-4EEA-B99A-F9778DAB3BEB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D566-D3FA-ECDA-5DE2-A254DB329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DC257-F642-08A7-3CC8-416F622AC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0712F-804B-4E7E-933F-6948C6EC45E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7414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969D-BA3E-8E55-1DC9-CE511D90FA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332F6-53FA-E4EB-B771-D189CD917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Additional State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4932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D07EA-5796-3E04-BBEF-89253DB5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19C9-3C74-B641-FD4C-5400E68F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F7047-491E-23DD-09F7-4D815DBD4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state should not be measured directly.</a:t>
            </a:r>
          </a:p>
          <a:p>
            <a:r>
              <a:rPr lang="en-US" dirty="0"/>
              <a:t>Structurally non-absorbable by the rigid baseline</a:t>
            </a:r>
          </a:p>
          <a:p>
            <a:r>
              <a:rPr lang="en-US" dirty="0"/>
              <a:t>The effect of the added state must be visible enough in the measured signals for the augmentation to detect it</a:t>
            </a:r>
          </a:p>
          <a:p>
            <a:r>
              <a:rPr lang="en-US" dirty="0"/>
              <a:t>Physically interpretable</a:t>
            </a:r>
          </a:p>
          <a:p>
            <a:pPr marL="0" indent="0">
              <a:buNone/>
            </a:pP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47281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375A-368E-59C7-9F62-44BF53B1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12965-E2D5-4466-3204-E3F327F47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New state should not be measured directly.</a:t>
            </a:r>
          </a:p>
          <a:p>
            <a:pPr lvl="1"/>
            <a:r>
              <a:rPr lang="en-US" dirty="0"/>
              <a:t>Indirect visible through dynamics: We only see the effect of it / it disturbs the measured motion</a:t>
            </a:r>
          </a:p>
          <a:p>
            <a:r>
              <a:rPr lang="en-US" dirty="0"/>
              <a:t>Structurally non-absorbable by the rigid baseline</a:t>
            </a:r>
          </a:p>
          <a:p>
            <a:pPr lvl="1"/>
            <a:r>
              <a:rPr lang="en-US" dirty="0"/>
              <a:t>The original baseline model can’t fake the effect by changing its parameter values </a:t>
            </a:r>
            <a:r>
              <a:rPr lang="en-US" dirty="0">
                <a:sym typeface="Wingdings" panose="05000000000000000000" pitchFamily="2" charset="2"/>
              </a:rPr>
              <a:t> the baseline would need to add states to imitate it</a:t>
            </a:r>
            <a:endParaRPr lang="en-US" dirty="0"/>
          </a:p>
          <a:p>
            <a:r>
              <a:rPr lang="en-US" dirty="0"/>
              <a:t>The effect of the added state must be visible enough in the measured signals for the augmentation to detect it</a:t>
            </a:r>
          </a:p>
          <a:p>
            <a:pPr lvl="1"/>
            <a:r>
              <a:rPr lang="en-US" dirty="0"/>
              <a:t>Could be quantified before implementing augmentation: </a:t>
            </a:r>
          </a:p>
          <a:p>
            <a:pPr lvl="2"/>
            <a:r>
              <a:rPr lang="en-US" dirty="0"/>
              <a:t>Relative output contribution compared to total measured motion</a:t>
            </a:r>
          </a:p>
          <a:p>
            <a:pPr lvl="2"/>
            <a:r>
              <a:rPr lang="en-US" dirty="0"/>
              <a:t>Residual of best re-identified model after refitting the baseline parameters on data</a:t>
            </a:r>
          </a:p>
          <a:p>
            <a:r>
              <a:rPr lang="en-US" dirty="0"/>
              <a:t>Physically interpretable</a:t>
            </a:r>
          </a:p>
          <a:p>
            <a:pPr lvl="1"/>
            <a:r>
              <a:rPr lang="en-US" dirty="0"/>
              <a:t>Relevant to the gantry</a:t>
            </a:r>
          </a:p>
          <a:p>
            <a:pPr marL="0" indent="0">
              <a:buNone/>
            </a:pP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9031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6D2F-FE6C-06A9-5E60-5F92DC7E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D546-7121-0FD6-8682-733A9DB0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7F482-ACE6-11E4-4C5A-2A3398149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Mass Spring Damper attached to payload mass (</a:t>
            </a:r>
            <a:r>
              <a:rPr lang="en-US" dirty="0" err="1"/>
              <a:t>mh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Position and velocity as additional states</a:t>
            </a:r>
          </a:p>
          <a:p>
            <a:pPr lvl="1"/>
            <a:r>
              <a:rPr lang="en-US" dirty="0"/>
              <a:t>Similar to Jan adding MSD</a:t>
            </a:r>
          </a:p>
        </p:txBody>
      </p:sp>
    </p:spTree>
    <p:extLst>
      <p:ext uri="{BB962C8B-B14F-4D97-AF65-F5344CB8AC3E}">
        <p14:creationId xmlns:p14="http://schemas.microsoft.com/office/powerpoint/2010/main" val="211561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A27D-7C92-2BC3-B193-FDF7B2B91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755892-B274-FA27-54AA-71A102F0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Hidden internal moving mass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Position and velocity</a:t>
                </a:r>
              </a:p>
              <a:p>
                <a:r>
                  <a:rPr lang="en-US" dirty="0"/>
                  <a:t>Hidden rotational compliance at the payload location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𝑞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/>
                            </m:ctrlPr>
                          </m:accPr>
                          <m:e>
                            <m:r>
                              <a:rPr lang="ar-AE" i="1"/>
                              <m:t>𝑞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Might be weak signal to recover from data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755892-B274-FA27-54AA-71A102F0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21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8348-1A97-386A-1F1F-D98873B2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1E4EC-BA04-5612-4752-9AF4FA2D0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Hidden compliance attached at the payload location, not as an extra measured Y-axis mode / </a:t>
            </a:r>
            <a:r>
              <a:rPr lang="en-US" b="1" dirty="0"/>
              <a:t>hidden spring-mass-damper attached at the payload position on the crossarm</a:t>
            </a: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967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60F8-AD16-C8D9-2248-3E3FA873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4FEA-6A04-A2CA-3402-C012045B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8CDBB-BD2A-6BE8-70BE-FBD809B3A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3" y="1466073"/>
            <a:ext cx="11240153" cy="450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54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7DD7C-FE5C-127B-3F5B-FD05C695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9861-274B-D8F0-6249-6BC3B5F7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1BBDF-07AC-5D79-8743-74C881E9D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18A30-7C19-9A12-BF70-15E5D88D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3" y="1477647"/>
            <a:ext cx="11240153" cy="45045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B1850C-48B3-F236-ED3C-3D8D96EA1975}"/>
              </a:ext>
            </a:extLst>
          </p:cNvPr>
          <p:cNvSpPr/>
          <p:nvPr/>
        </p:nvSpPr>
        <p:spPr>
          <a:xfrm>
            <a:off x="7905508" y="1947439"/>
            <a:ext cx="2870522" cy="26129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4B36C7-7C80-2448-FF50-DE76C29530EB}"/>
              </a:ext>
            </a:extLst>
          </p:cNvPr>
          <p:cNvSpPr/>
          <p:nvPr/>
        </p:nvSpPr>
        <p:spPr>
          <a:xfrm>
            <a:off x="9073587" y="4704795"/>
            <a:ext cx="2280213" cy="1277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With p3 the position of the additional mass - not measured</a:t>
            </a:r>
            <a:endParaRPr lang="en-NL" dirty="0">
              <a:solidFill>
                <a:schemeClr val="tx1"/>
              </a:solidFill>
            </a:endParaRPr>
          </a:p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63608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9617-1386-4464-C4F6-E2458078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2762-401D-E405-A81B-1314E2785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DBCD1-2092-3553-1D38-9ABFF94DF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46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CC97F-58F8-0DA5-BD9F-5BD22DB3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C150-D497-C032-CD60-50F21F15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80F56-8011-7FE8-60B6-5A79EA051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8A6FD-7CD4-1B5A-0750-AABC61020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52F61E9-5C90-AB59-5F8D-5807F0ED011F}"/>
              </a:ext>
            </a:extLst>
          </p:cNvPr>
          <p:cNvGrpSpPr/>
          <p:nvPr/>
        </p:nvGrpSpPr>
        <p:grpSpPr>
          <a:xfrm rot="15616766">
            <a:off x="3526364" y="175209"/>
            <a:ext cx="2294546" cy="1674912"/>
            <a:chOff x="7080474" y="1828581"/>
            <a:chExt cx="3189769" cy="192449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81A6423-307A-9E61-3DF7-88417AB86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6139" b="42014"/>
            <a:stretch>
              <a:fillRect/>
            </a:stretch>
          </p:blipFill>
          <p:spPr>
            <a:xfrm>
              <a:off x="7080474" y="1828581"/>
              <a:ext cx="3189769" cy="192449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CDF77A6-86DD-BD0B-34C6-BE5E50AAABE6}"/>
                </a:ext>
              </a:extLst>
            </p:cNvPr>
            <p:cNvSpPr/>
            <p:nvPr/>
          </p:nvSpPr>
          <p:spPr>
            <a:xfrm>
              <a:off x="8052816" y="3224784"/>
              <a:ext cx="950976" cy="5253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3816634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F4858-7F4E-5DF6-C6E7-5C6133EA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0F4E-4817-08BC-9DE4-DE139E108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2E3A-B094-37A0-5BBE-085E04778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9FC87-BCA2-ACE1-6195-1F211F319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109ABA-3FE4-EA77-A89B-1CE76E448E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482" t="15264" r="6139" b="34559"/>
          <a:stretch>
            <a:fillRect/>
          </a:stretch>
        </p:blipFill>
        <p:spPr>
          <a:xfrm rot="15616766">
            <a:off x="3670383" y="4421"/>
            <a:ext cx="2294546" cy="196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38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6CDA-9034-306C-270F-C843A7DD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6366A-1236-6F4C-A3A6-1073808BB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AB2BE-BFC2-DDC2-EB1A-B84840126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214" y="-1175906"/>
            <a:ext cx="6157494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20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05D8-7382-D00A-0430-6C254B2C0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D4F23-929A-1D41-740F-36EF79D9C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Hidden internal moving mass inside the Y-carriage / payload</a:t>
            </a:r>
          </a:p>
          <a:p>
            <a:r>
              <a:rPr lang="en-US" b="1" dirty="0"/>
              <a:t>2. Hidden differential attachment compliance between crossarm and the two X-side supports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46544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AED5-7499-CC05-7986-B4100DF3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5970C4-CBB8-0B02-C327-0289764DA0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1. Hidden spring-mass-damper attached at the payload location </a:t>
                </a:r>
                <a14:m>
                  <m:oMath xmlns:m="http://schemas.openxmlformats.org/officeDocument/2006/math">
                    <m:r>
                      <a:rPr lang="en-US" i="1"/>
                      <m:t>𝑌</m:t>
                    </m:r>
                  </m:oMath>
                </a14:m>
                <a:r>
                  <a:rPr lang="en-US" dirty="0"/>
                  <a:t>on the crossarm</a:t>
                </a:r>
              </a:p>
              <a:p>
                <a:r>
                  <a:rPr lang="en-US" b="1" dirty="0"/>
                  <a:t>2. Hidden second-order differential compliance mode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𝑞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/>
                            </m:ctrlPr>
                          </m:accPr>
                          <m:e>
                            <m:r>
                              <a:rPr lang="ar-AE" i="1"/>
                              <m:t>𝑞</m:t>
                            </m:r>
                          </m:e>
                        </m:acc>
                      </m:e>
                    </m:d>
                  </m:oMath>
                </a14:m>
                <a:br>
                  <a:rPr lang="ar-AE" dirty="0"/>
                </a:br>
                <a:r>
                  <a:rPr lang="en-US" b="1" dirty="0"/>
                  <a:t>Very strong benchmark choice.</a:t>
                </a:r>
              </a:p>
              <a:p>
                <a:r>
                  <a:rPr lang="en-US" dirty="0"/>
                  <a:t>3. Hidden reformulated yaw-flex mode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𝜙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/>
                            </m:ctrlPr>
                          </m:accPr>
                          <m:e>
                            <m:r>
                              <a:rPr lang="ar-AE" i="1"/>
                              <m:t>𝜙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4. Cable/</a:t>
                </a:r>
                <a:r>
                  <a:rPr lang="en-US" dirty="0" err="1"/>
                  <a:t>dresspack</a:t>
                </a:r>
                <a:r>
                  <a:rPr lang="en-US" dirty="0"/>
                  <a:t> viscoelastic state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𝑧</m:t>
                            </m:r>
                          </m:e>
                          <m:sub>
                            <m:r>
                              <a:rPr lang="ar-AE" i="1"/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5. Generic first-order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/>
                          <m:t>Δ</m:t>
                        </m:r>
                      </m:sub>
                    </m:sSub>
                  </m:oMath>
                </a14:m>
                <a:r>
                  <a:rPr lang="ar-AE" dirty="0"/>
                  <a:t>-</a:t>
                </a:r>
                <a:r>
                  <a:rPr lang="en-US" dirty="0"/>
                  <a:t>driven lag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6. Support/base resonance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 i="1"/>
                              <m:t>𝑏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ar-AE" i="1"/>
                                </m:ctrlPr>
                              </m:accPr>
                              <m:e>
                                <m:r>
                                  <a:rPr lang="ar-AE" i="1"/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ar-AE" i="1"/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7. Explicit crossarm-bending mode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𝑞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/>
                            </m:ctrlPr>
                          </m:accPr>
                          <m:e>
                            <m:r>
                              <a:rPr lang="ar-AE" i="1"/>
                              <m:t>𝑞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as a literal beam-bending claim</a:t>
                </a:r>
              </a:p>
              <a:p>
                <a:r>
                  <a:rPr lang="en-US" dirty="0"/>
                  <a:t>8. Structural DOF / flexible mounting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𝛿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/>
                            </m:ctrlPr>
                          </m:accPr>
                          <m:e>
                            <m:r>
                              <a:rPr lang="ar-AE" i="1"/>
                              <m:t>𝛿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9. Dahl friction states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𝑧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𝑧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5970C4-CBB8-0B02-C327-0289764DA0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0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453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4722-ACD1-24E0-59E7-0B4B464A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EBDF-0657-1B12-7DB0-EC4297F52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15E40-924D-2A06-FCC2-5105DCF9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0" y="1492628"/>
            <a:ext cx="11698656" cy="40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39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2CC6-8BFC-ABD5-9CD7-7CB3A47C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07D4-FD42-BF4B-781A-331B56A3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DEDAD-B68F-1AB4-D8BA-DCA20569D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87" y="1355482"/>
            <a:ext cx="9220200" cy="522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0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3F230-FD63-327C-E051-0708C67C6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5168-7D93-283F-A4EE-B474A1D4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6908-BACE-41D6-67AF-1C8C7BC0A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C7634B-48FD-31C2-6B5E-FB946586B3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794"/>
          <a:stretch>
            <a:fillRect/>
          </a:stretch>
        </p:blipFill>
        <p:spPr>
          <a:xfrm>
            <a:off x="752354" y="1430791"/>
            <a:ext cx="10324617" cy="355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88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6ADA7-4218-3025-5903-899D8EE2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04C4-AB5D-9122-423C-3B8CE83FF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11DA3-1959-ED3E-B9BE-76DF14B1A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E657BC-EA27-5303-F23F-1A5858E575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794"/>
          <a:stretch>
            <a:fillRect/>
          </a:stretch>
        </p:blipFill>
        <p:spPr>
          <a:xfrm>
            <a:off x="752354" y="1430791"/>
            <a:ext cx="10324617" cy="3557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703351-DF9A-98FC-7E40-E3E426996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792" y="4801565"/>
            <a:ext cx="7393208" cy="192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82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2798-BD2E-E8A1-90B5-493D2CD7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14C13-637A-C1E2-30ED-0FD60A5B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9A0BA-9130-21E2-1284-D3073B229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EDAD5-AB9B-EFA3-6C80-0041AA661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54" y="1430791"/>
            <a:ext cx="10324617" cy="514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84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FD8F-EB1B-1D85-2F68-F95A10BD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toolbox result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3632A-9D6A-D09E-CA45-C14F75B0A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F012A-3A19-007F-9437-0C50D778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3589"/>
            <a:ext cx="12192000" cy="28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10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496</Words>
  <Application>Microsoft Office PowerPoint</Application>
  <PresentationFormat>Widescreen</PresentationFormat>
  <Paragraphs>81</Paragraphs>
  <Slides>20</Slides>
  <Notes>6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Wingdings</vt:lpstr>
      <vt:lpstr>Office Theme</vt:lpstr>
      <vt:lpstr>Augmentation</vt:lpstr>
      <vt:lpstr>Requirements</vt:lpstr>
      <vt:lpstr>Requirements</vt:lpstr>
      <vt:lpstr>Suggestion</vt:lpstr>
      <vt:lpstr>Suggestions</vt:lpstr>
      <vt:lpstr>Suggestions</vt:lpstr>
      <vt:lpstr>Comparison with Jan</vt:lpstr>
      <vt:lpstr>Comparison with Jan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Lagrange-Euler - Garcia</vt:lpstr>
      <vt:lpstr>Lagrange-Euler - Garcia</vt:lpstr>
      <vt:lpstr>Lagrange-Euler – Additional state</vt:lpstr>
      <vt:lpstr>Lagrange-Euler – Additional state</vt:lpstr>
      <vt:lpstr>Lagrange-Euler – Additional state</vt:lpstr>
      <vt:lpstr>Symbolic toolbox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Berg, Dirk van den</dc:creator>
  <cp:lastModifiedBy>Berg, Dirk van den</cp:lastModifiedBy>
  <cp:revision>1</cp:revision>
  <dcterms:created xsi:type="dcterms:W3CDTF">2026-04-14T13:37:56Z</dcterms:created>
  <dcterms:modified xsi:type="dcterms:W3CDTF">2026-04-15T11:23:53Z</dcterms:modified>
</cp:coreProperties>
</file>