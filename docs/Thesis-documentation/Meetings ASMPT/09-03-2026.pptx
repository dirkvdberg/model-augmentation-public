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notesMasterIdLst>
    <p:notesMasterId r:id="rId24"/>
  </p:notesMasterIdLst>
  <p:sldIdLst>
    <p:sldId id="257" r:id="rId2"/>
    <p:sldId id="258" r:id="rId3"/>
    <p:sldId id="263" r:id="rId4"/>
    <p:sldId id="265" r:id="rId5"/>
    <p:sldId id="321" r:id="rId6"/>
    <p:sldId id="322" r:id="rId7"/>
    <p:sldId id="324" r:id="rId8"/>
    <p:sldId id="323" r:id="rId9"/>
    <p:sldId id="327" r:id="rId10"/>
    <p:sldId id="326" r:id="rId11"/>
    <p:sldId id="325" r:id="rId12"/>
    <p:sldId id="266" r:id="rId13"/>
    <p:sldId id="328" r:id="rId14"/>
    <p:sldId id="267" r:id="rId15"/>
    <p:sldId id="330" r:id="rId16"/>
    <p:sldId id="331" r:id="rId17"/>
    <p:sldId id="264" r:id="rId18"/>
    <p:sldId id="329" r:id="rId19"/>
    <p:sldId id="334" r:id="rId20"/>
    <p:sldId id="332" r:id="rId21"/>
    <p:sldId id="333" r:id="rId22"/>
    <p:sldId id="261" r:id="rId23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9B25C2-883D-430D-B384-0E02F42CB774}" v="34" dt="2026-03-09T22:14:28.7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76271" autoAdjust="0"/>
  </p:normalViewPr>
  <p:slideViewPr>
    <p:cSldViewPr snapToGrid="0">
      <p:cViewPr>
        <p:scale>
          <a:sx n="66" d="100"/>
          <a:sy n="66" d="100"/>
        </p:scale>
        <p:origin x="1238" y="38"/>
      </p:cViewPr>
      <p:guideLst/>
    </p:cSldViewPr>
  </p:slideViewPr>
  <p:notesTextViewPr>
    <p:cViewPr>
      <p:scale>
        <a:sx n="1" d="1"/>
        <a:sy n="1" d="1"/>
      </p:scale>
      <p:origin x="0" y="-144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g, Dirk van den" userId="035ecb32-01d9-4b47-a105-eacf059a4647" providerId="ADAL" clId="{F7FF961E-CF96-44AC-93C2-93612F62D46D}"/>
    <pc:docChg chg="undo custSel addSld delSld modSld sldOrd">
      <pc:chgData name="Berg, Dirk van den" userId="035ecb32-01d9-4b47-a105-eacf059a4647" providerId="ADAL" clId="{F7FF961E-CF96-44AC-93C2-93612F62D46D}" dt="2026-03-09T22:14:28.791" v="4176"/>
      <pc:docMkLst>
        <pc:docMk/>
      </pc:docMkLst>
      <pc:sldChg chg="delSp modSp mod">
        <pc:chgData name="Berg, Dirk van den" userId="035ecb32-01d9-4b47-a105-eacf059a4647" providerId="ADAL" clId="{F7FF961E-CF96-44AC-93C2-93612F62D46D}" dt="2026-03-09T09:07:03.076" v="952" actId="20577"/>
        <pc:sldMkLst>
          <pc:docMk/>
          <pc:sldMk cId="2679595137" sldId="257"/>
        </pc:sldMkLst>
        <pc:spChg chg="mod">
          <ac:chgData name="Berg, Dirk van den" userId="035ecb32-01d9-4b47-a105-eacf059a4647" providerId="ADAL" clId="{F7FF961E-CF96-44AC-93C2-93612F62D46D}" dt="2026-03-09T08:21:00.360" v="1" actId="20577"/>
          <ac:spMkLst>
            <pc:docMk/>
            <pc:sldMk cId="2679595137" sldId="257"/>
            <ac:spMk id="2" creationId="{1CA58346-11EF-AF16-3F7E-D4AE642D6182}"/>
          </ac:spMkLst>
        </pc:spChg>
        <pc:spChg chg="mod">
          <ac:chgData name="Berg, Dirk van den" userId="035ecb32-01d9-4b47-a105-eacf059a4647" providerId="ADAL" clId="{F7FF961E-CF96-44AC-93C2-93612F62D46D}" dt="2026-03-09T09:07:03.076" v="952" actId="20577"/>
          <ac:spMkLst>
            <pc:docMk/>
            <pc:sldMk cId="2679595137" sldId="257"/>
            <ac:spMk id="3" creationId="{DAAEF679-3C39-E36C-B710-9B50CBAE487E}"/>
          </ac:spMkLst>
        </pc:spChg>
        <pc:spChg chg="del">
          <ac:chgData name="Berg, Dirk van den" userId="035ecb32-01d9-4b47-a105-eacf059a4647" providerId="ADAL" clId="{F7FF961E-CF96-44AC-93C2-93612F62D46D}" dt="2026-03-09T08:21:03.798" v="2" actId="478"/>
          <ac:spMkLst>
            <pc:docMk/>
            <pc:sldMk cId="2679595137" sldId="257"/>
            <ac:spMk id="4" creationId="{465EFC2D-66CC-A333-8AD7-17BCBCDB18BB}"/>
          </ac:spMkLst>
        </pc:spChg>
      </pc:sldChg>
      <pc:sldChg chg="delSp modSp mod">
        <pc:chgData name="Berg, Dirk van den" userId="035ecb32-01d9-4b47-a105-eacf059a4647" providerId="ADAL" clId="{F7FF961E-CF96-44AC-93C2-93612F62D46D}" dt="2026-03-09T08:42:25.625" v="210" actId="20577"/>
        <pc:sldMkLst>
          <pc:docMk/>
          <pc:sldMk cId="1617226886" sldId="258"/>
        </pc:sldMkLst>
        <pc:spChg chg="mod">
          <ac:chgData name="Berg, Dirk van den" userId="035ecb32-01d9-4b47-a105-eacf059a4647" providerId="ADAL" clId="{F7FF961E-CF96-44AC-93C2-93612F62D46D}" dt="2026-03-09T08:42:25.625" v="210" actId="20577"/>
          <ac:spMkLst>
            <pc:docMk/>
            <pc:sldMk cId="1617226886" sldId="258"/>
            <ac:spMk id="3" creationId="{1B16F991-22E1-98ED-FDA2-6483679AE450}"/>
          </ac:spMkLst>
        </pc:spChg>
        <pc:spChg chg="del">
          <ac:chgData name="Berg, Dirk van den" userId="035ecb32-01d9-4b47-a105-eacf059a4647" providerId="ADAL" clId="{F7FF961E-CF96-44AC-93C2-93612F62D46D}" dt="2026-03-09T08:41:57.946" v="115" actId="478"/>
          <ac:spMkLst>
            <pc:docMk/>
            <pc:sldMk cId="1617226886" sldId="258"/>
            <ac:spMk id="5" creationId="{7CFFA8B5-4335-A79D-381E-82C9B8A52E4E}"/>
          </ac:spMkLst>
        </pc:spChg>
      </pc:sldChg>
      <pc:sldChg chg="del">
        <pc:chgData name="Berg, Dirk van den" userId="035ecb32-01d9-4b47-a105-eacf059a4647" providerId="ADAL" clId="{F7FF961E-CF96-44AC-93C2-93612F62D46D}" dt="2026-03-09T09:09:03.355" v="972" actId="47"/>
        <pc:sldMkLst>
          <pc:docMk/>
          <pc:sldMk cId="2138626586" sldId="259"/>
        </pc:sldMkLst>
      </pc:sldChg>
      <pc:sldChg chg="del">
        <pc:chgData name="Berg, Dirk van den" userId="035ecb32-01d9-4b47-a105-eacf059a4647" providerId="ADAL" clId="{F7FF961E-CF96-44AC-93C2-93612F62D46D}" dt="2026-03-09T09:09:05.013" v="973" actId="47"/>
        <pc:sldMkLst>
          <pc:docMk/>
          <pc:sldMk cId="2175299465" sldId="260"/>
        </pc:sldMkLst>
      </pc:sldChg>
      <pc:sldChg chg="modSp mod modNotesTx">
        <pc:chgData name="Berg, Dirk van den" userId="035ecb32-01d9-4b47-a105-eacf059a4647" providerId="ADAL" clId="{F7FF961E-CF96-44AC-93C2-93612F62D46D}" dt="2026-03-09T10:41:14.095" v="4170" actId="20577"/>
        <pc:sldMkLst>
          <pc:docMk/>
          <pc:sldMk cId="4133975854" sldId="261"/>
        </pc:sldMkLst>
        <pc:spChg chg="mod">
          <ac:chgData name="Berg, Dirk van den" userId="035ecb32-01d9-4b47-a105-eacf059a4647" providerId="ADAL" clId="{F7FF961E-CF96-44AC-93C2-93612F62D46D}" dt="2026-03-09T09:09:18.731" v="986" actId="20577"/>
          <ac:spMkLst>
            <pc:docMk/>
            <pc:sldMk cId="4133975854" sldId="261"/>
            <ac:spMk id="2" creationId="{CE8922FA-98D7-2929-D27F-810CECE6E8CA}"/>
          </ac:spMkLst>
        </pc:spChg>
        <pc:spChg chg="mod">
          <ac:chgData name="Berg, Dirk van den" userId="035ecb32-01d9-4b47-a105-eacf059a4647" providerId="ADAL" clId="{F7FF961E-CF96-44AC-93C2-93612F62D46D}" dt="2026-03-09T09:10:33.807" v="1183" actId="20577"/>
          <ac:spMkLst>
            <pc:docMk/>
            <pc:sldMk cId="4133975854" sldId="261"/>
            <ac:spMk id="3" creationId="{78179DB8-2509-8E4F-14E4-B0B6B2FE756A}"/>
          </ac:spMkLst>
        </pc:spChg>
      </pc:sldChg>
      <pc:sldChg chg="del">
        <pc:chgData name="Berg, Dirk van den" userId="035ecb32-01d9-4b47-a105-eacf059a4647" providerId="ADAL" clId="{F7FF961E-CF96-44AC-93C2-93612F62D46D}" dt="2026-03-09T09:09:08.230" v="974" actId="47"/>
        <pc:sldMkLst>
          <pc:docMk/>
          <pc:sldMk cId="3503897311" sldId="262"/>
        </pc:sldMkLst>
      </pc:sldChg>
      <pc:sldChg chg="modSp add mod modNotesTx">
        <pc:chgData name="Berg, Dirk van den" userId="035ecb32-01d9-4b47-a105-eacf059a4647" providerId="ADAL" clId="{F7FF961E-CF96-44AC-93C2-93612F62D46D}" dt="2026-03-09T10:05:59.148" v="1264" actId="20577"/>
        <pc:sldMkLst>
          <pc:docMk/>
          <pc:sldMk cId="1845040440" sldId="263"/>
        </pc:sldMkLst>
        <pc:spChg chg="mod">
          <ac:chgData name="Berg, Dirk van den" userId="035ecb32-01d9-4b47-a105-eacf059a4647" providerId="ADAL" clId="{F7FF961E-CF96-44AC-93C2-93612F62D46D}" dt="2026-03-09T08:43:17.904" v="271" actId="20577"/>
          <ac:spMkLst>
            <pc:docMk/>
            <pc:sldMk cId="1845040440" sldId="263"/>
            <ac:spMk id="2" creationId="{D4623134-4CC6-7831-7438-94ABA2716DC3}"/>
          </ac:spMkLst>
        </pc:spChg>
      </pc:sldChg>
      <pc:sldChg chg="add mod ord modShow">
        <pc:chgData name="Berg, Dirk van den" userId="035ecb32-01d9-4b47-a105-eacf059a4647" providerId="ADAL" clId="{F7FF961E-CF96-44AC-93C2-93612F62D46D}" dt="2026-03-09T09:07:37.124" v="953" actId="729"/>
        <pc:sldMkLst>
          <pc:docMk/>
          <pc:sldMk cId="3624767932" sldId="264"/>
        </pc:sldMkLst>
      </pc:sldChg>
      <pc:sldChg chg="add">
        <pc:chgData name="Berg, Dirk van den" userId="035ecb32-01d9-4b47-a105-eacf059a4647" providerId="ADAL" clId="{F7FF961E-CF96-44AC-93C2-93612F62D46D}" dt="2026-03-09T08:22:03.077" v="4"/>
        <pc:sldMkLst>
          <pc:docMk/>
          <pc:sldMk cId="4080616712" sldId="265"/>
        </pc:sldMkLst>
      </pc:sldChg>
      <pc:sldChg chg="modSp add mod modNotesTx">
        <pc:chgData name="Berg, Dirk van den" userId="035ecb32-01d9-4b47-a105-eacf059a4647" providerId="ADAL" clId="{F7FF961E-CF96-44AC-93C2-93612F62D46D}" dt="2026-03-09T22:14:28.791" v="4176"/>
        <pc:sldMkLst>
          <pc:docMk/>
          <pc:sldMk cId="3693299984" sldId="266"/>
        </pc:sldMkLst>
        <pc:spChg chg="mod">
          <ac:chgData name="Berg, Dirk van den" userId="035ecb32-01d9-4b47-a105-eacf059a4647" providerId="ADAL" clId="{F7FF961E-CF96-44AC-93C2-93612F62D46D}" dt="2026-03-09T22:14:28.791" v="4176"/>
          <ac:spMkLst>
            <pc:docMk/>
            <pc:sldMk cId="3693299984" sldId="266"/>
            <ac:spMk id="3" creationId="{5D15F7EB-509B-85DA-434E-A6B27CDF3647}"/>
          </ac:spMkLst>
        </pc:spChg>
      </pc:sldChg>
      <pc:sldChg chg="modSp add mod modNotesTx">
        <pc:chgData name="Berg, Dirk van den" userId="035ecb32-01d9-4b47-a105-eacf059a4647" providerId="ADAL" clId="{F7FF961E-CF96-44AC-93C2-93612F62D46D}" dt="2026-03-09T10:29:01.898" v="3311" actId="20577"/>
        <pc:sldMkLst>
          <pc:docMk/>
          <pc:sldMk cId="3307888867" sldId="267"/>
        </pc:sldMkLst>
        <pc:spChg chg="mod">
          <ac:chgData name="Berg, Dirk van den" userId="035ecb32-01d9-4b47-a105-eacf059a4647" providerId="ADAL" clId="{F7FF961E-CF96-44AC-93C2-93612F62D46D}" dt="2026-03-09T09:03:40.170" v="681" actId="20577"/>
          <ac:spMkLst>
            <pc:docMk/>
            <pc:sldMk cId="3307888867" sldId="267"/>
            <ac:spMk id="2" creationId="{2FF736A1-1F9F-0A68-922C-5BB97D11DC68}"/>
          </ac:spMkLst>
        </pc:spChg>
        <pc:spChg chg="mod">
          <ac:chgData name="Berg, Dirk van den" userId="035ecb32-01d9-4b47-a105-eacf059a4647" providerId="ADAL" clId="{F7FF961E-CF96-44AC-93C2-93612F62D46D}" dt="2026-03-09T09:01:37.159" v="570" actId="207"/>
          <ac:spMkLst>
            <pc:docMk/>
            <pc:sldMk cId="3307888867" sldId="267"/>
            <ac:spMk id="3" creationId="{00E98AED-938A-4CF3-3763-6C31B2C422F9}"/>
          </ac:spMkLst>
        </pc:spChg>
      </pc:sldChg>
      <pc:sldChg chg="add modNotesTx">
        <pc:chgData name="Berg, Dirk van den" userId="035ecb32-01d9-4b47-a105-eacf059a4647" providerId="ADAL" clId="{F7FF961E-CF96-44AC-93C2-93612F62D46D}" dt="2026-03-09T10:09:03.219" v="1694" actId="20577"/>
        <pc:sldMkLst>
          <pc:docMk/>
          <pc:sldMk cId="1933437860" sldId="321"/>
        </pc:sldMkLst>
      </pc:sldChg>
      <pc:sldChg chg="add modNotesTx">
        <pc:chgData name="Berg, Dirk van den" userId="035ecb32-01d9-4b47-a105-eacf059a4647" providerId="ADAL" clId="{F7FF961E-CF96-44AC-93C2-93612F62D46D}" dt="2026-03-09T10:10:21.265" v="1822" actId="20577"/>
        <pc:sldMkLst>
          <pc:docMk/>
          <pc:sldMk cId="167170809" sldId="322"/>
        </pc:sldMkLst>
      </pc:sldChg>
      <pc:sldChg chg="addSp modSp add mod modNotesTx">
        <pc:chgData name="Berg, Dirk van den" userId="035ecb32-01d9-4b47-a105-eacf059a4647" providerId="ADAL" clId="{F7FF961E-CF96-44AC-93C2-93612F62D46D}" dt="2026-03-09T10:19:16.581" v="2839" actId="20577"/>
        <pc:sldMkLst>
          <pc:docMk/>
          <pc:sldMk cId="1672730133" sldId="323"/>
        </pc:sldMkLst>
        <pc:spChg chg="add mod">
          <ac:chgData name="Berg, Dirk van den" userId="035ecb32-01d9-4b47-a105-eacf059a4647" providerId="ADAL" clId="{F7FF961E-CF96-44AC-93C2-93612F62D46D}" dt="2026-03-09T08:48:04.636" v="343" actId="1076"/>
          <ac:spMkLst>
            <pc:docMk/>
            <pc:sldMk cId="1672730133" sldId="323"/>
            <ac:spMk id="3" creationId="{2D70404D-1ABD-D507-42A3-90A2DA00258E}"/>
          </ac:spMkLst>
        </pc:spChg>
      </pc:sldChg>
      <pc:sldChg chg="add modNotesTx">
        <pc:chgData name="Berg, Dirk van den" userId="035ecb32-01d9-4b47-a105-eacf059a4647" providerId="ADAL" clId="{F7FF961E-CF96-44AC-93C2-93612F62D46D}" dt="2026-03-09T10:14:54.329" v="2247" actId="20577"/>
        <pc:sldMkLst>
          <pc:docMk/>
          <pc:sldMk cId="2738336054" sldId="324"/>
        </pc:sldMkLst>
      </pc:sldChg>
      <pc:sldChg chg="add ord">
        <pc:chgData name="Berg, Dirk van den" userId="035ecb32-01d9-4b47-a105-eacf059a4647" providerId="ADAL" clId="{F7FF961E-CF96-44AC-93C2-93612F62D46D}" dt="2026-03-09T08:22:29.809" v="6"/>
        <pc:sldMkLst>
          <pc:docMk/>
          <pc:sldMk cId="2479596698" sldId="325"/>
        </pc:sldMkLst>
      </pc:sldChg>
      <pc:sldChg chg="modSp add mod modNotesTx">
        <pc:chgData name="Berg, Dirk van den" userId="035ecb32-01d9-4b47-a105-eacf059a4647" providerId="ADAL" clId="{F7FF961E-CF96-44AC-93C2-93612F62D46D}" dt="2026-03-09T08:50:21.174" v="487" actId="20577"/>
        <pc:sldMkLst>
          <pc:docMk/>
          <pc:sldMk cId="3942108659" sldId="326"/>
        </pc:sldMkLst>
        <pc:spChg chg="mod">
          <ac:chgData name="Berg, Dirk van den" userId="035ecb32-01d9-4b47-a105-eacf059a4647" providerId="ADAL" clId="{F7FF961E-CF96-44AC-93C2-93612F62D46D}" dt="2026-03-09T08:49:58.982" v="484" actId="20577"/>
          <ac:spMkLst>
            <pc:docMk/>
            <pc:sldMk cId="3942108659" sldId="326"/>
            <ac:spMk id="3" creationId="{F42EE3F7-46CC-C87E-3102-DB3ABF3B723A}"/>
          </ac:spMkLst>
        </pc:spChg>
      </pc:sldChg>
      <pc:sldChg chg="add modNotesTx">
        <pc:chgData name="Berg, Dirk van den" userId="035ecb32-01d9-4b47-a105-eacf059a4647" providerId="ADAL" clId="{F7FF961E-CF96-44AC-93C2-93612F62D46D}" dt="2026-03-09T10:20:30.927" v="2949" actId="20577"/>
        <pc:sldMkLst>
          <pc:docMk/>
          <pc:sldMk cId="2290613150" sldId="327"/>
        </pc:sldMkLst>
      </pc:sldChg>
      <pc:sldChg chg="modSp new mod">
        <pc:chgData name="Berg, Dirk van den" userId="035ecb32-01d9-4b47-a105-eacf059a4647" providerId="ADAL" clId="{F7FF961E-CF96-44AC-93C2-93612F62D46D}" dt="2026-03-09T09:03:57.148" v="693" actId="20577"/>
        <pc:sldMkLst>
          <pc:docMk/>
          <pc:sldMk cId="2942955356" sldId="328"/>
        </pc:sldMkLst>
        <pc:spChg chg="mod">
          <ac:chgData name="Berg, Dirk van den" userId="035ecb32-01d9-4b47-a105-eacf059a4647" providerId="ADAL" clId="{F7FF961E-CF96-44AC-93C2-93612F62D46D}" dt="2026-03-09T09:03:57.148" v="693" actId="20577"/>
          <ac:spMkLst>
            <pc:docMk/>
            <pc:sldMk cId="2942955356" sldId="328"/>
            <ac:spMk id="2" creationId="{8635466C-79CE-7AF0-0A2F-8072E8612434}"/>
          </ac:spMkLst>
        </pc:spChg>
        <pc:spChg chg="mod">
          <ac:chgData name="Berg, Dirk van den" userId="035ecb32-01d9-4b47-a105-eacf059a4647" providerId="ADAL" clId="{F7FF961E-CF96-44AC-93C2-93612F62D46D}" dt="2026-03-09T08:52:08.482" v="565" actId="20577"/>
          <ac:spMkLst>
            <pc:docMk/>
            <pc:sldMk cId="2942955356" sldId="328"/>
            <ac:spMk id="3" creationId="{8AB70D7F-0B1A-C4D0-75A0-DC6B6B5D56E5}"/>
          </ac:spMkLst>
        </pc:spChg>
      </pc:sldChg>
      <pc:sldChg chg="modSp add mod">
        <pc:chgData name="Berg, Dirk van den" userId="035ecb32-01d9-4b47-a105-eacf059a4647" providerId="ADAL" clId="{F7FF961E-CF96-44AC-93C2-93612F62D46D}" dt="2026-03-09T09:16:06.191" v="1186" actId="20577"/>
        <pc:sldMkLst>
          <pc:docMk/>
          <pc:sldMk cId="4190844747" sldId="329"/>
        </pc:sldMkLst>
        <pc:spChg chg="mod">
          <ac:chgData name="Berg, Dirk van den" userId="035ecb32-01d9-4b47-a105-eacf059a4647" providerId="ADAL" clId="{F7FF961E-CF96-44AC-93C2-93612F62D46D}" dt="2026-03-09T09:16:06.191" v="1186" actId="20577"/>
          <ac:spMkLst>
            <pc:docMk/>
            <pc:sldMk cId="4190844747" sldId="329"/>
            <ac:spMk id="2" creationId="{FBBEE853-8EF5-3962-4DA3-893ADE9673E0}"/>
          </ac:spMkLst>
        </pc:spChg>
        <pc:spChg chg="mod">
          <ac:chgData name="Berg, Dirk van den" userId="035ecb32-01d9-4b47-a105-eacf059a4647" providerId="ADAL" clId="{F7FF961E-CF96-44AC-93C2-93612F62D46D}" dt="2026-03-09T09:08:10.963" v="971" actId="20577"/>
          <ac:spMkLst>
            <pc:docMk/>
            <pc:sldMk cId="4190844747" sldId="329"/>
            <ac:spMk id="3" creationId="{DB840822-6B16-3509-D92F-859C7ED16CAC}"/>
          </ac:spMkLst>
        </pc:spChg>
      </pc:sldChg>
      <pc:sldChg chg="modSp add mod modNotesTx">
        <pc:chgData name="Berg, Dirk van den" userId="035ecb32-01d9-4b47-a105-eacf059a4647" providerId="ADAL" clId="{F7FF961E-CF96-44AC-93C2-93612F62D46D}" dt="2026-03-09T10:31:51.791" v="3526" actId="20577"/>
        <pc:sldMkLst>
          <pc:docMk/>
          <pc:sldMk cId="1200800153" sldId="330"/>
        </pc:sldMkLst>
        <pc:spChg chg="mod">
          <ac:chgData name="Berg, Dirk van den" userId="035ecb32-01d9-4b47-a105-eacf059a4647" providerId="ADAL" clId="{F7FF961E-CF96-44AC-93C2-93612F62D46D}" dt="2026-03-09T09:03:51.069" v="687" actId="20577"/>
          <ac:spMkLst>
            <pc:docMk/>
            <pc:sldMk cId="1200800153" sldId="330"/>
            <ac:spMk id="2" creationId="{25FD5C9A-1095-3CB8-616F-D75924D09443}"/>
          </ac:spMkLst>
        </pc:spChg>
      </pc:sldChg>
      <pc:sldChg chg="addSp delSp modSp new mod modNotesTx">
        <pc:chgData name="Berg, Dirk van den" userId="035ecb32-01d9-4b47-a105-eacf059a4647" providerId="ADAL" clId="{F7FF961E-CF96-44AC-93C2-93612F62D46D}" dt="2026-03-09T10:33:03.660" v="3577" actId="20577"/>
        <pc:sldMkLst>
          <pc:docMk/>
          <pc:sldMk cId="2438387515" sldId="331"/>
        </pc:sldMkLst>
        <pc:spChg chg="mod">
          <ac:chgData name="Berg, Dirk van den" userId="035ecb32-01d9-4b47-a105-eacf059a4647" providerId="ADAL" clId="{F7FF961E-CF96-44AC-93C2-93612F62D46D}" dt="2026-03-09T09:04:03.713" v="694"/>
          <ac:spMkLst>
            <pc:docMk/>
            <pc:sldMk cId="2438387515" sldId="331"/>
            <ac:spMk id="2" creationId="{C37326E0-095D-4C5C-86A7-F26860680E3D}"/>
          </ac:spMkLst>
        </pc:spChg>
        <pc:spChg chg="add del mod">
          <ac:chgData name="Berg, Dirk van den" userId="035ecb32-01d9-4b47-a105-eacf059a4647" providerId="ADAL" clId="{F7FF961E-CF96-44AC-93C2-93612F62D46D}" dt="2026-03-09T09:04:42.575" v="703" actId="20577"/>
          <ac:spMkLst>
            <pc:docMk/>
            <pc:sldMk cId="2438387515" sldId="331"/>
            <ac:spMk id="3" creationId="{50E97200-94F4-2B7F-6148-F69738518DCD}"/>
          </ac:spMkLst>
        </pc:spChg>
        <pc:spChg chg="add mod">
          <ac:chgData name="Berg, Dirk van den" userId="035ecb32-01d9-4b47-a105-eacf059a4647" providerId="ADAL" clId="{F7FF961E-CF96-44AC-93C2-93612F62D46D}" dt="2026-03-09T09:04:25.085" v="696"/>
          <ac:spMkLst>
            <pc:docMk/>
            <pc:sldMk cId="2438387515" sldId="331"/>
            <ac:spMk id="4" creationId="{2750F726-CB4C-2DBD-11CA-ECF6AFB5EBF7}"/>
          </ac:spMkLst>
        </pc:spChg>
      </pc:sldChg>
      <pc:sldChg chg="modSp add mod modNotesTx">
        <pc:chgData name="Berg, Dirk van den" userId="035ecb32-01d9-4b47-a105-eacf059a4647" providerId="ADAL" clId="{F7FF961E-CF96-44AC-93C2-93612F62D46D}" dt="2026-03-09T10:36:21.431" v="3817" actId="20577"/>
        <pc:sldMkLst>
          <pc:docMk/>
          <pc:sldMk cId="4237995661" sldId="332"/>
        </pc:sldMkLst>
        <pc:spChg chg="mod">
          <ac:chgData name="Berg, Dirk van den" userId="035ecb32-01d9-4b47-a105-eacf059a4647" providerId="ADAL" clId="{F7FF961E-CF96-44AC-93C2-93612F62D46D}" dt="2026-03-09T09:17:25.091" v="1198" actId="20577"/>
          <ac:spMkLst>
            <pc:docMk/>
            <pc:sldMk cId="4237995661" sldId="332"/>
            <ac:spMk id="2" creationId="{3C9425A8-BD2D-C64F-2AD6-D779922D0D1A}"/>
          </ac:spMkLst>
        </pc:spChg>
        <pc:spChg chg="mod">
          <ac:chgData name="Berg, Dirk van den" userId="035ecb32-01d9-4b47-a105-eacf059a4647" providerId="ADAL" clId="{F7FF961E-CF96-44AC-93C2-93612F62D46D}" dt="2026-03-09T09:08:07.905" v="968" actId="20577"/>
          <ac:spMkLst>
            <pc:docMk/>
            <pc:sldMk cId="4237995661" sldId="332"/>
            <ac:spMk id="3" creationId="{5C65EFD2-6794-50B8-DEB8-B0EB44CDD2F0}"/>
          </ac:spMkLst>
        </pc:spChg>
      </pc:sldChg>
      <pc:sldChg chg="modSp add mod modNotesTx">
        <pc:chgData name="Berg, Dirk van den" userId="035ecb32-01d9-4b47-a105-eacf059a4647" providerId="ADAL" clId="{F7FF961E-CF96-44AC-93C2-93612F62D46D}" dt="2026-03-09T10:51:48.788" v="4173" actId="20577"/>
        <pc:sldMkLst>
          <pc:docMk/>
          <pc:sldMk cId="1320241026" sldId="333"/>
        </pc:sldMkLst>
        <pc:spChg chg="mod">
          <ac:chgData name="Berg, Dirk van den" userId="035ecb32-01d9-4b47-a105-eacf059a4647" providerId="ADAL" clId="{F7FF961E-CF96-44AC-93C2-93612F62D46D}" dt="2026-03-09T10:51:48.788" v="4173" actId="20577"/>
          <ac:spMkLst>
            <pc:docMk/>
            <pc:sldMk cId="1320241026" sldId="333"/>
            <ac:spMk id="2" creationId="{453FCF38-81E4-0640-0C31-62B4E5AC09DC}"/>
          </ac:spMkLst>
        </pc:spChg>
        <pc:spChg chg="mod">
          <ac:chgData name="Berg, Dirk van den" userId="035ecb32-01d9-4b47-a105-eacf059a4647" providerId="ADAL" clId="{F7FF961E-CF96-44AC-93C2-93612F62D46D}" dt="2026-03-09T09:08:05.018" v="966" actId="6549"/>
          <ac:spMkLst>
            <pc:docMk/>
            <pc:sldMk cId="1320241026" sldId="333"/>
            <ac:spMk id="3" creationId="{37403E58-A290-32CE-B9A9-783AB7E291F6}"/>
          </ac:spMkLst>
        </pc:spChg>
      </pc:sldChg>
      <pc:sldChg chg="addSp delSp modSp add mod modNotesTx">
        <pc:chgData name="Berg, Dirk van den" userId="035ecb32-01d9-4b47-a105-eacf059a4647" providerId="ADAL" clId="{F7FF961E-CF96-44AC-93C2-93612F62D46D}" dt="2026-03-09T10:35:35.301" v="3742" actId="20577"/>
        <pc:sldMkLst>
          <pc:docMk/>
          <pc:sldMk cId="2726430729" sldId="334"/>
        </pc:sldMkLst>
        <pc:spChg chg="mod">
          <ac:chgData name="Berg, Dirk van den" userId="035ecb32-01d9-4b47-a105-eacf059a4647" providerId="ADAL" clId="{F7FF961E-CF96-44AC-93C2-93612F62D46D}" dt="2026-03-09T09:16:38.299" v="1195" actId="6549"/>
          <ac:spMkLst>
            <pc:docMk/>
            <pc:sldMk cId="2726430729" sldId="334"/>
            <ac:spMk id="3" creationId="{0E140FED-03A9-8265-8F0A-69E1EACA3BCF}"/>
          </ac:spMkLst>
        </pc:spChg>
        <pc:spChg chg="add">
          <ac:chgData name="Berg, Dirk van den" userId="035ecb32-01d9-4b47-a105-eacf059a4647" providerId="ADAL" clId="{F7FF961E-CF96-44AC-93C2-93612F62D46D}" dt="2026-03-09T09:16:12.344" v="1188"/>
          <ac:spMkLst>
            <pc:docMk/>
            <pc:sldMk cId="2726430729" sldId="334"/>
            <ac:spMk id="4" creationId="{B8326B66-9A92-E724-B166-A6091FDB4198}"/>
          </ac:spMkLst>
        </pc:spChg>
        <pc:spChg chg="add del mod">
          <ac:chgData name="Berg, Dirk van den" userId="035ecb32-01d9-4b47-a105-eacf059a4647" providerId="ADAL" clId="{F7FF961E-CF96-44AC-93C2-93612F62D46D}" dt="2026-03-09T09:16:31.708" v="1194"/>
          <ac:spMkLst>
            <pc:docMk/>
            <pc:sldMk cId="2726430729" sldId="334"/>
            <ac:spMk id="5" creationId="{1936EF1B-E157-0CCB-0C0E-8F25985311C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CD4A40-1BC7-42D9-8936-A655180EAB82}" type="datetimeFigureOut">
              <a:rPr lang="en-NL" smtClean="0"/>
              <a:t>09/03/2026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D31787-9CA8-4038-8A4B-D6DBC9329A8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45486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Closed-loop </a:t>
            </a:r>
            <a:r>
              <a:rPr lang="en-US" dirty="0" err="1"/>
              <a:t>alleen</a:t>
            </a:r>
            <a:r>
              <a:rPr lang="en-US" dirty="0"/>
              <a:t> via settling, </a:t>
            </a:r>
            <a:r>
              <a:rPr lang="en-US" dirty="0" err="1"/>
              <a:t>bedenken</a:t>
            </a:r>
            <a:r>
              <a:rPr lang="en-US" dirty="0"/>
              <a:t> hoe te </a:t>
            </a:r>
            <a:r>
              <a:rPr lang="en-US" dirty="0" err="1"/>
              <a:t>doen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D31787-9CA8-4038-8A4B-D6DBC9329A8D}" type="slidenum">
              <a:rPr lang="en-NL" smtClean="0"/>
              <a:t>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357856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Modellen</a:t>
            </a:r>
            <a:r>
              <a:rPr lang="en-US" dirty="0"/>
              <a:t> physical parameters </a:t>
            </a:r>
            <a:r>
              <a:rPr lang="en-US" dirty="0" err="1"/>
              <a:t>kunnen</a:t>
            </a:r>
            <a:r>
              <a:rPr lang="en-US" dirty="0"/>
              <a:t> </a:t>
            </a:r>
            <a:r>
              <a:rPr lang="en-US" dirty="0" err="1"/>
              <a:t>ook</a:t>
            </a:r>
            <a:r>
              <a:rPr lang="en-US" dirty="0"/>
              <a:t> </a:t>
            </a:r>
            <a:r>
              <a:rPr lang="en-US" dirty="0" err="1"/>
              <a:t>gebruiken</a:t>
            </a:r>
            <a:r>
              <a:rPr lang="en-US" dirty="0"/>
              <a:t> voor </a:t>
            </a:r>
            <a:r>
              <a:rPr lang="en-US" dirty="0" err="1"/>
              <a:t>zwaktes</a:t>
            </a:r>
            <a:r>
              <a:rPr lang="en-US" dirty="0"/>
              <a:t> van het system </a:t>
            </a:r>
            <a:r>
              <a:rPr lang="en-US" dirty="0" err="1"/>
              <a:t>beter</a:t>
            </a:r>
            <a:r>
              <a:rPr lang="en-US" dirty="0"/>
              <a:t> </a:t>
            </a:r>
            <a:r>
              <a:rPr lang="en-US" dirty="0" err="1"/>
              <a:t>ete</a:t>
            </a:r>
            <a:r>
              <a:rPr lang="en-US" dirty="0"/>
              <a:t> </a:t>
            </a:r>
            <a:r>
              <a:rPr lang="en-US" dirty="0" err="1"/>
              <a:t>maken</a:t>
            </a:r>
            <a:r>
              <a:rPr lang="en-US" dirty="0"/>
              <a:t>.</a:t>
            </a:r>
          </a:p>
          <a:p>
            <a:r>
              <a:rPr lang="en-US" dirty="0"/>
              <a:t>Kunnen </a:t>
            </a:r>
            <a:r>
              <a:rPr lang="en-US" dirty="0" err="1"/>
              <a:t>modellen</a:t>
            </a:r>
            <a:r>
              <a:rPr lang="en-US" dirty="0"/>
              <a:t> </a:t>
            </a:r>
            <a:r>
              <a:rPr lang="en-US" dirty="0" err="1"/>
              <a:t>gebruiken</a:t>
            </a:r>
            <a:r>
              <a:rPr lang="en-US" dirty="0"/>
              <a:t> voor </a:t>
            </a:r>
            <a:r>
              <a:rPr lang="en-US" dirty="0" err="1"/>
              <a:t>optimalisatie</a:t>
            </a:r>
            <a:r>
              <a:rPr lang="en-US" dirty="0"/>
              <a:t> voor </a:t>
            </a:r>
            <a:r>
              <a:rPr lang="en-US" dirty="0" err="1"/>
              <a:t>acitieve</a:t>
            </a:r>
            <a:r>
              <a:rPr lang="en-US" dirty="0"/>
              <a:t> </a:t>
            </a:r>
            <a:r>
              <a:rPr lang="en-US" dirty="0" err="1"/>
              <a:t>optimilasatie</a:t>
            </a:r>
            <a:r>
              <a:rPr lang="en-US" dirty="0"/>
              <a:t>. Offline settling points </a:t>
            </a:r>
            <a:r>
              <a:rPr lang="en-US" dirty="0" err="1"/>
              <a:t>etc</a:t>
            </a:r>
            <a:r>
              <a:rPr lang="en-US" dirty="0"/>
              <a:t> </a:t>
            </a:r>
            <a:r>
              <a:rPr lang="en-US" dirty="0" err="1"/>
              <a:t>aanpassen</a:t>
            </a:r>
            <a:r>
              <a:rPr lang="en-US" dirty="0"/>
              <a:t> om </a:t>
            </a:r>
            <a:r>
              <a:rPr lang="en-US" dirty="0" err="1"/>
              <a:t>beter</a:t>
            </a:r>
            <a:r>
              <a:rPr lang="en-US" dirty="0"/>
              <a:t> product te </a:t>
            </a:r>
            <a:r>
              <a:rPr lang="en-US" dirty="0" err="1"/>
              <a:t>krijgen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Settling is </a:t>
            </a:r>
            <a:r>
              <a:rPr lang="en-US" dirty="0" err="1"/>
              <a:t>belangrijk</a:t>
            </a:r>
            <a:r>
              <a:rPr lang="en-US" dirty="0"/>
              <a:t>.</a:t>
            </a:r>
          </a:p>
          <a:p>
            <a:r>
              <a:rPr lang="en-US" dirty="0"/>
              <a:t>Cross-coupling </a:t>
            </a:r>
            <a:r>
              <a:rPr lang="en-US" dirty="0" err="1"/>
              <a:t>belangrijk</a:t>
            </a:r>
            <a:r>
              <a:rPr lang="en-US" dirty="0"/>
              <a:t> (trekking ding). Ene as heft </a:t>
            </a:r>
            <a:r>
              <a:rPr lang="en-US" dirty="0" err="1"/>
              <a:t>invloed</a:t>
            </a:r>
            <a:r>
              <a:rPr lang="en-US" dirty="0"/>
              <a:t> op de Andere, </a:t>
            </a:r>
            <a:r>
              <a:rPr lang="en-US" dirty="0" err="1"/>
              <a:t>fijn</a:t>
            </a:r>
            <a:r>
              <a:rPr lang="en-US" dirty="0"/>
              <a:t> om in het model te </a:t>
            </a:r>
            <a:r>
              <a:rPr lang="en-US" dirty="0" err="1"/>
              <a:t>hebben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D31787-9CA8-4038-8A4B-D6DBC9329A8D}" type="slidenum">
              <a:rPr lang="en-NL" smtClean="0"/>
              <a:t>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848814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Expliciet</a:t>
            </a:r>
            <a:r>
              <a:rPr lang="en-US" dirty="0"/>
              <a:t> </a:t>
            </a:r>
            <a:r>
              <a:rPr lang="en-US" dirty="0" err="1"/>
              <a:t>vermelden</a:t>
            </a:r>
            <a:r>
              <a:rPr lang="en-US" dirty="0"/>
              <a:t> dual-gantry cross coupling. Ene gantry </a:t>
            </a:r>
            <a:r>
              <a:rPr lang="en-US" dirty="0" err="1"/>
              <a:t>naar</a:t>
            </a:r>
            <a:r>
              <a:rPr lang="en-US" dirty="0"/>
              <a:t> de Andere of </a:t>
            </a:r>
            <a:r>
              <a:rPr lang="en-US" dirty="0" err="1"/>
              <a:t>tussen</a:t>
            </a:r>
            <a:r>
              <a:rPr lang="en-US" dirty="0"/>
              <a:t> x </a:t>
            </a:r>
            <a:r>
              <a:rPr lang="en-US" dirty="0" err="1"/>
              <a:t>en</a:t>
            </a:r>
            <a:r>
              <a:rPr lang="en-US" dirty="0"/>
              <a:t> y een coupling </a:t>
            </a:r>
            <a:r>
              <a:rPr lang="en-US" dirty="0" err="1"/>
              <a:t>verwacht</a:t>
            </a:r>
            <a:r>
              <a:rPr lang="en-US" dirty="0"/>
              <a:t>.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D31787-9CA8-4038-8A4B-D6DBC9329A8D}" type="slidenum">
              <a:rPr lang="en-NL" smtClean="0"/>
              <a:t>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389848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FRF </a:t>
            </a:r>
            <a:r>
              <a:rPr lang="en-US" dirty="0" err="1">
                <a:sym typeface="Wingdings" panose="05000000000000000000" pitchFamily="2" charset="2"/>
              </a:rPr>
              <a:t>positie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afhankelijkheid</a:t>
            </a:r>
            <a:r>
              <a:rPr lang="en-US" dirty="0">
                <a:sym typeface="Wingdings" panose="05000000000000000000" pitchFamily="2" charset="2"/>
              </a:rPr>
              <a:t> y, </a:t>
            </a:r>
            <a:r>
              <a:rPr lang="en-US" dirty="0" err="1">
                <a:sym typeface="Wingdings" panose="05000000000000000000" pitchFamily="2" charset="2"/>
              </a:rPr>
              <a:t>massa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afhankelijk</a:t>
            </a:r>
            <a:r>
              <a:rPr lang="en-US" dirty="0">
                <a:sym typeface="Wingdings" panose="05000000000000000000" pitchFamily="2" charset="2"/>
              </a:rPr>
              <a:t>.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 err="1">
                <a:sym typeface="Wingdings" panose="05000000000000000000" pitchFamily="2" charset="2"/>
              </a:rPr>
              <a:t>Niet</a:t>
            </a:r>
            <a:r>
              <a:rPr lang="en-US" dirty="0">
                <a:sym typeface="Wingdings" panose="05000000000000000000" pitchFamily="2" charset="2"/>
              </a:rPr>
              <a:t> optimum. </a:t>
            </a:r>
            <a:r>
              <a:rPr lang="en-US" dirty="0" err="1">
                <a:sym typeface="Wingdings" panose="05000000000000000000" pitchFamily="2" charset="2"/>
              </a:rPr>
              <a:t>Regressie</a:t>
            </a:r>
            <a:r>
              <a:rPr lang="en-US" dirty="0">
                <a:sym typeface="Wingdings" panose="05000000000000000000" pitchFamily="2" charset="2"/>
              </a:rPr>
              <a:t>/</a:t>
            </a:r>
            <a:r>
              <a:rPr lang="en-US" dirty="0" err="1">
                <a:sym typeface="Wingdings" panose="05000000000000000000" pitchFamily="2" charset="2"/>
              </a:rPr>
              <a:t>interpolatie</a:t>
            </a:r>
            <a:r>
              <a:rPr lang="en-US" dirty="0">
                <a:sym typeface="Wingdings" panose="05000000000000000000" pitchFamily="2" charset="2"/>
              </a:rPr>
              <a:t>.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 err="1">
                <a:sym typeface="Wingdings" panose="05000000000000000000" pitchFamily="2" charset="2"/>
              </a:rPr>
              <a:t>Belangrijkste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lineare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interpolatie</a:t>
            </a:r>
            <a:r>
              <a:rPr lang="en-US" dirty="0">
                <a:sym typeface="Wingdings" panose="05000000000000000000" pitchFamily="2" charset="2"/>
              </a:rPr>
              <a:t> voor </a:t>
            </a:r>
            <a:r>
              <a:rPr lang="en-US" dirty="0" err="1">
                <a:sym typeface="Wingdings" panose="05000000000000000000" pitchFamily="2" charset="2"/>
              </a:rPr>
              <a:t>posititie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afhankelijkheid</a:t>
            </a:r>
            <a:r>
              <a:rPr lang="en-US" dirty="0">
                <a:sym typeface="Wingdings" panose="05000000000000000000" pitchFamily="2" charset="2"/>
              </a:rPr>
              <a:t> te </a:t>
            </a:r>
            <a:r>
              <a:rPr lang="en-US" dirty="0" err="1">
                <a:sym typeface="Wingdings" panose="05000000000000000000" pitchFamily="2" charset="2"/>
              </a:rPr>
              <a:t>compenseren</a:t>
            </a:r>
            <a:r>
              <a:rPr lang="en-US" dirty="0">
                <a:sym typeface="Wingdings" panose="05000000000000000000" pitchFamily="2" charset="2"/>
              </a:rPr>
              <a:t>.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 err="1">
                <a:sym typeface="Wingdings" panose="05000000000000000000" pitchFamily="2" charset="2"/>
              </a:rPr>
              <a:t>Benoemen</a:t>
            </a:r>
            <a:r>
              <a:rPr lang="en-US" dirty="0">
                <a:sym typeface="Wingdings" panose="05000000000000000000" pitchFamily="2" charset="2"/>
              </a:rPr>
              <a:t> feedforward </a:t>
            </a:r>
            <a:r>
              <a:rPr lang="en-US" dirty="0" err="1">
                <a:sym typeface="Wingdings" panose="05000000000000000000" pitchFamily="2" charset="2"/>
              </a:rPr>
              <a:t>structuur</a:t>
            </a:r>
            <a:r>
              <a:rPr lang="en-US" dirty="0">
                <a:sym typeface="Wingdings" panose="05000000000000000000" pitchFamily="2" charset="2"/>
              </a:rPr>
              <a:t> al in het </a:t>
            </a:r>
            <a:r>
              <a:rPr lang="en-US" dirty="0" err="1">
                <a:sym typeface="Wingdings" panose="05000000000000000000" pitchFamily="2" charset="2"/>
              </a:rPr>
              <a:t>systeem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beschikbaar</a:t>
            </a:r>
            <a:r>
              <a:rPr lang="en-US" dirty="0">
                <a:sym typeface="Wingdings" panose="05000000000000000000" pitchFamily="2" charset="2"/>
              </a:rPr>
              <a:t>. In de firmware.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 err="1">
                <a:sym typeface="Wingdings" panose="05000000000000000000" pitchFamily="2" charset="2"/>
              </a:rPr>
              <a:t>Lineaire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interpolatie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niet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eerste</a:t>
            </a:r>
            <a:r>
              <a:rPr lang="en-US" dirty="0">
                <a:sym typeface="Wingdings" panose="05000000000000000000" pitchFamily="2" charset="2"/>
              </a:rPr>
              <a:t> punt </a:t>
            </a:r>
            <a:r>
              <a:rPr lang="en-US" dirty="0" err="1">
                <a:sym typeface="Wingdings" panose="05000000000000000000" pitchFamily="2" charset="2"/>
              </a:rPr>
              <a:t>meenemen</a:t>
            </a:r>
            <a:r>
              <a:rPr lang="en-US" dirty="0">
                <a:sym typeface="Wingdings" panose="05000000000000000000" pitchFamily="2" charset="2"/>
              </a:rPr>
              <a:t> FRFs. Kunt </a:t>
            </a:r>
            <a:r>
              <a:rPr lang="en-US" dirty="0" err="1">
                <a:sym typeface="Wingdings" panose="05000000000000000000" pitchFamily="2" charset="2"/>
              </a:rPr>
              <a:t>terug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verwijzen</a:t>
            </a:r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ILC </a:t>
            </a:r>
            <a:r>
              <a:rPr lang="en-US" dirty="0" err="1">
                <a:sym typeface="Wingdings" panose="05000000000000000000" pitchFamily="2" charset="2"/>
              </a:rPr>
              <a:t>niet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meenemen</a:t>
            </a:r>
            <a:r>
              <a:rPr lang="en-US" dirty="0">
                <a:sym typeface="Wingdings" panose="05000000000000000000" pitchFamily="2" charset="2"/>
              </a:rPr>
              <a:t>.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acceleration/</a:t>
            </a:r>
            <a:r>
              <a:rPr lang="en-US" dirty="0" err="1">
                <a:sym typeface="Wingdings" panose="05000000000000000000" pitchFamily="2" charset="2"/>
              </a:rPr>
              <a:t>massa</a:t>
            </a:r>
            <a:r>
              <a:rPr lang="en-US" dirty="0">
                <a:sym typeface="Wingdings" panose="05000000000000000000" pitchFamily="2" charset="2"/>
              </a:rPr>
              <a:t> feedforward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2C9F11-A0C6-4CA4-B90B-9C4678F38860}" type="slidenum">
              <a:rPr lang="en-NL" smtClean="0"/>
              <a:t>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821109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Ook </a:t>
            </a:r>
            <a:r>
              <a:rPr lang="en-US" dirty="0" err="1"/>
              <a:t>whitebox</a:t>
            </a:r>
            <a:r>
              <a:rPr lang="en-US" dirty="0"/>
              <a:t> minder parameters. </a:t>
            </a:r>
            <a:r>
              <a:rPr lang="en-US" dirty="0" err="1"/>
              <a:t>Uiteindelijk</a:t>
            </a:r>
            <a:r>
              <a:rPr lang="en-US" dirty="0"/>
              <a:t> </a:t>
            </a:r>
            <a:r>
              <a:rPr lang="en-US" dirty="0" err="1"/>
              <a:t>naar</a:t>
            </a:r>
            <a:r>
              <a:rPr lang="en-US" dirty="0"/>
              <a:t> control relevant plant.</a:t>
            </a:r>
          </a:p>
          <a:p>
            <a:endParaRPr lang="en-US" dirty="0"/>
          </a:p>
          <a:p>
            <a:r>
              <a:rPr lang="en-US" dirty="0"/>
              <a:t>Wil </a:t>
            </a:r>
            <a:r>
              <a:rPr lang="en-US" dirty="0" err="1"/>
              <a:t>uiteindelijk</a:t>
            </a:r>
            <a:r>
              <a:rPr lang="en-US" dirty="0"/>
              <a:t> </a:t>
            </a:r>
            <a:r>
              <a:rPr lang="en-US" dirty="0" err="1"/>
              <a:t>toch</a:t>
            </a:r>
            <a:r>
              <a:rPr lang="en-US" dirty="0"/>
              <a:t> </a:t>
            </a:r>
            <a:r>
              <a:rPr lang="en-US" dirty="0" err="1"/>
              <a:t>soort</a:t>
            </a:r>
            <a:r>
              <a:rPr lang="en-US" dirty="0"/>
              <a:t> van </a:t>
            </a:r>
            <a:r>
              <a:rPr lang="en-US" dirty="0" err="1"/>
              <a:t>naar</a:t>
            </a:r>
            <a:r>
              <a:rPr lang="en-US" dirty="0"/>
              <a:t> feedforward. </a:t>
            </a:r>
            <a:r>
              <a:rPr lang="en-US" dirty="0" err="1"/>
              <a:t>Soort</a:t>
            </a:r>
            <a:r>
              <a:rPr lang="en-US" dirty="0"/>
              <a:t> van een </a:t>
            </a:r>
            <a:r>
              <a:rPr lang="en-US" dirty="0" err="1"/>
              <a:t>relevante</a:t>
            </a:r>
            <a:r>
              <a:rPr lang="en-US" dirty="0"/>
              <a:t> plant </a:t>
            </a:r>
            <a:r>
              <a:rPr lang="en-US" dirty="0" err="1"/>
              <a:t>daarvoor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gebruiken</a:t>
            </a:r>
            <a:r>
              <a:rPr lang="en-US" dirty="0"/>
              <a:t>. FEM is </a:t>
            </a:r>
            <a:r>
              <a:rPr lang="en-US" dirty="0" err="1"/>
              <a:t>daar</a:t>
            </a:r>
            <a:r>
              <a:rPr lang="en-US" dirty="0"/>
              <a:t> </a:t>
            </a:r>
            <a:r>
              <a:rPr lang="en-US" dirty="0" err="1"/>
              <a:t>niet</a:t>
            </a:r>
            <a:r>
              <a:rPr lang="en-US" dirty="0"/>
              <a:t> </a:t>
            </a:r>
            <a:r>
              <a:rPr lang="en-US" dirty="0" err="1"/>
              <a:t>gebruikelijk</a:t>
            </a:r>
            <a:r>
              <a:rPr lang="en-US" dirty="0"/>
              <a:t> voor, </a:t>
            </a:r>
            <a:r>
              <a:rPr lang="en-US" dirty="0" err="1"/>
              <a:t>denk</a:t>
            </a:r>
            <a:r>
              <a:rPr lang="en-US" dirty="0"/>
              <a:t> </a:t>
            </a:r>
            <a:r>
              <a:rPr lang="en-US" dirty="0" err="1"/>
              <a:t>eerder</a:t>
            </a:r>
            <a:r>
              <a:rPr lang="en-US" dirty="0"/>
              <a:t> </a:t>
            </a:r>
            <a:r>
              <a:rPr lang="en-US" dirty="0" err="1"/>
              <a:t>aan</a:t>
            </a:r>
            <a:r>
              <a:rPr lang="en-US" dirty="0"/>
              <a:t> het first principles model.</a:t>
            </a:r>
          </a:p>
          <a:p>
            <a:r>
              <a:rPr lang="en-US" dirty="0"/>
              <a:t>Of </a:t>
            </a:r>
            <a:r>
              <a:rPr lang="en-US" dirty="0" err="1"/>
              <a:t>verschillende</a:t>
            </a:r>
            <a:r>
              <a:rPr lang="en-US" dirty="0"/>
              <a:t> </a:t>
            </a:r>
            <a:r>
              <a:rPr lang="en-US" dirty="0" err="1"/>
              <a:t>structuren</a:t>
            </a:r>
            <a:r>
              <a:rPr lang="en-US" dirty="0"/>
              <a:t> </a:t>
            </a:r>
            <a:r>
              <a:rPr lang="en-US" dirty="0" err="1"/>
              <a:t>uit</a:t>
            </a:r>
            <a:r>
              <a:rPr lang="en-US" dirty="0"/>
              <a:t> system identification (</a:t>
            </a:r>
            <a:r>
              <a:rPr lang="en-US" dirty="0" err="1"/>
              <a:t>dat</a:t>
            </a:r>
            <a:r>
              <a:rPr lang="en-US" dirty="0"/>
              <a:t> </a:t>
            </a:r>
            <a:r>
              <a:rPr lang="en-US" dirty="0" err="1"/>
              <a:t>onderzoeksveld</a:t>
            </a:r>
            <a:r>
              <a:rPr lang="en-US" dirty="0"/>
              <a:t>). ARX, state-space transfer </a:t>
            </a:r>
            <a:r>
              <a:rPr lang="en-US" dirty="0" err="1"/>
              <a:t>functies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minder parameters. </a:t>
            </a:r>
            <a:r>
              <a:rPr lang="en-US" dirty="0" err="1">
                <a:sym typeface="Wingdings" panose="05000000000000000000" pitchFamily="2" charset="2"/>
              </a:rPr>
              <a:t>Limitatie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niet</a:t>
            </a:r>
            <a:r>
              <a:rPr lang="en-US" dirty="0">
                <a:sym typeface="Wingdings" panose="05000000000000000000" pitchFamily="2" charset="2"/>
              </a:rPr>
              <a:t> 100% match, </a:t>
            </a:r>
            <a:r>
              <a:rPr lang="en-US" dirty="0" err="1">
                <a:sym typeface="Wingdings" panose="05000000000000000000" pitchFamily="2" charset="2"/>
              </a:rPr>
              <a:t>iets</a:t>
            </a:r>
            <a:r>
              <a:rPr lang="en-US" dirty="0">
                <a:sym typeface="Wingdings" panose="05000000000000000000" pitchFamily="2" charset="2"/>
              </a:rPr>
              <a:t> van </a:t>
            </a:r>
            <a:r>
              <a:rPr lang="en-US" dirty="0" err="1">
                <a:sym typeface="Wingdings" panose="05000000000000000000" pitchFamily="2" charset="2"/>
              </a:rPr>
              <a:t>niet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lineariteiten</a:t>
            </a:r>
            <a:r>
              <a:rPr lang="en-US" dirty="0">
                <a:sym typeface="Wingdings" panose="05000000000000000000" pitchFamily="2" charset="2"/>
              </a:rPr>
              <a:t> of states </a:t>
            </a:r>
            <a:r>
              <a:rPr lang="en-US" dirty="0" err="1">
                <a:sym typeface="Wingdings" panose="05000000000000000000" pitchFamily="2" charset="2"/>
              </a:rPr>
              <a:t>niet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toegevoegd</a:t>
            </a:r>
            <a:r>
              <a:rPr lang="en-US" dirty="0">
                <a:sym typeface="Wingdings" panose="05000000000000000000" pitchFamily="2" charset="2"/>
              </a:rPr>
              <a:t>.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Grey box:</a:t>
            </a:r>
          </a:p>
          <a:p>
            <a:r>
              <a:rPr lang="en-US" dirty="0">
                <a:sym typeface="Wingdings" panose="05000000000000000000" pitchFamily="2" charset="2"/>
              </a:rPr>
              <a:t>Limitation: negation.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D31787-9CA8-4038-8A4B-D6DBC9329A8D}" type="slidenum">
              <a:rPr lang="en-NL" smtClean="0"/>
              <a:t>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259080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LPV framework </a:t>
            </a:r>
            <a:r>
              <a:rPr lang="en-US" dirty="0" err="1"/>
              <a:t>identifyibilaty</a:t>
            </a:r>
            <a:r>
              <a:rPr lang="en-US" dirty="0"/>
              <a:t> important</a:t>
            </a:r>
          </a:p>
          <a:p>
            <a:r>
              <a:rPr lang="en-US" dirty="0"/>
              <a:t>Baseline model augment it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Dubbel </a:t>
            </a:r>
            <a:r>
              <a:rPr lang="en-US" dirty="0" err="1"/>
              <a:t>checken</a:t>
            </a:r>
            <a:r>
              <a:rPr lang="en-US" dirty="0"/>
              <a:t> identifiability problem. </a:t>
            </a:r>
            <a:r>
              <a:rPr lang="en-US" dirty="0" err="1"/>
              <a:t>Unobservables</a:t>
            </a:r>
            <a:r>
              <a:rPr lang="en-US" dirty="0"/>
              <a:t> states, is het </a:t>
            </a:r>
            <a:r>
              <a:rPr lang="en-US" dirty="0" err="1"/>
              <a:t>echt</a:t>
            </a:r>
            <a:r>
              <a:rPr lang="en-US" dirty="0"/>
              <a:t> wat </a:t>
            </a:r>
            <a:r>
              <a:rPr lang="en-US" dirty="0" err="1"/>
              <a:t>ik</a:t>
            </a:r>
            <a:r>
              <a:rPr lang="en-US" dirty="0"/>
              <a:t> </a:t>
            </a:r>
            <a:r>
              <a:rPr lang="en-US" dirty="0" err="1"/>
              <a:t>zeg</a:t>
            </a:r>
            <a:r>
              <a:rPr lang="en-US" dirty="0"/>
              <a:t> </a:t>
            </a:r>
            <a:r>
              <a:rPr lang="en-US" dirty="0" err="1"/>
              <a:t>dat</a:t>
            </a:r>
            <a:r>
              <a:rPr lang="en-US" dirty="0"/>
              <a:t> het is.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2C9F11-A0C6-4CA4-B90B-9C4678F38860}" type="slidenum">
              <a:rPr lang="en-NL" smtClean="0"/>
              <a:t>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009930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Note: Based on earlier thesis from Roel Drenth, go straight to LPV-LFR, not LFR only.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Straight up jump to LPV-LFR given the tools. Is more logical step to go straight instead of just LFR</a:t>
            </a:r>
          </a:p>
          <a:p>
            <a:endParaRPr lang="en-US" dirty="0"/>
          </a:p>
          <a:p>
            <a:r>
              <a:rPr lang="en-US" dirty="0"/>
              <a:t>First step, translate LPV-FP translate into state space with the </a:t>
            </a:r>
            <a:r>
              <a:rPr lang="en-US" dirty="0" err="1"/>
              <a:t>invertability</a:t>
            </a:r>
            <a:r>
              <a:rPr lang="en-US" dirty="0"/>
              <a:t> steps Rolands described. Link it to the LPV structure we described.</a:t>
            </a:r>
          </a:p>
          <a:p>
            <a:r>
              <a:rPr lang="en-US" dirty="0"/>
              <a:t>Later step we can look whether we use orthogonality or use another method to preserve </a:t>
            </a:r>
            <a:r>
              <a:rPr lang="en-US" dirty="0" err="1"/>
              <a:t>interprability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Do this loop twice.</a:t>
            </a:r>
          </a:p>
          <a:p>
            <a:r>
              <a:rPr lang="en-US" dirty="0"/>
              <a:t>Once for simulation setup</a:t>
            </a:r>
          </a:p>
          <a:p>
            <a:r>
              <a:rPr lang="en-US" dirty="0"/>
              <a:t>Once for real system, choice of experiment design. Combine local FRFs with global measurements. Extra aspect that comes in to play there.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2C9F11-A0C6-4CA4-B90B-9C4678F38860}" type="slidenum">
              <a:rPr lang="en-NL" smtClean="0"/>
              <a:t>10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794167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Ook cross-coupling </a:t>
            </a:r>
            <a:r>
              <a:rPr lang="en-US" dirty="0" err="1"/>
              <a:t>fouten</a:t>
            </a:r>
            <a:r>
              <a:rPr lang="en-US" dirty="0"/>
              <a:t> </a:t>
            </a:r>
            <a:r>
              <a:rPr lang="en-US" dirty="0" err="1"/>
              <a:t>toevoegen</a:t>
            </a:r>
            <a:r>
              <a:rPr lang="en-US" dirty="0"/>
              <a:t> </a:t>
            </a:r>
            <a:r>
              <a:rPr lang="en-US" dirty="0" err="1"/>
              <a:t>niet</a:t>
            </a:r>
            <a:r>
              <a:rPr lang="en-US" dirty="0"/>
              <a:t> </a:t>
            </a:r>
            <a:r>
              <a:rPr lang="en-US" dirty="0" err="1"/>
              <a:t>alleen</a:t>
            </a:r>
            <a:r>
              <a:rPr lang="en-US" dirty="0"/>
              <a:t> voor settling.</a:t>
            </a:r>
          </a:p>
          <a:p>
            <a:r>
              <a:rPr lang="en-US" dirty="0"/>
              <a:t>Dus prediction accuracy voor cross-coupling effect.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Extension/augmentation, databased or enhanced. Augmented </a:t>
            </a:r>
            <a:r>
              <a:rPr lang="en-US" dirty="0" err="1"/>
              <a:t>ook</a:t>
            </a:r>
            <a:r>
              <a:rPr lang="en-US" dirty="0"/>
              <a:t> al in </a:t>
            </a:r>
            <a:r>
              <a:rPr lang="en-US" dirty="0" err="1"/>
              <a:t>literatuur</a:t>
            </a:r>
            <a:r>
              <a:rPr lang="en-US" dirty="0"/>
              <a:t>. Andere term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is already very specific.</a:t>
            </a:r>
          </a:p>
          <a:p>
            <a:r>
              <a:rPr lang="en-US" dirty="0"/>
              <a:t>Include everything I want to include in the solution</a:t>
            </a:r>
          </a:p>
          <a:p>
            <a:endParaRPr lang="en-US" dirty="0"/>
          </a:p>
          <a:p>
            <a:r>
              <a:rPr lang="en-US" dirty="0"/>
              <a:t>How to obtain an interpretable model of the dual-gantry system. Can add cross-coupling in the question somewhere.</a:t>
            </a:r>
          </a:p>
          <a:p>
            <a:endParaRPr lang="en-US" dirty="0"/>
          </a:p>
          <a:p>
            <a:r>
              <a:rPr lang="en-US" dirty="0"/>
              <a:t>Orthogonality possible answer same for </a:t>
            </a:r>
            <a:r>
              <a:rPr lang="en-US" dirty="0" err="1"/>
              <a:t>lpv</a:t>
            </a:r>
            <a:r>
              <a:rPr lang="en-US" dirty="0"/>
              <a:t> etc.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2C9F11-A0C6-4CA4-B90B-9C4678F38860}" type="slidenum">
              <a:rPr lang="en-NL" smtClean="0"/>
              <a:t>12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470506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Physics baseline </a:t>
            </a:r>
            <a:r>
              <a:rPr lang="en-US" dirty="0" err="1"/>
              <a:t>niet</a:t>
            </a:r>
            <a:r>
              <a:rPr lang="en-US" dirty="0"/>
              <a:t> te </a:t>
            </a:r>
            <a:r>
              <a:rPr lang="en-US" dirty="0" err="1"/>
              <a:t>veel</a:t>
            </a:r>
            <a:r>
              <a:rPr lang="en-US" dirty="0"/>
              <a:t> </a:t>
            </a:r>
            <a:r>
              <a:rPr lang="en-US" dirty="0" err="1"/>
              <a:t>veranderen</a:t>
            </a:r>
            <a:r>
              <a:rPr lang="en-US" dirty="0"/>
              <a:t> door </a:t>
            </a:r>
            <a:r>
              <a:rPr lang="en-US" dirty="0" err="1"/>
              <a:t>trainen</a:t>
            </a:r>
            <a:r>
              <a:rPr lang="en-US" dirty="0"/>
              <a:t>, </a:t>
            </a:r>
            <a:r>
              <a:rPr lang="en-US" dirty="0" err="1"/>
              <a:t>kunt</a:t>
            </a:r>
            <a:r>
              <a:rPr lang="en-US" dirty="0"/>
              <a:t> </a:t>
            </a:r>
            <a:r>
              <a:rPr lang="en-US" dirty="0" err="1"/>
              <a:t>zelfs</a:t>
            </a:r>
            <a:r>
              <a:rPr lang="en-US" dirty="0"/>
              <a:t> </a:t>
            </a:r>
            <a:r>
              <a:rPr lang="en-US" dirty="0" err="1"/>
              <a:t>fixen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LPV-LFR </a:t>
            </a:r>
            <a:r>
              <a:rPr lang="en-US" dirty="0" err="1"/>
              <a:t>weghalen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Just subdivide the main </a:t>
            </a:r>
            <a:r>
              <a:rPr lang="en-US" dirty="0" err="1"/>
              <a:t>rq</a:t>
            </a:r>
            <a:r>
              <a:rPr lang="en-US" dirty="0"/>
              <a:t> into the sub </a:t>
            </a:r>
            <a:r>
              <a:rPr lang="en-US" dirty="0" err="1"/>
              <a:t>rqs</a:t>
            </a:r>
            <a:endParaRPr lang="en-US" dirty="0"/>
          </a:p>
          <a:p>
            <a:endParaRPr lang="en-US" dirty="0"/>
          </a:p>
          <a:p>
            <a:r>
              <a:rPr lang="en-US" dirty="0"/>
              <a:t>Evaluate accuracy baseline model that is </a:t>
            </a:r>
            <a:r>
              <a:rPr lang="en-US" dirty="0" err="1"/>
              <a:t>avalailbe</a:t>
            </a:r>
            <a:r>
              <a:rPr lang="en-US" dirty="0"/>
              <a:t> physics </a:t>
            </a:r>
            <a:r>
              <a:rPr lang="en-US" dirty="0" err="1"/>
              <a:t>lpv</a:t>
            </a:r>
            <a:r>
              <a:rPr lang="en-US" dirty="0"/>
              <a:t> model compare it to an LTI alternative.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2C9F11-A0C6-4CA4-B90B-9C4678F38860}" type="slidenum">
              <a:rPr lang="en-NL" smtClean="0"/>
              <a:t>14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731850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EBE9D-C8FD-145B-9EDA-59BB989C5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938C41-3C17-1929-6682-C3D93C3C11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97B053-3B96-D9F7-97AA-E8FD12B88A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Should I include a model without LPV, since the baseline model is already kind of LPV?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Good to include comparison with and without LPV for FP</a:t>
            </a:r>
          </a:p>
          <a:p>
            <a:endParaRPr lang="en-US" dirty="0"/>
          </a:p>
          <a:p>
            <a:r>
              <a:rPr lang="en-US" dirty="0"/>
              <a:t>In simulation compare two approaches </a:t>
            </a:r>
          </a:p>
          <a:p>
            <a:r>
              <a:rPr lang="en-US" dirty="0"/>
              <a:t>LTI FP and data based LPV</a:t>
            </a:r>
          </a:p>
          <a:p>
            <a:r>
              <a:rPr lang="en-US" dirty="0"/>
              <a:t>Compare which of the works with LPV or both combined. In simulation.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Just subdivide the main </a:t>
            </a:r>
            <a:r>
              <a:rPr lang="en-US" dirty="0" err="1"/>
              <a:t>rq</a:t>
            </a:r>
            <a:r>
              <a:rPr lang="en-US" dirty="0"/>
              <a:t> into the sub </a:t>
            </a:r>
            <a:r>
              <a:rPr lang="en-US" dirty="0" err="1"/>
              <a:t>rqs</a:t>
            </a:r>
            <a:endParaRPr lang="en-US" dirty="0"/>
          </a:p>
          <a:p>
            <a:endParaRPr lang="en-US" dirty="0"/>
          </a:p>
          <a:p>
            <a:r>
              <a:rPr lang="en-US" dirty="0"/>
              <a:t>Evaluate accuracy baseline model that is </a:t>
            </a:r>
            <a:r>
              <a:rPr lang="en-US" dirty="0" err="1"/>
              <a:t>avalailbe</a:t>
            </a:r>
            <a:r>
              <a:rPr lang="en-US" dirty="0"/>
              <a:t> physics </a:t>
            </a:r>
            <a:r>
              <a:rPr lang="en-US" dirty="0" err="1"/>
              <a:t>lpv</a:t>
            </a:r>
            <a:r>
              <a:rPr lang="en-US" dirty="0"/>
              <a:t> model compare it to an LTI alternative.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84E3C8-52A9-98F4-8102-6E0913E0FA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2C9F11-A0C6-4CA4-B90B-9C4678F38860}" type="slidenum">
              <a:rPr lang="en-NL" smtClean="0"/>
              <a:t>15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068373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Converteren</a:t>
            </a:r>
            <a:r>
              <a:rPr lang="en-US" dirty="0"/>
              <a:t> state-space </a:t>
            </a:r>
            <a:r>
              <a:rPr lang="en-US" dirty="0" err="1"/>
              <a:t>niet</a:t>
            </a:r>
            <a:r>
              <a:rPr lang="en-US" dirty="0"/>
              <a:t> </a:t>
            </a:r>
            <a:r>
              <a:rPr lang="en-US" dirty="0" err="1"/>
              <a:t>helemaal</a:t>
            </a:r>
            <a:r>
              <a:rPr lang="en-US" dirty="0"/>
              <a:t> </a:t>
            </a:r>
            <a:r>
              <a:rPr lang="en-US" dirty="0" err="1"/>
              <a:t>triviaal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D31787-9CA8-4038-8A4B-D6DBC9329A8D}" type="slidenum">
              <a:rPr lang="en-NL" smtClean="0"/>
              <a:t>16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170901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Initially didn’t want to include</a:t>
            </a:r>
          </a:p>
          <a:p>
            <a:endParaRPr lang="en-US" dirty="0"/>
          </a:p>
          <a:p>
            <a:r>
              <a:rPr lang="en-US" b="1" dirty="0"/>
              <a:t>If you have good nominal parameters:</a:t>
            </a:r>
            <a:r>
              <a:rPr lang="en-US" dirty="0"/>
              <a:t> Formalize as state-space A(Y), B(Y)</a:t>
            </a:r>
          </a:p>
          <a:p>
            <a:r>
              <a:rPr lang="en-US" dirty="0"/>
              <a:t>Discretize</a:t>
            </a:r>
          </a:p>
          <a:p>
            <a:r>
              <a:rPr lang="en-US" dirty="0"/>
              <a:t>Validate on ASMPT system</a:t>
            </a:r>
          </a:p>
          <a:p>
            <a:r>
              <a:rPr lang="en-US" dirty="0"/>
              <a:t>→ Mostly analytical work + validation</a:t>
            </a:r>
          </a:p>
          <a:p>
            <a:r>
              <a:rPr lang="en-US" b="1" dirty="0"/>
              <a:t>If nominal parameters aren't accurate enough:</a:t>
            </a:r>
            <a:r>
              <a:rPr lang="en-US" dirty="0"/>
              <a:t> Identify M₀, M₁, C, K from operational data</a:t>
            </a:r>
          </a:p>
          <a:p>
            <a:r>
              <a:rPr lang="en-US" dirty="0"/>
              <a:t>This requires LPV grey-box identification</a:t>
            </a:r>
          </a:p>
          <a:p>
            <a:r>
              <a:rPr lang="en-US" dirty="0"/>
              <a:t>→ Data-driven identification work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State space </a:t>
            </a:r>
          </a:p>
          <a:p>
            <a:r>
              <a:rPr lang="en-US" dirty="0"/>
              <a:t>Qs and </a:t>
            </a:r>
            <a:r>
              <a:rPr lang="en-US" dirty="0" err="1"/>
              <a:t>qs</a:t>
            </a:r>
            <a:r>
              <a:rPr lang="en-US" dirty="0"/>
              <a:t> dot for discrete state space LPV model</a:t>
            </a:r>
          </a:p>
          <a:p>
            <a:r>
              <a:rPr lang="en-US" dirty="0"/>
              <a:t>Need to invert </a:t>
            </a:r>
            <a:r>
              <a:rPr lang="en-US" dirty="0" err="1"/>
              <a:t>Ms</a:t>
            </a:r>
            <a:r>
              <a:rPr lang="en-US" dirty="0"/>
              <a:t> matrix for this, that’s where the problem start. If its non-singular in any position. If its singular need to treat as discrete time system. Analyze </a:t>
            </a:r>
            <a:r>
              <a:rPr lang="en-US" dirty="0" err="1"/>
              <a:t>Ms</a:t>
            </a:r>
            <a:r>
              <a:rPr lang="en-US" dirty="0"/>
              <a:t> matrix, whether its invertible.</a:t>
            </a:r>
          </a:p>
          <a:p>
            <a:endParaRPr lang="en-US" dirty="0"/>
          </a:p>
          <a:p>
            <a:r>
              <a:rPr lang="en-US" dirty="0"/>
              <a:t>What is q position. Know all the variables here, how this models come together.</a:t>
            </a:r>
          </a:p>
          <a:p>
            <a:r>
              <a:rPr lang="en-US" dirty="0"/>
              <a:t>Y and q different?</a:t>
            </a:r>
          </a:p>
          <a:p>
            <a:r>
              <a:rPr lang="en-US" dirty="0"/>
              <a:t>Y 2 or 1 dimension presentation of the mass/payload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Baseline model set of equations</a:t>
            </a:r>
          </a:p>
          <a:p>
            <a:r>
              <a:rPr lang="en-US" dirty="0"/>
              <a:t>Setup on where we can do measurements</a:t>
            </a:r>
          </a:p>
          <a:p>
            <a:r>
              <a:rPr lang="en-US" dirty="0"/>
              <a:t>Cant yet do augmentation from Jan because don’t have data from the system</a:t>
            </a:r>
          </a:p>
          <a:p>
            <a:r>
              <a:rPr lang="en-US" dirty="0"/>
              <a:t>So for now try to use simulation from Jan MSD for FP gantry model</a:t>
            </a:r>
          </a:p>
          <a:p>
            <a:r>
              <a:rPr lang="en-US" dirty="0"/>
              <a:t>Jan’s code is full nonlinear maybe efficient to do with LPV, adapt Jan’s code or use Roel’s code</a:t>
            </a:r>
          </a:p>
          <a:p>
            <a:r>
              <a:rPr lang="en-US" dirty="0"/>
              <a:t>Can stay in fairly nicely </a:t>
            </a:r>
            <a:r>
              <a:rPr lang="en-US" dirty="0" err="1"/>
              <a:t>lpv</a:t>
            </a:r>
            <a:r>
              <a:rPr lang="en-US" dirty="0"/>
              <a:t> framework, because its mainly cross-coupling. Because Jan is in full nonlinear. Setting up a small </a:t>
            </a:r>
            <a:r>
              <a:rPr lang="en-US" dirty="0" err="1"/>
              <a:t>simulaton</a:t>
            </a:r>
            <a:r>
              <a:rPr lang="en-US" dirty="0"/>
              <a:t> example.</a:t>
            </a:r>
          </a:p>
          <a:p>
            <a:endParaRPr lang="en-US" dirty="0"/>
          </a:p>
          <a:p>
            <a:r>
              <a:rPr lang="en-US" dirty="0"/>
              <a:t>Descriptor formulation for LPV. </a:t>
            </a:r>
            <a:r>
              <a:rPr lang="en-US" dirty="0" err="1"/>
              <a:t>Ms</a:t>
            </a:r>
            <a:r>
              <a:rPr lang="en-US" dirty="0"/>
              <a:t> is not always invertible, could already be a good </a:t>
            </a:r>
            <a:r>
              <a:rPr lang="en-US" dirty="0" err="1"/>
              <a:t>identificication</a:t>
            </a:r>
            <a:r>
              <a:rPr lang="en-US" dirty="0"/>
              <a:t>. Already has solutions for that.</a:t>
            </a:r>
          </a:p>
          <a:p>
            <a:endParaRPr lang="en-US" dirty="0"/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2C9F11-A0C6-4CA4-B90B-9C4678F38860}" type="slidenum">
              <a:rPr lang="en-NL" smtClean="0"/>
              <a:t>17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388902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9E91C-4E72-DCA9-F1E7-F4150290E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324058-D572-9715-B943-89334BD542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AF77D7-71B8-F559-8B42-F5DDFD6834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subdivide the main </a:t>
            </a:r>
            <a:r>
              <a:rPr lang="en-US" dirty="0" err="1"/>
              <a:t>rq</a:t>
            </a:r>
            <a:r>
              <a:rPr lang="en-US" dirty="0"/>
              <a:t> into the sub </a:t>
            </a:r>
            <a:r>
              <a:rPr lang="en-US" dirty="0" err="1"/>
              <a:t>rqs</a:t>
            </a:r>
            <a:endParaRPr lang="en-US" dirty="0"/>
          </a:p>
          <a:p>
            <a:endParaRPr lang="en-US" dirty="0"/>
          </a:p>
          <a:p>
            <a:r>
              <a:rPr lang="en-US" dirty="0"/>
              <a:t>Evaluate accuracy baseline model that is </a:t>
            </a:r>
            <a:r>
              <a:rPr lang="en-US" dirty="0" err="1"/>
              <a:t>avalailbe</a:t>
            </a:r>
            <a:r>
              <a:rPr lang="en-US" dirty="0"/>
              <a:t> physics </a:t>
            </a:r>
            <a:r>
              <a:rPr lang="en-US" dirty="0" err="1"/>
              <a:t>lpv</a:t>
            </a:r>
            <a:r>
              <a:rPr lang="en-US" dirty="0"/>
              <a:t> model compare it to an LTI alternative.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CCF419-705F-652B-3367-A3990B8C4A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2C9F11-A0C6-4CA4-B90B-9C4678F38860}" type="slidenum">
              <a:rPr lang="en-NL" smtClean="0"/>
              <a:t>18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942385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11F3C-4227-A34C-4467-9B9B6E1AE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BB7AB3-CBCB-662D-11C2-ADE0FC958F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6EB022-0E17-9C54-CA3D-FC4D640FD7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Kessels</a:t>
            </a:r>
            <a:r>
              <a:rPr lang="en-US" dirty="0"/>
              <a:t> </a:t>
            </a:r>
            <a:r>
              <a:rPr lang="en-US" dirty="0" err="1"/>
              <a:t>wirebonder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Kessels</a:t>
            </a:r>
            <a:r>
              <a:rPr lang="en-US" dirty="0"/>
              <a:t> </a:t>
            </a:r>
            <a:r>
              <a:rPr lang="en-US" dirty="0" err="1"/>
              <a:t>uitleggen</a:t>
            </a:r>
            <a:r>
              <a:rPr lang="en-US" dirty="0"/>
              <a:t> wat de </a:t>
            </a:r>
            <a:r>
              <a:rPr lang="en-US" dirty="0" err="1"/>
              <a:t>verschillen</a:t>
            </a:r>
            <a:r>
              <a:rPr lang="en-US" dirty="0"/>
              <a:t> </a:t>
            </a:r>
            <a:r>
              <a:rPr lang="en-US" dirty="0" err="1"/>
              <a:t>zijn</a:t>
            </a:r>
            <a:r>
              <a:rPr lang="en-US" dirty="0"/>
              <a:t> of </a:t>
            </a:r>
            <a:r>
              <a:rPr lang="en-US" dirty="0" err="1"/>
              <a:t>voordelen</a:t>
            </a:r>
            <a:r>
              <a:rPr lang="en-US" dirty="0"/>
              <a:t>.</a:t>
            </a:r>
          </a:p>
          <a:p>
            <a:r>
              <a:rPr lang="en-US" dirty="0"/>
              <a:t>Settling error. </a:t>
            </a:r>
          </a:p>
          <a:p>
            <a:r>
              <a:rPr lang="en-US" dirty="0" err="1"/>
              <a:t>Misschien</a:t>
            </a:r>
            <a:r>
              <a:rPr lang="en-US" dirty="0"/>
              <a:t> </a:t>
            </a:r>
            <a:r>
              <a:rPr lang="en-US" dirty="0" err="1"/>
              <a:t>voldoende</a:t>
            </a:r>
            <a:r>
              <a:rPr lang="en-US" dirty="0"/>
              <a:t> </a:t>
            </a:r>
            <a:r>
              <a:rPr lang="en-US" dirty="0" err="1"/>
              <a:t>alleen</a:t>
            </a:r>
            <a:r>
              <a:rPr lang="en-US" dirty="0"/>
              <a:t> in background te </a:t>
            </a:r>
            <a:r>
              <a:rPr lang="en-US" dirty="0" err="1"/>
              <a:t>benoemen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Pick an LPV-LFR structure + scheduling-map parameterization, simulate it on trajectory data, compute prediction error, and use gradient-based optimization to jointly learn the model and scheduling map, with multiple shooting and well-</a:t>
            </a:r>
            <a:r>
              <a:rPr lang="en-US" dirty="0" err="1"/>
              <a:t>posedness</a:t>
            </a:r>
            <a:r>
              <a:rPr lang="en-US" dirty="0"/>
              <a:t> constraints to improve reliability.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Yes. The shortest useful summary is:</a:t>
            </a:r>
          </a:p>
          <a:p>
            <a:r>
              <a:rPr lang="en-US" b="1" dirty="0"/>
              <a:t>What Drenth gives you</a:t>
            </a:r>
            <a:endParaRPr lang="en-US" dirty="0"/>
          </a:p>
          <a:p>
            <a:r>
              <a:rPr lang="en-US" dirty="0"/>
              <a:t>a </a:t>
            </a:r>
            <a:r>
              <a:rPr lang="en-US" b="1" dirty="0"/>
              <a:t>direct LPV-LFR identification method</a:t>
            </a:r>
            <a:r>
              <a:rPr lang="en-US" dirty="0"/>
              <a:t> for </a:t>
            </a:r>
            <a:r>
              <a:rPr lang="en-US" b="1" dirty="0"/>
              <a:t>self-scheduled</a:t>
            </a:r>
            <a:r>
              <a:rPr lang="en-US" dirty="0"/>
              <a:t> LPV models</a:t>
            </a:r>
          </a:p>
          <a:p>
            <a:r>
              <a:rPr lang="en-US" b="1" dirty="0"/>
              <a:t>joint estimation</a:t>
            </a:r>
            <a:r>
              <a:rPr lang="en-US" dirty="0"/>
              <a:t> of:</a:t>
            </a:r>
          </a:p>
          <a:p>
            <a:pPr lvl="1"/>
            <a:r>
              <a:rPr lang="en-US" dirty="0"/>
              <a:t>the LPV-LFR plant model,</a:t>
            </a:r>
          </a:p>
          <a:p>
            <a:pPr lvl="1"/>
            <a:r>
              <a:rPr lang="en-US" dirty="0"/>
              <a:t>the scheduling map,</a:t>
            </a:r>
          </a:p>
          <a:p>
            <a:pPr lvl="1"/>
            <a:r>
              <a:rPr lang="en-US" dirty="0"/>
              <a:t>and optionally the noise model</a:t>
            </a:r>
          </a:p>
          <a:p>
            <a:r>
              <a:rPr lang="en-US" dirty="0"/>
              <a:t>a </a:t>
            </a:r>
            <a:r>
              <a:rPr lang="en-US" b="1" dirty="0"/>
              <a:t>prediction-error minimization (PEM)</a:t>
            </a:r>
            <a:r>
              <a:rPr lang="en-US" dirty="0"/>
              <a:t> setup on a dataset (D_N)</a:t>
            </a:r>
          </a:p>
          <a:p>
            <a:r>
              <a:rPr lang="en-US" dirty="0"/>
              <a:t>a </a:t>
            </a:r>
            <a:r>
              <a:rPr lang="en-US" b="1" dirty="0"/>
              <a:t>trajectory-based</a:t>
            </a:r>
            <a:r>
              <a:rPr lang="en-US" dirty="0"/>
              <a:t> method: the cost is evaluated by </a:t>
            </a:r>
            <a:r>
              <a:rPr lang="en-US" b="1" dirty="0"/>
              <a:t>simulating the state trajectory over the training record</a:t>
            </a:r>
            <a:endParaRPr lang="en-US" dirty="0"/>
          </a:p>
          <a:p>
            <a:r>
              <a:rPr lang="en-US" b="1" dirty="0"/>
              <a:t>multiple shooting</a:t>
            </a:r>
            <a:r>
              <a:rPr lang="en-US" dirty="0"/>
              <a:t> to improve convergence/reliability by splitting long records into </a:t>
            </a:r>
            <a:r>
              <a:rPr lang="en-US" dirty="0" err="1"/>
              <a:t>subrecords</a:t>
            </a:r>
            <a:r>
              <a:rPr lang="en-US" dirty="0"/>
              <a:t> and estimating their initial states too</a:t>
            </a:r>
          </a:p>
          <a:p>
            <a:r>
              <a:rPr lang="en-US" dirty="0"/>
              <a:t>a </a:t>
            </a:r>
            <a:r>
              <a:rPr lang="en-US" b="1" dirty="0"/>
              <a:t>well-</a:t>
            </a:r>
            <a:r>
              <a:rPr lang="en-US" b="1" dirty="0" err="1"/>
              <a:t>posedness</a:t>
            </a:r>
            <a:r>
              <a:rPr lang="en-US" b="1" dirty="0"/>
              <a:t>-guaranteeing parameterization</a:t>
            </a:r>
            <a:r>
              <a:rPr lang="en-US" dirty="0"/>
              <a:t> for rational LPV-LFR models</a:t>
            </a:r>
          </a:p>
          <a:p>
            <a:r>
              <a:rPr lang="en-US" dirty="0"/>
              <a:t>an </a:t>
            </a:r>
            <a:r>
              <a:rPr lang="en-US" b="1" dirty="0"/>
              <a:t>augmentation extension</a:t>
            </a:r>
            <a:r>
              <a:rPr lang="en-US" dirty="0"/>
              <a:t>: Chapter 5 explicitly says the identification method is extended to support </a:t>
            </a:r>
            <a:r>
              <a:rPr lang="en-US" b="1" dirty="0"/>
              <a:t>model augmentation</a:t>
            </a:r>
            <a:r>
              <a:rPr lang="en-US" dirty="0"/>
              <a:t> and prior information</a:t>
            </a:r>
          </a:p>
          <a:p>
            <a:r>
              <a:rPr lang="en-US" b="1" dirty="0"/>
              <a:t>What “joint estimation” means</a:t>
            </a:r>
            <a:endParaRPr lang="en-US" dirty="0"/>
          </a:p>
          <a:p>
            <a:r>
              <a:rPr lang="en-US" dirty="0"/>
              <a:t>The scheduling signal is </a:t>
            </a:r>
            <a:r>
              <a:rPr lang="en-US" b="1" dirty="0"/>
              <a:t>not assumed known</a:t>
            </a:r>
            <a:r>
              <a:rPr lang="en-US" dirty="0"/>
              <a:t>.</a:t>
            </a:r>
          </a:p>
          <a:p>
            <a:r>
              <a:rPr lang="en-US" dirty="0"/>
              <a:t>Drenth assumes</a:t>
            </a:r>
            <a:br>
              <a:rPr lang="en-US" dirty="0"/>
            </a:br>
            <a:r>
              <a:rPr lang="en-US" dirty="0"/>
              <a:t>[</a:t>
            </a:r>
            <a:br>
              <a:rPr lang="en-US" dirty="0"/>
            </a:br>
            <a:r>
              <a:rPr lang="en-US" dirty="0" err="1"/>
              <a:t>p_k</a:t>
            </a:r>
            <a:r>
              <a:rPr lang="en-US" dirty="0"/>
              <a:t> = \psi(</a:t>
            </a:r>
            <a:r>
              <a:rPr lang="en-US" dirty="0" err="1"/>
              <a:t>x_k,u_k,d_k</a:t>
            </a:r>
            <a:r>
              <a:rPr lang="en-US" dirty="0"/>
              <a:t>),</a:t>
            </a:r>
            <a:br>
              <a:rPr lang="en-US" dirty="0"/>
            </a:br>
            <a:r>
              <a:rPr lang="en-US" dirty="0"/>
              <a:t>]</a:t>
            </a:r>
            <a:br>
              <a:rPr lang="en-US" dirty="0"/>
            </a:br>
            <a:r>
              <a:rPr lang="en-US" dirty="0"/>
              <a:t>where (\psi) is also learned.</a:t>
            </a:r>
          </a:p>
          <a:p>
            <a:r>
              <a:rPr lang="en-US" dirty="0"/>
              <a:t>He proposes a neural-network-style scheduling map, e.g. a small </a:t>
            </a:r>
            <a:r>
              <a:rPr lang="en-US" dirty="0" err="1"/>
              <a:t>ResNet</a:t>
            </a:r>
            <a:r>
              <a:rPr lang="en-US" dirty="0"/>
              <a:t>/FNN.</a:t>
            </a:r>
          </a:p>
          <a:p>
            <a:r>
              <a:rPr lang="en-US" b="1" dirty="0"/>
              <a:t>What data it needs</a:t>
            </a:r>
            <a:endParaRPr lang="en-US" dirty="0"/>
          </a:p>
          <a:p>
            <a:r>
              <a:rPr lang="en-US" b="1" dirty="0"/>
              <a:t>trajectory data</a:t>
            </a:r>
            <a:r>
              <a:rPr lang="en-US" dirty="0"/>
              <a:t>, not frozen-point interpolation as the core method:</a:t>
            </a:r>
          </a:p>
          <a:p>
            <a:pPr lvl="1"/>
            <a:r>
              <a:rPr lang="en-US" dirty="0"/>
              <a:t>input sequence,</a:t>
            </a:r>
          </a:p>
          <a:p>
            <a:pPr lvl="1"/>
            <a:r>
              <a:rPr lang="en-US" dirty="0"/>
              <a:t>output sequence,</a:t>
            </a:r>
          </a:p>
          <a:p>
            <a:pPr lvl="1"/>
            <a:r>
              <a:rPr lang="en-US" dirty="0"/>
              <a:t>optional exogenous signal,</a:t>
            </a:r>
            <a:br>
              <a:rPr lang="en-US" dirty="0"/>
            </a:br>
            <a:r>
              <a:rPr lang="en-US" dirty="0"/>
              <a:t>over a training record.</a:t>
            </a:r>
          </a:p>
          <a:p>
            <a:r>
              <a:rPr lang="en-US" b="1" dirty="0"/>
              <a:t>What it does not prove</a:t>
            </a:r>
            <a:endParaRPr lang="en-US" dirty="0"/>
          </a:p>
          <a:p>
            <a:r>
              <a:rPr lang="en-US" dirty="0"/>
              <a:t>It is </a:t>
            </a:r>
            <a:r>
              <a:rPr lang="en-US" b="1" dirty="0"/>
              <a:t>not validated on a real dual-gantry</a:t>
            </a:r>
            <a:r>
              <a:rPr lang="en-US" dirty="0"/>
              <a:t> in the thesis.</a:t>
            </a:r>
          </a:p>
          <a:p>
            <a:r>
              <a:rPr lang="en-US" dirty="0"/>
              <a:t>The thesis demonstrates the method on </a:t>
            </a:r>
            <a:r>
              <a:rPr lang="en-US" b="1" dirty="0"/>
              <a:t>simulation examples</a:t>
            </a:r>
            <a:r>
              <a:rPr lang="en-US" dirty="0"/>
              <a:t> such as the CMG and NL-MSD examples.</a:t>
            </a:r>
          </a:p>
          <a:p>
            <a:r>
              <a:rPr lang="en-US" b="1" dirty="0"/>
              <a:t>What this means for your thesis</a:t>
            </a:r>
            <a:endParaRPr lang="en-US" dirty="0"/>
          </a:p>
          <a:p>
            <a:r>
              <a:rPr lang="en-US" dirty="0"/>
              <a:t>Use </a:t>
            </a:r>
            <a:r>
              <a:rPr lang="en-US" b="1" dirty="0"/>
              <a:t>García-Herreros</a:t>
            </a:r>
            <a:r>
              <a:rPr lang="en-US" dirty="0"/>
              <a:t> for the </a:t>
            </a:r>
            <a:r>
              <a:rPr lang="en-US" b="1" dirty="0"/>
              <a:t>baseline physics model</a:t>
            </a:r>
            <a:r>
              <a:rPr lang="en-US" dirty="0"/>
              <a:t>.</a:t>
            </a:r>
          </a:p>
          <a:p>
            <a:r>
              <a:rPr lang="en-US" dirty="0"/>
              <a:t>Use </a:t>
            </a:r>
            <a:r>
              <a:rPr lang="en-US" b="1" dirty="0"/>
              <a:t>Drenth</a:t>
            </a:r>
            <a:r>
              <a:rPr lang="en-US" dirty="0"/>
              <a:t> for the </a:t>
            </a:r>
            <a:r>
              <a:rPr lang="en-US" b="1" dirty="0"/>
              <a:t>augmentation identification method</a:t>
            </a:r>
            <a:r>
              <a:rPr lang="en-US" dirty="0"/>
              <a:t> on top of that baseline.</a:t>
            </a:r>
          </a:p>
          <a:p>
            <a:r>
              <a:rPr lang="en-US" dirty="0"/>
              <a:t>So yes: </a:t>
            </a:r>
            <a:r>
              <a:rPr lang="en-US" b="1" dirty="0"/>
              <a:t>Drenth definitely has an identification method</a:t>
            </a:r>
            <a:r>
              <a:rPr lang="en-US" dirty="0"/>
              <a:t>. For your project, the right takeaway is:</a:t>
            </a:r>
          </a:p>
          <a:p>
            <a:r>
              <a:rPr lang="en-US" b="1" dirty="0"/>
              <a:t>Drenth provides the method to identify the LPV-LFR augmentation from trajectory data, not the baseline dual-gantry physics model itself.</a:t>
            </a:r>
            <a:endParaRPr lang="en-US" dirty="0"/>
          </a:p>
          <a:p>
            <a:r>
              <a:rPr lang="en-US" dirty="0"/>
              <a:t>If you want, I can turn this into a 5-line thesis-ready paragraph.</a:t>
            </a:r>
          </a:p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DFCE7C-9A01-377A-DE3C-85685599DF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2C9F11-A0C6-4CA4-B90B-9C4678F38860}" type="slidenum">
              <a:rPr lang="en-NL" smtClean="0"/>
              <a:t>19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580784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D9B39-8B84-D4DE-2BA3-33902D385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224602-8FE7-E65F-D63D-1D727F09C4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000DB4-448F-89FA-BD68-1ED98A1513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Duidelijk</a:t>
            </a:r>
            <a:r>
              <a:rPr lang="en-US" dirty="0"/>
              <a:t> </a:t>
            </a:r>
            <a:r>
              <a:rPr lang="en-US" dirty="0" err="1"/>
              <a:t>verwoorden</a:t>
            </a:r>
            <a:r>
              <a:rPr lang="en-US" dirty="0"/>
              <a:t> parameter identifiability, hoe </a:t>
            </a:r>
            <a:r>
              <a:rPr lang="en-US" dirty="0" err="1"/>
              <a:t>definieer</a:t>
            </a:r>
            <a:r>
              <a:rPr lang="en-US" dirty="0"/>
              <a:t> </a:t>
            </a:r>
            <a:r>
              <a:rPr lang="en-US" dirty="0" err="1"/>
              <a:t>ik</a:t>
            </a:r>
            <a:r>
              <a:rPr lang="en-US" dirty="0"/>
              <a:t> </a:t>
            </a:r>
            <a:r>
              <a:rPr lang="en-US" dirty="0" err="1"/>
              <a:t>dit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Just subdivide the main </a:t>
            </a:r>
            <a:r>
              <a:rPr lang="en-US" dirty="0" err="1"/>
              <a:t>rq</a:t>
            </a:r>
            <a:r>
              <a:rPr lang="en-US" dirty="0"/>
              <a:t> into the sub </a:t>
            </a:r>
            <a:r>
              <a:rPr lang="en-US" dirty="0" err="1"/>
              <a:t>rqs</a:t>
            </a:r>
            <a:endParaRPr lang="en-US" dirty="0"/>
          </a:p>
          <a:p>
            <a:endParaRPr lang="en-US" dirty="0"/>
          </a:p>
          <a:p>
            <a:r>
              <a:rPr lang="en-US" dirty="0"/>
              <a:t>Evaluate accuracy baseline model that is </a:t>
            </a:r>
            <a:r>
              <a:rPr lang="en-US" dirty="0" err="1"/>
              <a:t>avalailbe</a:t>
            </a:r>
            <a:r>
              <a:rPr lang="en-US" dirty="0"/>
              <a:t> physics </a:t>
            </a:r>
            <a:r>
              <a:rPr lang="en-US" dirty="0" err="1"/>
              <a:t>lpv</a:t>
            </a:r>
            <a:r>
              <a:rPr lang="en-US" dirty="0"/>
              <a:t> model compare it to an LTI alternative.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ECC456-08FE-2000-4031-7E2EBA5FEA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2C9F11-A0C6-4CA4-B90B-9C4678F38860}" type="slidenum">
              <a:rPr lang="en-NL" smtClean="0"/>
              <a:t>20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055574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B8CE5-B868-892E-3970-6BDD46CAF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79D8A1-F47C-04C1-4A57-FFCC6B50B7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636286-D7CE-04B3-05D0-1837CD2F84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Hoeft </a:t>
            </a:r>
            <a:r>
              <a:rPr lang="en-US" dirty="0" err="1"/>
              <a:t>niet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vraag</a:t>
            </a:r>
            <a:r>
              <a:rPr lang="en-US" dirty="0"/>
              <a:t> te </a:t>
            </a:r>
            <a:r>
              <a:rPr lang="en-US" dirty="0" err="1"/>
              <a:t>formuleren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Just subdivide the main </a:t>
            </a:r>
            <a:r>
              <a:rPr lang="en-US" dirty="0" err="1"/>
              <a:t>rq</a:t>
            </a:r>
            <a:r>
              <a:rPr lang="en-US" dirty="0"/>
              <a:t> into the sub </a:t>
            </a:r>
            <a:r>
              <a:rPr lang="en-US" dirty="0" err="1"/>
              <a:t>rqs</a:t>
            </a:r>
            <a:endParaRPr lang="en-US" dirty="0"/>
          </a:p>
          <a:p>
            <a:endParaRPr lang="en-US" dirty="0"/>
          </a:p>
          <a:p>
            <a:r>
              <a:rPr lang="en-US" dirty="0"/>
              <a:t>Evaluate accuracy baseline model that is </a:t>
            </a:r>
            <a:r>
              <a:rPr lang="en-US" dirty="0" err="1"/>
              <a:t>avalailbe</a:t>
            </a:r>
            <a:r>
              <a:rPr lang="en-US" dirty="0"/>
              <a:t> physics </a:t>
            </a:r>
            <a:r>
              <a:rPr lang="en-US" dirty="0" err="1"/>
              <a:t>lpv</a:t>
            </a:r>
            <a:r>
              <a:rPr lang="en-US" dirty="0"/>
              <a:t> model compare it to an LTI alternative.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6428C4-DF8C-20E8-A9AC-3D8A398910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2C9F11-A0C6-4CA4-B90B-9C4678F38860}" type="slidenum">
              <a:rPr lang="en-NL" smtClean="0"/>
              <a:t>21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24943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Hoe </a:t>
            </a:r>
            <a:r>
              <a:rPr lang="en-US" dirty="0" err="1"/>
              <a:t>ook</a:t>
            </a:r>
            <a:r>
              <a:rPr lang="en-US" dirty="0"/>
              <a:t> in python </a:t>
            </a:r>
            <a:r>
              <a:rPr lang="en-US" dirty="0" err="1"/>
              <a:t>dat</a:t>
            </a:r>
            <a:r>
              <a:rPr lang="en-US" dirty="0"/>
              <a:t> </a:t>
            </a:r>
            <a:r>
              <a:rPr lang="en-US" dirty="0" err="1"/>
              <a:t>doen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Als op </a:t>
            </a:r>
            <a:r>
              <a:rPr lang="en-US" dirty="0" err="1"/>
              <a:t>woensdag</a:t>
            </a:r>
            <a:r>
              <a:rPr lang="en-US" dirty="0"/>
              <a:t> </a:t>
            </a:r>
            <a:r>
              <a:rPr lang="en-US" dirty="0" err="1"/>
              <a:t>geen</a:t>
            </a:r>
            <a:r>
              <a:rPr lang="en-US" dirty="0"/>
              <a:t> feedback, dan </a:t>
            </a:r>
            <a:r>
              <a:rPr lang="en-US" dirty="0" err="1"/>
              <a:t>sturen</a:t>
            </a:r>
            <a:r>
              <a:rPr lang="en-US" dirty="0"/>
              <a:t> </a:t>
            </a:r>
            <a:r>
              <a:rPr lang="en-US" dirty="0" err="1"/>
              <a:t>naar</a:t>
            </a:r>
            <a:r>
              <a:rPr lang="en-US" dirty="0"/>
              <a:t> ASMPT.</a:t>
            </a:r>
          </a:p>
          <a:p>
            <a:endParaRPr lang="en-US" dirty="0"/>
          </a:p>
          <a:p>
            <a:r>
              <a:rPr lang="en-US" dirty="0"/>
              <a:t>Voor de </a:t>
            </a:r>
            <a:r>
              <a:rPr lang="en-US" dirty="0" err="1"/>
              <a:t>volgende</a:t>
            </a:r>
            <a:r>
              <a:rPr lang="en-US" dirty="0"/>
              <a:t> </a:t>
            </a:r>
            <a:r>
              <a:rPr lang="en-US" dirty="0" err="1"/>
              <a:t>keer</a:t>
            </a:r>
            <a:r>
              <a:rPr lang="en-US" dirty="0"/>
              <a:t> </a:t>
            </a:r>
            <a:r>
              <a:rPr lang="en-US" dirty="0" err="1"/>
              <a:t>wanneer</a:t>
            </a:r>
            <a:r>
              <a:rPr lang="en-US" dirty="0"/>
              <a:t> je feedback </a:t>
            </a:r>
            <a:r>
              <a:rPr lang="en-US" dirty="0" err="1"/>
              <a:t>terug</a:t>
            </a:r>
            <a:r>
              <a:rPr lang="en-US" dirty="0"/>
              <a:t> </a:t>
            </a:r>
            <a:r>
              <a:rPr lang="en-US" dirty="0" err="1"/>
              <a:t>zou</a:t>
            </a:r>
            <a:r>
              <a:rPr lang="en-US" dirty="0"/>
              <a:t> </a:t>
            </a:r>
            <a:r>
              <a:rPr lang="en-US" dirty="0" err="1"/>
              <a:t>willen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Extra meeting met Jasper </a:t>
            </a:r>
            <a:r>
              <a:rPr lang="en-US" dirty="0" err="1"/>
              <a:t>inplannen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ik</a:t>
            </a:r>
            <a:r>
              <a:rPr lang="en-US" dirty="0"/>
              <a:t> ga </a:t>
            </a:r>
            <a:r>
              <a:rPr lang="en-US" dirty="0" err="1"/>
              <a:t>kijken</a:t>
            </a:r>
            <a:r>
              <a:rPr lang="en-US" dirty="0"/>
              <a:t> </a:t>
            </a:r>
            <a:r>
              <a:rPr lang="en-US" dirty="0" err="1"/>
              <a:t>naar</a:t>
            </a:r>
            <a:r>
              <a:rPr lang="en-US" dirty="0"/>
              <a:t> FP model (LPV of in python)</a:t>
            </a:r>
          </a:p>
          <a:p>
            <a:r>
              <a:rPr lang="en-US" dirty="0" err="1"/>
              <a:t>Woensdag</a:t>
            </a:r>
            <a:r>
              <a:rPr lang="en-US" dirty="0"/>
              <a:t>/</a:t>
            </a:r>
            <a:r>
              <a:rPr lang="en-US" dirty="0" err="1"/>
              <a:t>donderdag</a:t>
            </a:r>
            <a:r>
              <a:rPr lang="en-US" dirty="0"/>
              <a:t> </a:t>
            </a:r>
            <a:r>
              <a:rPr lang="en-US" dirty="0" err="1"/>
              <a:t>samen</a:t>
            </a:r>
            <a:r>
              <a:rPr lang="en-US" dirty="0"/>
              <a:t> op </a:t>
            </a:r>
            <a:r>
              <a:rPr lang="en-US" dirty="0" err="1"/>
              <a:t>kantoor</a:t>
            </a:r>
            <a:r>
              <a:rPr lang="en-US" dirty="0"/>
              <a:t> </a:t>
            </a:r>
            <a:r>
              <a:rPr lang="en-US" dirty="0" err="1"/>
              <a:t>kijken</a:t>
            </a:r>
            <a:r>
              <a:rPr lang="en-US" dirty="0"/>
              <a:t>.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D31787-9CA8-4038-8A4B-D6DBC9329A8D}" type="slidenum">
              <a:rPr lang="en-NL" smtClean="0"/>
              <a:t>22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81276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A9B0A-21A9-11D8-6AC0-0853C7FE8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18FFD-A4E2-0D4E-7BCD-58E1748D8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B645C-4A53-6DC7-25C3-9688B7178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314D-8566-407C-8138-35BC3B95AB82}" type="datetimeFigureOut">
              <a:rPr lang="en-NL" smtClean="0"/>
              <a:t>09/03/2026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82621-D3E9-86E1-A821-537728272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1C98C-0F73-A8F2-02F4-2AB4973CD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18716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0BA0-583D-0185-EE69-28099DAEC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8891D-C30A-9834-578C-76F335D9C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86B7C-AB90-7DAA-F0EA-C7122F775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09/03/2026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BD878-B8D5-9BF6-B119-CB8E2FBA6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A9D23-71DC-CC7B-17C0-5E08C967D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3801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55E79-0500-A1A2-6D30-0F0DFDD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6914D-49A9-E97D-2C4E-18FAAF726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DA4EA-60CD-56E7-0DAD-21A6159BC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09/03/2026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721A8-BB79-306A-08AB-EFFF7B85E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46C38-EEEE-5592-0604-AA374F8CC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9230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65D4E-F716-266C-EB44-F320FF044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A0776-C324-EFAB-A946-10C85364B9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9D3D4-7D3D-D1F4-CD2A-A518E5469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93131-FB94-2B88-8093-B6F21E860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09/03/2026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21B79-6DB2-349F-C356-71774F673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CBD36-D0DC-8F43-ACFD-1E9E357E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67830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3BC18-D101-9213-B897-8851FE7C3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E5057-8AB1-D931-F79F-0D54E845E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2EF1A-2434-D230-33B4-D17316B77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0C9925-AAE9-B6AC-9461-0917219EAC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4E5211-4325-D275-EE19-9984E66A82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7FEE0D-2772-4FE7-99AD-4C1D3AC62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09/03/2026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3169B9-CD5B-369C-DBC2-925297EB2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0BA7D5-A78A-09BB-A363-994BD9A02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69802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9777B-F5E7-C08C-590D-ACFBE4C45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CC399-4A6B-4593-9E74-B6F8CA3DC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09/03/2026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EE88BE-564F-9BC9-D256-883FCC299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97D54D-0C50-C773-E94C-9E2D30D93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45265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994506-3D43-84EA-E881-39D633077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09/03/2026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1C55CA-8DBE-9019-86DA-AEBED897E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9772A-9555-52DB-D4E9-75AF3C15D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74220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D3A6E-DBBE-812E-85F2-A38B5249B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B2DEC-7E11-7FE1-3C8F-AB40257CC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67515C-82D6-C8CD-79FD-0E6A1C9B19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8F352-32B7-00FA-4DA5-12E23612C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09/03/2026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78EF5-AAF6-9556-0DA1-762E1477F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3A06DC-6CC1-26FA-41F2-FA573F7A3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7678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5C77B-CBEF-A395-D0FA-1C65A9CE2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17272-008C-028F-3164-75FD0D3FA4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CEFC27-BE0A-B312-4CAE-0D22A173E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41F1B-BF0C-E7EE-C200-6ACDD52E8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09/03/2026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DBEA7-5C08-D5DF-326D-402497EEC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AB07C-EC9D-1E6E-88BF-08CF4DC2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13419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C2113-B4D5-3AA6-7F42-D0DF7E554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7AC1B1-B636-EC3C-8268-7CF0D78B6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08ECA-F03E-2322-8AB9-FF1B3570A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09/03/2026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60E39-73E9-DBC5-E7A0-57B50946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BA569-67AF-6D26-BB44-6C9DA6C33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15785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80FA20-7E26-5811-0F8E-E937CD7F6C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C0AB59-9859-7F7C-9F9C-9BFEA1EF0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83E10-4C21-18B0-80CE-477CC9350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09/03/2026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B85F3-CF9A-29D5-DEA3-31B619337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22B00-4173-AFD9-EDBF-57D15872F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18455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4814AA-CC4F-26EF-0940-42AD31BA4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EE76C-C9DD-829C-0E04-FD727D936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92AA8-31FA-1538-0020-A6770000A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B07CE9-C8DF-41DF-BDBB-830B84D62F5B}" type="datetimeFigureOut">
              <a:rPr lang="en-NL" smtClean="0"/>
              <a:t>09/03/2026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936D0-EF18-388D-6CDB-4886CBEB0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0218A-4CD5-B355-2F90-F63E2428D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08427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58346-11EF-AF16-3F7E-D4AE642D6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Meeting Week 6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EF679-3C39-E36C-B710-9B50CBAE4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Last week summary</a:t>
            </a:r>
          </a:p>
          <a:p>
            <a:pPr lvl="1"/>
            <a:r>
              <a:rPr lang="en-US" dirty="0"/>
              <a:t>Research Plan</a:t>
            </a:r>
          </a:p>
          <a:p>
            <a:pPr lvl="1"/>
            <a:r>
              <a:rPr lang="en-US" dirty="0"/>
              <a:t>Mismatch Feedforward inversion VS Plant modeling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 Focus on plant modeling and drop ff inversion</a:t>
            </a:r>
            <a:endParaRPr lang="en-US" dirty="0"/>
          </a:p>
          <a:p>
            <a:r>
              <a:rPr lang="en-US" dirty="0"/>
              <a:t>Research Plan</a:t>
            </a:r>
          </a:p>
          <a:p>
            <a:pPr lvl="1"/>
            <a:r>
              <a:rPr lang="en-US" dirty="0"/>
              <a:t>Background</a:t>
            </a:r>
          </a:p>
          <a:p>
            <a:pPr lvl="1"/>
            <a:r>
              <a:rPr lang="en-US" dirty="0"/>
              <a:t>Research question adjusted to plant modeling</a:t>
            </a:r>
          </a:p>
          <a:p>
            <a:pPr lvl="2"/>
            <a:r>
              <a:rPr lang="en-US" dirty="0"/>
              <a:t>Subdivided into “aspects”</a:t>
            </a:r>
          </a:p>
          <a:p>
            <a:r>
              <a:rPr lang="en-US" dirty="0"/>
              <a:t>Outline </a:t>
            </a:r>
            <a:r>
              <a:rPr lang="en-US" dirty="0" err="1"/>
              <a:t>ToDo</a:t>
            </a:r>
            <a:r>
              <a:rPr lang="en-US" dirty="0"/>
              <a:t> next week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79595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9700D-FF42-415C-9519-CE16CBBB5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 summary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6F991-22E1-98ED-FDA2-6483679AE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Research Plan</a:t>
            </a:r>
          </a:p>
          <a:p>
            <a:pPr lvl="1"/>
            <a:r>
              <a:rPr lang="en-US" dirty="0"/>
              <a:t>Background</a:t>
            </a:r>
          </a:p>
          <a:p>
            <a:pPr lvl="1"/>
            <a:r>
              <a:rPr lang="en-US" dirty="0"/>
              <a:t>Research question</a:t>
            </a:r>
          </a:p>
          <a:p>
            <a:r>
              <a:rPr lang="en-US" dirty="0"/>
              <a:t>Mismatch feedforward inversion &amp; plant modeling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617226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23134-4CC6-7831-7438-94ABA2716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Plant modeling instead of </a:t>
            </a:r>
            <a:br>
              <a:rPr lang="en-US" sz="3600" dirty="0"/>
            </a:br>
            <a:r>
              <a:rPr lang="en-US" sz="3600" dirty="0"/>
              <a:t>Feedforward inversion</a:t>
            </a:r>
            <a:endParaRPr lang="en-NL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6B0C2-338E-0481-81C5-036000210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867649" cy="4209415"/>
          </a:xfrm>
        </p:spPr>
        <p:txBody>
          <a:bodyPr/>
          <a:lstStyle/>
          <a:p>
            <a:r>
              <a:rPr lang="en-US" dirty="0"/>
              <a:t>Feedforward inversion disconnect with original project description</a:t>
            </a:r>
          </a:p>
          <a:p>
            <a:r>
              <a:rPr lang="en-US" dirty="0"/>
              <a:t>Goal is not feedforward that will actively try to reduce settling error bound</a:t>
            </a:r>
          </a:p>
          <a:p>
            <a:pPr lvl="1"/>
            <a:r>
              <a:rPr lang="en-US" dirty="0"/>
              <a:t>Instead create an accurate plant model. Can still focus on settling error, but not actively compensate</a:t>
            </a:r>
          </a:p>
          <a:p>
            <a:pPr lvl="2"/>
            <a:r>
              <a:rPr lang="en-US" dirty="0"/>
              <a:t>Priorities for identifiability: cross-coupling</a:t>
            </a:r>
          </a:p>
          <a:p>
            <a:pPr lvl="3"/>
            <a:r>
              <a:rPr lang="en-US" dirty="0"/>
              <a:t>Coupling not specifically non-linearities also hard to model linearities</a:t>
            </a:r>
            <a:endParaRPr lang="en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E895AA-4E07-24C7-AFB3-0D73BB4148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35" t="4007" r="7223" b="2007"/>
          <a:stretch>
            <a:fillRect/>
          </a:stretch>
        </p:blipFill>
        <p:spPr>
          <a:xfrm>
            <a:off x="8705849" y="161416"/>
            <a:ext cx="3327655" cy="5181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41802A-4606-2F50-22A7-EC0645E386BE}"/>
              </a:ext>
            </a:extLst>
          </p:cNvPr>
          <p:cNvSpPr txBox="1"/>
          <p:nvPr/>
        </p:nvSpPr>
        <p:spPr>
          <a:xfrm>
            <a:off x="9356978" y="5343337"/>
            <a:ext cx="30765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Measured system – black</a:t>
            </a:r>
          </a:p>
          <a:p>
            <a:r>
              <a:rPr lang="en-US" dirty="0"/>
              <a:t>FP model – blue</a:t>
            </a:r>
          </a:p>
          <a:p>
            <a:r>
              <a:rPr lang="en-US" dirty="0"/>
              <a:t>EA model – red</a:t>
            </a:r>
          </a:p>
          <a:p>
            <a:r>
              <a:rPr lang="en-US" dirty="0"/>
              <a:t>Reference profile – green</a:t>
            </a:r>
          </a:p>
          <a:p>
            <a:r>
              <a:rPr lang="en-US" dirty="0"/>
              <a:t>Error bounds – yellow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845040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736B2-11FF-5B7B-FB42-80822EAA5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Plan - Background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542DA-0419-8E2A-B472-F4481305E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Industrial Context &amp; Requirements</a:t>
            </a:r>
          </a:p>
          <a:p>
            <a:r>
              <a:rPr lang="en-US" dirty="0"/>
              <a:t>Dual-Gantry System Challenges</a:t>
            </a:r>
          </a:p>
          <a:p>
            <a:r>
              <a:rPr lang="en-US" dirty="0"/>
              <a:t>Current Industrial Practice (ASMPT Baseline)</a:t>
            </a:r>
          </a:p>
          <a:p>
            <a:r>
              <a:rPr lang="en-US" dirty="0"/>
              <a:t>Grey-Box justification</a:t>
            </a:r>
          </a:p>
          <a:p>
            <a:r>
              <a:rPr lang="en-US" dirty="0"/>
              <a:t>Grey-Box Identifiability Problem</a:t>
            </a:r>
          </a:p>
          <a:p>
            <a:r>
              <a:rPr lang="en-US" dirty="0"/>
              <a:t>Solution Framework / Research Gap: </a:t>
            </a:r>
          </a:p>
          <a:p>
            <a:pPr lvl="1"/>
            <a:r>
              <a:rPr lang="en-US" dirty="0"/>
              <a:t>Extend FP baseline to FP-LPV</a:t>
            </a:r>
          </a:p>
          <a:p>
            <a:pPr lvl="1"/>
            <a:r>
              <a:rPr lang="en-US" dirty="0"/>
              <a:t>LPV-LFR + Orthogonality Regularization</a:t>
            </a:r>
          </a:p>
        </p:txBody>
      </p:sp>
    </p:spTree>
    <p:extLst>
      <p:ext uri="{BB962C8B-B14F-4D97-AF65-F5344CB8AC3E}">
        <p14:creationId xmlns:p14="http://schemas.microsoft.com/office/powerpoint/2010/main" val="4080616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68610-4C42-401F-AB1C-C42DF0EBA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Industrial Context &amp; Requirements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BF1EA-47FB-D618-D52F-BD84C4E2B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Application: Semiconductor chip bonding for advanced packaging </a:t>
            </a:r>
          </a:p>
          <a:p>
            <a:r>
              <a:rPr lang="en-US" dirty="0"/>
              <a:t>Performance metric: Settling time drives throughput</a:t>
            </a:r>
          </a:p>
          <a:p>
            <a:r>
              <a:rPr lang="en-US" dirty="0"/>
              <a:t>Need: Accurate plant models for control design; digital twin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933437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2B47B-6F64-01AA-B145-7F0DF9B39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Dual-Gantry System Challenges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FA176-5D21-3B95-0A96-91FBDE9B2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Configuration: Two parallel actuators support common crossbeam</a:t>
            </a:r>
          </a:p>
          <a:p>
            <a:r>
              <a:rPr lang="en-US" dirty="0"/>
              <a:t>Rigid-body dynamics: Decompose to modal coordinates</a:t>
            </a:r>
          </a:p>
          <a:p>
            <a:r>
              <a:rPr lang="en-US" dirty="0"/>
              <a:t>Identified Primary limitation: Position-dependent coupling</a:t>
            </a:r>
          </a:p>
        </p:txBody>
      </p:sp>
    </p:spTree>
    <p:extLst>
      <p:ext uri="{BB962C8B-B14F-4D97-AF65-F5344CB8AC3E}">
        <p14:creationId xmlns:p14="http://schemas.microsoft.com/office/powerpoint/2010/main" val="167170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4E17B-7276-5E00-BAE8-9E30FE361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4D111-CC4E-C5A0-B850-643CE321E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Industrial Practice (ASMPT Baseline)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5C7C3-4517-C419-A844-EA962638A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Current feedforward implementation uses multiple FRF measurements </a:t>
            </a:r>
            <a:r>
              <a:rPr lang="en-US" dirty="0">
                <a:sym typeface="Wingdings" panose="05000000000000000000" pitchFamily="2" charset="2"/>
              </a:rPr>
              <a:t> finds the optimum</a:t>
            </a:r>
          </a:p>
          <a:p>
            <a:r>
              <a:rPr lang="en-US" dirty="0">
                <a:sym typeface="Wingdings" panose="05000000000000000000" pitchFamily="2" charset="2"/>
              </a:rPr>
              <a:t>The dual gantry system from ETEL already uses position dependent feedforward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738336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14C05-C7A8-7416-9605-6D6099C00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9D9E4-5AA0-4B83-38DE-2139E716B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Grey-Box justification</a:t>
            </a:r>
            <a:endParaRPr lang="en-NL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A05B0D4-D38F-B810-CF7E-7D54CAF459F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858294"/>
          <a:ext cx="10515600" cy="22860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413850347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43823451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036366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Approach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Strengths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Limitations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75706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White-box</a:t>
                      </a:r>
                      <a:r>
                        <a:rPr lang="en-US"/>
                        <a:t> (FEM)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Physical interpretability, extrapolation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Hundreds of parameters, not identifiable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52361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Black-box</a:t>
                      </a:r>
                      <a:r>
                        <a:rPr lang="en-US"/>
                        <a:t> (NN/GP)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Captures all training dynamics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 interpretability, poor extrapolation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4266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Grey-box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Physics baseline + learned residuals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Identifiability problem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62173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D70404D-1ABD-D507-42A3-90A2DA00258E}"/>
              </a:ext>
            </a:extLst>
          </p:cNvPr>
          <p:cNvSpPr txBox="1"/>
          <p:nvPr/>
        </p:nvSpPr>
        <p:spPr>
          <a:xfrm>
            <a:off x="704088" y="1810512"/>
            <a:ext cx="4300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(Mentioned this previous week to include)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672730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1D303-9EC8-2A60-FC74-280B2FD36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99F1A-FC63-8B4D-D5D7-9FEC3E3F0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Grey-Box Identifiability Problem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5F404-DC83-4790-8B27-1C0C83D03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Parameter compensation: Learned component absorbs physics dynamics</a:t>
            </a:r>
          </a:p>
          <a:p>
            <a:r>
              <a:rPr lang="en-US" dirty="0"/>
              <a:t>Consequence: Physics parameters drift to non-physical values</a:t>
            </a:r>
          </a:p>
          <a:p>
            <a:r>
              <a:rPr lang="en-US" dirty="0"/>
              <a:t>Lost benefits:</a:t>
            </a:r>
          </a:p>
          <a:p>
            <a:pPr lvl="1"/>
            <a:r>
              <a:rPr lang="en-US" dirty="0"/>
              <a:t>Physical interpretability (parameters lose meaning)</a:t>
            </a:r>
          </a:p>
          <a:p>
            <a:pPr lvl="1"/>
            <a:r>
              <a:rPr lang="en-US" dirty="0"/>
              <a:t>Negation problem (orthogonality solution)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290613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07899-5B6D-0C04-C6C7-80905158E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83960-ED27-DF02-30DE-755E5BBFC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Framework / Research Gap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EE3F7-46CC-C87E-3102-DB3ABF3B7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Adapt FP to work for LPV</a:t>
            </a:r>
          </a:p>
          <a:p>
            <a:r>
              <a:rPr lang="en-US" dirty="0"/>
              <a:t>Adapt LPV-LFR for dual-gantry setup</a:t>
            </a:r>
          </a:p>
          <a:p>
            <a:r>
              <a:rPr lang="en-US" dirty="0"/>
              <a:t>Adapt LPV-LFR to work with orthogonality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108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011BD-B421-F71E-F199-6864736BE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Plan - Overview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B4807-CE38-1879-3A3F-3069B4E38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z="2800" dirty="0"/>
              <a:t>1. Background and already obtained results in the topic</a:t>
            </a:r>
          </a:p>
          <a:p>
            <a:pPr lvl="1"/>
            <a:r>
              <a:rPr lang="en-US" sz="2800" dirty="0"/>
              <a:t>2. Literature survey </a:t>
            </a:r>
          </a:p>
          <a:p>
            <a:pPr lvl="1"/>
            <a:r>
              <a:rPr lang="en-US" sz="2800" dirty="0"/>
              <a:t>3. Research questions </a:t>
            </a:r>
          </a:p>
          <a:p>
            <a:pPr lvl="1"/>
            <a:r>
              <a:rPr lang="en-US" sz="2800" dirty="0"/>
              <a:t>4. AI&amp;ES relevance </a:t>
            </a:r>
          </a:p>
          <a:p>
            <a:pPr lvl="1"/>
            <a:r>
              <a:rPr lang="en-US" sz="2800" dirty="0"/>
              <a:t>5. Research methods </a:t>
            </a:r>
          </a:p>
          <a:p>
            <a:pPr lvl="1"/>
            <a:r>
              <a:rPr lang="en-US" sz="2800" dirty="0"/>
              <a:t>6. Expected outcomes of the project </a:t>
            </a:r>
          </a:p>
          <a:p>
            <a:pPr lvl="1"/>
            <a:r>
              <a:rPr lang="en-US" sz="2800" dirty="0"/>
              <a:t>7. Time planning phase 2 </a:t>
            </a:r>
          </a:p>
        </p:txBody>
      </p:sp>
    </p:spTree>
    <p:extLst>
      <p:ext uri="{BB962C8B-B14F-4D97-AF65-F5344CB8AC3E}">
        <p14:creationId xmlns:p14="http://schemas.microsoft.com/office/powerpoint/2010/main" val="2479596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1F5F8-1B0C-167A-A8BF-C43C695A8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Plan – Research questions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5F7EB-509B-85DA-434E-A6B27CDF3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Research Question:</a:t>
            </a:r>
          </a:p>
          <a:p>
            <a:pPr marL="0" indent="0">
              <a:buNone/>
            </a:pPr>
            <a:r>
              <a:rPr lang="en-US" dirty="0"/>
              <a:t>How should physics-based plant models be augmented to improve settling prediction accuracy and parameter identifiability for flexible cross-coupling and position-dependent dynamics in dual-gantry systems?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How should physics-based plant models be augmented to improve settling prediction accuracy and parameter interpretability for flexible cross-coupling and position-dependent dynamics in dual-gantry systems?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693299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5466C-79CE-7AF0-0A2F-8072E8612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Plan – Aspects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70D7F-0B1A-C4D0-75A0-DC6B6B5D5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Position-dependent baseline modeling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Augmentation structure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Identifiability preservation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Model generalization (for physics &amp; augmented model)</a:t>
            </a:r>
          </a:p>
          <a:p>
            <a:pPr lvl="1"/>
            <a:r>
              <a:rPr lang="en-US" dirty="0"/>
              <a:t>Simulation</a:t>
            </a:r>
          </a:p>
          <a:p>
            <a:pPr lvl="1"/>
            <a:r>
              <a:rPr lang="en-US" dirty="0"/>
              <a:t>Physical setup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9429553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14033-540D-E36F-81FD-60AC5FD66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736A1-1F9F-0A68-922C-5BB97D11D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Plan – Aspect 1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98AED-938A-4CF3-3763-6C31B2C42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A1: Position-dependent baseline modeling</a:t>
            </a:r>
          </a:p>
          <a:p>
            <a:pPr marL="0" indent="0">
              <a:buNone/>
            </a:pPr>
            <a:r>
              <a:rPr lang="en-US" dirty="0"/>
              <a:t>How should the baseline physics model be identified and structured for LPV-LFR augmentation?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How should the baseline model be represented for subsequent augmentation, and does position-dependent (LPV) formulation improve prediction compared to position-independent (LTI) alternatives?       </a:t>
            </a:r>
          </a:p>
        </p:txBody>
      </p:sp>
    </p:spTree>
    <p:extLst>
      <p:ext uri="{BB962C8B-B14F-4D97-AF65-F5344CB8AC3E}">
        <p14:creationId xmlns:p14="http://schemas.microsoft.com/office/powerpoint/2010/main" val="3307888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252FD-F0C6-7F85-DBCA-525976AD4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D5C9A-1095-3CB8-616F-D75924D09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Plan – Aspect 1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9AAEA-CA9F-796F-BD24-13912D6CE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A1: Position-dependent baseline modeling</a:t>
            </a:r>
          </a:p>
          <a:p>
            <a:pPr marL="0" indent="0">
              <a:buNone/>
            </a:pPr>
            <a:r>
              <a:rPr lang="en-US" dirty="0"/>
              <a:t>How should the baseline physics model be identified and structured for LPV-LFR augmentation?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How should the baseline model be represented for subsequent augmentation, and does position-dependent (LPV) formulation improve prediction compared to position-independent (LTI) alternatives?       </a:t>
            </a:r>
          </a:p>
        </p:txBody>
      </p:sp>
    </p:spTree>
    <p:extLst>
      <p:ext uri="{BB962C8B-B14F-4D97-AF65-F5344CB8AC3E}">
        <p14:creationId xmlns:p14="http://schemas.microsoft.com/office/powerpoint/2010/main" val="12008001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326E0-095D-4C5C-86A7-F26860680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Plan – Aspect 1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97200-94F4-2B7F-6148-F69738518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Identify physical parameters using García-Herreros experimental procedure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Convert to discrete-time LPV state-space (required for LPV-LFR augmentation)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(Validate position-dependence improves settling prediction)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4383875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8407AF-22F7-471B-AA76-5E3747F21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95" y="4364183"/>
            <a:ext cx="18524644" cy="19477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2BC587-79D4-C0AE-6CD1-0E31D3A37F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6530"/>
          <a:stretch>
            <a:fillRect/>
          </a:stretch>
        </p:blipFill>
        <p:spPr>
          <a:xfrm>
            <a:off x="2881813" y="3655798"/>
            <a:ext cx="17796030" cy="10408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DFA82D-F670-5812-33BF-5BBA4A9D1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Feedback ASMPT</a:t>
            </a:r>
            <a:br>
              <a:rPr lang="en-US" dirty="0"/>
            </a:br>
            <a:r>
              <a:rPr lang="en-US" dirty="0"/>
              <a:t>FP-LPV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8DB5D-83FB-7379-BC72-216828AC5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LPV: </a:t>
            </a:r>
            <a:r>
              <a:rPr lang="fr-FR" dirty="0"/>
              <a:t>Mass matrix M </a:t>
            </a:r>
            <a:r>
              <a:rPr lang="fr-FR" dirty="0" err="1"/>
              <a:t>depends</a:t>
            </a:r>
            <a:r>
              <a:rPr lang="fr-FR" dirty="0"/>
              <a:t> on Y-position</a:t>
            </a:r>
            <a:endParaRPr lang="en-US" dirty="0"/>
          </a:p>
          <a:p>
            <a:r>
              <a:rPr lang="en-US" dirty="0"/>
              <a:t>Currently incorporated into the research questions</a:t>
            </a:r>
          </a:p>
          <a:p>
            <a:r>
              <a:rPr lang="en-US" dirty="0"/>
              <a:t>Convert to state-space</a:t>
            </a:r>
          </a:p>
          <a:p>
            <a:r>
              <a:rPr lang="en-US" dirty="0"/>
              <a:t>Formulas from same paper as decoupling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7679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3158A-C0C6-2E84-9E5E-A1C074A42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EE853-8EF5-3962-4DA3-893ADE967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Plan – Aspect 2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40822-6B16-3509-D92F-859C7ED16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A2: Augmentation structure</a:t>
            </a:r>
          </a:p>
          <a:p>
            <a:pPr marL="0" indent="0">
              <a:buNone/>
            </a:pPr>
            <a:r>
              <a:rPr lang="en-US" dirty="0"/>
              <a:t>What augmentation structure can effectively capture residual dynamics beyond the physics-based baseline model, in particular flexible cross-coupling dynamics?    </a:t>
            </a:r>
          </a:p>
        </p:txBody>
      </p:sp>
    </p:spTree>
    <p:extLst>
      <p:ext uri="{BB962C8B-B14F-4D97-AF65-F5344CB8AC3E}">
        <p14:creationId xmlns:p14="http://schemas.microsoft.com/office/powerpoint/2010/main" val="41908447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43DCA-29DE-B460-2649-671DFB474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44BA3-44C2-E0FE-51D8-0B8ACA3E7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Plan – Aspect 2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40FED-03A9-8265-8F0A-69E1EACA3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Hoekstra (2025): Parallel LFR augmentation structure (</a:t>
            </a:r>
            <a:r>
              <a:rPr lang="en-US" dirty="0" err="1"/>
              <a:t>G_total</a:t>
            </a:r>
            <a:r>
              <a:rPr lang="en-US" dirty="0"/>
              <a:t> = </a:t>
            </a:r>
            <a:r>
              <a:rPr lang="en-US" dirty="0" err="1"/>
              <a:t>G_physics</a:t>
            </a:r>
            <a:r>
              <a:rPr lang="en-US" dirty="0"/>
              <a:t> + </a:t>
            </a:r>
            <a:r>
              <a:rPr lang="en-US" dirty="0" err="1"/>
              <a:t>G_augment</a:t>
            </a:r>
            <a:r>
              <a:rPr lang="en-US" dirty="0"/>
              <a:t>), neural network </a:t>
            </a:r>
            <a:r>
              <a:rPr lang="el-GR" dirty="0"/>
              <a:t>Δ </a:t>
            </a:r>
            <a:r>
              <a:rPr lang="en-US" dirty="0"/>
              <a:t>block </a:t>
            </a:r>
          </a:p>
          <a:p>
            <a:pPr marL="0" indent="0">
              <a:buNone/>
            </a:pPr>
            <a:r>
              <a:rPr lang="en-US" dirty="0"/>
              <a:t>Drenth (2025): Direct LPV-LFR identification method - gradient-based joint estimation on trajectory data </a:t>
            </a:r>
          </a:p>
          <a:p>
            <a:pPr marL="0" indent="0">
              <a:buNone/>
            </a:pPr>
            <a:r>
              <a:rPr lang="en-US" dirty="0" err="1"/>
              <a:t>Kessels</a:t>
            </a:r>
            <a:r>
              <a:rPr lang="en-US" dirty="0"/>
              <a:t> (2025): ASMPT wafer stage precedent for NN architecture guidance </a:t>
            </a:r>
          </a:p>
        </p:txBody>
      </p:sp>
    </p:spTree>
    <p:extLst>
      <p:ext uri="{BB962C8B-B14F-4D97-AF65-F5344CB8AC3E}">
        <p14:creationId xmlns:p14="http://schemas.microsoft.com/office/powerpoint/2010/main" val="27264307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A89EA-4E7D-2390-789F-20341A287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425A8-BD2D-C64F-2AD6-D779922D0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Plan – Aspect 3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5EFD2-6794-50B8-DEB8-B0EB44CDD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A3: Identifiability preservation</a:t>
            </a:r>
          </a:p>
          <a:p>
            <a:pPr marL="0" indent="0">
              <a:buNone/>
            </a:pPr>
            <a:r>
              <a:rPr lang="en-US" dirty="0"/>
              <a:t>How can parameter identifiability be maintained during data-driven augmentation, compared to unconstrained approaches?  </a:t>
            </a:r>
          </a:p>
        </p:txBody>
      </p:sp>
    </p:spTree>
    <p:extLst>
      <p:ext uri="{BB962C8B-B14F-4D97-AF65-F5344CB8AC3E}">
        <p14:creationId xmlns:p14="http://schemas.microsoft.com/office/powerpoint/2010/main" val="42379956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99B44-4660-B794-9AE1-AF3A94660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FCF38-81E4-0640-0C31-62B4E5AC0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Plan – Aspect 4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03E58-A290-32CE-B9A9-783AB7E29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A4: Model generalization</a:t>
            </a:r>
          </a:p>
          <a:p>
            <a:pPr marL="0" indent="0">
              <a:buNone/>
            </a:pPr>
            <a:r>
              <a:rPr lang="en-US" dirty="0"/>
              <a:t>How will model performance be validated on (</a:t>
            </a:r>
            <a:r>
              <a:rPr lang="en-US" dirty="0" err="1"/>
              <a:t>i</a:t>
            </a:r>
            <a:r>
              <a:rPr lang="en-US" dirty="0"/>
              <a:t>) untrained operating points and (ii) untrained motion profiles within the operational range?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2410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922FA-98D7-2929-D27F-810CECE6E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current and next week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79DB8-2509-8E4F-14E4-B0B6B2FE7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 the research plan for feedback</a:t>
            </a:r>
          </a:p>
          <a:p>
            <a:r>
              <a:rPr lang="en-US" dirty="0"/>
              <a:t>Next week</a:t>
            </a:r>
          </a:p>
          <a:p>
            <a:pPr lvl="1"/>
            <a:r>
              <a:rPr lang="en-US" dirty="0"/>
              <a:t>Start with phase 2: will first focus on converting physical model and simulation.</a:t>
            </a:r>
          </a:p>
        </p:txBody>
      </p:sp>
    </p:spTree>
    <p:extLst>
      <p:ext uri="{BB962C8B-B14F-4D97-AF65-F5344CB8AC3E}">
        <p14:creationId xmlns:p14="http://schemas.microsoft.com/office/powerpoint/2010/main" val="4133975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863</TotalTime>
  <Words>2206</Words>
  <Application>Microsoft Office PowerPoint</Application>
  <PresentationFormat>Widescreen</PresentationFormat>
  <Paragraphs>321</Paragraphs>
  <Slides>22</Slides>
  <Notes>17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Wingdings</vt:lpstr>
      <vt:lpstr>Office Theme</vt:lpstr>
      <vt:lpstr>Meeting Week 6</vt:lpstr>
      <vt:lpstr>Last week summary</vt:lpstr>
      <vt:lpstr>Plant modeling instead of  Feedforward inversion</vt:lpstr>
      <vt:lpstr>Research Plan - Background</vt:lpstr>
      <vt:lpstr>Industrial Context &amp; Requirements</vt:lpstr>
      <vt:lpstr>Dual-Gantry System Challenges</vt:lpstr>
      <vt:lpstr>Current Industrial Practice (ASMPT Baseline)</vt:lpstr>
      <vt:lpstr>Grey-Box justification</vt:lpstr>
      <vt:lpstr>Grey-Box Identifiability Problem</vt:lpstr>
      <vt:lpstr>Solution Framework / Research Gap</vt:lpstr>
      <vt:lpstr>Research Plan - Overview</vt:lpstr>
      <vt:lpstr>Research Plan – Research questions</vt:lpstr>
      <vt:lpstr>Research Plan – Aspects</vt:lpstr>
      <vt:lpstr>Research Plan – Aspect 1</vt:lpstr>
      <vt:lpstr>Research Plan – Aspect 1</vt:lpstr>
      <vt:lpstr>Research Plan – Aspect 1</vt:lpstr>
      <vt:lpstr>Feedback ASMPT FP-LPV</vt:lpstr>
      <vt:lpstr>Research Plan – Aspect 2</vt:lpstr>
      <vt:lpstr>Research Plan – Aspect 2</vt:lpstr>
      <vt:lpstr>Research Plan – Aspect 3</vt:lpstr>
      <vt:lpstr>Research Plan – Aspect 4</vt:lpstr>
      <vt:lpstr>Outline current and 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Hoekstra, Jan</dc:creator>
  <cp:lastModifiedBy>Berg, Dirk van den</cp:lastModifiedBy>
  <cp:revision>1</cp:revision>
  <dcterms:created xsi:type="dcterms:W3CDTF">2026-02-02T15:14:22Z</dcterms:created>
  <dcterms:modified xsi:type="dcterms:W3CDTF">2026-03-09T22:26:37Z</dcterms:modified>
</cp:coreProperties>
</file>