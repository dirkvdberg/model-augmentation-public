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0"/>
  </p:notesMasterIdLst>
  <p:sldIdLst>
    <p:sldId id="257" r:id="rId2"/>
    <p:sldId id="321" r:id="rId3"/>
    <p:sldId id="323" r:id="rId4"/>
    <p:sldId id="311" r:id="rId5"/>
    <p:sldId id="316" r:id="rId6"/>
    <p:sldId id="314" r:id="rId7"/>
    <p:sldId id="313" r:id="rId8"/>
    <p:sldId id="324" r:id="rId9"/>
    <p:sldId id="325" r:id="rId10"/>
    <p:sldId id="326" r:id="rId11"/>
    <p:sldId id="319" r:id="rId12"/>
    <p:sldId id="327" r:id="rId13"/>
    <p:sldId id="328" r:id="rId14"/>
    <p:sldId id="320" r:id="rId15"/>
    <p:sldId id="318" r:id="rId16"/>
    <p:sldId id="263" r:id="rId17"/>
    <p:sldId id="322" r:id="rId18"/>
    <p:sldId id="261" r:id="rId1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1F4BB-CD85-4313-9F34-21B5DBD171B1}" v="41" dt="2026-03-30T07:35:01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1373" autoAdjust="0"/>
  </p:normalViewPr>
  <p:slideViewPr>
    <p:cSldViewPr snapToGrid="0">
      <p:cViewPr varScale="1">
        <p:scale>
          <a:sx n="59" d="100"/>
          <a:sy n="59" d="100"/>
        </p:scale>
        <p:origin x="152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3-30T07:36:44.881" v="3454" actId="20577"/>
      <pc:docMkLst>
        <pc:docMk/>
      </pc:docMkLst>
      <pc:sldChg chg="delSp modSp mod">
        <pc:chgData name="Berg, Dirk van den" userId="035ecb32-01d9-4b47-a105-eacf059a4647" providerId="ADAL" clId="{F7FF961E-CF96-44AC-93C2-93612F62D46D}" dt="2026-03-23T08:16:11.971" v="2621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3-22T19:07:16.259" v="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3-23T08:16:11.971" v="2621" actId="6549"/>
          <ac:spMkLst>
            <pc:docMk/>
            <pc:sldMk cId="2679595137" sldId="257"/>
            <ac:spMk id="3" creationId="{DAAEF679-3C39-E36C-B710-9B50CBAE487E}"/>
          </ac:spMkLst>
        </pc:spChg>
      </pc:sldChg>
      <pc:sldChg chg="modSp mod">
        <pc:chgData name="Berg, Dirk van den" userId="035ecb32-01d9-4b47-a105-eacf059a4647" providerId="ADAL" clId="{F7FF961E-CF96-44AC-93C2-93612F62D46D}" dt="2026-03-23T08:06:26.686" v="2620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3-23T08:06:26.686" v="2620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3-23T08:53:44.050" v="3241" actId="729"/>
        <pc:sldMkLst>
          <pc:docMk/>
          <pc:sldMk cId="926619221" sldId="263"/>
        </pc:sldMkLst>
        <pc:spChg chg="mod">
          <ac:chgData name="Berg, Dirk van den" userId="035ecb32-01d9-4b47-a105-eacf059a4647" providerId="ADAL" clId="{F7FF961E-CF96-44AC-93C2-93612F62D46D}" dt="2026-03-23T08:33:05.035" v="3103" actId="20577"/>
          <ac:spMkLst>
            <pc:docMk/>
            <pc:sldMk cId="926619221" sldId="263"/>
            <ac:spMk id="2" creationId="{E1BDB259-CE89-969E-8670-7CA1E0977D6A}"/>
          </ac:spMkLst>
        </pc:spChg>
        <pc:spChg chg="mod">
          <ac:chgData name="Berg, Dirk van den" userId="035ecb32-01d9-4b47-a105-eacf059a4647" providerId="ADAL" clId="{F7FF961E-CF96-44AC-93C2-93612F62D46D}" dt="2026-03-23T08:36:32.526" v="3113" actId="20577"/>
          <ac:spMkLst>
            <pc:docMk/>
            <pc:sldMk cId="926619221" sldId="263"/>
            <ac:spMk id="3" creationId="{394B1E3C-2512-949F-52EE-A320BB3BAD51}"/>
          </ac:spMkLst>
        </pc:spChg>
      </pc:sldChg>
      <pc:sldChg chg="modSp add mod ord">
        <pc:chgData name="Berg, Dirk van den" userId="035ecb32-01d9-4b47-a105-eacf059a4647" providerId="ADAL" clId="{F7FF961E-CF96-44AC-93C2-93612F62D46D}" dt="2026-03-23T08:01:30.716" v="2260" actId="20577"/>
        <pc:sldMkLst>
          <pc:docMk/>
          <pc:sldMk cId="1880778634" sldId="311"/>
        </pc:sldMkLst>
        <pc:graphicFrameChg chg="mod modGraphic">
          <ac:chgData name="Berg, Dirk van den" userId="035ecb32-01d9-4b47-a105-eacf059a4647" providerId="ADAL" clId="{F7FF961E-CF96-44AC-93C2-93612F62D46D}" dt="2026-03-23T08:01:30.716" v="2260" actId="20577"/>
          <ac:graphicFrameMkLst>
            <pc:docMk/>
            <pc:sldMk cId="1880778634" sldId="311"/>
            <ac:graphicFrameMk id="4" creationId="{A87CE077-56E4-3FA2-B055-636805901562}"/>
          </ac:graphicFrameMkLst>
        </pc:graphicFrameChg>
      </pc:sldChg>
      <pc:sldChg chg="add">
        <pc:chgData name="Berg, Dirk van den" userId="035ecb32-01d9-4b47-a105-eacf059a4647" providerId="ADAL" clId="{F7FF961E-CF96-44AC-93C2-93612F62D46D}" dt="2026-03-22T19:11:39.033" v="402"/>
        <pc:sldMkLst>
          <pc:docMk/>
          <pc:sldMk cId="96538938" sldId="313"/>
        </pc:sldMkLst>
      </pc:sldChg>
      <pc:sldChg chg="add">
        <pc:chgData name="Berg, Dirk van den" userId="035ecb32-01d9-4b47-a105-eacf059a4647" providerId="ADAL" clId="{F7FF961E-CF96-44AC-93C2-93612F62D46D}" dt="2026-03-22T19:11:39.033" v="402"/>
        <pc:sldMkLst>
          <pc:docMk/>
          <pc:sldMk cId="4048419274" sldId="314"/>
        </pc:sldMkLst>
      </pc:sldChg>
      <pc:sldChg chg="modSp add mod">
        <pc:chgData name="Berg, Dirk van den" userId="035ecb32-01d9-4b47-a105-eacf059a4647" providerId="ADAL" clId="{F7FF961E-CF96-44AC-93C2-93612F62D46D}" dt="2026-03-23T08:21:38.137" v="2732" actId="20577"/>
        <pc:sldMkLst>
          <pc:docMk/>
          <pc:sldMk cId="1980448645" sldId="316"/>
        </pc:sldMkLst>
        <pc:spChg chg="mod">
          <ac:chgData name="Berg, Dirk van den" userId="035ecb32-01d9-4b47-a105-eacf059a4647" providerId="ADAL" clId="{F7FF961E-CF96-44AC-93C2-93612F62D46D}" dt="2026-03-23T08:21:38.137" v="2732" actId="20577"/>
          <ac:spMkLst>
            <pc:docMk/>
            <pc:sldMk cId="1980448645" sldId="316"/>
            <ac:spMk id="3" creationId="{848FEAE1-63FF-42C1-5749-BFAD40B0669A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3-23T08:37:17.490" v="3120" actId="729"/>
        <pc:sldMkLst>
          <pc:docMk/>
          <pc:sldMk cId="3679136569" sldId="318"/>
        </pc:sldMkLst>
        <pc:spChg chg="mod">
          <ac:chgData name="Berg, Dirk van den" userId="035ecb32-01d9-4b47-a105-eacf059a4647" providerId="ADAL" clId="{F7FF961E-CF96-44AC-93C2-93612F62D46D}" dt="2026-03-22T19:15:42.623" v="786" actId="20577"/>
          <ac:spMkLst>
            <pc:docMk/>
            <pc:sldMk cId="3679136569" sldId="318"/>
            <ac:spMk id="3" creationId="{559D1020-FAC1-33B6-059D-83E0A8180602}"/>
          </ac:spMkLst>
        </pc:spChg>
      </pc:sldChg>
      <pc:sldChg chg="addSp delSp modSp new mod ord modNotesTx">
        <pc:chgData name="Berg, Dirk van den" userId="035ecb32-01d9-4b47-a105-eacf059a4647" providerId="ADAL" clId="{F7FF961E-CF96-44AC-93C2-93612F62D46D}" dt="2026-03-30T07:36:44.881" v="3454" actId="20577"/>
        <pc:sldMkLst>
          <pc:docMk/>
          <pc:sldMk cId="2692577926" sldId="319"/>
        </pc:sldMkLst>
        <pc:spChg chg="mod">
          <ac:chgData name="Berg, Dirk van den" userId="035ecb32-01d9-4b47-a105-eacf059a4647" providerId="ADAL" clId="{F7FF961E-CF96-44AC-93C2-93612F62D46D}" dt="2026-03-23T08:53:15.195" v="3237" actId="1076"/>
          <ac:spMkLst>
            <pc:docMk/>
            <pc:sldMk cId="2692577926" sldId="319"/>
            <ac:spMk id="2" creationId="{C305E827-3185-EED0-EA98-07C8AC2CA275}"/>
          </ac:spMkLst>
        </pc:spChg>
        <pc:graphicFrameChg chg="add mod modGraphic">
          <ac:chgData name="Berg, Dirk van den" userId="035ecb32-01d9-4b47-a105-eacf059a4647" providerId="ADAL" clId="{F7FF961E-CF96-44AC-93C2-93612F62D46D}" dt="2026-03-30T07:35:01.349" v="3453"/>
          <ac:graphicFrameMkLst>
            <pc:docMk/>
            <pc:sldMk cId="2692577926" sldId="319"/>
            <ac:graphicFrameMk id="11" creationId="{C4CAA8E3-7DF2-BD1A-FA1E-FDC294F3B737}"/>
          </ac:graphicFrameMkLst>
        </pc:graphicFrameChg>
        <pc:graphicFrameChg chg="add mod modGraphic">
          <ac:chgData name="Berg, Dirk van den" userId="035ecb32-01d9-4b47-a105-eacf059a4647" providerId="ADAL" clId="{F7FF961E-CF96-44AC-93C2-93612F62D46D}" dt="2026-03-30T07:27:32.415" v="3397" actId="20577"/>
          <ac:graphicFrameMkLst>
            <pc:docMk/>
            <pc:sldMk cId="2692577926" sldId="319"/>
            <ac:graphicFrameMk id="12" creationId="{353F87D1-8DA2-6BEE-62ED-4F674AF2017B}"/>
          </ac:graphicFrameMkLst>
        </pc:graphicFrameChg>
        <pc:picChg chg="add mod">
          <ac:chgData name="Berg, Dirk van den" userId="035ecb32-01d9-4b47-a105-eacf059a4647" providerId="ADAL" clId="{F7FF961E-CF96-44AC-93C2-93612F62D46D}" dt="2026-03-23T08:53:10.513" v="3236" actId="1076"/>
          <ac:picMkLst>
            <pc:docMk/>
            <pc:sldMk cId="2692577926" sldId="319"/>
            <ac:picMk id="5" creationId="{9A3BC354-1D7A-BD04-CD47-CE8C36BDA5E6}"/>
          </ac:picMkLst>
        </pc:picChg>
      </pc:sldChg>
      <pc:sldChg chg="modSp new mod ord modShow">
        <pc:chgData name="Berg, Dirk van den" userId="035ecb32-01d9-4b47-a105-eacf059a4647" providerId="ADAL" clId="{F7FF961E-CF96-44AC-93C2-93612F62D46D}" dt="2026-03-23T08:53:38.915" v="3240" actId="729"/>
        <pc:sldMkLst>
          <pc:docMk/>
          <pc:sldMk cId="641485396" sldId="320"/>
        </pc:sldMkLst>
        <pc:spChg chg="mod">
          <ac:chgData name="Berg, Dirk van den" userId="035ecb32-01d9-4b47-a105-eacf059a4647" providerId="ADAL" clId="{F7FF961E-CF96-44AC-93C2-93612F62D46D}" dt="2026-03-22T19:20:14.639" v="824" actId="20577"/>
          <ac:spMkLst>
            <pc:docMk/>
            <pc:sldMk cId="641485396" sldId="320"/>
            <ac:spMk id="2" creationId="{7ED34CEC-8CFF-84DA-2E96-0AF2F6F7A50B}"/>
          </ac:spMkLst>
        </pc:spChg>
        <pc:spChg chg="mod">
          <ac:chgData name="Berg, Dirk van den" userId="035ecb32-01d9-4b47-a105-eacf059a4647" providerId="ADAL" clId="{F7FF961E-CF96-44AC-93C2-93612F62D46D}" dt="2026-03-22T19:21:14.344" v="1091" actId="5793"/>
          <ac:spMkLst>
            <pc:docMk/>
            <pc:sldMk cId="641485396" sldId="320"/>
            <ac:spMk id="3" creationId="{1201A457-4689-5F48-AD13-9404F75E6651}"/>
          </ac:spMkLst>
        </pc:spChg>
      </pc:sldChg>
      <pc:sldChg chg="modSp new mod">
        <pc:chgData name="Berg, Dirk van den" userId="035ecb32-01d9-4b47-a105-eacf059a4647" providerId="ADAL" clId="{F7FF961E-CF96-44AC-93C2-93612F62D46D}" dt="2026-03-23T07:58:53.569" v="2255" actId="20577"/>
        <pc:sldMkLst>
          <pc:docMk/>
          <pc:sldMk cId="901888525" sldId="321"/>
        </pc:sldMkLst>
        <pc:spChg chg="mod">
          <ac:chgData name="Berg, Dirk van den" userId="035ecb32-01d9-4b47-a105-eacf059a4647" providerId="ADAL" clId="{F7FF961E-CF96-44AC-93C2-93612F62D46D}" dt="2026-03-23T07:42:33.813" v="1230" actId="20577"/>
          <ac:spMkLst>
            <pc:docMk/>
            <pc:sldMk cId="901888525" sldId="321"/>
            <ac:spMk id="2" creationId="{31CF0F7C-8CE1-3CD8-300D-C8E57781EA64}"/>
          </ac:spMkLst>
        </pc:spChg>
        <pc:spChg chg="mod">
          <ac:chgData name="Berg, Dirk van den" userId="035ecb32-01d9-4b47-a105-eacf059a4647" providerId="ADAL" clId="{F7FF961E-CF96-44AC-93C2-93612F62D46D}" dt="2026-03-23T07:58:53.569" v="2255" actId="20577"/>
          <ac:spMkLst>
            <pc:docMk/>
            <pc:sldMk cId="901888525" sldId="321"/>
            <ac:spMk id="3" creationId="{3117B37C-F94A-D01F-B8FA-B4AAC6FB350D}"/>
          </ac:spMkLst>
        </pc:spChg>
      </pc:sldChg>
      <pc:sldChg chg="modSp new mod ord">
        <pc:chgData name="Berg, Dirk van den" userId="035ecb32-01d9-4b47-a105-eacf059a4647" providerId="ADAL" clId="{F7FF961E-CF96-44AC-93C2-93612F62D46D}" dt="2026-03-23T08:38:07.338" v="3136" actId="20577"/>
        <pc:sldMkLst>
          <pc:docMk/>
          <pc:sldMk cId="2452716630" sldId="322"/>
        </pc:sldMkLst>
        <pc:spChg chg="mod">
          <ac:chgData name="Berg, Dirk van den" userId="035ecb32-01d9-4b47-a105-eacf059a4647" providerId="ADAL" clId="{F7FF961E-CF96-44AC-93C2-93612F62D46D}" dt="2026-03-23T08:32:21.717" v="3097" actId="20577"/>
          <ac:spMkLst>
            <pc:docMk/>
            <pc:sldMk cId="2452716630" sldId="322"/>
            <ac:spMk id="2" creationId="{CCAC4EB4-F751-0328-2BE8-CFFD6150CCC6}"/>
          </ac:spMkLst>
        </pc:spChg>
        <pc:spChg chg="mod">
          <ac:chgData name="Berg, Dirk van den" userId="035ecb32-01d9-4b47-a105-eacf059a4647" providerId="ADAL" clId="{F7FF961E-CF96-44AC-93C2-93612F62D46D}" dt="2026-03-23T08:38:07.338" v="3136" actId="20577"/>
          <ac:spMkLst>
            <pc:docMk/>
            <pc:sldMk cId="2452716630" sldId="322"/>
            <ac:spMk id="3" creationId="{EFC85BFC-CA7C-A8C5-8F18-5ECAEC427724}"/>
          </ac:spMkLst>
        </pc:spChg>
      </pc:sldChg>
      <pc:sldChg chg="modSp new mod">
        <pc:chgData name="Berg, Dirk van den" userId="035ecb32-01d9-4b47-a105-eacf059a4647" providerId="ADAL" clId="{F7FF961E-CF96-44AC-93C2-93612F62D46D}" dt="2026-03-23T08:19:17.697" v="2715" actId="20577"/>
        <pc:sldMkLst>
          <pc:docMk/>
          <pc:sldMk cId="433903818" sldId="323"/>
        </pc:sldMkLst>
        <pc:spChg chg="mod">
          <ac:chgData name="Berg, Dirk van den" userId="035ecb32-01d9-4b47-a105-eacf059a4647" providerId="ADAL" clId="{F7FF961E-CF96-44AC-93C2-93612F62D46D}" dt="2026-03-23T08:02:56.719" v="2294" actId="20577"/>
          <ac:spMkLst>
            <pc:docMk/>
            <pc:sldMk cId="433903818" sldId="323"/>
            <ac:spMk id="2" creationId="{7FE8E134-AFF4-EB4C-855B-D07C2C15E3DB}"/>
          </ac:spMkLst>
        </pc:spChg>
        <pc:spChg chg="mod">
          <ac:chgData name="Berg, Dirk van den" userId="035ecb32-01d9-4b47-a105-eacf059a4647" providerId="ADAL" clId="{F7FF961E-CF96-44AC-93C2-93612F62D46D}" dt="2026-03-23T08:19:17.697" v="2715" actId="20577"/>
          <ac:spMkLst>
            <pc:docMk/>
            <pc:sldMk cId="433903818" sldId="323"/>
            <ac:spMk id="3" creationId="{AEDC0ACA-AA57-E1C7-155F-7FDCB3207074}"/>
          </ac:spMkLst>
        </pc:spChg>
      </pc:sldChg>
      <pc:sldChg chg="modSp new mod modNotesTx">
        <pc:chgData name="Berg, Dirk van den" userId="035ecb32-01d9-4b47-a105-eacf059a4647" providerId="ADAL" clId="{F7FF961E-CF96-44AC-93C2-93612F62D46D}" dt="2026-03-23T08:30:08.258" v="3008" actId="207"/>
        <pc:sldMkLst>
          <pc:docMk/>
          <pc:sldMk cId="3765271082" sldId="324"/>
        </pc:sldMkLst>
        <pc:spChg chg="mod">
          <ac:chgData name="Berg, Dirk van den" userId="035ecb32-01d9-4b47-a105-eacf059a4647" providerId="ADAL" clId="{F7FF961E-CF96-44AC-93C2-93612F62D46D}" dt="2026-03-23T08:22:15.530" v="2743" actId="20577"/>
          <ac:spMkLst>
            <pc:docMk/>
            <pc:sldMk cId="3765271082" sldId="324"/>
            <ac:spMk id="2" creationId="{5EE0E0D9-6881-6A44-DEF4-61082CDD3BFF}"/>
          </ac:spMkLst>
        </pc:spChg>
        <pc:spChg chg="mod">
          <ac:chgData name="Berg, Dirk van den" userId="035ecb32-01d9-4b47-a105-eacf059a4647" providerId="ADAL" clId="{F7FF961E-CF96-44AC-93C2-93612F62D46D}" dt="2026-03-23T08:30:08.258" v="3008" actId="207"/>
          <ac:spMkLst>
            <pc:docMk/>
            <pc:sldMk cId="3765271082" sldId="324"/>
            <ac:spMk id="3" creationId="{8774A4CC-B122-3BF2-1F76-E2CC9ED891CB}"/>
          </ac:spMkLst>
        </pc:spChg>
      </pc:sldChg>
      <pc:sldChg chg="modSp add mod">
        <pc:chgData name="Berg, Dirk van den" userId="035ecb32-01d9-4b47-a105-eacf059a4647" providerId="ADAL" clId="{F7FF961E-CF96-44AC-93C2-93612F62D46D}" dt="2026-03-23T08:54:27.632" v="3351" actId="20577"/>
        <pc:sldMkLst>
          <pc:docMk/>
          <pc:sldMk cId="2705895846" sldId="325"/>
        </pc:sldMkLst>
        <pc:spChg chg="mod">
          <ac:chgData name="Berg, Dirk van den" userId="035ecb32-01d9-4b47-a105-eacf059a4647" providerId="ADAL" clId="{F7FF961E-CF96-44AC-93C2-93612F62D46D}" dt="2026-03-23T08:54:27.632" v="3351" actId="20577"/>
          <ac:spMkLst>
            <pc:docMk/>
            <pc:sldMk cId="2705895846" sldId="325"/>
            <ac:spMk id="3" creationId="{8BAE6A04-48EA-0793-A7A0-55CAE5D550CA}"/>
          </ac:spMkLst>
        </pc:spChg>
      </pc:sldChg>
      <pc:sldChg chg="addSp modSp new mod modNotesTx">
        <pc:chgData name="Berg, Dirk van den" userId="035ecb32-01d9-4b47-a105-eacf059a4647" providerId="ADAL" clId="{F7FF961E-CF96-44AC-93C2-93612F62D46D}" dt="2026-03-23T08:44:27.594" v="3193" actId="20577"/>
        <pc:sldMkLst>
          <pc:docMk/>
          <pc:sldMk cId="716486223" sldId="326"/>
        </pc:sldMkLst>
        <pc:spChg chg="mod">
          <ac:chgData name="Berg, Dirk van den" userId="035ecb32-01d9-4b47-a105-eacf059a4647" providerId="ADAL" clId="{F7FF961E-CF96-44AC-93C2-93612F62D46D}" dt="2026-03-23T08:40:01.363" v="3158" actId="20577"/>
          <ac:spMkLst>
            <pc:docMk/>
            <pc:sldMk cId="716486223" sldId="326"/>
            <ac:spMk id="2" creationId="{734C6BE2-8242-67FD-1A6F-8C0D2BB3FCB8}"/>
          </ac:spMkLst>
        </pc:spChg>
        <pc:spChg chg="mod">
          <ac:chgData name="Berg, Dirk van den" userId="035ecb32-01d9-4b47-a105-eacf059a4647" providerId="ADAL" clId="{F7FF961E-CF96-44AC-93C2-93612F62D46D}" dt="2026-03-23T08:40:54.418" v="3182" actId="14100"/>
          <ac:spMkLst>
            <pc:docMk/>
            <pc:sldMk cId="716486223" sldId="326"/>
            <ac:spMk id="3" creationId="{29FA366E-4CF9-BCAF-EA80-932FFBF0F0A2}"/>
          </ac:spMkLst>
        </pc:spChg>
        <pc:picChg chg="add mod">
          <ac:chgData name="Berg, Dirk van den" userId="035ecb32-01d9-4b47-a105-eacf059a4647" providerId="ADAL" clId="{F7FF961E-CF96-44AC-93C2-93612F62D46D}" dt="2026-03-23T08:41:02.830" v="3185" actId="1076"/>
          <ac:picMkLst>
            <pc:docMk/>
            <pc:sldMk cId="716486223" sldId="326"/>
            <ac:picMk id="4" creationId="{11DA8282-2A73-418E-C209-8CFFFF67821C}"/>
          </ac:picMkLst>
        </pc:picChg>
      </pc:sldChg>
      <pc:sldChg chg="addSp delSp modSp new mod modShow">
        <pc:chgData name="Berg, Dirk van den" userId="035ecb32-01d9-4b47-a105-eacf059a4647" providerId="ADAL" clId="{F7FF961E-CF96-44AC-93C2-93612F62D46D}" dt="2026-03-23T08:53:30.233" v="3239" actId="729"/>
        <pc:sldMkLst>
          <pc:docMk/>
          <pc:sldMk cId="3464646496" sldId="327"/>
        </pc:sldMkLst>
        <pc:graphicFrameChg chg="add mod ord modGraphic">
          <ac:chgData name="Berg, Dirk van den" userId="035ecb32-01d9-4b47-a105-eacf059a4647" providerId="ADAL" clId="{F7FF961E-CF96-44AC-93C2-93612F62D46D}" dt="2026-03-23T08:52:11.270" v="3221" actId="20577"/>
          <ac:graphicFrameMkLst>
            <pc:docMk/>
            <pc:sldMk cId="3464646496" sldId="327"/>
            <ac:graphicFrameMk id="4" creationId="{9A0A1C04-C9C6-E040-B152-7C55E89A252C}"/>
          </ac:graphicFrameMkLst>
        </pc:graphicFrameChg>
      </pc:sldChg>
      <pc:sldChg chg="addSp delSp modSp new mod modShow">
        <pc:chgData name="Berg, Dirk van den" userId="035ecb32-01d9-4b47-a105-eacf059a4647" providerId="ADAL" clId="{F7FF961E-CF96-44AC-93C2-93612F62D46D}" dt="2026-03-23T08:53:30.233" v="3239" actId="729"/>
        <pc:sldMkLst>
          <pc:docMk/>
          <pc:sldMk cId="1954774742" sldId="328"/>
        </pc:sldMkLst>
        <pc:graphicFrameChg chg="add mod ord modGraphic">
          <ac:chgData name="Berg, Dirk van den" userId="035ecb32-01d9-4b47-a105-eacf059a4647" providerId="ADAL" clId="{F7FF961E-CF96-44AC-93C2-93612F62D46D}" dt="2026-03-23T08:51:31.203" v="3209" actId="20577"/>
          <ac:graphicFrameMkLst>
            <pc:docMk/>
            <pc:sldMk cId="1954774742" sldId="328"/>
            <ac:graphicFrameMk id="4" creationId="{B3FFE11C-EEEF-12BE-9C39-1FB7598C3DB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05330-7DD4-408D-A56B-51A53E52836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207B9-7180-4977-81FC-EE4E1812137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7466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215C62-194B-4A39-BA35-EE74F01A3994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193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So the errorless property does not strictly apply.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1090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6282-3FF1-0E6A-CEB6-E841440D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562434-C79B-71FA-E032-931E6D693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F1C5D-866D-6878-C375-645B2F415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So the errorless property does not strictly apply.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BCD28-7426-5342-3982-724A0419D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31870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What "rational entries in Y" means:                                                                            </a:t>
            </a:r>
          </a:p>
          <a:p>
            <a:r>
              <a:rPr lang="en-US" dirty="0"/>
              <a:t>  M(Y) is a polynomial in Y (entries have Y and Y² terms). When you invert it, M(Y)⁻¹ = adj(M(Y)) / det(M(Y)) </a:t>
            </a:r>
          </a:p>
          <a:p>
            <a:r>
              <a:rPr lang="en-US" dirty="0"/>
              <a:t>so every entry becomes a fraction: a polynomial divided by a polynomial. That's what "rational" means.    </a:t>
            </a:r>
          </a:p>
          <a:p>
            <a:endParaRPr lang="en-US" dirty="0"/>
          </a:p>
          <a:p>
            <a:r>
              <a:rPr lang="en-US" dirty="0"/>
              <a:t>  For example, one entry might look like:</a:t>
            </a:r>
          </a:p>
          <a:p>
            <a:endParaRPr lang="en-US" dirty="0"/>
          </a:p>
          <a:p>
            <a:r>
              <a:rPr lang="en-US" dirty="0"/>
              <a:t>  $$\frac{a_0 + a_1 Y + a_2 Y^2}{b_0 + b_1 Y + b_2 Y^2}$$</a:t>
            </a:r>
          </a:p>
          <a:p>
            <a:endParaRPr lang="en-US" dirty="0"/>
          </a:p>
          <a:p>
            <a:r>
              <a:rPr lang="en-US" dirty="0"/>
              <a:t>  What "affine LPV-SS is insufficient" means:</a:t>
            </a:r>
          </a:p>
          <a:p>
            <a:endParaRPr lang="en-US" dirty="0"/>
          </a:p>
          <a:p>
            <a:r>
              <a:rPr lang="en-US" dirty="0"/>
              <a:t>  An affine LPV model has the form:</a:t>
            </a:r>
          </a:p>
          <a:p>
            <a:endParaRPr lang="en-US" dirty="0"/>
          </a:p>
          <a:p>
            <a:r>
              <a:rPr lang="en-US" dirty="0"/>
              <a:t>  $$A(Y) = A_0 + Y \</a:t>
            </a:r>
            <a:r>
              <a:rPr lang="en-US" dirty="0" err="1"/>
              <a:t>cdot</a:t>
            </a:r>
            <a:r>
              <a:rPr lang="en-US" dirty="0"/>
              <a:t> A_1$$</a:t>
            </a:r>
          </a:p>
          <a:p>
            <a:endParaRPr lang="en-US" dirty="0"/>
          </a:p>
          <a:p>
            <a:r>
              <a:rPr lang="en-US" dirty="0"/>
              <a:t>linear in Y, no fractions. You can't write a fraction exactly as a polynomial. So affine LPV-SS cannot    </a:t>
            </a:r>
          </a:p>
          <a:p>
            <a:r>
              <a:rPr lang="en-US" dirty="0"/>
              <a:t>  exactly represent </a:t>
            </a:r>
            <a:r>
              <a:rPr lang="en-US" dirty="0" err="1"/>
              <a:t>A_c</a:t>
            </a:r>
            <a:r>
              <a:rPr lang="en-US" dirty="0"/>
              <a:t>(Y) = [[-M(Y)⁻¹K, -M(Y)⁻¹C], ...].</a:t>
            </a:r>
          </a:p>
          <a:p>
            <a:endParaRPr lang="en-US" dirty="0"/>
          </a:p>
          <a:p>
            <a:r>
              <a:rPr lang="en-US" dirty="0"/>
              <a:t>  Why LFR solves this:</a:t>
            </a:r>
          </a:p>
          <a:p>
            <a:endParaRPr lang="en-US" dirty="0"/>
          </a:p>
          <a:p>
            <a:r>
              <a:rPr lang="en-US" dirty="0"/>
              <a:t>  LFR can represent rational dependence exactly by putting Y in a feedback loop with a constant matrix </a:t>
            </a:r>
            <a:r>
              <a:rPr lang="en-US" dirty="0" err="1"/>
              <a:t>G^b</a:t>
            </a:r>
            <a:r>
              <a:rPr lang="en-US" dirty="0"/>
              <a:t>.   </a:t>
            </a:r>
          </a:p>
          <a:p>
            <a:r>
              <a:rPr lang="en-US" dirty="0"/>
              <a:t>  The feedback structure naturally produces fractions, just like (I - </a:t>
            </a:r>
            <a:r>
              <a:rPr lang="en-US" dirty="0" err="1"/>
              <a:t>D_zw·Δ</a:t>
            </a:r>
            <a:r>
              <a:rPr lang="en-US" dirty="0"/>
              <a:t>)⁻¹ produces rational functions  </a:t>
            </a:r>
          </a:p>
          <a:p>
            <a:r>
              <a:rPr lang="en-US" dirty="0"/>
              <a:t>  of Y.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50917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207B9-7180-4977-81FC-EE4E1812137E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225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29/03/2026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8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pPr lvl="1"/>
            <a:r>
              <a:rPr lang="en-US" dirty="0"/>
              <a:t>Discussed research plan</a:t>
            </a:r>
          </a:p>
          <a:p>
            <a:r>
              <a:rPr lang="en-US" dirty="0"/>
              <a:t>Simulation FP baseline</a:t>
            </a:r>
          </a:p>
          <a:p>
            <a:pPr lvl="1"/>
            <a:r>
              <a:rPr lang="en-US" dirty="0"/>
              <a:t>Frozen LTI</a:t>
            </a:r>
          </a:p>
          <a:p>
            <a:pPr lvl="1"/>
            <a:r>
              <a:rPr lang="en-US" dirty="0"/>
              <a:t>LPV-DT</a:t>
            </a:r>
          </a:p>
          <a:p>
            <a:pPr lvl="1"/>
            <a:r>
              <a:rPr lang="en-US" dirty="0"/>
              <a:t>Feedforward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0F7C-8CE1-3CD8-300D-C8E57781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in the process?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B37C-F94A-D01F-B8FA-B4AAC6FB3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augmentation adjust FP model</a:t>
            </a:r>
          </a:p>
          <a:p>
            <a:pPr lvl="1"/>
            <a:r>
              <a:rPr lang="en-US" dirty="0"/>
              <a:t>Jasper provided in MATLAB model of the dual-gantry system based on the García paper</a:t>
            </a:r>
          </a:p>
          <a:p>
            <a:pPr lvl="2"/>
            <a:r>
              <a:rPr lang="en-US" dirty="0"/>
              <a:t>Needs to be converted to Python to work with Jan’s augmentation code</a:t>
            </a:r>
          </a:p>
          <a:p>
            <a:pPr lvl="2"/>
            <a:r>
              <a:rPr lang="en-US" dirty="0"/>
              <a:t>Needs to be adjusted to LPV format. Currently already has Y scheduling in the mass matrix M(Y)</a:t>
            </a:r>
          </a:p>
          <a:p>
            <a:pPr lvl="2"/>
            <a:r>
              <a:rPr lang="en-US" dirty="0"/>
              <a:t>Needs to be converted to Discrete Time to work with augmentation code</a:t>
            </a:r>
          </a:p>
          <a:p>
            <a:pPr lvl="3"/>
            <a:r>
              <a:rPr lang="en-US" dirty="0"/>
              <a:t>Augmentation framework in discrete time (needs to be able to do next-state mapping (x</a:t>
            </a:r>
            <a:r>
              <a:rPr lang="en-US" baseline="-25000" dirty="0"/>
              <a:t>k+1</a:t>
            </a:r>
            <a:r>
              <a:rPr lang="en-US" dirty="0"/>
              <a:t>))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0188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E134-AFF4-EB4C-855B-D07C2C15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model – García paper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C0ACA-AA57-E1C7-155F-7FDCB3207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Equations of Motion of Simplified Dual-Drive Gantry Stage (H-Type)</a:t>
            </a:r>
          </a:p>
          <a:p>
            <a:pPr lvl="1"/>
            <a:r>
              <a:rPr lang="en-US" dirty="0"/>
              <a:t>Simplified Equations of Motion: </a:t>
            </a:r>
          </a:p>
          <a:p>
            <a:pPr lvl="2"/>
            <a:r>
              <a:rPr lang="en-US" dirty="0"/>
              <a:t>M </a:t>
            </a:r>
            <a:r>
              <a:rPr lang="en-US" dirty="0" err="1"/>
              <a:t>ddq</a:t>
            </a:r>
            <a:r>
              <a:rPr lang="en-US" dirty="0"/>
              <a:t> + C </a:t>
            </a:r>
            <a:r>
              <a:rPr lang="en-US" dirty="0" err="1"/>
              <a:t>dq</a:t>
            </a:r>
            <a:r>
              <a:rPr lang="en-US" dirty="0"/>
              <a:t> + K q = f</a:t>
            </a:r>
          </a:p>
          <a:p>
            <a:pPr lvl="1"/>
            <a:r>
              <a:rPr lang="en-US" dirty="0"/>
              <a:t>Logical </a:t>
            </a:r>
            <a:r>
              <a:rPr lang="en-US" dirty="0" err="1"/>
              <a:t>cooridinates</a:t>
            </a:r>
            <a:r>
              <a:rPr lang="en-US" dirty="0"/>
              <a:t> derived from stage coordinates (X1, X2, Y):</a:t>
            </a:r>
          </a:p>
          <a:p>
            <a:pPr lvl="2"/>
            <a:r>
              <a:rPr lang="en-US" dirty="0"/>
              <a:t> q = [X, Theta, Y]^T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3390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3200-EA71-069F-ADB9-C65ED2A4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7CE077-56E4-3FA2-B055-636805901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7111709"/>
              </p:ext>
            </p:extLst>
          </p:nvPr>
        </p:nvGraphicFramePr>
        <p:xfrm>
          <a:off x="0" y="0"/>
          <a:ext cx="12192000" cy="7082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422">
                  <a:extLst>
                    <a:ext uri="{9D8B030D-6E8A-4147-A177-3AD203B41FA5}">
                      <a16:colId xmlns:a16="http://schemas.microsoft.com/office/drawing/2014/main" val="66384418"/>
                    </a:ext>
                  </a:extLst>
                </a:gridCol>
                <a:gridCol w="4910203">
                  <a:extLst>
                    <a:ext uri="{9D8B030D-6E8A-4147-A177-3AD203B41FA5}">
                      <a16:colId xmlns:a16="http://schemas.microsoft.com/office/drawing/2014/main" val="3386618917"/>
                    </a:ext>
                  </a:extLst>
                </a:gridCol>
                <a:gridCol w="2054268">
                  <a:extLst>
                    <a:ext uri="{9D8B030D-6E8A-4147-A177-3AD203B41FA5}">
                      <a16:colId xmlns:a16="http://schemas.microsoft.com/office/drawing/2014/main" val="2971768283"/>
                    </a:ext>
                  </a:extLst>
                </a:gridCol>
                <a:gridCol w="2037567">
                  <a:extLst>
                    <a:ext uri="{9D8B030D-6E8A-4147-A177-3AD203B41FA5}">
                      <a16:colId xmlns:a16="http://schemas.microsoft.com/office/drawing/2014/main" val="1512835976"/>
                    </a:ext>
                  </a:extLst>
                </a:gridCol>
                <a:gridCol w="1703540">
                  <a:extLst>
                    <a:ext uri="{9D8B030D-6E8A-4147-A177-3AD203B41FA5}">
                      <a16:colId xmlns:a16="http://schemas.microsoft.com/office/drawing/2014/main" val="2282793197"/>
                    </a:ext>
                  </a:extLst>
                </a:gridCol>
              </a:tblGrid>
              <a:tr h="415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Generalized coordinates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M(Y) updating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Coriolis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Coulomb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7790704"/>
                  </a:ext>
                </a:extLst>
              </a:tr>
              <a:tr h="1751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Full physical simulation (</a:t>
                      </a:r>
                      <a:r>
                        <a:rPr lang="en-US" dirty="0" err="1"/>
                        <a:t>Simscape</a:t>
                      </a:r>
                      <a:r>
                        <a:rPr lang="en-US" dirty="0"/>
                        <a:t>): masses, joints, actuators and friction elements connected as a network. All nonlinear effects are included automatically, no manual    simplification.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8436"/>
                  </a:ext>
                </a:extLst>
              </a:tr>
              <a:tr h="1800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Simplified math model: equations of motion solved continuously by ode45, inertia M(Y) updated at every integration step, velocity-dependent nonlinear terms (Coriolis) not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343482"/>
                  </a:ext>
                </a:extLst>
              </a:tr>
              <a:tr h="1162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Same as q1 but with the Coriolis terms included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342646"/>
                  </a:ext>
                </a:extLst>
              </a:tr>
              <a:tr h="17283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Frozen linear model: inertia fixed at Y = 0.3 m, stepped forward one sample at a time at 16 kHz, never updates with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38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77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9ED9-1E29-6928-53FF-4BFC719C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Frozen LTI baseline – Python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FEAE1-63FF-42C1-5749-BFAD40B06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Translated the MATLAB first-principles model into Python as a discrete-time state-space model. </a:t>
            </a:r>
          </a:p>
          <a:p>
            <a:pPr lvl="1"/>
            <a:r>
              <a:rPr lang="en-US" dirty="0"/>
              <a:t>The inertia matrix M is evaluated once at  the design operating point Y = 0.3 m and held constant; Frozen LTI baseline.                                                               </a:t>
            </a:r>
          </a:p>
          <a:p>
            <a:r>
              <a:rPr lang="en-US" dirty="0"/>
              <a:t>Compared it to:</a:t>
            </a:r>
          </a:p>
          <a:p>
            <a:pPr lvl="1"/>
            <a:r>
              <a:rPr lang="en-US" dirty="0"/>
              <a:t>q3 (MATLAB </a:t>
            </a:r>
            <a:r>
              <a:rPr lang="en-US" dirty="0" err="1"/>
              <a:t>lsim</a:t>
            </a:r>
            <a:r>
              <a:rPr lang="en-US" dirty="0"/>
              <a:t>): the same frozen linear model run in MATLAB. </a:t>
            </a:r>
          </a:p>
          <a:p>
            <a:pPr lvl="2"/>
            <a:r>
              <a:rPr lang="en-US" dirty="0"/>
              <a:t>Confirmation that Python translation is numerically identical to the MATLAB</a:t>
            </a:r>
          </a:p>
          <a:p>
            <a:pPr lvl="1"/>
            <a:r>
              <a:rPr lang="en-US" dirty="0"/>
              <a:t>q (</a:t>
            </a:r>
            <a:r>
              <a:rPr lang="en-US" dirty="0" err="1"/>
              <a:t>Simscape</a:t>
            </a:r>
            <a:r>
              <a:rPr lang="en-US" dirty="0"/>
              <a:t>): the full nonlinear physical simulation including Y-varying inertia, Coriolis, and Coulomb friction. Used as ground truth</a:t>
            </a:r>
          </a:p>
          <a:p>
            <a:pPr lvl="2"/>
            <a:r>
              <a:rPr lang="en-US" dirty="0"/>
              <a:t>Identification of gap between linear and nonlinear model</a:t>
            </a:r>
          </a:p>
        </p:txBody>
      </p:sp>
    </p:spTree>
    <p:extLst>
      <p:ext uri="{BB962C8B-B14F-4D97-AF65-F5344CB8AC3E}">
        <p14:creationId xmlns:p14="http://schemas.microsoft.com/office/powerpoint/2010/main" val="198044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0F89E-7317-E3F6-133B-B4D96BC2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75724-D280-83E7-083B-02EECD172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1CD23-686B-BF9F-4510-CF261D95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2192000" cy="592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1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D35F-2B68-1347-44D9-0F7596EA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Frozen LTI baseline – Python implementation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6587-DC98-2137-8458-2654B0619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Residuals (RMS and max absolute, in m):</a:t>
            </a:r>
          </a:p>
          <a:p>
            <a:pPr marL="0" indent="0">
              <a:buNone/>
            </a:pPr>
            <a:r>
              <a:rPr lang="en-US" dirty="0"/>
              <a:t>  y  vs q3  [implementation check]:</a:t>
            </a:r>
          </a:p>
          <a:p>
            <a:pPr marL="0" indent="0">
              <a:buNone/>
            </a:pPr>
            <a:r>
              <a:rPr lang="en-US" dirty="0"/>
              <a:t>    X1  RMS=1.10e-13 m   max=2.26e-13 m</a:t>
            </a:r>
          </a:p>
          <a:p>
            <a:pPr marL="0" indent="0">
              <a:buNone/>
            </a:pPr>
            <a:r>
              <a:rPr lang="en-US" dirty="0"/>
              <a:t>    X2  RMS=1.28e-13 m   max=2.57e-13 m</a:t>
            </a:r>
          </a:p>
          <a:p>
            <a:pPr marL="0" indent="0">
              <a:buNone/>
            </a:pPr>
            <a:r>
              <a:rPr lang="en-US" dirty="0"/>
              <a:t>    Y   RMS=7.46e-14 m   max=1.24e-13 m</a:t>
            </a:r>
          </a:p>
          <a:p>
            <a:pPr marL="0" indent="0">
              <a:buNone/>
            </a:pPr>
            <a:r>
              <a:rPr lang="en-US" dirty="0"/>
              <a:t>  q3 vs q   [</a:t>
            </a:r>
            <a:r>
              <a:rPr lang="en-US" dirty="0" err="1"/>
              <a:t>linearisation</a:t>
            </a:r>
            <a:r>
              <a:rPr lang="en-US" dirty="0"/>
              <a:t> gap]   :</a:t>
            </a:r>
          </a:p>
          <a:p>
            <a:pPr marL="0" indent="0">
              <a:buNone/>
            </a:pPr>
            <a:r>
              <a:rPr lang="en-US" dirty="0"/>
              <a:t>    X1  RMS=4.86e-06 m   max=1.62e-05 m</a:t>
            </a:r>
          </a:p>
          <a:p>
            <a:pPr marL="0" indent="0">
              <a:buNone/>
            </a:pPr>
            <a:r>
              <a:rPr lang="en-US" dirty="0"/>
              <a:t>    X2  RMS=3.19e-06 m   max=1.11e-05 m</a:t>
            </a:r>
          </a:p>
          <a:p>
            <a:pPr marL="0" indent="0">
              <a:buNone/>
            </a:pPr>
            <a:r>
              <a:rPr lang="en-US" dirty="0"/>
              <a:t>    Y   RMS=9.80e-08 m   max=3.98e-07 m</a:t>
            </a:r>
          </a:p>
          <a:p>
            <a:pPr marL="0" indent="0">
              <a:buNone/>
            </a:pPr>
            <a:r>
              <a:rPr lang="en-US" dirty="0"/>
              <a:t>  y  vs q   [total error]          :</a:t>
            </a:r>
          </a:p>
          <a:p>
            <a:pPr marL="0" indent="0">
              <a:buNone/>
            </a:pPr>
            <a:r>
              <a:rPr lang="en-US" dirty="0"/>
              <a:t>    X1  RMS=4.86e-06 m   max=1.62e-05 m</a:t>
            </a:r>
          </a:p>
          <a:p>
            <a:pPr marL="0" indent="0">
              <a:buNone/>
            </a:pPr>
            <a:r>
              <a:rPr lang="en-US" dirty="0"/>
              <a:t>    X2  RMS=3.19e-06 m   max=1.11e-05 m</a:t>
            </a:r>
          </a:p>
          <a:p>
            <a:pPr marL="0" indent="0">
              <a:buNone/>
            </a:pPr>
            <a:r>
              <a:rPr lang="en-US" dirty="0"/>
              <a:t>    Y   RMS=9.80e-08 m   max=3.98e-07 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653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E0D9-6881-6A44-DEF4-61082CDD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LPV-DT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A4CC-B122-3BF2-1F76-E2CC9ED89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Initial plan:                                                                                               </a:t>
            </a:r>
          </a:p>
          <a:p>
            <a:pPr lvl="1"/>
            <a:r>
              <a:rPr lang="en-US" dirty="0"/>
              <a:t>Pre-discretize the LPV model using Tóth's ZOH method before training</a:t>
            </a:r>
          </a:p>
          <a:p>
            <a:pPr lvl="1"/>
            <a:r>
              <a:rPr lang="en-US" dirty="0"/>
              <a:t>Feedback TU/e: CT+RK4 is more accurate</a:t>
            </a:r>
          </a:p>
          <a:p>
            <a:r>
              <a:rPr lang="en-US" dirty="0">
                <a:solidFill>
                  <a:schemeClr val="bg1"/>
                </a:solidFill>
              </a:rPr>
              <a:t>Tóth static dependence:  only reasonable for LPV-SS with static dependence, scheduling variable Y is a system state, not an exogenous signal (quasi-LPV)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Within each sample interval, Y evolves continuously; not fully held constant by ZOH</a:t>
            </a:r>
          </a:p>
          <a:p>
            <a:r>
              <a:rPr lang="en-US" dirty="0">
                <a:solidFill>
                  <a:schemeClr val="bg1"/>
                </a:solidFill>
              </a:rPr>
              <a:t>CT + RK4 is more accurate: instead of pre-discretizing, we integrate the continuous-time ODE with RK4 at each timestep </a:t>
            </a:r>
            <a:r>
              <a:rPr lang="en-US" dirty="0" err="1">
                <a:solidFill>
                  <a:schemeClr val="bg1"/>
                </a:solidFill>
              </a:rPr>
              <a:t>rrr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Re-evaluates M(Y) at each sub-step as Y evolves, avoiding the intra-sample approximation error</a:t>
            </a:r>
            <a:endParaRPr lang="en-N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271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C8E48-A87E-8B4D-A17C-172431858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7938-AD15-3BC3-B7F7-9DDD9AC1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LPV-DT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6A04-48EA-0793-A7A0-55CAE5D55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Initial plan:                                                                                               </a:t>
            </a:r>
          </a:p>
          <a:p>
            <a:pPr lvl="1"/>
            <a:r>
              <a:rPr lang="en-US" dirty="0"/>
              <a:t>Pre-discretize the LPV model using Tóth's ZOH method before training</a:t>
            </a:r>
          </a:p>
          <a:p>
            <a:pPr lvl="1"/>
            <a:r>
              <a:rPr lang="en-US" dirty="0"/>
              <a:t>Feedback TU/e: CT+RK4 is more accurate</a:t>
            </a:r>
          </a:p>
          <a:p>
            <a:r>
              <a:rPr lang="en-US" dirty="0"/>
              <a:t>Tóth static dependence:  only reasonable for LPV-SS with static dependence, scheduling variable Y is a system state, not an exogenous signal (quasi-LPV)</a:t>
            </a:r>
          </a:p>
          <a:p>
            <a:pPr lvl="1"/>
            <a:r>
              <a:rPr lang="en-US" dirty="0"/>
              <a:t>Within each sample interval, Y evolves continuously; not fully held constant by ZOH</a:t>
            </a:r>
          </a:p>
          <a:p>
            <a:r>
              <a:rPr lang="en-US" dirty="0"/>
              <a:t>CT + RK4 is more accurate: instead of pre-discretizing, we integrate the continuous-time ODE with RK4 at each timestep</a:t>
            </a:r>
          </a:p>
          <a:p>
            <a:pPr lvl="1"/>
            <a:r>
              <a:rPr lang="en-US" dirty="0"/>
              <a:t>Re-evaluates M(Y) at each sub-step as Y evolves, avoiding the intra-sample approximation error</a:t>
            </a:r>
          </a:p>
          <a:p>
            <a:pPr lvl="1"/>
            <a:r>
              <a:rPr lang="en-US" dirty="0"/>
              <a:t>RK4 over ODE45, because sample time is consistent: needed to convert to DT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05895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6BE2-8242-67FD-1A6F-8C0D2BB3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– Why LFR?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366E-4CF9-BCAF-EA80-932FFBF0F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13608" cy="3835405"/>
          </a:xfrm>
        </p:spPr>
        <p:txBody>
          <a:bodyPr/>
          <a:lstStyle/>
          <a:p>
            <a:r>
              <a:rPr lang="en-US" dirty="0"/>
              <a:t>M(Y)⁻¹ has rational entries in 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affine LPV-SS is insufficient</a:t>
            </a:r>
          </a:p>
          <a:p>
            <a:r>
              <a:rPr lang="en-US" dirty="0"/>
              <a:t>LFR isolates all Y-dependence in a single scheduling block </a:t>
            </a:r>
            <a:r>
              <a:rPr lang="el-GR" dirty="0"/>
              <a:t>Δ(</a:t>
            </a:r>
            <a:r>
              <a:rPr lang="en-US" dirty="0"/>
              <a:t>Y)</a:t>
            </a:r>
          </a:p>
          <a:p>
            <a:r>
              <a:rPr lang="en-US" dirty="0" err="1"/>
              <a:t>G^b</a:t>
            </a:r>
            <a:r>
              <a:rPr lang="en-US" dirty="0"/>
              <a:t> remains constant only </a:t>
            </a:r>
            <a:r>
              <a:rPr lang="el-GR" dirty="0"/>
              <a:t>Δ(</a:t>
            </a:r>
            <a:r>
              <a:rPr lang="en-US" dirty="0"/>
              <a:t>Y) varies with Y</a:t>
            </a:r>
          </a:p>
          <a:p>
            <a:r>
              <a:rPr lang="en-US" dirty="0"/>
              <a:t>Enables Drenth augmentation framework directly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A8282-2A73-418E-C209-8CFFFF678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808" y="1312716"/>
            <a:ext cx="4232567" cy="423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86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E827-3185-EED0-EA98-07C8AC2C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21" y="0"/>
            <a:ext cx="10515600" cy="1325563"/>
          </a:xfrm>
        </p:spPr>
        <p:txBody>
          <a:bodyPr/>
          <a:lstStyle/>
          <a:p>
            <a:r>
              <a:rPr lang="en-US" dirty="0"/>
              <a:t>LPV-LFR structure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BC354-1D7A-BD04-CD47-CE8C36BDA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012" y="505385"/>
            <a:ext cx="4232567" cy="4232567"/>
          </a:xfrm>
          <a:prstGeom prst="rect">
            <a:avLst/>
          </a:prstGeom>
        </p:spPr>
      </p:pic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C4CAA8E3-7DF2-BD1A-FA1E-FDC294F3B7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827082"/>
              </p:ext>
            </p:extLst>
          </p:nvPr>
        </p:nvGraphicFramePr>
        <p:xfrm>
          <a:off x="97421" y="1022764"/>
          <a:ext cx="7518723" cy="3841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241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  <a:gridCol w="2506241">
                  <a:extLst>
                    <a:ext uri="{9D8B030D-6E8A-4147-A177-3AD203B41FA5}">
                      <a16:colId xmlns:a16="http://schemas.microsoft.com/office/drawing/2014/main" val="1823978327"/>
                    </a:ext>
                  </a:extLst>
                </a:gridCol>
              </a:tblGrid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payload position along the Y-axis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Generalized logical force input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u_k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6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Yk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qk</a:t>
                      </a:r>
                      <a:endParaRPr lang="en-US" dirty="0"/>
                    </a:p>
                    <a:p>
                      <a:pPr>
                        <a:buNone/>
                      </a:pPr>
                      <a:r>
                        <a:rPr lang="en-US" dirty="0" err="1"/>
                        <a:t>qk</a:t>
                      </a:r>
                      <a:r>
                        <a:rPr lang="en-US" dirty="0"/>
                        <a:t> = [</a:t>
                      </a:r>
                      <a:r>
                        <a:rPr lang="en-US" dirty="0" err="1"/>
                        <a:t>Xk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thetak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Yk</a:t>
                      </a:r>
                      <a:r>
                        <a:rPr lang="en-US" dirty="0"/>
                        <a:t>]^T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Internal signal sent to the scheduling block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633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Internal input (</a:t>
                      </a:r>
                      <a:r>
                        <a:rPr lang="el-GR" dirty="0"/>
                        <a:t>Δ → </a:t>
                      </a:r>
                      <a:r>
                        <a:rPr lang="en-US" dirty="0"/>
                        <a:t>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Scheduled image of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fed back into 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353F87D1-8DA2-6BEE-62ED-4F674AF201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9570557"/>
              </p:ext>
            </p:extLst>
          </p:nvPr>
        </p:nvGraphicFramePr>
        <p:xfrm>
          <a:off x="97424" y="4932680"/>
          <a:ext cx="10515597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0819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P-dependence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Constant matrices built from M_0^{-1}, M_1, M_2, C, 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P-dependence isolated 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Applies the current scheduler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the latent signals:</a:t>
                      </a:r>
                    </a:p>
                    <a:p>
                      <a:pPr>
                        <a:buNone/>
                      </a:pP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Δ(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= </a:t>
                      </a:r>
                      <a:r>
                        <a:rPr lang="es-E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Y_k</a:t>
                      </a:r>
                      <a:r>
                        <a:rPr lang="es-E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I_6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577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E785-C349-DA2A-A1B5-EC9DC98FA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0A1C04-C9C6-E040-B152-7C55E89A2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628196"/>
              </p:ext>
            </p:extLst>
          </p:nvPr>
        </p:nvGraphicFramePr>
        <p:xfrm>
          <a:off x="838200" y="1825625"/>
          <a:ext cx="10515597" cy="276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034057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3644686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23978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048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Scheduling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Payload Y-position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636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External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Motor forces [F_X1, F_X2, F_Y]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151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Measured positions [X1, X2, Y]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35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Latent output (G → </a:t>
                      </a:r>
                      <a:r>
                        <a:rPr lang="el-GR" dirty="0"/>
                        <a:t>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Internal signal carrying Y-dependence 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7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w_k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Latent input (</a:t>
                      </a:r>
                      <a:r>
                        <a:rPr lang="el-GR"/>
                        <a:t>Δ → </a:t>
                      </a:r>
                      <a:r>
                        <a:rPr lang="en-US"/>
                        <a:t>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Y-scaled signal fed back into dynamics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83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646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1F31-2B0E-2AD1-5675-67203F0A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FE11C-EEEF-12BE-9C39-1FB7598C3D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644327"/>
              </p:ext>
            </p:extLst>
          </p:nvPr>
        </p:nvGraphicFramePr>
        <p:xfrm>
          <a:off x="838200" y="1825625"/>
          <a:ext cx="10515597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286354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380779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0819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Gantry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2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Constant interconnection matrix: all dynamics, no Y-dependence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Physics: M₀, C, K packed into a fixed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288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Δ(</a:t>
                      </a:r>
                      <a:r>
                        <a:rPr lang="en-US"/>
                        <a:t>p_k)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Scheduling block: all Y-dependence isolated here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diag(Y_k · I_n)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5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774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4CEC-8CFF-84DA-2E96-0AF2F6F7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1A457-4689-5F48-AD13-9404F75E6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RK4 and why. Explain shortly</a:t>
            </a:r>
          </a:p>
          <a:p>
            <a:r>
              <a:rPr lang="en-US" dirty="0"/>
              <a:t>Explain why RK4 over ODE45 for discretization </a:t>
            </a:r>
            <a:r>
              <a:rPr lang="en-US" dirty="0">
                <a:sym typeface="Wingdings" panose="05000000000000000000" pitchFamily="2" charset="2"/>
              </a:rPr>
              <a:t> consistent sample time  allows to convert to DT model</a:t>
            </a:r>
          </a:p>
          <a:p>
            <a:r>
              <a:rPr lang="en-US" dirty="0">
                <a:sym typeface="Wingdings" panose="05000000000000000000" pitchFamily="2" charset="2"/>
              </a:rPr>
              <a:t>Why do we prefer a CT model in augmentation over DT like we discussed before…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41485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77D9-07F7-E70E-09BE-48F33EC64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1020-FAC1-33B6-059D-83E0A818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 had first</a:t>
            </a:r>
          </a:p>
          <a:p>
            <a:r>
              <a:rPr lang="en-US" dirty="0"/>
              <a:t>CT model which was quasi-LPV (because the Y is not an exogenous input but part of the state). Convert it directly to LPV-DT</a:t>
            </a:r>
          </a:p>
          <a:p>
            <a:r>
              <a:rPr lang="en-US" dirty="0"/>
              <a:t>Feedback from TU/e</a:t>
            </a:r>
          </a:p>
          <a:p>
            <a:pPr lvl="1"/>
            <a:r>
              <a:rPr lang="en-US" dirty="0"/>
              <a:t>Should instead convert to CT</a:t>
            </a:r>
          </a:p>
          <a:p>
            <a:pPr lvl="1"/>
            <a:r>
              <a:rPr lang="en-US" dirty="0"/>
              <a:t>Use rk4 (I think during augmentation is quick, a CT model is better because…)</a:t>
            </a:r>
          </a:p>
        </p:txBody>
      </p:sp>
    </p:spTree>
    <p:extLst>
      <p:ext uri="{BB962C8B-B14F-4D97-AF65-F5344CB8AC3E}">
        <p14:creationId xmlns:p14="http://schemas.microsoft.com/office/powerpoint/2010/main" val="3679136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B259-CE89-969E-8670-7CA1E097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LPV-LFR DT Conversion Steps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B1E3C-2512-949F-52EE-A320BB3BA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 LPV-LFR structure for baseline</a:t>
            </a:r>
          </a:p>
          <a:p>
            <a:pPr lvl="1"/>
            <a:r>
              <a:rPr lang="en-US" dirty="0"/>
              <a:t>For that need the following:</a:t>
            </a:r>
          </a:p>
          <a:p>
            <a:pPr lvl="2"/>
            <a:r>
              <a:rPr lang="en-US" dirty="0"/>
              <a:t>Proof M(Y) is invertible</a:t>
            </a:r>
          </a:p>
          <a:p>
            <a:pPr lvl="2"/>
            <a:r>
              <a:rPr lang="en-US" dirty="0"/>
              <a:t>Rewrite to “rational”(look up what the structure with p is called)</a:t>
            </a:r>
          </a:p>
          <a:p>
            <a:pPr lvl="2"/>
            <a:r>
              <a:rPr lang="en-US" dirty="0"/>
              <a:t>Plaatje </a:t>
            </a:r>
            <a:r>
              <a:rPr lang="en-US" dirty="0" err="1"/>
              <a:t>drenth</a:t>
            </a:r>
            <a:r>
              <a:rPr lang="en-US" dirty="0"/>
              <a:t> </a:t>
            </a:r>
            <a:r>
              <a:rPr lang="en-US" dirty="0" err="1"/>
              <a:t>toevoegen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19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4EB4-F751-0328-2BE8-CFFD6150C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- Feedforward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85BFC-CA7C-A8C5-8F18-5ECAEC427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status in the provided MATLAB code, feedforward is off</a:t>
            </a:r>
          </a:p>
          <a:p>
            <a:r>
              <a:rPr lang="en-US" dirty="0"/>
              <a:t>The more that is modelled / is captured, the less the augmentation has to do capture</a:t>
            </a:r>
          </a:p>
          <a:p>
            <a:r>
              <a:rPr lang="en-US" dirty="0"/>
              <a:t>Jasper suggested rigid-body ff, TU/e supervisors said that was a good idea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52716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out LPV structure</a:t>
            </a:r>
          </a:p>
          <a:p>
            <a:pPr lvl="1"/>
            <a:r>
              <a:rPr lang="en-US" dirty="0"/>
              <a:t>Verify M(Y) invertible</a:t>
            </a:r>
          </a:p>
          <a:p>
            <a:pPr lvl="1"/>
            <a:r>
              <a:rPr lang="en-US" dirty="0"/>
              <a:t>Construct LPV formulation (add p term to current model)</a:t>
            </a:r>
          </a:p>
          <a:p>
            <a:pPr lvl="1"/>
            <a:r>
              <a:rPr lang="en-US" dirty="0"/>
              <a:t>Construct in LPV-LFR format</a:t>
            </a:r>
          </a:p>
          <a:p>
            <a:r>
              <a:rPr lang="en-US" dirty="0"/>
              <a:t>Meeting ASMPT-TU/e</a:t>
            </a:r>
          </a:p>
          <a:p>
            <a:pPr lvl="1"/>
            <a:r>
              <a:rPr lang="en-US" dirty="0"/>
              <a:t>9th or 10</a:t>
            </a:r>
            <a:r>
              <a:rPr lang="en-US" baseline="30000" dirty="0"/>
              <a:t>th</a:t>
            </a:r>
            <a:r>
              <a:rPr lang="en-US" dirty="0"/>
              <a:t> of April, better to be in the afternoon</a:t>
            </a:r>
          </a:p>
          <a:p>
            <a:pPr lvl="2"/>
            <a:r>
              <a:rPr lang="en-US" dirty="0"/>
              <a:t>April 9</a:t>
            </a:r>
            <a:r>
              <a:rPr lang="en-US" baseline="30000" dirty="0"/>
              <a:t>th</a:t>
            </a:r>
            <a:r>
              <a:rPr lang="en-US" dirty="0"/>
              <a:t> is preferred. Online or on campus?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950</TotalTime>
  <Words>1605</Words>
  <Application>Microsoft Office PowerPoint</Application>
  <PresentationFormat>Widescreen</PresentationFormat>
  <Paragraphs>203</Paragraphs>
  <Slides>18</Slides>
  <Notes>5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Meeting Week 8</vt:lpstr>
      <vt:lpstr>Where in the process?</vt:lpstr>
      <vt:lpstr>MATLAB model – García paper</vt:lpstr>
      <vt:lpstr>PowerPoint Presentation</vt:lpstr>
      <vt:lpstr>Frozen LTI baseline – Python Implementation</vt:lpstr>
      <vt:lpstr>PowerPoint Presentation</vt:lpstr>
      <vt:lpstr>Frozen LTI baseline – Python implementation</vt:lpstr>
      <vt:lpstr>LPV-DT</vt:lpstr>
      <vt:lpstr>LPV-DT</vt:lpstr>
      <vt:lpstr>LPV-LFR – Why LFR?</vt:lpstr>
      <vt:lpstr>LPV-LFR structure</vt:lpstr>
      <vt:lpstr>PowerPoint Presentation</vt:lpstr>
      <vt:lpstr>PowerPoint Presentation</vt:lpstr>
      <vt:lpstr>Discretization</vt:lpstr>
      <vt:lpstr>PowerPoint Presentation</vt:lpstr>
      <vt:lpstr>LPV-LFR DT Conversion Steps</vt:lpstr>
      <vt:lpstr>Simulation - Feedforward</vt:lpstr>
      <vt:lpstr>Outline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2026-03-30T07:36:53Z</dcterms:modified>
</cp:coreProperties>
</file>