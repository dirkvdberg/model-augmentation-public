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0"/>
  </p:notesMasterIdLst>
  <p:sldIdLst>
    <p:sldId id="257" r:id="rId2"/>
    <p:sldId id="258" r:id="rId3"/>
    <p:sldId id="390" r:id="rId4"/>
    <p:sldId id="376" r:id="rId5"/>
    <p:sldId id="379" r:id="rId6"/>
    <p:sldId id="388" r:id="rId7"/>
    <p:sldId id="383" r:id="rId8"/>
    <p:sldId id="274" r:id="rId9"/>
    <p:sldId id="276" r:id="rId10"/>
    <p:sldId id="269" r:id="rId11"/>
    <p:sldId id="266" r:id="rId12"/>
    <p:sldId id="268" r:id="rId13"/>
    <p:sldId id="391" r:id="rId14"/>
    <p:sldId id="265" r:id="rId15"/>
    <p:sldId id="267" r:id="rId16"/>
    <p:sldId id="264" r:id="rId17"/>
    <p:sldId id="350" r:id="rId18"/>
    <p:sldId id="351" r:id="rId19"/>
    <p:sldId id="349" r:id="rId20"/>
    <p:sldId id="277" r:id="rId21"/>
    <p:sldId id="275" r:id="rId22"/>
    <p:sldId id="270" r:id="rId23"/>
    <p:sldId id="271" r:id="rId24"/>
    <p:sldId id="272" r:id="rId25"/>
    <p:sldId id="273" r:id="rId26"/>
    <p:sldId id="263" r:id="rId27"/>
    <p:sldId id="260" r:id="rId28"/>
    <p:sldId id="261" r:id="rId2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0392" autoAdjust="0"/>
  </p:normalViewPr>
  <p:slideViewPr>
    <p:cSldViewPr snapToGrid="0">
      <p:cViewPr varScale="1">
        <p:scale>
          <a:sx n="66" d="100"/>
          <a:sy n="66" d="100"/>
        </p:scale>
        <p:origin x="12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4-17T07:14:51.114" v="3097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4-13T07:47:47.515" v="2941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4-12T10:36:37.447" v="0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4-13T07:47:47.515" v="2941" actId="6549"/>
          <ac:spMkLst>
            <pc:docMk/>
            <pc:sldMk cId="2679595137" sldId="257"/>
            <ac:spMk id="3" creationId="{DAAEF679-3C39-E36C-B710-9B50CBAE487E}"/>
          </ac:spMkLst>
        </pc:spChg>
      </pc:sldChg>
      <pc:sldChg chg="delSp modSp mod">
        <pc:chgData name="Berg, Dirk van den" userId="035ecb32-01d9-4b47-a105-eacf059a4647" providerId="ADAL" clId="{F7FF961E-CF96-44AC-93C2-93612F62D46D}" dt="2026-04-13T06:33:36.928" v="1371" actId="478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4-13T06:30:39.811" v="1367" actId="6549"/>
          <ac:spMkLst>
            <pc:docMk/>
            <pc:sldMk cId="1617226886" sldId="258"/>
            <ac:spMk id="3" creationId="{1B16F991-22E1-98ED-FDA2-6483679AE450}"/>
          </ac:spMkLst>
        </pc:spChg>
      </pc:sldChg>
      <pc:sldChg chg="modSp mod modShow">
        <pc:chgData name="Berg, Dirk van den" userId="035ecb32-01d9-4b47-a105-eacf059a4647" providerId="ADAL" clId="{F7FF961E-CF96-44AC-93C2-93612F62D46D}" dt="2026-04-13T07:44:37.189" v="2596" actId="729"/>
        <pc:sldMkLst>
          <pc:docMk/>
          <pc:sldMk cId="2175299465" sldId="260"/>
        </pc:sldMkLst>
        <pc:spChg chg="mod">
          <ac:chgData name="Berg, Dirk van den" userId="035ecb32-01d9-4b47-a105-eacf059a4647" providerId="ADAL" clId="{F7FF961E-CF96-44AC-93C2-93612F62D46D}" dt="2026-04-13T06:27:31.108" v="1140" actId="20577"/>
          <ac:spMkLst>
            <pc:docMk/>
            <pc:sldMk cId="2175299465" sldId="260"/>
            <ac:spMk id="3" creationId="{07C68050-ABAC-21A7-30BB-2C997CD155E6}"/>
          </ac:spMkLst>
        </pc:spChg>
      </pc:sldChg>
      <pc:sldChg chg="modSp mod">
        <pc:chgData name="Berg, Dirk van den" userId="035ecb32-01d9-4b47-a105-eacf059a4647" providerId="ADAL" clId="{F7FF961E-CF96-44AC-93C2-93612F62D46D}" dt="2026-04-13T07:45:16.230" v="2711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4-13T07:45:16.230" v="2711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4-13T07:39:32.258" v="2489" actId="729"/>
        <pc:sldMkLst>
          <pc:docMk/>
          <pc:sldMk cId="1719674061" sldId="263"/>
        </pc:sldMkLst>
        <pc:spChg chg="mod">
          <ac:chgData name="Berg, Dirk van den" userId="035ecb32-01d9-4b47-a105-eacf059a4647" providerId="ADAL" clId="{F7FF961E-CF96-44AC-93C2-93612F62D46D}" dt="2026-04-12T10:36:51.237" v="33" actId="20577"/>
          <ac:spMkLst>
            <pc:docMk/>
            <pc:sldMk cId="1719674061" sldId="263"/>
            <ac:spMk id="2" creationId="{AAC29358-8942-7AFB-4D44-6F9BC3C2454D}"/>
          </ac:spMkLst>
        </pc:spChg>
        <pc:spChg chg="mod">
          <ac:chgData name="Berg, Dirk van den" userId="035ecb32-01d9-4b47-a105-eacf059a4647" providerId="ADAL" clId="{F7FF961E-CF96-44AC-93C2-93612F62D46D}" dt="2026-04-12T17:53:24.718" v="237" actId="20577"/>
          <ac:spMkLst>
            <pc:docMk/>
            <pc:sldMk cId="1719674061" sldId="263"/>
            <ac:spMk id="3" creationId="{A76BC7A9-DBDF-EBE0-AD78-C712B6F89724}"/>
          </ac:spMkLst>
        </pc:spChg>
        <pc:picChg chg="add mod">
          <ac:chgData name="Berg, Dirk van den" userId="035ecb32-01d9-4b47-a105-eacf059a4647" providerId="ADAL" clId="{F7FF961E-CF96-44AC-93C2-93612F62D46D}" dt="2026-04-12T18:08:30.775" v="239" actId="1076"/>
          <ac:picMkLst>
            <pc:docMk/>
            <pc:sldMk cId="1719674061" sldId="263"/>
            <ac:picMk id="5" creationId="{4720DF28-6242-B471-9686-83C786318CB6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4-13T07:40:01.755" v="2491" actId="729"/>
        <pc:sldMkLst>
          <pc:docMk/>
          <pc:sldMk cId="3967375710" sldId="264"/>
        </pc:sldMkLst>
        <pc:spChg chg="mod">
          <ac:chgData name="Berg, Dirk van den" userId="035ecb32-01d9-4b47-a105-eacf059a4647" providerId="ADAL" clId="{F7FF961E-CF96-44AC-93C2-93612F62D46D}" dt="2026-04-13T06:25:07.473" v="914"/>
          <ac:spMkLst>
            <pc:docMk/>
            <pc:sldMk cId="3967375710" sldId="264"/>
            <ac:spMk id="2" creationId="{A13D06CA-7C24-79D4-79CB-5C038647C627}"/>
          </ac:spMkLst>
        </pc:spChg>
        <pc:picChg chg="add mod">
          <ac:chgData name="Berg, Dirk van den" userId="035ecb32-01d9-4b47-a105-eacf059a4647" providerId="ADAL" clId="{F7FF961E-CF96-44AC-93C2-93612F62D46D}" dt="2026-04-13T06:24:53.370" v="911" actId="1076"/>
          <ac:picMkLst>
            <pc:docMk/>
            <pc:sldMk cId="3967375710" sldId="264"/>
            <ac:picMk id="5" creationId="{7987EC6E-2CCA-F809-A242-D9300056EB8A}"/>
          </ac:picMkLst>
        </pc:picChg>
      </pc:sldChg>
      <pc:sldChg chg="addSp delSp modSp new mod modShow">
        <pc:chgData name="Berg, Dirk van den" userId="035ecb32-01d9-4b47-a105-eacf059a4647" providerId="ADAL" clId="{F7FF961E-CF96-44AC-93C2-93612F62D46D}" dt="2026-04-13T07:39:46.272" v="2490" actId="729"/>
        <pc:sldMkLst>
          <pc:docMk/>
          <pc:sldMk cId="3734362897" sldId="265"/>
        </pc:sldMkLst>
        <pc:spChg chg="mod">
          <ac:chgData name="Berg, Dirk van den" userId="035ecb32-01d9-4b47-a105-eacf059a4647" providerId="ADAL" clId="{F7FF961E-CF96-44AC-93C2-93612F62D46D}" dt="2026-04-12T18:40:17.782" v="259" actId="20577"/>
          <ac:spMkLst>
            <pc:docMk/>
            <pc:sldMk cId="3734362897" sldId="265"/>
            <ac:spMk id="2" creationId="{E907A1D0-24EC-0D17-58E3-781CC82AB4B5}"/>
          </ac:spMkLst>
        </pc:spChg>
        <pc:spChg chg="mod">
          <ac:chgData name="Berg, Dirk van den" userId="035ecb32-01d9-4b47-a105-eacf059a4647" providerId="ADAL" clId="{F7FF961E-CF96-44AC-93C2-93612F62D46D}" dt="2026-04-12T18:40:27.773" v="302" actId="5793"/>
          <ac:spMkLst>
            <pc:docMk/>
            <pc:sldMk cId="3734362897" sldId="265"/>
            <ac:spMk id="3" creationId="{6DE7B738-D333-D2F5-A49D-17CA057537D0}"/>
          </ac:spMkLst>
        </pc:spChg>
      </pc:sldChg>
      <pc:sldChg chg="modSp new mod ord">
        <pc:chgData name="Berg, Dirk van den" userId="035ecb32-01d9-4b47-a105-eacf059a4647" providerId="ADAL" clId="{F7FF961E-CF96-44AC-93C2-93612F62D46D}" dt="2026-04-13T07:24:36.210" v="2180" actId="6549"/>
        <pc:sldMkLst>
          <pc:docMk/>
          <pc:sldMk cId="3703599865" sldId="266"/>
        </pc:sldMkLst>
        <pc:spChg chg="mod">
          <ac:chgData name="Berg, Dirk van den" userId="035ecb32-01d9-4b47-a105-eacf059a4647" providerId="ADAL" clId="{F7FF961E-CF96-44AC-93C2-93612F62D46D}" dt="2026-04-13T07:20:54.994" v="2082" actId="20577"/>
          <ac:spMkLst>
            <pc:docMk/>
            <pc:sldMk cId="3703599865" sldId="266"/>
            <ac:spMk id="2" creationId="{E6A773C2-7D74-3E36-A2E7-0EB1868C2997}"/>
          </ac:spMkLst>
        </pc:spChg>
        <pc:spChg chg="mod">
          <ac:chgData name="Berg, Dirk van den" userId="035ecb32-01d9-4b47-a105-eacf059a4647" providerId="ADAL" clId="{F7FF961E-CF96-44AC-93C2-93612F62D46D}" dt="2026-04-13T07:24:36.210" v="2180" actId="6549"/>
          <ac:spMkLst>
            <pc:docMk/>
            <pc:sldMk cId="3703599865" sldId="266"/>
            <ac:spMk id="3" creationId="{D964BE73-9260-3F7E-37C6-18EEA51637F0}"/>
          </ac:spMkLst>
        </pc:spChg>
      </pc:sldChg>
      <pc:sldChg chg="addSp modSp new mod ord modShow">
        <pc:chgData name="Berg, Dirk van den" userId="035ecb32-01d9-4b47-a105-eacf059a4647" providerId="ADAL" clId="{F7FF961E-CF96-44AC-93C2-93612F62D46D}" dt="2026-04-13T07:40:01.755" v="2491" actId="729"/>
        <pc:sldMkLst>
          <pc:docMk/>
          <pc:sldMk cId="2917757450" sldId="267"/>
        </pc:sldMkLst>
        <pc:spChg chg="mod">
          <ac:chgData name="Berg, Dirk van den" userId="035ecb32-01d9-4b47-a105-eacf059a4647" providerId="ADAL" clId="{F7FF961E-CF96-44AC-93C2-93612F62D46D}" dt="2026-04-12T18:53:02.035" v="469" actId="20577"/>
          <ac:spMkLst>
            <pc:docMk/>
            <pc:sldMk cId="2917757450" sldId="267"/>
            <ac:spMk id="2" creationId="{AC6FEBD8-39CC-DF0C-9948-5C9FBB5C5189}"/>
          </ac:spMkLst>
        </pc:spChg>
        <pc:picChg chg="add">
          <ac:chgData name="Berg, Dirk van den" userId="035ecb32-01d9-4b47-a105-eacf059a4647" providerId="ADAL" clId="{F7FF961E-CF96-44AC-93C2-93612F62D46D}" dt="2026-04-12T18:53:40.828" v="470" actId="22"/>
          <ac:picMkLst>
            <pc:docMk/>
            <pc:sldMk cId="2917757450" sldId="267"/>
            <ac:picMk id="5" creationId="{926B906D-C817-A9F1-B8F1-B9C4DE7A1574}"/>
          </ac:picMkLst>
        </pc:picChg>
      </pc:sldChg>
      <pc:sldChg chg="addSp modSp new mod ord modNotesTx">
        <pc:chgData name="Berg, Dirk van den" userId="035ecb32-01d9-4b47-a105-eacf059a4647" providerId="ADAL" clId="{F7FF961E-CF96-44AC-93C2-93612F62D46D}" dt="2026-04-13T07:54:28.490" v="3094" actId="20577"/>
        <pc:sldMkLst>
          <pc:docMk/>
          <pc:sldMk cId="3150823560" sldId="268"/>
        </pc:sldMkLst>
        <pc:spChg chg="mod">
          <ac:chgData name="Berg, Dirk van den" userId="035ecb32-01d9-4b47-a105-eacf059a4647" providerId="ADAL" clId="{F7FF961E-CF96-44AC-93C2-93612F62D46D}" dt="2026-04-12T19:28:27.771" v="479" actId="20577"/>
          <ac:spMkLst>
            <pc:docMk/>
            <pc:sldMk cId="3150823560" sldId="268"/>
            <ac:spMk id="2" creationId="{AAF7E11B-D567-9134-8034-4E1A45AE7D20}"/>
          </ac:spMkLst>
        </pc:spChg>
        <pc:spChg chg="mod">
          <ac:chgData name="Berg, Dirk van den" userId="035ecb32-01d9-4b47-a105-eacf059a4647" providerId="ADAL" clId="{F7FF961E-CF96-44AC-93C2-93612F62D46D}" dt="2026-04-13T07:54:28.490" v="3094" actId="20577"/>
          <ac:spMkLst>
            <pc:docMk/>
            <pc:sldMk cId="3150823560" sldId="268"/>
            <ac:spMk id="3" creationId="{9D019F0F-A55C-D5E4-57CB-4FD0E8944707}"/>
          </ac:spMkLst>
        </pc:spChg>
        <pc:picChg chg="add mod">
          <ac:chgData name="Berg, Dirk van den" userId="035ecb32-01d9-4b47-a105-eacf059a4647" providerId="ADAL" clId="{F7FF961E-CF96-44AC-93C2-93612F62D46D}" dt="2026-04-13T07:36:39.978" v="2301" actId="1076"/>
          <ac:picMkLst>
            <pc:docMk/>
            <pc:sldMk cId="3150823560" sldId="268"/>
            <ac:picMk id="5" creationId="{D552DC4A-E809-69B5-3B2E-80EBD7923855}"/>
          </ac:picMkLst>
        </pc:picChg>
      </pc:sldChg>
      <pc:sldChg chg="modSp new mod ord">
        <pc:chgData name="Berg, Dirk van den" userId="035ecb32-01d9-4b47-a105-eacf059a4647" providerId="ADAL" clId="{F7FF961E-CF96-44AC-93C2-93612F62D46D}" dt="2026-04-17T07:14:51.114" v="3097" actId="20577"/>
        <pc:sldMkLst>
          <pc:docMk/>
          <pc:sldMk cId="2317445419" sldId="269"/>
        </pc:sldMkLst>
        <pc:spChg chg="mod">
          <ac:chgData name="Berg, Dirk van den" userId="035ecb32-01d9-4b47-a105-eacf059a4647" providerId="ADAL" clId="{F7FF961E-CF96-44AC-93C2-93612F62D46D}" dt="2026-04-13T07:11:22.402" v="1634"/>
          <ac:spMkLst>
            <pc:docMk/>
            <pc:sldMk cId="2317445419" sldId="269"/>
            <ac:spMk id="2" creationId="{676F6449-6FC5-55A6-DFC4-E01FEF6075EA}"/>
          </ac:spMkLst>
        </pc:spChg>
        <pc:spChg chg="mod">
          <ac:chgData name="Berg, Dirk van den" userId="035ecb32-01d9-4b47-a105-eacf059a4647" providerId="ADAL" clId="{F7FF961E-CF96-44AC-93C2-93612F62D46D}" dt="2026-04-17T07:14:51.114" v="3097" actId="20577"/>
          <ac:spMkLst>
            <pc:docMk/>
            <pc:sldMk cId="2317445419" sldId="269"/>
            <ac:spMk id="3" creationId="{4C2A87B7-553D-94F8-9719-3350EC863D64}"/>
          </ac:spMkLst>
        </pc:spChg>
      </pc:sldChg>
      <pc:sldChg chg="addSp modSp new mod ord">
        <pc:chgData name="Berg, Dirk van den" userId="035ecb32-01d9-4b47-a105-eacf059a4647" providerId="ADAL" clId="{F7FF961E-CF96-44AC-93C2-93612F62D46D}" dt="2026-04-13T07:42:42.687" v="2583" actId="164"/>
        <pc:sldMkLst>
          <pc:docMk/>
          <pc:sldMk cId="3203410125" sldId="270"/>
        </pc:sldMkLst>
        <pc:spChg chg="mod">
          <ac:chgData name="Berg, Dirk van den" userId="035ecb32-01d9-4b47-a105-eacf059a4647" providerId="ADAL" clId="{F7FF961E-CF96-44AC-93C2-93612F62D46D}" dt="2026-04-13T06:18:49.691" v="802" actId="20577"/>
          <ac:spMkLst>
            <pc:docMk/>
            <pc:sldMk cId="3203410125" sldId="270"/>
            <ac:spMk id="2" creationId="{5A3C1A14-BF5E-F8D3-F2F8-1F2FF8A0F1DB}"/>
          </ac:spMkLst>
        </pc:spChg>
        <pc:spChg chg="mod">
          <ac:chgData name="Berg, Dirk van den" userId="035ecb32-01d9-4b47-a105-eacf059a4647" providerId="ADAL" clId="{F7FF961E-CF96-44AC-93C2-93612F62D46D}" dt="2026-04-13T07:42:23.636" v="2582" actId="1076"/>
          <ac:spMkLst>
            <pc:docMk/>
            <pc:sldMk cId="3203410125" sldId="270"/>
            <ac:spMk id="3" creationId="{D1262267-D442-C61A-4B98-AE597B0A3D20}"/>
          </ac:spMkLst>
        </pc:spChg>
        <pc:spChg chg="add mod">
          <ac:chgData name="Berg, Dirk van den" userId="035ecb32-01d9-4b47-a105-eacf059a4647" providerId="ADAL" clId="{F7FF961E-CF96-44AC-93C2-93612F62D46D}" dt="2026-04-13T07:42:42.687" v="2583" actId="164"/>
          <ac:spMkLst>
            <pc:docMk/>
            <pc:sldMk cId="3203410125" sldId="270"/>
            <ac:spMk id="6" creationId="{BDEA55D2-1E7F-D5D0-AB0A-16908267DE0D}"/>
          </ac:spMkLst>
        </pc:spChg>
        <pc:grpChg chg="add mod">
          <ac:chgData name="Berg, Dirk van den" userId="035ecb32-01d9-4b47-a105-eacf059a4647" providerId="ADAL" clId="{F7FF961E-CF96-44AC-93C2-93612F62D46D}" dt="2026-04-13T07:42:42.687" v="2583" actId="164"/>
          <ac:grpSpMkLst>
            <pc:docMk/>
            <pc:sldMk cId="3203410125" sldId="270"/>
            <ac:grpSpMk id="7" creationId="{E265CE43-AC74-EF31-7F1E-A1936A3A6BAA}"/>
          </ac:grpSpMkLst>
        </pc:grpChg>
        <pc:picChg chg="add mod">
          <ac:chgData name="Berg, Dirk van den" userId="035ecb32-01d9-4b47-a105-eacf059a4647" providerId="ADAL" clId="{F7FF961E-CF96-44AC-93C2-93612F62D46D}" dt="2026-04-13T07:42:42.687" v="2583" actId="164"/>
          <ac:picMkLst>
            <pc:docMk/>
            <pc:sldMk cId="3203410125" sldId="270"/>
            <ac:picMk id="5" creationId="{4E4360F0-21BC-2E7F-1DFD-7B237B102A44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4-13T07:52:55.870" v="3085" actId="313"/>
        <pc:sldMkLst>
          <pc:docMk/>
          <pc:sldMk cId="1963204312" sldId="271"/>
        </pc:sldMkLst>
        <pc:spChg chg="mod">
          <ac:chgData name="Berg, Dirk van den" userId="035ecb32-01d9-4b47-a105-eacf059a4647" providerId="ADAL" clId="{F7FF961E-CF96-44AC-93C2-93612F62D46D}" dt="2026-04-13T06:19:49.377" v="814" actId="20577"/>
          <ac:spMkLst>
            <pc:docMk/>
            <pc:sldMk cId="1963204312" sldId="271"/>
            <ac:spMk id="2" creationId="{C3F04148-055A-3FA8-598D-A903FBC63D17}"/>
          </ac:spMkLst>
        </pc:spChg>
        <pc:spChg chg="mod">
          <ac:chgData name="Berg, Dirk van den" userId="035ecb32-01d9-4b47-a105-eacf059a4647" providerId="ADAL" clId="{F7FF961E-CF96-44AC-93C2-93612F62D46D}" dt="2026-04-13T07:42:46.611" v="2585"/>
          <ac:spMkLst>
            <pc:docMk/>
            <pc:sldMk cId="1963204312" sldId="271"/>
            <ac:spMk id="11" creationId="{6BD30AAA-B5A6-0062-86A4-688FB9DCAF7D}"/>
          </ac:spMkLst>
        </pc:spChg>
        <pc:spChg chg="add mod">
          <ac:chgData name="Berg, Dirk van den" userId="035ecb32-01d9-4b47-a105-eacf059a4647" providerId="ADAL" clId="{F7FF961E-CF96-44AC-93C2-93612F62D46D}" dt="2026-04-13T07:52:55.870" v="3085" actId="313"/>
          <ac:spMkLst>
            <pc:docMk/>
            <pc:sldMk cId="1963204312" sldId="271"/>
            <ac:spMk id="12" creationId="{2A2D6A58-27BB-0F2A-2743-02B9AA799B49}"/>
          </ac:spMkLst>
        </pc:spChg>
        <pc:grpChg chg="add mod">
          <ac:chgData name="Berg, Dirk van den" userId="035ecb32-01d9-4b47-a105-eacf059a4647" providerId="ADAL" clId="{F7FF961E-CF96-44AC-93C2-93612F62D46D}" dt="2026-04-13T07:42:59.620" v="2590" actId="1076"/>
          <ac:grpSpMkLst>
            <pc:docMk/>
            <pc:sldMk cId="1963204312" sldId="271"/>
            <ac:grpSpMk id="9" creationId="{20517BA7-7956-AC58-21B0-63ECDF3ED770}"/>
          </ac:grpSpMkLst>
        </pc:grpChg>
        <pc:picChg chg="add mod ord modCrop">
          <ac:chgData name="Berg, Dirk van den" userId="035ecb32-01d9-4b47-a105-eacf059a4647" providerId="ADAL" clId="{F7FF961E-CF96-44AC-93C2-93612F62D46D}" dt="2026-04-13T07:43:32.241" v="2595" actId="166"/>
          <ac:picMkLst>
            <pc:docMk/>
            <pc:sldMk cId="1963204312" sldId="271"/>
            <ac:picMk id="5" creationId="{6A03380B-3C5C-2346-0CAD-7340A28BC397}"/>
          </ac:picMkLst>
        </pc:picChg>
        <pc:picChg chg="mod">
          <ac:chgData name="Berg, Dirk van den" userId="035ecb32-01d9-4b47-a105-eacf059a4647" providerId="ADAL" clId="{F7FF961E-CF96-44AC-93C2-93612F62D46D}" dt="2026-04-13T07:42:46.611" v="2585"/>
          <ac:picMkLst>
            <pc:docMk/>
            <pc:sldMk cId="1963204312" sldId="271"/>
            <ac:picMk id="10" creationId="{5CEA149E-1D06-06F2-923A-A4C260376AAB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4-13T06:20:22.214" v="841" actId="1076"/>
        <pc:sldMkLst>
          <pc:docMk/>
          <pc:sldMk cId="2732046766" sldId="272"/>
        </pc:sldMkLst>
        <pc:spChg chg="mod">
          <ac:chgData name="Berg, Dirk van den" userId="035ecb32-01d9-4b47-a105-eacf059a4647" providerId="ADAL" clId="{F7FF961E-CF96-44AC-93C2-93612F62D46D}" dt="2026-04-13T06:20:00.812" v="837" actId="20577"/>
          <ac:spMkLst>
            <pc:docMk/>
            <pc:sldMk cId="2732046766" sldId="272"/>
            <ac:spMk id="2" creationId="{3B963D4E-0268-2FED-A736-A6B91468292A}"/>
          </ac:spMkLst>
        </pc:spChg>
        <pc:picChg chg="add mod">
          <ac:chgData name="Berg, Dirk van den" userId="035ecb32-01d9-4b47-a105-eacf059a4647" providerId="ADAL" clId="{F7FF961E-CF96-44AC-93C2-93612F62D46D}" dt="2026-04-13T06:20:22.214" v="841" actId="1076"/>
          <ac:picMkLst>
            <pc:docMk/>
            <pc:sldMk cId="2732046766" sldId="272"/>
            <ac:picMk id="5" creationId="{C5D2EAE6-7970-EF85-E1D1-AE6A0D60B0C0}"/>
          </ac:picMkLst>
        </pc:picChg>
      </pc:sldChg>
      <pc:sldChg chg="modSp new mod">
        <pc:chgData name="Berg, Dirk van den" userId="035ecb32-01d9-4b47-a105-eacf059a4647" providerId="ADAL" clId="{F7FF961E-CF96-44AC-93C2-93612F62D46D}" dt="2026-04-13T07:46:11.397" v="2853" actId="20577"/>
        <pc:sldMkLst>
          <pc:docMk/>
          <pc:sldMk cId="828246571" sldId="273"/>
        </pc:sldMkLst>
        <pc:spChg chg="mod">
          <ac:chgData name="Berg, Dirk van den" userId="035ecb32-01d9-4b47-a105-eacf059a4647" providerId="ADAL" clId="{F7FF961E-CF96-44AC-93C2-93612F62D46D}" dt="2026-04-13T06:22:47.488" v="854" actId="20577"/>
          <ac:spMkLst>
            <pc:docMk/>
            <pc:sldMk cId="828246571" sldId="273"/>
            <ac:spMk id="2" creationId="{709AA507-C467-7925-4088-25799C7B27F4}"/>
          </ac:spMkLst>
        </pc:spChg>
        <pc:spChg chg="mod">
          <ac:chgData name="Berg, Dirk van den" userId="035ecb32-01d9-4b47-a105-eacf059a4647" providerId="ADAL" clId="{F7FF961E-CF96-44AC-93C2-93612F62D46D}" dt="2026-04-13T07:46:11.397" v="2853" actId="20577"/>
          <ac:spMkLst>
            <pc:docMk/>
            <pc:sldMk cId="828246571" sldId="273"/>
            <ac:spMk id="3" creationId="{94396D4E-EE75-3ED8-25EC-5D764ABEAE5B}"/>
          </ac:spMkLst>
        </pc:spChg>
      </pc:sldChg>
      <pc:sldChg chg="modSp new mod">
        <pc:chgData name="Berg, Dirk van den" userId="035ecb32-01d9-4b47-a105-eacf059a4647" providerId="ADAL" clId="{F7FF961E-CF96-44AC-93C2-93612F62D46D}" dt="2026-04-13T07:47:17.924" v="2908" actId="20577"/>
        <pc:sldMkLst>
          <pc:docMk/>
          <pc:sldMk cId="1844279838" sldId="274"/>
        </pc:sldMkLst>
        <pc:spChg chg="mod">
          <ac:chgData name="Berg, Dirk van den" userId="035ecb32-01d9-4b47-a105-eacf059a4647" providerId="ADAL" clId="{F7FF961E-CF96-44AC-93C2-93612F62D46D}" dt="2026-04-13T07:21:13.031" v="2133" actId="20577"/>
          <ac:spMkLst>
            <pc:docMk/>
            <pc:sldMk cId="1844279838" sldId="274"/>
            <ac:spMk id="2" creationId="{B3E76C42-DF06-5793-A11F-069B10DDAD06}"/>
          </ac:spMkLst>
        </pc:spChg>
        <pc:spChg chg="mod">
          <ac:chgData name="Berg, Dirk van den" userId="035ecb32-01d9-4b47-a105-eacf059a4647" providerId="ADAL" clId="{F7FF961E-CF96-44AC-93C2-93612F62D46D}" dt="2026-04-13T07:47:17.924" v="2908" actId="20577"/>
          <ac:spMkLst>
            <pc:docMk/>
            <pc:sldMk cId="1844279838" sldId="274"/>
            <ac:spMk id="3" creationId="{C6A8BFDA-DC9D-233B-9E07-DB2391D5E008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4-13T07:48:09.471" v="2942" actId="14100"/>
        <pc:sldMkLst>
          <pc:docMk/>
          <pc:sldMk cId="2513273976" sldId="275"/>
        </pc:sldMkLst>
        <pc:spChg chg="mod">
          <ac:chgData name="Berg, Dirk van den" userId="035ecb32-01d9-4b47-a105-eacf059a4647" providerId="ADAL" clId="{F7FF961E-CF96-44AC-93C2-93612F62D46D}" dt="2026-04-13T06:24:12.352" v="908" actId="20577"/>
          <ac:spMkLst>
            <pc:docMk/>
            <pc:sldMk cId="2513273976" sldId="275"/>
            <ac:spMk id="2" creationId="{B5114F0C-C190-6722-9AB7-9CD6764802DB}"/>
          </ac:spMkLst>
        </pc:spChg>
        <pc:spChg chg="mod">
          <ac:chgData name="Berg, Dirk van den" userId="035ecb32-01d9-4b47-a105-eacf059a4647" providerId="ADAL" clId="{F7FF961E-CF96-44AC-93C2-93612F62D46D}" dt="2026-04-13T07:40:57.337" v="2542" actId="14100"/>
          <ac:spMkLst>
            <pc:docMk/>
            <pc:sldMk cId="2513273976" sldId="275"/>
            <ac:spMk id="3" creationId="{3BFCDC9C-D074-D42B-C009-88D41D17CD3C}"/>
          </ac:spMkLst>
        </pc:spChg>
        <pc:spChg chg="add mod">
          <ac:chgData name="Berg, Dirk van den" userId="035ecb32-01d9-4b47-a105-eacf059a4647" providerId="ADAL" clId="{F7FF961E-CF96-44AC-93C2-93612F62D46D}" dt="2026-04-13T07:48:09.471" v="2942" actId="14100"/>
          <ac:spMkLst>
            <pc:docMk/>
            <pc:sldMk cId="2513273976" sldId="275"/>
            <ac:spMk id="8" creationId="{A9E772C0-70F7-B6B0-658B-A165915E8965}"/>
          </ac:spMkLst>
        </pc:spChg>
        <pc:picChg chg="add mod">
          <ac:chgData name="Berg, Dirk van den" userId="035ecb32-01d9-4b47-a105-eacf059a4647" providerId="ADAL" clId="{F7FF961E-CF96-44AC-93C2-93612F62D46D}" dt="2026-04-13T07:41:00.583" v="2545" actId="1076"/>
          <ac:picMkLst>
            <pc:docMk/>
            <pc:sldMk cId="2513273976" sldId="275"/>
            <ac:picMk id="7" creationId="{8EF0F909-01A6-D5F6-9B5C-BE35392A59AA}"/>
          </ac:picMkLst>
        </pc:picChg>
      </pc:sldChg>
      <pc:sldChg chg="addSp delSp modSp new mod ord">
        <pc:chgData name="Berg, Dirk van den" userId="035ecb32-01d9-4b47-a105-eacf059a4647" providerId="ADAL" clId="{F7FF961E-CF96-44AC-93C2-93612F62D46D}" dt="2026-04-13T07:09:22.919" v="1460"/>
        <pc:sldMkLst>
          <pc:docMk/>
          <pc:sldMk cId="2262123547" sldId="276"/>
        </pc:sldMkLst>
        <pc:spChg chg="mod">
          <ac:chgData name="Berg, Dirk van den" userId="035ecb32-01d9-4b47-a105-eacf059a4647" providerId="ADAL" clId="{F7FF961E-CF96-44AC-93C2-93612F62D46D}" dt="2026-04-13T06:25:29.226" v="925" actId="20577"/>
          <ac:spMkLst>
            <pc:docMk/>
            <pc:sldMk cId="2262123547" sldId="276"/>
            <ac:spMk id="2" creationId="{A731B077-15BA-B2B8-552B-1D7EBDD5D0DB}"/>
          </ac:spMkLst>
        </pc:spChg>
        <pc:spChg chg="add mod">
          <ac:chgData name="Berg, Dirk van den" userId="035ecb32-01d9-4b47-a105-eacf059a4647" providerId="ADAL" clId="{F7FF961E-CF96-44AC-93C2-93612F62D46D}" dt="2026-04-13T06:39:41.798" v="1383" actId="208"/>
          <ac:spMkLst>
            <pc:docMk/>
            <pc:sldMk cId="2262123547" sldId="276"/>
            <ac:spMk id="7" creationId="{B8D36AD3-CC96-AFBF-DC0C-7351EF0098F4}"/>
          </ac:spMkLst>
        </pc:spChg>
        <pc:picChg chg="add mod ord">
          <ac:chgData name="Berg, Dirk van den" userId="035ecb32-01d9-4b47-a105-eacf059a4647" providerId="ADAL" clId="{F7FF961E-CF96-44AC-93C2-93612F62D46D}" dt="2026-04-13T06:38:46.593" v="1376" actId="167"/>
          <ac:picMkLst>
            <pc:docMk/>
            <pc:sldMk cId="2262123547" sldId="276"/>
            <ac:picMk id="5" creationId="{6F92B059-0169-24A2-3618-317913AC6135}"/>
          </ac:picMkLst>
        </pc:picChg>
      </pc:sldChg>
      <pc:sldChg chg="modSp new mod ord modShow">
        <pc:chgData name="Berg, Dirk van den" userId="035ecb32-01d9-4b47-a105-eacf059a4647" providerId="ADAL" clId="{F7FF961E-CF96-44AC-93C2-93612F62D46D}" dt="2026-04-13T07:41:26.463" v="2551"/>
        <pc:sldMkLst>
          <pc:docMk/>
          <pc:sldMk cId="4232101484" sldId="277"/>
        </pc:sldMkLst>
        <pc:spChg chg="mod">
          <ac:chgData name="Berg, Dirk van den" userId="035ecb32-01d9-4b47-a105-eacf059a4647" providerId="ADAL" clId="{F7FF961E-CF96-44AC-93C2-93612F62D46D}" dt="2026-04-13T06:25:42.172" v="938" actId="20577"/>
          <ac:spMkLst>
            <pc:docMk/>
            <pc:sldMk cId="4232101484" sldId="277"/>
            <ac:spMk id="2" creationId="{90ADA3E1-64C0-CB6A-DC29-2C327E994202}"/>
          </ac:spMkLst>
        </pc:spChg>
        <pc:spChg chg="mod">
          <ac:chgData name="Berg, Dirk van den" userId="035ecb32-01d9-4b47-a105-eacf059a4647" providerId="ADAL" clId="{F7FF961E-CF96-44AC-93C2-93612F62D46D}" dt="2026-04-13T06:26:40.693" v="1030" actId="20577"/>
          <ac:spMkLst>
            <pc:docMk/>
            <pc:sldMk cId="4232101484" sldId="277"/>
            <ac:spMk id="3" creationId="{4CCD934D-2A50-A809-C67D-FB6BB6124F1A}"/>
          </ac:spMkLst>
        </pc:spChg>
      </pc:sldChg>
      <pc:sldChg chg="add mod modShow">
        <pc:chgData name="Berg, Dirk van den" userId="035ecb32-01d9-4b47-a105-eacf059a4647" providerId="ADAL" clId="{F7FF961E-CF96-44AC-93C2-93612F62D46D}" dt="2026-04-13T07:40:01.755" v="2491" actId="729"/>
        <pc:sldMkLst>
          <pc:docMk/>
          <pc:sldMk cId="3535506409" sldId="349"/>
        </pc:sldMkLst>
      </pc:sldChg>
      <pc:sldChg chg="add mod modShow">
        <pc:chgData name="Berg, Dirk van den" userId="035ecb32-01d9-4b47-a105-eacf059a4647" providerId="ADAL" clId="{F7FF961E-CF96-44AC-93C2-93612F62D46D}" dt="2026-04-13T07:40:01.755" v="2491" actId="729"/>
        <pc:sldMkLst>
          <pc:docMk/>
          <pc:sldMk cId="4020232614" sldId="350"/>
        </pc:sldMkLst>
      </pc:sldChg>
      <pc:sldChg chg="add mod modShow">
        <pc:chgData name="Berg, Dirk van den" userId="035ecb32-01d9-4b47-a105-eacf059a4647" providerId="ADAL" clId="{F7FF961E-CF96-44AC-93C2-93612F62D46D}" dt="2026-04-13T07:40:01.755" v="2491" actId="729"/>
        <pc:sldMkLst>
          <pc:docMk/>
          <pc:sldMk cId="1713676536" sldId="351"/>
        </pc:sldMkLst>
      </pc:sldChg>
      <pc:sldChg chg="add">
        <pc:chgData name="Berg, Dirk van den" userId="035ecb32-01d9-4b47-a105-eacf059a4647" providerId="ADAL" clId="{F7FF961E-CF96-44AC-93C2-93612F62D46D}" dt="2026-04-13T06:32:28.250" v="1369"/>
        <pc:sldMkLst>
          <pc:docMk/>
          <pc:sldMk cId="1057206655" sldId="376"/>
        </pc:sldMkLst>
      </pc:sldChg>
      <pc:sldChg chg="add">
        <pc:chgData name="Berg, Dirk van den" userId="035ecb32-01d9-4b47-a105-eacf059a4647" providerId="ADAL" clId="{F7FF961E-CF96-44AC-93C2-93612F62D46D}" dt="2026-04-13T06:32:28.250" v="1369"/>
        <pc:sldMkLst>
          <pc:docMk/>
          <pc:sldMk cId="3267879511" sldId="379"/>
        </pc:sldMkLst>
      </pc:sldChg>
      <pc:sldChg chg="add">
        <pc:chgData name="Berg, Dirk van den" userId="035ecb32-01d9-4b47-a105-eacf059a4647" providerId="ADAL" clId="{F7FF961E-CF96-44AC-93C2-93612F62D46D}" dt="2026-04-13T06:33:26.469" v="1370"/>
        <pc:sldMkLst>
          <pc:docMk/>
          <pc:sldMk cId="202890920" sldId="383"/>
        </pc:sldMkLst>
      </pc:sldChg>
      <pc:sldChg chg="add">
        <pc:chgData name="Berg, Dirk van den" userId="035ecb32-01d9-4b47-a105-eacf059a4647" providerId="ADAL" clId="{F7FF961E-CF96-44AC-93C2-93612F62D46D}" dt="2026-04-13T06:33:26.469" v="1370"/>
        <pc:sldMkLst>
          <pc:docMk/>
          <pc:sldMk cId="1299751392" sldId="388"/>
        </pc:sldMkLst>
      </pc:sldChg>
      <pc:sldChg chg="add">
        <pc:chgData name="Berg, Dirk van den" userId="035ecb32-01d9-4b47-a105-eacf059a4647" providerId="ADAL" clId="{F7FF961E-CF96-44AC-93C2-93612F62D46D}" dt="2026-04-13T06:32:28.250" v="1369"/>
        <pc:sldMkLst>
          <pc:docMk/>
          <pc:sldMk cId="50572499" sldId="390"/>
        </pc:sldMkLst>
      </pc:sldChg>
      <pc:sldChg chg="modSp new mod modShow">
        <pc:chgData name="Berg, Dirk van den" userId="035ecb32-01d9-4b47-a105-eacf059a4647" providerId="ADAL" clId="{F7FF961E-CF96-44AC-93C2-93612F62D46D}" dt="2026-04-13T07:39:06.229" v="2488" actId="729"/>
        <pc:sldMkLst>
          <pc:docMk/>
          <pc:sldMk cId="2813217183" sldId="391"/>
        </pc:sldMkLst>
        <pc:spChg chg="mod">
          <ac:chgData name="Berg, Dirk van den" userId="035ecb32-01d9-4b47-a105-eacf059a4647" providerId="ADAL" clId="{F7FF961E-CF96-44AC-93C2-93612F62D46D}" dt="2026-04-13T07:07:05.215" v="1454" actId="20577"/>
          <ac:spMkLst>
            <pc:docMk/>
            <pc:sldMk cId="2813217183" sldId="391"/>
            <ac:spMk id="2" creationId="{A8A5F2A8-5C55-2BE4-0F95-5A7567C28656}"/>
          </ac:spMkLst>
        </pc:spChg>
        <pc:spChg chg="mod">
          <ac:chgData name="Berg, Dirk van den" userId="035ecb32-01d9-4b47-a105-eacf059a4647" providerId="ADAL" clId="{F7FF961E-CF96-44AC-93C2-93612F62D46D}" dt="2026-04-13T07:05:11.836" v="1436" actId="27636"/>
          <ac:spMkLst>
            <pc:docMk/>
            <pc:sldMk cId="2813217183" sldId="391"/>
            <ac:spMk id="3" creationId="{2E9AF2A0-32C3-A888-8F00-47C014D83D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E046A-035F-4CB8-8159-27438DB51C33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2082A-3DD7-41C8-8A72-DE74927655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3486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D0F4-3E77-00C5-5505-639A5802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4C592-BD33-2EB3-F5D3-E06E7C46A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365EA-03C7-651F-D59E-61F908DA5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90D95-E59B-768F-2E38-4EBC4F74B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5455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9133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C7610-4479-8EBC-618F-7D9A41E9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4E04E-5367-49EC-3385-35E9514BA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0BBA-98D6-3AF4-DE61-9B0EB7E47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Z,w</a:t>
            </a:r>
            <a:r>
              <a:rPr lang="en-US" dirty="0"/>
              <a:t> useful for augmentation, currently not used explicitly</a:t>
            </a:r>
          </a:p>
          <a:p>
            <a:endParaRPr lang="en-US" dirty="0"/>
          </a:p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F1425-EEFE-71E6-EB9B-9123BF46F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2613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Computation</a:t>
            </a:r>
          </a:p>
          <a:p>
            <a:endParaRPr lang="en-US" dirty="0"/>
          </a:p>
          <a:p>
            <a:r>
              <a:rPr lang="en-US" dirty="0"/>
              <a:t>  simulate() rolls out RK4 over each segment with </a:t>
            </a:r>
            <a:r>
              <a:rPr lang="en-US" dirty="0" err="1"/>
              <a:t>bptt_mode</a:t>
            </a:r>
            <a:r>
              <a:rPr lang="en-US" dirty="0"/>
              <a:t>='full' — full backpropagation </a:t>
            </a:r>
          </a:p>
          <a:p>
            <a:r>
              <a:rPr lang="en-US" dirty="0"/>
              <a:t>  through time (BPTT) through all </a:t>
            </a:r>
            <a:r>
              <a:rPr lang="en-US" dirty="0" err="1"/>
              <a:t>segment_len</a:t>
            </a:r>
            <a:r>
              <a:rPr lang="en-US" dirty="0"/>
              <a:t> steps. The gradient flows through simulate →</a:t>
            </a:r>
          </a:p>
          <a:p>
            <a:r>
              <a:rPr lang="en-US" dirty="0"/>
              <a:t>   _</a:t>
            </a:r>
            <a:r>
              <a:rPr lang="en-US" dirty="0" err="1"/>
              <a:t>build_matrices</a:t>
            </a:r>
            <a:r>
              <a:rPr lang="en-US" dirty="0"/>
              <a:t> → _</a:t>
            </a:r>
            <a:r>
              <a:rPr lang="en-US" dirty="0" err="1"/>
              <a:t>recover_params</a:t>
            </a:r>
            <a:r>
              <a:rPr lang="en-US" dirty="0"/>
              <a:t> → </a:t>
            </a:r>
            <a:r>
              <a:rPr lang="en-US" dirty="0" err="1"/>
              <a:t>log_params</a:t>
            </a:r>
            <a:r>
              <a:rPr lang="en-US" dirty="0"/>
              <a:t> (the single trainable </a:t>
            </a:r>
            <a:r>
              <a:rPr lang="en-US" dirty="0" err="1"/>
              <a:t>nn.Parameter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Gradient flows back through the RK4 simulation (full BPTT over 4000 steps per segment)</a:t>
            </a:r>
          </a:p>
          <a:p>
            <a:r>
              <a:rPr lang="en-US" dirty="0"/>
              <a:t>   to </a:t>
            </a:r>
            <a:r>
              <a:rPr lang="en-US" dirty="0" err="1"/>
              <a:t>log_params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Looks at MSE but also looks at how the develops over multiple…</a:t>
            </a:r>
          </a:p>
          <a:p>
            <a:r>
              <a:rPr lang="en-US" dirty="0"/>
              <a:t>Val for tuning learning rate… --&gt;&gt; </a:t>
            </a:r>
            <a:r>
              <a:rPr lang="en-US" dirty="0" err="1"/>
              <a:t>stratisfied</a:t>
            </a:r>
            <a:r>
              <a:rPr lang="en-US" dirty="0"/>
              <a:t> sampling </a:t>
            </a:r>
            <a:r>
              <a:rPr lang="en-US" dirty="0" err="1"/>
              <a:t>balab</a:t>
            </a:r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2082A-3DD7-41C8-8A72-DE74927655EE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9280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76DA6-E69A-4461-A879-E4922675322A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901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Parameter recovery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 (-LFR)</a:t>
            </a:r>
          </a:p>
          <a:p>
            <a:pPr lvl="1"/>
            <a:r>
              <a:rPr lang="en-US" dirty="0"/>
              <a:t>Currently not making not use of LFR structure. LFR structure is beneficial for control design, even with black box components.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DA30-D586-A0BB-1AF7-64D86EA1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209C31-5844-45A8-66CD-AB951232AF22}"/>
              </a:ext>
            </a:extLst>
          </p:cNvPr>
          <p:cNvCxnSpPr/>
          <p:nvPr/>
        </p:nvCxnSpPr>
        <p:spPr>
          <a:xfrm flipV="1">
            <a:off x="5586761" y="1992631"/>
            <a:ext cx="0" cy="4285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707EA4-39D1-E82F-AEEB-48E4670B53B8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3042B9-2414-ADA0-FE96-3C46E02B15F0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8D3237-0EB0-00FD-2BC4-E512AA0484D0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524721-83DE-5E10-A096-5535A3AD53A7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F83197-07A8-68D7-E247-438129EAC491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4ACF36-D8E8-CF20-F149-36B7FF7F88D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48638" y="872252"/>
              <a:ext cx="0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38BFF7-6E2A-161D-D50C-BF83100F1169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62A802-9163-4F3A-E357-A0DD3A1BFCC9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518AAC-42FF-73AD-84CD-E8798A665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44831F7-324C-9E1D-8C5F-E5E5A8470630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4899DD-442F-1A17-F5AF-C980AE47D838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4B8629-C11D-D556-CB03-2DD51471F40F}"/>
                </a:ext>
              </a:extLst>
            </p:cNvPr>
            <p:cNvSpPr txBox="1"/>
            <p:nvPr/>
          </p:nvSpPr>
          <p:spPr>
            <a:xfrm>
              <a:off x="2308309" y="488977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B4A65D-46F4-41ED-0C59-5468A366E8D4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16C5768-FB0F-C0D7-53A8-6FC91DDC6D74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19104F5-70E5-E7D5-8F09-5DD3342D5F4B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CB62814-8BB9-F183-BC22-124C68CD5154}"/>
                </a:ext>
              </a:extLst>
            </p:cNvPr>
            <p:cNvCxnSpPr>
              <a:stCxn id="27" idx="0"/>
            </p:cNvCxnSpPr>
            <p:nvPr/>
          </p:nvCxnSpPr>
          <p:spPr>
            <a:xfrm flipH="1" flipV="1">
              <a:off x="2615990" y="4274820"/>
              <a:ext cx="14683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9F8D1B-6059-2730-49F3-C8DA958ECFF7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871289-9EA0-2324-D13D-B6E0203D4A2B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42DCCE-9B6B-F437-10D2-25FFA72FC194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77B89FA-A4E2-8462-E907-95B4ADE4A9F8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C236062-FAB8-AEE0-E9E4-7BD14D09D5EA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4684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C347AFD-7B2E-AD06-B6A2-50479306BDAC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CB95FB-6956-0B77-9B74-AA99FFE3A55D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9E624D5-295F-59B9-8AEF-C129EBD1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CE92E2-41B2-A90F-7E05-97B153FFFBDB}"/>
              </a:ext>
            </a:extLst>
          </p:cNvPr>
          <p:cNvCxnSpPr>
            <a:stCxn id="43" idx="3"/>
          </p:cNvCxnSpPr>
          <p:nvPr/>
        </p:nvCxnSpPr>
        <p:spPr>
          <a:xfrm>
            <a:off x="2014331" y="6234947"/>
            <a:ext cx="3561279" cy="32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541EAA-F1BF-56B8-7CCD-0E7DB12F4D90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C904C-A701-E8EF-B266-BF65A2A46308}"/>
              </a:ext>
            </a:extLst>
          </p:cNvPr>
          <p:cNvSpPr txBox="1"/>
          <p:nvPr/>
        </p:nvSpPr>
        <p:spPr>
          <a:xfrm>
            <a:off x="6791160" y="4822064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X0 = </a:t>
            </a:r>
            <a:r>
              <a:rPr lang="en-NL" sz="2400" dirty="0"/>
              <a:t>[0, 0, 0.3, 0, 0, 0]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E2896-0859-25EB-1B75-11010A4EDB86}"/>
              </a:ext>
            </a:extLst>
          </p:cNvPr>
          <p:cNvSpPr/>
          <p:nvPr/>
        </p:nvSpPr>
        <p:spPr>
          <a:xfrm>
            <a:off x="7030298" y="1100615"/>
            <a:ext cx="5189164" cy="4161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572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7DE5966-9520-387F-B091-70A58177586E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F9798B-5F9F-6C3A-58DB-74B42A97E62A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BE0C36-3EE9-9CA3-EA73-739C2B10DB28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A98253-47A7-9395-B34A-5DF531A0165A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203041-7538-FFEB-67B6-9E60EE1ABB7C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D0707-9721-0589-FDE0-8C991AA57B25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FCA89E-851E-AF37-E0A1-F5F26F5A369C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1748637" y="872252"/>
              <a:ext cx="1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5D65365-7C2F-C1F1-D565-0B3B99A8858E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F89873-3C1B-6297-5650-F1E0EF85D211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DBEA52-85E6-D640-86E4-94A6F30A3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879599"/>
              <a:ext cx="0" cy="4178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9C9A93E-AF04-AB11-4DEA-5BA39E9E543F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405309-5F2A-6331-729E-E413B62AE287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FCF57C-A2BB-B58D-2FA5-0A2FEB108D2B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BECD1E-48B3-3718-DC89-436C4B68C293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904DC5-BB36-E971-FA77-F8778B396DBE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45E419C-254F-8C08-860F-62A22606AD3D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D172F1-B01A-7C1D-62A8-50679F36994B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E49B13E-093E-7468-0980-673AF355CFB8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E65AB4-2921-BE46-26C0-424641E02BAD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EC38EB-6747-F571-C7AA-96920FCA8FC7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8E7BCC3-D433-4A72-DAF3-A51A56AC0020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9283CC6-6C48-C8AD-3079-98A859F86E9B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736274-78A3-218F-C3CC-5B03B2DFFC3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F5964E-79B2-1822-991D-7ED8CF40421A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36BFBA10-4566-11C2-1808-FD68CF71C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561EB56-FB0C-DDCE-1E53-D8FF89412956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B23E37-C968-C54C-F29A-251A88B5830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</p:spTree>
    <p:extLst>
      <p:ext uri="{BB962C8B-B14F-4D97-AF65-F5344CB8AC3E}">
        <p14:creationId xmlns:p14="http://schemas.microsoft.com/office/powerpoint/2010/main" val="105720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D718-3748-EA82-D23C-90DA6615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33E5B75-C93C-CC98-8E46-E1E9962AF1EB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4ADFA2D-D59D-5CDA-8359-001EE6AFB8F7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2E5E9F-561E-1620-1506-74475CF66C0A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9C307F-222D-5878-F30F-78FBB62A27C7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653CB0-E182-472A-7771-B158FDF78661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7A89D-D622-58AE-2A43-3506EA173175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BA25615-85BE-8871-CB78-25431C011441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1748637" y="872252"/>
              <a:ext cx="1" cy="6938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5F95C0F-F55C-092C-BBD0-287F64BAC2FD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CEE8542-088D-19BA-F665-BCB9B2D7AC65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0FA6E9-F8E1-3DFE-B11C-2CBA1CC484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23F8E42-A056-6F89-99E7-3F2E176FA897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F3E69D-DF0E-3BE9-2DDF-F562F28DF4E0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4C12BB-38F0-EF6F-EE7D-4F783F8121B3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744734-4946-228C-1D1A-B7933B5A1F7E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FCAC02-8134-78FC-2CE2-D263AA9409B6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7D6FD4-66D4-1978-069B-737AA964A897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604196-B3B5-AE96-C671-524A820CB011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45FCD85-FEC5-D559-DB0E-A410AD2B4CFC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51B9CC-E708-E817-4086-8B5E3253B6F7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81CA6A-7DAC-5E20-77E0-178E26F38106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359A93-EF26-4237-BB18-3E3DB1749C61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6C89B29-2CA0-0315-6AF5-DC6F8EAFDEB7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7F53DC4-EAB3-25D8-5B4B-01E70869B82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F4212A-6E8E-4779-62A6-0FBF1EB74E14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3B86087-AFCF-CED9-8775-35C92D79C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8DED2AE-A0A0-14D7-545D-E08CB648218B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02112A-7DEB-F92D-C377-09AAB68335E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ADDFD7-F9B7-A405-F28C-8582D6DA7373}"/>
              </a:ext>
            </a:extLst>
          </p:cNvPr>
          <p:cNvSpPr txBox="1"/>
          <p:nvPr/>
        </p:nvSpPr>
        <p:spPr>
          <a:xfrm>
            <a:off x="9508910" y="4018956"/>
            <a:ext cx="28689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ts</a:t>
            </a:r>
            <a:r>
              <a:rPr lang="en-NL" dirty="0"/>
              <a:t> = 1/20000 = 50 </a:t>
            </a:r>
            <a:r>
              <a:rPr lang="en-NL" dirty="0" err="1"/>
              <a:t>μs</a:t>
            </a:r>
            <a:r>
              <a:rPr lang="en-NL" dirty="0"/>
              <a:t>, corresponding to fs = 20 kHz. </a:t>
            </a:r>
            <a:endParaRPr lang="en-US" dirty="0"/>
          </a:p>
          <a:p>
            <a:r>
              <a:rPr lang="en-NL" dirty="0"/>
              <a:t>This matches the PLTI (Position Loop Time Interval) from the </a:t>
            </a:r>
            <a:r>
              <a:rPr lang="en-NL" dirty="0" err="1"/>
              <a:t>AccurET</a:t>
            </a:r>
            <a:r>
              <a:rPr lang="en-NL" dirty="0"/>
              <a:t> hardware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26787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5ACD1-53CB-A8E1-E72A-C21EED58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329C-E639-8445-9F17-DB24077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Trajectory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71D85-C6C4-56CD-B204-78DB4E02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98282-D145-7ACD-47EA-13707FD7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248"/>
            <a:ext cx="12192000" cy="61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5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8CE8-941B-CB34-0357-D65852551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01" y="53543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Validation results: Python LPV and frozen LTI vs MATLAB q1 reference.  All models driven by u_q1 forces. Y range: -0.3 to +0.3 m.</a:t>
            </a:r>
          </a:p>
          <a:p>
            <a:pPr marL="0" indent="0">
              <a:buNone/>
            </a:pPr>
            <a:r>
              <a:rPr lang="en-US" dirty="0"/>
              <a:t>Reference for X1 and X2 are set to zero. 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EE5DA-B95C-F71E-B9FA-7D1A147F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3" t="20058" r="10610"/>
          <a:stretch>
            <a:fillRect/>
          </a:stretch>
        </p:blipFill>
        <p:spPr>
          <a:xfrm>
            <a:off x="0" y="1045029"/>
            <a:ext cx="12001405" cy="40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0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C42-DF06-5793-A11F-069B10DD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BFDA-DC9D-233B-9E07-DB2391D5E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Trajectory</a:t>
            </a:r>
          </a:p>
          <a:p>
            <a:r>
              <a:rPr lang="en-US" dirty="0"/>
              <a:t>Stratified random sampling</a:t>
            </a:r>
          </a:p>
          <a:p>
            <a:r>
              <a:rPr lang="en-US" dirty="0"/>
              <a:t>Batching</a:t>
            </a:r>
          </a:p>
          <a:p>
            <a:r>
              <a:rPr lang="en-US" dirty="0"/>
              <a:t>Gradient</a:t>
            </a:r>
          </a:p>
          <a:p>
            <a:r>
              <a:rPr lang="en-US" dirty="0"/>
              <a:t>Result</a:t>
            </a:r>
          </a:p>
          <a:p>
            <a:pPr lvl="1"/>
            <a:r>
              <a:rPr lang="en-US" dirty="0"/>
              <a:t>Compared against detuned baseline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427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2B059-0169-24A2-3618-317913AC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7" y="1243329"/>
            <a:ext cx="11489787" cy="5614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1B077-15BA-B2B8-552B-1D7EBDD5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36AD3-CC96-AFBF-DC0C-7351EF0098F4}"/>
              </a:ext>
            </a:extLst>
          </p:cNvPr>
          <p:cNvSpPr/>
          <p:nvPr/>
        </p:nvSpPr>
        <p:spPr>
          <a:xfrm>
            <a:off x="5645951" y="1243329"/>
            <a:ext cx="2047009" cy="1939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212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6449-6FC5-55A6-DFC4-E01FEF60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random sampling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87B7-553D-94F8-9719-3350EC86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total trajectory is too long (35001 steps) to </a:t>
            </a:r>
            <a:r>
              <a:rPr lang="en-US"/>
              <a:t>train in one </a:t>
            </a:r>
            <a:r>
              <a:rPr lang="en-US" dirty="0"/>
              <a:t>pass </a:t>
            </a:r>
            <a:r>
              <a:rPr lang="en-US" dirty="0">
                <a:sym typeface="Wingdings" panose="05000000000000000000" pitchFamily="2" charset="2"/>
              </a:rPr>
              <a:t> solution: split it into segments</a:t>
            </a:r>
            <a:r>
              <a:rPr lang="en-US" dirty="0"/>
              <a:t> (8 × 4000 per epoch)</a:t>
            </a:r>
          </a:p>
          <a:p>
            <a:pPr lvl="1"/>
            <a:r>
              <a:rPr lang="en-US" dirty="0"/>
              <a:t>Divided into 4375 × 8 separate parts, but per epoch only 4000</a:t>
            </a:r>
          </a:p>
          <a:p>
            <a:pPr lvl="2"/>
            <a:r>
              <a:rPr lang="en-US" dirty="0"/>
              <a:t>This allows to have different starting positions, don’t see the same segment every epoch</a:t>
            </a:r>
          </a:p>
          <a:p>
            <a:r>
              <a:rPr lang="en-US" dirty="0"/>
              <a:t>Stratified guarantees every part of the trajectory is seen every epoch over pure random</a:t>
            </a:r>
          </a:p>
        </p:txBody>
      </p:sp>
    </p:spTree>
    <p:extLst>
      <p:ext uri="{BB962C8B-B14F-4D97-AF65-F5344CB8AC3E}">
        <p14:creationId xmlns:p14="http://schemas.microsoft.com/office/powerpoint/2010/main" val="231744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73C2-7D74-3E36-A2E7-0EB1868C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BE73-9260-3F7E-37C6-18EEA5163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shooting</a:t>
            </a:r>
          </a:p>
          <a:p>
            <a:pPr lvl="1"/>
            <a:r>
              <a:rPr lang="en-US" dirty="0"/>
              <a:t>Batch: each epoch processes all n=8 segments simulated in parallel</a:t>
            </a:r>
          </a:p>
          <a:p>
            <a:r>
              <a:rPr lang="en-US" dirty="0"/>
              <a:t>Each segment starts from a precomputed state (position + velocity from data)</a:t>
            </a:r>
          </a:p>
          <a:p>
            <a:pPr lvl="1"/>
            <a:r>
              <a:rPr lang="en-US" dirty="0"/>
              <a:t>Positions are taken directly from q1 (measured). Velocities are not measured they are computed via central differences</a:t>
            </a:r>
          </a:p>
        </p:txBody>
      </p:sp>
    </p:spTree>
    <p:extLst>
      <p:ext uri="{BB962C8B-B14F-4D97-AF65-F5344CB8AC3E}">
        <p14:creationId xmlns:p14="http://schemas.microsoft.com/office/powerpoint/2010/main" val="370359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E11B-D567-9134-8034-4E1A45AE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9F0F-A55C-D5E4-57CB-4FD0E8944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computation</a:t>
            </a:r>
          </a:p>
          <a:p>
            <a:pPr lvl="1"/>
            <a:r>
              <a:rPr lang="en-US" dirty="0"/>
              <a:t>Loss = MSE(predicted positions, measured positions)</a:t>
            </a:r>
          </a:p>
          <a:p>
            <a:pPr lvl="1"/>
            <a:r>
              <a:rPr lang="en-US" dirty="0"/>
              <a:t>All 8 segments contribute</a:t>
            </a:r>
            <a:r>
              <a:rPr lang="en-US"/>
              <a:t>, averaged </a:t>
            </a:r>
            <a:r>
              <a:rPr lang="en-US" dirty="0"/>
              <a:t>before parameter updating</a:t>
            </a:r>
          </a:p>
          <a:p>
            <a:r>
              <a:rPr lang="en-US" dirty="0"/>
              <a:t>Adam optimizer</a:t>
            </a:r>
          </a:p>
          <a:p>
            <a:pPr lvl="1"/>
            <a:r>
              <a:rPr lang="en-US" dirty="0"/>
              <a:t>Adam optimizes over the 13 parameters in log space (to guarantee M(Y) is invertible because all parameters &gt; 0 )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2DC4A-E809-69B5-3B2E-80EBD7923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5216" y="2538608"/>
            <a:ext cx="3254022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23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F2A8-5C55-2BE4-0F95-5A7567C2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 and loss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AF2A0-32C3-A888-8F00-47C014D83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Optimizer</a:t>
            </a:r>
          </a:p>
          <a:p>
            <a:endParaRPr lang="en-US" dirty="0"/>
          </a:p>
          <a:p>
            <a:r>
              <a:rPr lang="en-US" dirty="0"/>
              <a:t>  - Adam (</a:t>
            </a:r>
            <a:r>
              <a:rPr lang="en-US" dirty="0" err="1"/>
              <a:t>lr</a:t>
            </a:r>
            <a:r>
              <a:rPr lang="en-US" dirty="0"/>
              <a:t>=1e-3) on </a:t>
            </a:r>
            <a:r>
              <a:rPr lang="en-US" dirty="0" err="1"/>
              <a:t>block.log_params</a:t>
            </a:r>
            <a:r>
              <a:rPr lang="en-US" dirty="0"/>
              <a:t> only — 13 scalars total</a:t>
            </a:r>
          </a:p>
          <a:p>
            <a:r>
              <a:rPr lang="en-US" dirty="0"/>
              <a:t>  - </a:t>
            </a:r>
            <a:r>
              <a:rPr lang="en-US" dirty="0" err="1"/>
              <a:t>ReduceLROnPlateau</a:t>
            </a:r>
            <a:r>
              <a:rPr lang="en-US" dirty="0"/>
              <a:t> scheduler: halves LR if validation MSE doesn't improve for 5        </a:t>
            </a:r>
          </a:p>
          <a:p>
            <a:r>
              <a:rPr lang="en-US" dirty="0"/>
              <a:t>  consecutive log intervals, floor at 1e-5</a:t>
            </a:r>
          </a:p>
          <a:p>
            <a:r>
              <a:rPr lang="en-US" dirty="0"/>
              <a:t>  - Validation MSE is computed on fixed non-overlapping segments (aligned starts) every   </a:t>
            </a:r>
          </a:p>
          <a:p>
            <a:r>
              <a:rPr lang="en-US" dirty="0"/>
              <a:t>  LOG_INTERVAL=25 epochs</a:t>
            </a:r>
          </a:p>
          <a:p>
            <a:endParaRPr lang="en-US" dirty="0"/>
          </a:p>
          <a:p>
            <a:r>
              <a:rPr lang="en-US" dirty="0"/>
              <a:t>  ---</a:t>
            </a:r>
          </a:p>
          <a:p>
            <a:r>
              <a:rPr lang="en-US" dirty="0"/>
              <a:t>  Loss</a:t>
            </a:r>
          </a:p>
          <a:p>
            <a:endParaRPr lang="en-US" dirty="0"/>
          </a:p>
          <a:p>
            <a:r>
              <a:rPr lang="en-US" dirty="0"/>
              <a:t>  loss = MSE(</a:t>
            </a:r>
            <a:r>
              <a:rPr lang="en-US" dirty="0" err="1"/>
              <a:t>Y_pred</a:t>
            </a:r>
            <a:r>
              <a:rPr lang="en-US" dirty="0"/>
              <a:t>, q1_seg)   [+ </a:t>
            </a:r>
            <a:r>
              <a:rPr lang="en-US" dirty="0" err="1"/>
              <a:t>param_loss_weight</a:t>
            </a:r>
            <a:r>
              <a:rPr lang="en-US" dirty="0"/>
              <a:t> * </a:t>
            </a:r>
            <a:r>
              <a:rPr lang="en-US" dirty="0" err="1"/>
              <a:t>param_loss</a:t>
            </a:r>
            <a:r>
              <a:rPr lang="en-US" dirty="0"/>
              <a:t>()  — disabled at 0.0]    </a:t>
            </a:r>
          </a:p>
          <a:p>
            <a:r>
              <a:rPr lang="en-US" dirty="0"/>
              <a:t>  MSE over predicted stage positions vs. ground truth. </a:t>
            </a:r>
            <a:r>
              <a:rPr lang="en-US" dirty="0" err="1"/>
              <a:t>param_loss</a:t>
            </a:r>
            <a:r>
              <a:rPr lang="en-US" dirty="0"/>
              <a:t>() (Lambda-weighted L2   </a:t>
            </a:r>
          </a:p>
          <a:p>
            <a:r>
              <a:rPr lang="en-US" dirty="0"/>
              <a:t>  toward </a:t>
            </a:r>
            <a:r>
              <a:rPr lang="en-US" dirty="0" err="1"/>
              <a:t>params_init</a:t>
            </a:r>
            <a:r>
              <a:rPr lang="en-US" dirty="0"/>
              <a:t>) is available for augmentation mode but currently off.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1321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A1D0-24EC-0D17-58E3-781CC82A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param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B738-D333-D2F5-A49D-17CA05753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Centering and normalization because…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3436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FEBD8-39CC-DF0C-9948-5C9FBB5C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Summed parameters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A83E-9384-02E9-22E5-F3B48F942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B906D-C817-A9F1-B8F1-B9C4DE7A1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646" y="1668627"/>
            <a:ext cx="4244708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57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D06CA-7C24-79D4-79CB-5C038647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Summed parameters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1AF4-7C0D-85C4-4C9B-24DD87D8A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EC6E-2CCA-F809-A242-D9300056E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310" y="990146"/>
            <a:ext cx="6243056" cy="550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75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4C1A92-B513-D7E8-6E1C-C3504817D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E72D-133A-03AD-CB2B-EAF1678B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63BC0-3F72-C665-C78F-F1742C7EA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82390-6B42-8753-DD46-C44488165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69" y="1825625"/>
            <a:ext cx="8246811" cy="4799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3F1925-ADDA-61B1-41C4-9252F901E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066" y="4591127"/>
            <a:ext cx="6880628" cy="22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32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72A82D-6730-7DB6-4983-6A98BEA6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0E9C-F6C7-140C-CB40-80758622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6E28-97CA-22E1-C5D3-D45A6877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E4061-D3D3-BE45-71D1-155CE36A1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69" y="1825625"/>
            <a:ext cx="8246811" cy="4799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C614D5-80AE-4AA1-A1CA-8EDCF3918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066" y="4591127"/>
            <a:ext cx="6880628" cy="22668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894E58-6552-142F-3AEF-13DEF7390CA4}"/>
              </a:ext>
            </a:extLst>
          </p:cNvPr>
          <p:cNvSpPr/>
          <p:nvPr/>
        </p:nvSpPr>
        <p:spPr>
          <a:xfrm>
            <a:off x="2449551" y="3206013"/>
            <a:ext cx="650488" cy="4459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213CD-B50E-373E-5DD9-5C33E0161B5E}"/>
              </a:ext>
            </a:extLst>
          </p:cNvPr>
          <p:cNvSpPr txBox="1"/>
          <p:nvPr/>
        </p:nvSpPr>
        <p:spPr>
          <a:xfrm>
            <a:off x="7497659" y="1935281"/>
            <a:ext cx="4432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Only appears here and as a sum </a:t>
            </a:r>
          </a:p>
          <a:p>
            <a:r>
              <a:rPr lang="en-US" sz="2400" dirty="0">
                <a:sym typeface="Wingdings" panose="05000000000000000000" pitchFamily="2" charset="2"/>
              </a:rPr>
              <a:t> take relative weak signal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1713676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5E0B6D-1630-357D-18E3-1D834E74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C12F-13D0-5D81-E111-9F1C3140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parameter updating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0E731-F328-0220-DE39-F0AB69B88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AA604-6E2F-6B89-9751-159BA87A5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69" y="1825625"/>
            <a:ext cx="8246811" cy="4799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2FC1F0-6BDD-A299-F527-A4998CD62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066" y="4591127"/>
            <a:ext cx="6880628" cy="22668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67CAFAB-D219-E227-923D-05E4EA951C90}"/>
              </a:ext>
            </a:extLst>
          </p:cNvPr>
          <p:cNvSpPr/>
          <p:nvPr/>
        </p:nvSpPr>
        <p:spPr>
          <a:xfrm>
            <a:off x="3713356" y="3601844"/>
            <a:ext cx="992460" cy="7025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000E7C-D939-755F-173A-D9EE03A94528}"/>
              </a:ext>
            </a:extLst>
          </p:cNvPr>
          <p:cNvSpPr/>
          <p:nvPr/>
        </p:nvSpPr>
        <p:spPr>
          <a:xfrm>
            <a:off x="7805854" y="5040351"/>
            <a:ext cx="959004" cy="3902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EEA4F1-9891-D746-5F3D-7F5C3FAB88CA}"/>
              </a:ext>
            </a:extLst>
          </p:cNvPr>
          <p:cNvSpPr/>
          <p:nvPr/>
        </p:nvSpPr>
        <p:spPr>
          <a:xfrm>
            <a:off x="5928731" y="6176963"/>
            <a:ext cx="992460" cy="4459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9F059-3890-067F-6DF9-E525060C68DA}"/>
              </a:ext>
            </a:extLst>
          </p:cNvPr>
          <p:cNvSpPr txBox="1"/>
          <p:nvPr/>
        </p:nvSpPr>
        <p:spPr>
          <a:xfrm>
            <a:off x="6921191" y="2139912"/>
            <a:ext cx="5264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 the sum for parameter estimation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3535506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A3E1-64C0-CB6A-DC29-2C327E99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D934D-2A50-A809-C67D-FB6BB6124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[X, Theta, Y, </a:t>
            </a:r>
            <a:r>
              <a:rPr lang="en-US" dirty="0" err="1"/>
              <a:t>X_dot</a:t>
            </a:r>
            <a:r>
              <a:rPr lang="en-US" dirty="0"/>
              <a:t>, </a:t>
            </a:r>
            <a:r>
              <a:rPr lang="en-US" dirty="0" err="1"/>
              <a:t>Theta_dot</a:t>
            </a:r>
            <a:r>
              <a:rPr lang="en-US" dirty="0"/>
              <a:t>, </a:t>
            </a:r>
            <a:r>
              <a:rPr lang="en-US" dirty="0" err="1"/>
              <a:t>Y_dot</a:t>
            </a:r>
            <a:r>
              <a:rPr lang="en-US" dirty="0"/>
              <a:t>]^T</a:t>
            </a:r>
          </a:p>
          <a:p>
            <a:endParaRPr lang="en-US" dirty="0"/>
          </a:p>
          <a:p>
            <a:r>
              <a:rPr lang="en-US" dirty="0"/>
              <a:t>Calculate from trajectory, for theta..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32101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4F0C-C190-6722-9AB7-9CD6764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detuning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DC9C-D074-D42B-C009-88D41D17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30975" cy="4351338"/>
          </a:xfrm>
        </p:spPr>
        <p:txBody>
          <a:bodyPr/>
          <a:lstStyle/>
          <a:p>
            <a:r>
              <a:rPr lang="en-US" dirty="0"/>
              <a:t>Detuned all parameters with 10 percent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F0F909-01A6-D5F6-9B5C-BE35392A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549" y="1652826"/>
            <a:ext cx="8101822" cy="484004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E772C0-70F7-B6B0-658B-A165915E8965}"/>
              </a:ext>
            </a:extLst>
          </p:cNvPr>
          <p:cNvSpPr/>
          <p:nvPr/>
        </p:nvSpPr>
        <p:spPr>
          <a:xfrm>
            <a:off x="8333773" y="1690688"/>
            <a:ext cx="1122744" cy="47101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3273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1A14-BF5E-F8D3-F2F8-1F2FF8A0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Detuned RMSE per channel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62267-D442-C61A-4B98-AE597B0A3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62" y="1513108"/>
            <a:ext cx="10515600" cy="4351338"/>
          </a:xfrm>
        </p:spPr>
        <p:txBody>
          <a:bodyPr/>
          <a:lstStyle/>
          <a:p>
            <a:r>
              <a:rPr lang="en-US" dirty="0"/>
              <a:t>For reference</a:t>
            </a:r>
            <a:endParaRPr lang="en-N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5CE43-AC74-EF31-7F1E-A1936A3A6BAA}"/>
              </a:ext>
            </a:extLst>
          </p:cNvPr>
          <p:cNvGrpSpPr/>
          <p:nvPr/>
        </p:nvGrpSpPr>
        <p:grpSpPr>
          <a:xfrm>
            <a:off x="568986" y="1998126"/>
            <a:ext cx="10784814" cy="3754492"/>
            <a:chOff x="568986" y="1998126"/>
            <a:chExt cx="10784814" cy="37544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E4360F0-21BC-2E7F-1DFD-7B237B102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8986" y="1998126"/>
              <a:ext cx="10784814" cy="37544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EA55D2-1E7F-D5D0-AB0A-16908267DE0D}"/>
                </a:ext>
              </a:extLst>
            </p:cNvPr>
            <p:cNvSpPr/>
            <p:nvPr/>
          </p:nvSpPr>
          <p:spPr>
            <a:xfrm>
              <a:off x="995421" y="4872942"/>
              <a:ext cx="6805915" cy="3240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203410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4148-055A-3FA8-598D-A903FBC6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NL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517BA7-7956-AC58-21B0-63ECDF3ED770}"/>
              </a:ext>
            </a:extLst>
          </p:cNvPr>
          <p:cNvGrpSpPr/>
          <p:nvPr/>
        </p:nvGrpSpPr>
        <p:grpSpPr>
          <a:xfrm>
            <a:off x="124331" y="2137022"/>
            <a:ext cx="8169900" cy="3152608"/>
            <a:chOff x="568986" y="1998126"/>
            <a:chExt cx="10784814" cy="375449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CEA149E-1D06-06F2-923A-A4C26037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8986" y="1998126"/>
              <a:ext cx="10784814" cy="3754492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D30AAA-B5A6-0062-86A4-688FB9DCAF7D}"/>
                </a:ext>
              </a:extLst>
            </p:cNvPr>
            <p:cNvSpPr/>
            <p:nvPr/>
          </p:nvSpPr>
          <p:spPr>
            <a:xfrm>
              <a:off x="995421" y="4872942"/>
              <a:ext cx="6805915" cy="3240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A03380B-3C5C-2346-0CAD-7340A28BC3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226"/>
          <a:stretch>
            <a:fillRect/>
          </a:stretch>
        </p:blipFill>
        <p:spPr>
          <a:xfrm>
            <a:off x="7789849" y="2005014"/>
            <a:ext cx="4193309" cy="32846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2D6A58-27BB-0F2A-2743-02B9AA799B49}"/>
              </a:ext>
            </a:extLst>
          </p:cNvPr>
          <p:cNvSpPr txBox="1"/>
          <p:nvPr/>
        </p:nvSpPr>
        <p:spPr>
          <a:xfrm>
            <a:off x="204486" y="5735964"/>
            <a:ext cx="58915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 it on server and folder to save didn’t exist, so can’t properly retrieve in meters</a:t>
            </a:r>
          </a:p>
          <a:p>
            <a:r>
              <a:rPr lang="en-US" dirty="0"/>
              <a:t>Or convergence plot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63204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3D4E-0268-2FED-A736-A6B91468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B8330-0F72-7F72-40D9-7B70742F8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2EAE6-7970-EF85-E1D1-AE6A0D60B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2" y="1287958"/>
            <a:ext cx="8013619" cy="548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46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A507-C467-7925-4088-25799C7B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Identifiability limit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96D4E-EE75-3ED8-25EC-5D764ABEA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simulation loss has no gradient signal to move parameters that are already on the “flat ridge”.</a:t>
            </a:r>
          </a:p>
          <a:p>
            <a:pPr lvl="1"/>
            <a:r>
              <a:rPr lang="en-US" dirty="0"/>
              <a:t>Combination of parameters gives correct output but individual parameters not properly recovered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28246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9358-8942-7AFB-4D44-6F9BC3C24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C7A9-DBDF-EBE0-AD78-C712B6F89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directly visible in the output states </a:t>
            </a:r>
            <a:r>
              <a:rPr lang="en-US" dirty="0">
                <a:sym typeface="Wingdings" panose="05000000000000000000" pitchFamily="2" charset="2"/>
              </a:rPr>
              <a:t> indirect chain through dynamics</a:t>
            </a:r>
            <a:endParaRPr lang="en-US" dirty="0"/>
          </a:p>
          <a:p>
            <a:r>
              <a:rPr lang="en-US" dirty="0"/>
              <a:t>Current baseline cant absorb it / explain it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0DF28-6242-B471-9686-83C786318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813" y="4295757"/>
            <a:ext cx="5578323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74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Augmentation physical meaningful (coupling or position dependent) or not in output data and 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Rewrite LPV structure in proper LFR</a:t>
            </a:r>
          </a:p>
          <a:p>
            <a:r>
              <a:rPr lang="en-US" dirty="0"/>
              <a:t>Augmentation: determine adding additional state to baseline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1374</TotalTime>
  <Words>1671</Words>
  <Application>Microsoft Office PowerPoint</Application>
  <PresentationFormat>Widescreen</PresentationFormat>
  <Paragraphs>206</Paragraphs>
  <Slides>28</Slides>
  <Notes>5</Notes>
  <HiddenSlides>10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Wingdings</vt:lpstr>
      <vt:lpstr>Office Theme</vt:lpstr>
      <vt:lpstr>Meeting Week 11</vt:lpstr>
      <vt:lpstr>Last week summary</vt:lpstr>
      <vt:lpstr>PowerPoint Presentation</vt:lpstr>
      <vt:lpstr>PowerPoint Presentation</vt:lpstr>
      <vt:lpstr>PowerPoint Presentation</vt:lpstr>
      <vt:lpstr>Simulation – Trajectory</vt:lpstr>
      <vt:lpstr>PowerPoint Presentation</vt:lpstr>
      <vt:lpstr>Simulation – Parameter recovery</vt:lpstr>
      <vt:lpstr>Trajectory</vt:lpstr>
      <vt:lpstr>Stratified random sampling</vt:lpstr>
      <vt:lpstr>Batching</vt:lpstr>
      <vt:lpstr>Gradient</vt:lpstr>
      <vt:lpstr>Optimizer and loss</vt:lpstr>
      <vt:lpstr>Log param</vt:lpstr>
      <vt:lpstr>Summed parameters </vt:lpstr>
      <vt:lpstr>Summed parameters </vt:lpstr>
      <vt:lpstr>Augmentation – parameter updating</vt:lpstr>
      <vt:lpstr>Augmentation – parameter updating</vt:lpstr>
      <vt:lpstr>Augmentation – parameter updating</vt:lpstr>
      <vt:lpstr>States</vt:lpstr>
      <vt:lpstr>Parameter detuning</vt:lpstr>
      <vt:lpstr>Detuned RMSE per channel</vt:lpstr>
      <vt:lpstr>Result</vt:lpstr>
      <vt:lpstr>Parameter recovery</vt:lpstr>
      <vt:lpstr>Identifiability limit</vt:lpstr>
      <vt:lpstr>Requirements additional state</vt:lpstr>
      <vt:lpstr>Question 1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2026-04-17T07:14:53Z</dcterms:modified>
</cp:coreProperties>
</file>