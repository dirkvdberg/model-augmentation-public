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7" r:id="rId1"/>
  </p:sldMasterIdLst>
  <p:notesMasterIdLst>
    <p:notesMasterId r:id="rId31"/>
  </p:notesMasterIdLst>
  <p:sldIdLst>
    <p:sldId id="257" r:id="rId2"/>
    <p:sldId id="258" r:id="rId3"/>
    <p:sldId id="346" r:id="rId4"/>
    <p:sldId id="272" r:id="rId5"/>
    <p:sldId id="268" r:id="rId6"/>
    <p:sldId id="342" r:id="rId7"/>
    <p:sldId id="343" r:id="rId8"/>
    <p:sldId id="345" r:id="rId9"/>
    <p:sldId id="347" r:id="rId10"/>
    <p:sldId id="383" r:id="rId11"/>
    <p:sldId id="348" r:id="rId12"/>
    <p:sldId id="369" r:id="rId13"/>
    <p:sldId id="370" r:id="rId14"/>
    <p:sldId id="259" r:id="rId15"/>
    <p:sldId id="381" r:id="rId16"/>
    <p:sldId id="378" r:id="rId17"/>
    <p:sldId id="376" r:id="rId18"/>
    <p:sldId id="379" r:id="rId19"/>
    <p:sldId id="377" r:id="rId20"/>
    <p:sldId id="371" r:id="rId21"/>
    <p:sldId id="372" r:id="rId22"/>
    <p:sldId id="264" r:id="rId23"/>
    <p:sldId id="263" r:id="rId24"/>
    <p:sldId id="382" r:id="rId25"/>
    <p:sldId id="380" r:id="rId26"/>
    <p:sldId id="384" r:id="rId27"/>
    <p:sldId id="260" r:id="rId28"/>
    <p:sldId id="265" r:id="rId29"/>
    <p:sldId id="261" r:id="rId30"/>
  </p:sldIdLst>
  <p:sldSz cx="12192000" cy="6858000"/>
  <p:notesSz cx="6858000" cy="9144000"/>
  <p:defaultTextStyle>
    <a:defPPr>
      <a:defRPr lang="en-N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BC5D8FC-72B6-4689-9CDE-0EB025D936AA}" v="67" dt="2026-04-07T07:53:52.39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80" autoAdjust="0"/>
    <p:restoredTop sz="91895" autoAdjust="0"/>
  </p:normalViewPr>
  <p:slideViewPr>
    <p:cSldViewPr snapToGrid="0">
      <p:cViewPr varScale="1">
        <p:scale>
          <a:sx n="76" d="100"/>
          <a:sy n="76" d="100"/>
        </p:scale>
        <p:origin x="854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37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erg, Dirk van den" userId="035ecb32-01d9-4b47-a105-eacf059a4647" providerId="ADAL" clId="{F7FF961E-CF96-44AC-93C2-93612F62D46D}"/>
    <pc:docChg chg="undo redo custSel addSld delSld modSld">
      <pc:chgData name="Berg, Dirk van den" userId="035ecb32-01d9-4b47-a105-eacf059a4647" providerId="ADAL" clId="{F7FF961E-CF96-44AC-93C2-93612F62D46D}" dt="2026-04-07T08:24:59.886" v="6248" actId="20577"/>
      <pc:docMkLst>
        <pc:docMk/>
      </pc:docMkLst>
      <pc:sldChg chg="delSp modSp mod">
        <pc:chgData name="Berg, Dirk van den" userId="035ecb32-01d9-4b47-a105-eacf059a4647" providerId="ADAL" clId="{F7FF961E-CF96-44AC-93C2-93612F62D46D}" dt="2026-04-07T07:33:45.271" v="5526" actId="20577"/>
        <pc:sldMkLst>
          <pc:docMk/>
          <pc:sldMk cId="2679595137" sldId="257"/>
        </pc:sldMkLst>
        <pc:spChg chg="mod">
          <ac:chgData name="Berg, Dirk van den" userId="035ecb32-01d9-4b47-a105-eacf059a4647" providerId="ADAL" clId="{F7FF961E-CF96-44AC-93C2-93612F62D46D}" dt="2026-04-06T15:51:36.034" v="10" actId="20577"/>
          <ac:spMkLst>
            <pc:docMk/>
            <pc:sldMk cId="2679595137" sldId="257"/>
            <ac:spMk id="2" creationId="{1CA58346-11EF-AF16-3F7E-D4AE642D6182}"/>
          </ac:spMkLst>
        </pc:spChg>
        <pc:spChg chg="mod">
          <ac:chgData name="Berg, Dirk van den" userId="035ecb32-01d9-4b47-a105-eacf059a4647" providerId="ADAL" clId="{F7FF961E-CF96-44AC-93C2-93612F62D46D}" dt="2026-04-07T07:33:45.271" v="5526" actId="20577"/>
          <ac:spMkLst>
            <pc:docMk/>
            <pc:sldMk cId="2679595137" sldId="257"/>
            <ac:spMk id="3" creationId="{DAAEF679-3C39-E36C-B710-9B50CBAE487E}"/>
          </ac:spMkLst>
        </pc:spChg>
        <pc:spChg chg="del">
          <ac:chgData name="Berg, Dirk van den" userId="035ecb32-01d9-4b47-a105-eacf059a4647" providerId="ADAL" clId="{F7FF961E-CF96-44AC-93C2-93612F62D46D}" dt="2026-04-07T07:33:06.583" v="5403" actId="478"/>
          <ac:spMkLst>
            <pc:docMk/>
            <pc:sldMk cId="2679595137" sldId="257"/>
            <ac:spMk id="4" creationId="{465EFC2D-66CC-A333-8AD7-17BCBCDB18BB}"/>
          </ac:spMkLst>
        </pc:spChg>
      </pc:sldChg>
      <pc:sldChg chg="delSp modSp mod">
        <pc:chgData name="Berg, Dirk van den" userId="035ecb32-01d9-4b47-a105-eacf059a4647" providerId="ADAL" clId="{F7FF961E-CF96-44AC-93C2-93612F62D46D}" dt="2026-04-06T16:27:35.727" v="1033" actId="478"/>
        <pc:sldMkLst>
          <pc:docMk/>
          <pc:sldMk cId="1617226886" sldId="258"/>
        </pc:sldMkLst>
        <pc:spChg chg="mod">
          <ac:chgData name="Berg, Dirk van den" userId="035ecb32-01d9-4b47-a105-eacf059a4647" providerId="ADAL" clId="{F7FF961E-CF96-44AC-93C2-93612F62D46D}" dt="2026-04-06T16:24:44.965" v="928" actId="20577"/>
          <ac:spMkLst>
            <pc:docMk/>
            <pc:sldMk cId="1617226886" sldId="258"/>
            <ac:spMk id="3" creationId="{1B16F991-22E1-98ED-FDA2-6483679AE450}"/>
          </ac:spMkLst>
        </pc:spChg>
        <pc:spChg chg="del mod">
          <ac:chgData name="Berg, Dirk van den" userId="035ecb32-01d9-4b47-a105-eacf059a4647" providerId="ADAL" clId="{F7FF961E-CF96-44AC-93C2-93612F62D46D}" dt="2026-04-06T16:27:35.727" v="1033" actId="478"/>
          <ac:spMkLst>
            <pc:docMk/>
            <pc:sldMk cId="1617226886" sldId="258"/>
            <ac:spMk id="5" creationId="{7CFFA8B5-4335-A79D-381E-82C9B8A52E4E}"/>
          </ac:spMkLst>
        </pc:spChg>
      </pc:sldChg>
      <pc:sldChg chg="delSp modSp mod">
        <pc:chgData name="Berg, Dirk van den" userId="035ecb32-01d9-4b47-a105-eacf059a4647" providerId="ADAL" clId="{F7FF961E-CF96-44AC-93C2-93612F62D46D}" dt="2026-04-07T07:32:38.257" v="5402" actId="20577"/>
        <pc:sldMkLst>
          <pc:docMk/>
          <pc:sldMk cId="2138626586" sldId="259"/>
        </pc:sldMkLst>
        <pc:spChg chg="mod">
          <ac:chgData name="Berg, Dirk van den" userId="035ecb32-01d9-4b47-a105-eacf059a4647" providerId="ADAL" clId="{F7FF961E-CF96-44AC-93C2-93612F62D46D}" dt="2026-04-06T15:53:02.495" v="222" actId="20577"/>
          <ac:spMkLst>
            <pc:docMk/>
            <pc:sldMk cId="2138626586" sldId="259"/>
            <ac:spMk id="2" creationId="{1241CBB4-4332-CC27-31DC-1118749DC9EE}"/>
          </ac:spMkLst>
        </pc:spChg>
        <pc:spChg chg="mod">
          <ac:chgData name="Berg, Dirk van den" userId="035ecb32-01d9-4b47-a105-eacf059a4647" providerId="ADAL" clId="{F7FF961E-CF96-44AC-93C2-93612F62D46D}" dt="2026-04-07T07:32:38.257" v="5402" actId="20577"/>
          <ac:spMkLst>
            <pc:docMk/>
            <pc:sldMk cId="2138626586" sldId="259"/>
            <ac:spMk id="3" creationId="{EF5F3971-08E2-AD39-C334-D1FA58F77EB2}"/>
          </ac:spMkLst>
        </pc:spChg>
        <pc:spChg chg="del">
          <ac:chgData name="Berg, Dirk van den" userId="035ecb32-01d9-4b47-a105-eacf059a4647" providerId="ADAL" clId="{F7FF961E-CF96-44AC-93C2-93612F62D46D}" dt="2026-04-06T16:50:25.866" v="1944" actId="478"/>
          <ac:spMkLst>
            <pc:docMk/>
            <pc:sldMk cId="2138626586" sldId="259"/>
            <ac:spMk id="4" creationId="{B119E904-9495-8CB1-E838-D562CF8BB5D9}"/>
          </ac:spMkLst>
        </pc:spChg>
      </pc:sldChg>
      <pc:sldChg chg="delSp modSp mod">
        <pc:chgData name="Berg, Dirk van den" userId="035ecb32-01d9-4b47-a105-eacf059a4647" providerId="ADAL" clId="{F7FF961E-CF96-44AC-93C2-93612F62D46D}" dt="2026-04-07T07:45:07.500" v="5819" actId="20577"/>
        <pc:sldMkLst>
          <pc:docMk/>
          <pc:sldMk cId="2175299465" sldId="260"/>
        </pc:sldMkLst>
        <pc:spChg chg="mod">
          <ac:chgData name="Berg, Dirk van den" userId="035ecb32-01d9-4b47-a105-eacf059a4647" providerId="ADAL" clId="{F7FF961E-CF96-44AC-93C2-93612F62D46D}" dt="2026-04-07T07:45:07.500" v="5819" actId="20577"/>
          <ac:spMkLst>
            <pc:docMk/>
            <pc:sldMk cId="2175299465" sldId="260"/>
            <ac:spMk id="3" creationId="{07C68050-ABAC-21A7-30BB-2C997CD155E6}"/>
          </ac:spMkLst>
        </pc:spChg>
        <pc:spChg chg="del mod">
          <ac:chgData name="Berg, Dirk van den" userId="035ecb32-01d9-4b47-a105-eacf059a4647" providerId="ADAL" clId="{F7FF961E-CF96-44AC-93C2-93612F62D46D}" dt="2026-04-07T07:39:57.205" v="5624" actId="478"/>
          <ac:spMkLst>
            <pc:docMk/>
            <pc:sldMk cId="2175299465" sldId="260"/>
            <ac:spMk id="4" creationId="{C22B2196-272F-FC1F-4220-C87739CBF73F}"/>
          </ac:spMkLst>
        </pc:spChg>
      </pc:sldChg>
      <pc:sldChg chg="modSp mod">
        <pc:chgData name="Berg, Dirk van den" userId="035ecb32-01d9-4b47-a105-eacf059a4647" providerId="ADAL" clId="{F7FF961E-CF96-44AC-93C2-93612F62D46D}" dt="2026-04-07T08:23:05.520" v="6198" actId="6549"/>
        <pc:sldMkLst>
          <pc:docMk/>
          <pc:sldMk cId="4133975854" sldId="261"/>
        </pc:sldMkLst>
        <pc:spChg chg="mod">
          <ac:chgData name="Berg, Dirk van den" userId="035ecb32-01d9-4b47-a105-eacf059a4647" providerId="ADAL" clId="{F7FF961E-CF96-44AC-93C2-93612F62D46D}" dt="2026-04-07T08:23:05.520" v="6198" actId="6549"/>
          <ac:spMkLst>
            <pc:docMk/>
            <pc:sldMk cId="4133975854" sldId="261"/>
            <ac:spMk id="3" creationId="{78179DB8-2509-8E4F-14E4-B0B6B2FE756A}"/>
          </ac:spMkLst>
        </pc:spChg>
      </pc:sldChg>
      <pc:sldChg chg="del">
        <pc:chgData name="Berg, Dirk van den" userId="035ecb32-01d9-4b47-a105-eacf059a4647" providerId="ADAL" clId="{F7FF961E-CF96-44AC-93C2-93612F62D46D}" dt="2026-04-06T18:35:26.011" v="4128" actId="47"/>
        <pc:sldMkLst>
          <pc:docMk/>
          <pc:sldMk cId="3503897311" sldId="262"/>
        </pc:sldMkLst>
      </pc:sldChg>
      <pc:sldChg chg="addSp delSp modSp new mod modNotesTx">
        <pc:chgData name="Berg, Dirk van den" userId="035ecb32-01d9-4b47-a105-eacf059a4647" providerId="ADAL" clId="{F7FF961E-CF96-44AC-93C2-93612F62D46D}" dt="2026-04-07T07:15:00.629" v="4914" actId="478"/>
        <pc:sldMkLst>
          <pc:docMk/>
          <pc:sldMk cId="753240274" sldId="263"/>
        </pc:sldMkLst>
        <pc:spChg chg="mod">
          <ac:chgData name="Berg, Dirk van den" userId="035ecb32-01d9-4b47-a105-eacf059a4647" providerId="ADAL" clId="{F7FF961E-CF96-44AC-93C2-93612F62D46D}" dt="2026-04-06T15:53:12.361" v="236" actId="20577"/>
          <ac:spMkLst>
            <pc:docMk/>
            <pc:sldMk cId="753240274" sldId="263"/>
            <ac:spMk id="2" creationId="{DC326FBB-B056-C28F-D6D1-D6196F54FE83}"/>
          </ac:spMkLst>
        </pc:spChg>
        <pc:spChg chg="mod">
          <ac:chgData name="Berg, Dirk van den" userId="035ecb32-01d9-4b47-a105-eacf059a4647" providerId="ADAL" clId="{F7FF961E-CF96-44AC-93C2-93612F62D46D}" dt="2026-04-07T07:14:43.812" v="4878" actId="20577"/>
          <ac:spMkLst>
            <pc:docMk/>
            <pc:sldMk cId="753240274" sldId="263"/>
            <ac:spMk id="3" creationId="{D48D271D-BC2F-9079-BD2D-4A2ED827BD6B}"/>
          </ac:spMkLst>
        </pc:spChg>
        <pc:picChg chg="add del mod">
          <ac:chgData name="Berg, Dirk van den" userId="035ecb32-01d9-4b47-a105-eacf059a4647" providerId="ADAL" clId="{F7FF961E-CF96-44AC-93C2-93612F62D46D}" dt="2026-04-07T07:15:00.629" v="4914" actId="478"/>
          <ac:picMkLst>
            <pc:docMk/>
            <pc:sldMk cId="753240274" sldId="263"/>
            <ac:picMk id="5" creationId="{500EE1A9-7459-ECF8-ABDB-1C91F3312DB6}"/>
          </ac:picMkLst>
        </pc:picChg>
        <pc:picChg chg="add del mod">
          <ac:chgData name="Berg, Dirk van den" userId="035ecb32-01d9-4b47-a105-eacf059a4647" providerId="ADAL" clId="{F7FF961E-CF96-44AC-93C2-93612F62D46D}" dt="2026-04-07T07:05:30.961" v="4701" actId="478"/>
          <ac:picMkLst>
            <pc:docMk/>
            <pc:sldMk cId="753240274" sldId="263"/>
            <ac:picMk id="7" creationId="{D2412E33-DC9B-AFE1-53F1-8345B9C6239E}"/>
          </ac:picMkLst>
        </pc:picChg>
      </pc:sldChg>
      <pc:sldChg chg="modSp new mod modShow">
        <pc:chgData name="Berg, Dirk van den" userId="035ecb32-01d9-4b47-a105-eacf059a4647" providerId="ADAL" clId="{F7FF961E-CF96-44AC-93C2-93612F62D46D}" dt="2026-04-06T18:30:08.473" v="4127" actId="729"/>
        <pc:sldMkLst>
          <pc:docMk/>
          <pc:sldMk cId="2561217925" sldId="264"/>
        </pc:sldMkLst>
        <pc:spChg chg="mod">
          <ac:chgData name="Berg, Dirk van den" userId="035ecb32-01d9-4b47-a105-eacf059a4647" providerId="ADAL" clId="{F7FF961E-CF96-44AC-93C2-93612F62D46D}" dt="2026-04-06T15:54:39.565" v="262" actId="20577"/>
          <ac:spMkLst>
            <pc:docMk/>
            <pc:sldMk cId="2561217925" sldId="264"/>
            <ac:spMk id="2" creationId="{398688DC-5EBA-9117-AC77-D94450028F1F}"/>
          </ac:spMkLst>
        </pc:spChg>
      </pc:sldChg>
      <pc:sldChg chg="delSp modSp add mod">
        <pc:chgData name="Berg, Dirk van den" userId="035ecb32-01d9-4b47-a105-eacf059a4647" providerId="ADAL" clId="{F7FF961E-CF96-44AC-93C2-93612F62D46D}" dt="2026-04-07T08:24:59.886" v="6248" actId="20577"/>
        <pc:sldMkLst>
          <pc:docMk/>
          <pc:sldMk cId="2774741671" sldId="265"/>
        </pc:sldMkLst>
        <pc:spChg chg="mod">
          <ac:chgData name="Berg, Dirk van den" userId="035ecb32-01d9-4b47-a105-eacf059a4647" providerId="ADAL" clId="{F7FF961E-CF96-44AC-93C2-93612F62D46D}" dt="2026-04-06T16:00:25.221" v="367" actId="20577"/>
          <ac:spMkLst>
            <pc:docMk/>
            <pc:sldMk cId="2774741671" sldId="265"/>
            <ac:spMk id="2" creationId="{92D67387-E092-59EA-F6C5-470E31B91F3A}"/>
          </ac:spMkLst>
        </pc:spChg>
        <pc:spChg chg="mod">
          <ac:chgData name="Berg, Dirk van den" userId="035ecb32-01d9-4b47-a105-eacf059a4647" providerId="ADAL" clId="{F7FF961E-CF96-44AC-93C2-93612F62D46D}" dt="2026-04-07T08:24:59.886" v="6248" actId="20577"/>
          <ac:spMkLst>
            <pc:docMk/>
            <pc:sldMk cId="2774741671" sldId="265"/>
            <ac:spMk id="3" creationId="{0952E478-D6B5-F0D7-D0C9-E334EC4C7BCE}"/>
          </ac:spMkLst>
        </pc:spChg>
        <pc:spChg chg="del mod">
          <ac:chgData name="Berg, Dirk van den" userId="035ecb32-01d9-4b47-a105-eacf059a4647" providerId="ADAL" clId="{F7FF961E-CF96-44AC-93C2-93612F62D46D}" dt="2026-04-07T07:45:43.219" v="5821" actId="478"/>
          <ac:spMkLst>
            <pc:docMk/>
            <pc:sldMk cId="2774741671" sldId="265"/>
            <ac:spMk id="4" creationId="{FA8455FF-A310-C6DC-4A32-74C545F74794}"/>
          </ac:spMkLst>
        </pc:spChg>
      </pc:sldChg>
      <pc:sldChg chg="addSp modSp add mod">
        <pc:chgData name="Berg, Dirk van den" userId="035ecb32-01d9-4b47-a105-eacf059a4647" providerId="ADAL" clId="{F7FF961E-CF96-44AC-93C2-93612F62D46D}" dt="2026-04-06T16:15:15.064" v="731" actId="14100"/>
        <pc:sldMkLst>
          <pc:docMk/>
          <pc:sldMk cId="2147549989" sldId="268"/>
        </pc:sldMkLst>
        <pc:spChg chg="mod">
          <ac:chgData name="Berg, Dirk van den" userId="035ecb32-01d9-4b47-a105-eacf059a4647" providerId="ADAL" clId="{F7FF961E-CF96-44AC-93C2-93612F62D46D}" dt="2026-04-06T16:03:29.169" v="562" actId="313"/>
          <ac:spMkLst>
            <pc:docMk/>
            <pc:sldMk cId="2147549989" sldId="268"/>
            <ac:spMk id="2" creationId="{E8B78D7D-655B-FF3C-6BAE-48C8AA1797C3}"/>
          </ac:spMkLst>
        </pc:spChg>
        <pc:spChg chg="add mod">
          <ac:chgData name="Berg, Dirk van den" userId="035ecb32-01d9-4b47-a105-eacf059a4647" providerId="ADAL" clId="{F7FF961E-CF96-44AC-93C2-93612F62D46D}" dt="2026-04-06T16:13:45.281" v="606" actId="1076"/>
          <ac:spMkLst>
            <pc:docMk/>
            <pc:sldMk cId="2147549989" sldId="268"/>
            <ac:spMk id="4" creationId="{8CB8D074-1D84-0B53-53EB-DF8872E1CA05}"/>
          </ac:spMkLst>
        </pc:spChg>
        <pc:spChg chg="mod">
          <ac:chgData name="Berg, Dirk van den" userId="035ecb32-01d9-4b47-a105-eacf059a4647" providerId="ADAL" clId="{F7FF961E-CF96-44AC-93C2-93612F62D46D}" dt="2026-04-06T16:15:15.064" v="731" actId="14100"/>
          <ac:spMkLst>
            <pc:docMk/>
            <pc:sldMk cId="2147549989" sldId="268"/>
            <ac:spMk id="5" creationId="{F8CF6A44-5A2B-F5D3-1765-5729D1AF7CB5}"/>
          </ac:spMkLst>
        </pc:spChg>
        <pc:spChg chg="mod">
          <ac:chgData name="Berg, Dirk van den" userId="035ecb32-01d9-4b47-a105-eacf059a4647" providerId="ADAL" clId="{F7FF961E-CF96-44AC-93C2-93612F62D46D}" dt="2026-04-06T16:15:01.073" v="729" actId="1076"/>
          <ac:spMkLst>
            <pc:docMk/>
            <pc:sldMk cId="2147549989" sldId="268"/>
            <ac:spMk id="10" creationId="{43F34035-2E37-A969-2766-A94BA0A14143}"/>
          </ac:spMkLst>
        </pc:spChg>
      </pc:sldChg>
      <pc:sldChg chg="modSp add mod">
        <pc:chgData name="Berg, Dirk van den" userId="035ecb32-01d9-4b47-a105-eacf059a4647" providerId="ADAL" clId="{F7FF961E-CF96-44AC-93C2-93612F62D46D}" dt="2026-04-06T16:03:24.746" v="558" actId="313"/>
        <pc:sldMkLst>
          <pc:docMk/>
          <pc:sldMk cId="472015965" sldId="272"/>
        </pc:sldMkLst>
        <pc:spChg chg="mod">
          <ac:chgData name="Berg, Dirk van den" userId="035ecb32-01d9-4b47-a105-eacf059a4647" providerId="ADAL" clId="{F7FF961E-CF96-44AC-93C2-93612F62D46D}" dt="2026-04-06T16:03:24.746" v="558" actId="313"/>
          <ac:spMkLst>
            <pc:docMk/>
            <pc:sldMk cId="472015965" sldId="272"/>
            <ac:spMk id="2" creationId="{BA78E1D4-2F83-7852-9BEC-457045C3BD5B}"/>
          </ac:spMkLst>
        </pc:spChg>
      </pc:sldChg>
      <pc:sldChg chg="modSp add del mod modNotesTx">
        <pc:chgData name="Berg, Dirk van den" userId="035ecb32-01d9-4b47-a105-eacf059a4647" providerId="ADAL" clId="{F7FF961E-CF96-44AC-93C2-93612F62D46D}" dt="2026-04-06T16:29:57.049" v="1183" actId="20577"/>
        <pc:sldMkLst>
          <pc:docMk/>
          <pc:sldMk cId="2141876746" sldId="342"/>
        </pc:sldMkLst>
        <pc:spChg chg="mod">
          <ac:chgData name="Berg, Dirk van den" userId="035ecb32-01d9-4b47-a105-eacf059a4647" providerId="ADAL" clId="{F7FF961E-CF96-44AC-93C2-93612F62D46D}" dt="2026-04-06T16:18:05.347" v="749" actId="1076"/>
          <ac:spMkLst>
            <pc:docMk/>
            <pc:sldMk cId="2141876746" sldId="342"/>
            <ac:spMk id="2" creationId="{A5C58F52-C770-8588-BD75-A1ED96B0270F}"/>
          </ac:spMkLst>
        </pc:spChg>
        <pc:picChg chg="mod modCrop">
          <ac:chgData name="Berg, Dirk van den" userId="035ecb32-01d9-4b47-a105-eacf059a4647" providerId="ADAL" clId="{F7FF961E-CF96-44AC-93C2-93612F62D46D}" dt="2026-04-06T16:18:01.406" v="748" actId="1076"/>
          <ac:picMkLst>
            <pc:docMk/>
            <pc:sldMk cId="2141876746" sldId="342"/>
            <ac:picMk id="4" creationId="{21E3FD6A-F9FD-3136-B1B2-2F9E19731853}"/>
          </ac:picMkLst>
        </pc:picChg>
      </pc:sldChg>
      <pc:sldChg chg="addSp modSp add mod modNotesTx">
        <pc:chgData name="Berg, Dirk van den" userId="035ecb32-01d9-4b47-a105-eacf059a4647" providerId="ADAL" clId="{F7FF961E-CF96-44AC-93C2-93612F62D46D}" dt="2026-04-06T16:22:09.798" v="852" actId="20577"/>
        <pc:sldMkLst>
          <pc:docMk/>
          <pc:sldMk cId="3228370844" sldId="343"/>
        </pc:sldMkLst>
        <pc:spChg chg="add mod">
          <ac:chgData name="Berg, Dirk van den" userId="035ecb32-01d9-4b47-a105-eacf059a4647" providerId="ADAL" clId="{F7FF961E-CF96-44AC-93C2-93612F62D46D}" dt="2026-04-06T16:21:29.015" v="758" actId="14100"/>
          <ac:spMkLst>
            <pc:docMk/>
            <pc:sldMk cId="3228370844" sldId="343"/>
            <ac:spMk id="3" creationId="{614EE5A1-8387-F640-6A9F-01CDC4F3965C}"/>
          </ac:spMkLst>
        </pc:spChg>
        <pc:picChg chg="mod">
          <ac:chgData name="Berg, Dirk van den" userId="035ecb32-01d9-4b47-a105-eacf059a4647" providerId="ADAL" clId="{F7FF961E-CF96-44AC-93C2-93612F62D46D}" dt="2026-04-06T16:21:02.986" v="754" actId="1076"/>
          <ac:picMkLst>
            <pc:docMk/>
            <pc:sldMk cId="3228370844" sldId="343"/>
            <ac:picMk id="4" creationId="{2EA72A66-00C4-5CA8-95B7-108E2BFBEC04}"/>
          </ac:picMkLst>
        </pc:picChg>
      </pc:sldChg>
      <pc:sldChg chg="add del">
        <pc:chgData name="Berg, Dirk van den" userId="035ecb32-01d9-4b47-a105-eacf059a4647" providerId="ADAL" clId="{F7FF961E-CF96-44AC-93C2-93612F62D46D}" dt="2026-04-06T16:22:17.046" v="854" actId="47"/>
        <pc:sldMkLst>
          <pc:docMk/>
          <pc:sldMk cId="3177993901" sldId="344"/>
        </pc:sldMkLst>
      </pc:sldChg>
      <pc:sldChg chg="addSp modSp add mod modNotesTx">
        <pc:chgData name="Berg, Dirk van den" userId="035ecb32-01d9-4b47-a105-eacf059a4647" providerId="ADAL" clId="{F7FF961E-CF96-44AC-93C2-93612F62D46D}" dt="2026-04-06T16:31:00.340" v="1447" actId="20577"/>
        <pc:sldMkLst>
          <pc:docMk/>
          <pc:sldMk cId="3640250606" sldId="345"/>
        </pc:sldMkLst>
        <pc:spChg chg="add mod">
          <ac:chgData name="Berg, Dirk van den" userId="035ecb32-01d9-4b47-a105-eacf059a4647" providerId="ADAL" clId="{F7FF961E-CF96-44AC-93C2-93612F62D46D}" dt="2026-04-06T16:22:32.152" v="860" actId="14100"/>
          <ac:spMkLst>
            <pc:docMk/>
            <pc:sldMk cId="3640250606" sldId="345"/>
            <ac:spMk id="5" creationId="{4EBCCE3B-F666-E051-EF10-4E9B894901B6}"/>
          </ac:spMkLst>
        </pc:spChg>
        <pc:picChg chg="mod">
          <ac:chgData name="Berg, Dirk van den" userId="035ecb32-01d9-4b47-a105-eacf059a4647" providerId="ADAL" clId="{F7FF961E-CF96-44AC-93C2-93612F62D46D}" dt="2026-04-06T16:22:24.697" v="857" actId="1076"/>
          <ac:picMkLst>
            <pc:docMk/>
            <pc:sldMk cId="3640250606" sldId="345"/>
            <ac:picMk id="4" creationId="{01AF8BDF-D230-1163-0F3D-6A3544EC2B8A}"/>
          </ac:picMkLst>
        </pc:picChg>
        <pc:picChg chg="add mod">
          <ac:chgData name="Berg, Dirk van den" userId="035ecb32-01d9-4b47-a105-eacf059a4647" providerId="ADAL" clId="{F7FF961E-CF96-44AC-93C2-93612F62D46D}" dt="2026-04-06T16:22:51.103" v="865" actId="1076"/>
          <ac:picMkLst>
            <pc:docMk/>
            <pc:sldMk cId="3640250606" sldId="345"/>
            <ac:picMk id="6" creationId="{6525EBFC-B756-0484-E7B2-2997F231106D}"/>
          </ac:picMkLst>
        </pc:picChg>
      </pc:sldChg>
      <pc:sldChg chg="addSp delSp modSp add mod">
        <pc:chgData name="Berg, Dirk van den" userId="035ecb32-01d9-4b47-a105-eacf059a4647" providerId="ADAL" clId="{F7FF961E-CF96-44AC-93C2-93612F62D46D}" dt="2026-04-06T16:27:46.430" v="1034" actId="113"/>
        <pc:sldMkLst>
          <pc:docMk/>
          <pc:sldMk cId="2036716175" sldId="346"/>
        </pc:sldMkLst>
        <pc:spChg chg="del mod">
          <ac:chgData name="Berg, Dirk van den" userId="035ecb32-01d9-4b47-a105-eacf059a4647" providerId="ADAL" clId="{F7FF961E-CF96-44AC-93C2-93612F62D46D}" dt="2026-04-06T16:26:02.498" v="934" actId="478"/>
          <ac:spMkLst>
            <pc:docMk/>
            <pc:sldMk cId="2036716175" sldId="346"/>
            <ac:spMk id="5" creationId="{61BE6E00-815F-4617-C0E5-C86DD3753187}"/>
          </ac:spMkLst>
        </pc:spChg>
        <pc:spChg chg="add mod">
          <ac:chgData name="Berg, Dirk van den" userId="035ecb32-01d9-4b47-a105-eacf059a4647" providerId="ADAL" clId="{F7FF961E-CF96-44AC-93C2-93612F62D46D}" dt="2026-04-06T16:27:46.430" v="1034" actId="113"/>
          <ac:spMkLst>
            <pc:docMk/>
            <pc:sldMk cId="2036716175" sldId="346"/>
            <ac:spMk id="6" creationId="{AFD78E3C-6AC4-7E68-BC07-E47658F3125C}"/>
          </ac:spMkLst>
        </pc:spChg>
        <pc:spChg chg="add mod ord">
          <ac:chgData name="Berg, Dirk van den" userId="035ecb32-01d9-4b47-a105-eacf059a4647" providerId="ADAL" clId="{F7FF961E-CF96-44AC-93C2-93612F62D46D}" dt="2026-04-06T16:27:21.273" v="1031" actId="207"/>
          <ac:spMkLst>
            <pc:docMk/>
            <pc:sldMk cId="2036716175" sldId="346"/>
            <ac:spMk id="7" creationId="{9F62C920-F90A-ACBF-D525-0B45A2BF4C2D}"/>
          </ac:spMkLst>
        </pc:spChg>
        <pc:picChg chg="add mod ord">
          <ac:chgData name="Berg, Dirk van den" userId="035ecb32-01d9-4b47-a105-eacf059a4647" providerId="ADAL" clId="{F7FF961E-CF96-44AC-93C2-93612F62D46D}" dt="2026-04-06T16:26:08.974" v="937" actId="1076"/>
          <ac:picMkLst>
            <pc:docMk/>
            <pc:sldMk cId="2036716175" sldId="346"/>
            <ac:picMk id="4" creationId="{97200A0D-F1C0-F2A7-81CD-D53FCE169662}"/>
          </ac:picMkLst>
        </pc:picChg>
      </pc:sldChg>
      <pc:sldChg chg="addSp delSp modSp new mod">
        <pc:chgData name="Berg, Dirk van den" userId="035ecb32-01d9-4b47-a105-eacf059a4647" providerId="ADAL" clId="{F7FF961E-CF96-44AC-93C2-93612F62D46D}" dt="2026-04-06T16:44:52.865" v="1861" actId="6549"/>
        <pc:sldMkLst>
          <pc:docMk/>
          <pc:sldMk cId="2925873057" sldId="347"/>
        </pc:sldMkLst>
        <pc:spChg chg="mod">
          <ac:chgData name="Berg, Dirk van den" userId="035ecb32-01d9-4b47-a105-eacf059a4647" providerId="ADAL" clId="{F7FF961E-CF96-44AC-93C2-93612F62D46D}" dt="2026-04-06T16:32:18.449" v="1500" actId="20577"/>
          <ac:spMkLst>
            <pc:docMk/>
            <pc:sldMk cId="2925873057" sldId="347"/>
            <ac:spMk id="2" creationId="{9081536B-F0EB-B0CB-5E23-6BBC5A826EFF}"/>
          </ac:spMkLst>
        </pc:spChg>
        <pc:spChg chg="mod">
          <ac:chgData name="Berg, Dirk van den" userId="035ecb32-01d9-4b47-a105-eacf059a4647" providerId="ADAL" clId="{F7FF961E-CF96-44AC-93C2-93612F62D46D}" dt="2026-04-06T16:44:52.865" v="1861" actId="6549"/>
          <ac:spMkLst>
            <pc:docMk/>
            <pc:sldMk cId="2925873057" sldId="347"/>
            <ac:spMk id="3" creationId="{5FCB95E8-5CE0-AFA0-C618-912257AC26FC}"/>
          </ac:spMkLst>
        </pc:spChg>
        <pc:spChg chg="add del mod">
          <ac:chgData name="Berg, Dirk van den" userId="035ecb32-01d9-4b47-a105-eacf059a4647" providerId="ADAL" clId="{F7FF961E-CF96-44AC-93C2-93612F62D46D}" dt="2026-04-06T16:40:05.315" v="1718" actId="478"/>
          <ac:spMkLst>
            <pc:docMk/>
            <pc:sldMk cId="2925873057" sldId="347"/>
            <ac:spMk id="5" creationId="{E77BB886-7D85-139F-4D81-1AFC6F9D5B8B}"/>
          </ac:spMkLst>
        </pc:spChg>
      </pc:sldChg>
      <pc:sldChg chg="new del">
        <pc:chgData name="Berg, Dirk van den" userId="035ecb32-01d9-4b47-a105-eacf059a4647" providerId="ADAL" clId="{F7FF961E-CF96-44AC-93C2-93612F62D46D}" dt="2026-04-06T16:29:12.712" v="1036" actId="47"/>
        <pc:sldMkLst>
          <pc:docMk/>
          <pc:sldMk cId="3258290450" sldId="347"/>
        </pc:sldMkLst>
      </pc:sldChg>
      <pc:sldChg chg="modSp new mod modNotesTx">
        <pc:chgData name="Berg, Dirk van den" userId="035ecb32-01d9-4b47-a105-eacf059a4647" providerId="ADAL" clId="{F7FF961E-CF96-44AC-93C2-93612F62D46D}" dt="2026-04-07T08:23:52.732" v="6207" actId="20577"/>
        <pc:sldMkLst>
          <pc:docMk/>
          <pc:sldMk cId="735369713" sldId="348"/>
        </pc:sldMkLst>
        <pc:spChg chg="mod">
          <ac:chgData name="Berg, Dirk van den" userId="035ecb32-01d9-4b47-a105-eacf059a4647" providerId="ADAL" clId="{F7FF961E-CF96-44AC-93C2-93612F62D46D}" dt="2026-04-06T16:45:26.427" v="1888" actId="20577"/>
          <ac:spMkLst>
            <pc:docMk/>
            <pc:sldMk cId="735369713" sldId="348"/>
            <ac:spMk id="2" creationId="{13670E70-58C9-63F6-9565-33781269C768}"/>
          </ac:spMkLst>
        </pc:spChg>
        <pc:spChg chg="mod">
          <ac:chgData name="Berg, Dirk van den" userId="035ecb32-01d9-4b47-a105-eacf059a4647" providerId="ADAL" clId="{F7FF961E-CF96-44AC-93C2-93612F62D46D}" dt="2026-04-07T08:23:52.732" v="6207" actId="20577"/>
          <ac:spMkLst>
            <pc:docMk/>
            <pc:sldMk cId="735369713" sldId="348"/>
            <ac:spMk id="3" creationId="{06F5384C-40F7-3F3F-1268-B873516322AE}"/>
          </ac:spMkLst>
        </pc:spChg>
      </pc:sldChg>
      <pc:sldChg chg="modSp add mod">
        <pc:chgData name="Berg, Dirk van den" userId="035ecb32-01d9-4b47-a105-eacf059a4647" providerId="ADAL" clId="{F7FF961E-CF96-44AC-93C2-93612F62D46D}" dt="2026-04-06T17:03:06.303" v="2625" actId="20577"/>
        <pc:sldMkLst>
          <pc:docMk/>
          <pc:sldMk cId="3772930347" sldId="369"/>
        </pc:sldMkLst>
        <pc:spChg chg="mod">
          <ac:chgData name="Berg, Dirk van den" userId="035ecb32-01d9-4b47-a105-eacf059a4647" providerId="ADAL" clId="{F7FF961E-CF96-44AC-93C2-93612F62D46D}" dt="2026-04-06T17:03:06.303" v="2625" actId="20577"/>
          <ac:spMkLst>
            <pc:docMk/>
            <pc:sldMk cId="3772930347" sldId="369"/>
            <ac:spMk id="2" creationId="{25B09A6A-BFDC-632F-5C9A-EA58D45B03AB}"/>
          </ac:spMkLst>
        </pc:spChg>
      </pc:sldChg>
      <pc:sldChg chg="modSp add mod">
        <pc:chgData name="Berg, Dirk van den" userId="035ecb32-01d9-4b47-a105-eacf059a4647" providerId="ADAL" clId="{F7FF961E-CF96-44AC-93C2-93612F62D46D}" dt="2026-04-06T17:03:10.079" v="2631" actId="20577"/>
        <pc:sldMkLst>
          <pc:docMk/>
          <pc:sldMk cId="1991021236" sldId="370"/>
        </pc:sldMkLst>
        <pc:spChg chg="mod">
          <ac:chgData name="Berg, Dirk van den" userId="035ecb32-01d9-4b47-a105-eacf059a4647" providerId="ADAL" clId="{F7FF961E-CF96-44AC-93C2-93612F62D46D}" dt="2026-04-06T17:03:10.079" v="2631" actId="20577"/>
          <ac:spMkLst>
            <pc:docMk/>
            <pc:sldMk cId="1991021236" sldId="370"/>
            <ac:spMk id="2" creationId="{162C2B9B-12EC-860A-BEA9-8A86FD03E0E9}"/>
          </ac:spMkLst>
        </pc:spChg>
      </pc:sldChg>
      <pc:sldChg chg="modSp new mod modShow">
        <pc:chgData name="Berg, Dirk van den" userId="035ecb32-01d9-4b47-a105-eacf059a4647" providerId="ADAL" clId="{F7FF961E-CF96-44AC-93C2-93612F62D46D}" dt="2026-04-06T18:29:49.327" v="4123" actId="729"/>
        <pc:sldMkLst>
          <pc:docMk/>
          <pc:sldMk cId="141558860" sldId="371"/>
        </pc:sldMkLst>
        <pc:spChg chg="mod">
          <ac:chgData name="Berg, Dirk van den" userId="035ecb32-01d9-4b47-a105-eacf059a4647" providerId="ADAL" clId="{F7FF961E-CF96-44AC-93C2-93612F62D46D}" dt="2026-04-06T17:16:46.772" v="2948"/>
          <ac:spMkLst>
            <pc:docMk/>
            <pc:sldMk cId="141558860" sldId="371"/>
            <ac:spMk id="3" creationId="{E0181C63-B009-6A97-67E6-E3403B7F086D}"/>
          </ac:spMkLst>
        </pc:spChg>
      </pc:sldChg>
      <pc:sldChg chg="modSp new mod modShow">
        <pc:chgData name="Berg, Dirk van den" userId="035ecb32-01d9-4b47-a105-eacf059a4647" providerId="ADAL" clId="{F7FF961E-CF96-44AC-93C2-93612F62D46D}" dt="2026-04-06T18:29:50.904" v="4124" actId="729"/>
        <pc:sldMkLst>
          <pc:docMk/>
          <pc:sldMk cId="2754741215" sldId="372"/>
        </pc:sldMkLst>
        <pc:spChg chg="mod">
          <ac:chgData name="Berg, Dirk van den" userId="035ecb32-01d9-4b47-a105-eacf059a4647" providerId="ADAL" clId="{F7FF961E-CF96-44AC-93C2-93612F62D46D}" dt="2026-04-06T17:17:00.571" v="2950"/>
          <ac:spMkLst>
            <pc:docMk/>
            <pc:sldMk cId="2754741215" sldId="372"/>
            <ac:spMk id="3" creationId="{EB49183A-351C-3CA8-789B-0266AE4B49BE}"/>
          </ac:spMkLst>
        </pc:spChg>
      </pc:sldChg>
      <pc:sldChg chg="modSp new del">
        <pc:chgData name="Berg, Dirk van den" userId="035ecb32-01d9-4b47-a105-eacf059a4647" providerId="ADAL" clId="{F7FF961E-CF96-44AC-93C2-93612F62D46D}" dt="2026-04-06T18:29:56.795" v="4125" actId="47"/>
        <pc:sldMkLst>
          <pc:docMk/>
          <pc:sldMk cId="1532636244" sldId="373"/>
        </pc:sldMkLst>
        <pc:spChg chg="mod">
          <ac:chgData name="Berg, Dirk van den" userId="035ecb32-01d9-4b47-a105-eacf059a4647" providerId="ADAL" clId="{F7FF961E-CF96-44AC-93C2-93612F62D46D}" dt="2026-04-06T17:17:13.722" v="2952"/>
          <ac:spMkLst>
            <pc:docMk/>
            <pc:sldMk cId="1532636244" sldId="373"/>
            <ac:spMk id="3" creationId="{A92ED428-89ED-E102-5F60-6E24684243BF}"/>
          </ac:spMkLst>
        </pc:spChg>
      </pc:sldChg>
      <pc:sldChg chg="modSp new del">
        <pc:chgData name="Berg, Dirk van den" userId="035ecb32-01d9-4b47-a105-eacf059a4647" providerId="ADAL" clId="{F7FF961E-CF96-44AC-93C2-93612F62D46D}" dt="2026-04-06T18:30:05.896" v="4126" actId="47"/>
        <pc:sldMkLst>
          <pc:docMk/>
          <pc:sldMk cId="1253124498" sldId="374"/>
        </pc:sldMkLst>
        <pc:spChg chg="mod">
          <ac:chgData name="Berg, Dirk van den" userId="035ecb32-01d9-4b47-a105-eacf059a4647" providerId="ADAL" clId="{F7FF961E-CF96-44AC-93C2-93612F62D46D}" dt="2026-04-06T17:17:29.292" v="2954"/>
          <ac:spMkLst>
            <pc:docMk/>
            <pc:sldMk cId="1253124498" sldId="374"/>
            <ac:spMk id="3" creationId="{10E4238B-8AC4-8020-2DB6-5DDE925490F4}"/>
          </ac:spMkLst>
        </pc:spChg>
      </pc:sldChg>
      <pc:sldChg chg="modSp new del">
        <pc:chgData name="Berg, Dirk van den" userId="035ecb32-01d9-4b47-a105-eacf059a4647" providerId="ADAL" clId="{F7FF961E-CF96-44AC-93C2-93612F62D46D}" dt="2026-04-07T07:37:52.119" v="5622" actId="47"/>
        <pc:sldMkLst>
          <pc:docMk/>
          <pc:sldMk cId="1665351601" sldId="375"/>
        </pc:sldMkLst>
        <pc:spChg chg="mod">
          <ac:chgData name="Berg, Dirk van den" userId="035ecb32-01d9-4b47-a105-eacf059a4647" providerId="ADAL" clId="{F7FF961E-CF96-44AC-93C2-93612F62D46D}" dt="2026-04-06T17:17:43.666" v="2956"/>
          <ac:spMkLst>
            <pc:docMk/>
            <pc:sldMk cId="1665351601" sldId="375"/>
            <ac:spMk id="3" creationId="{20BD1A16-3F6A-B6E5-F8E7-54C6710579ED}"/>
          </ac:spMkLst>
        </pc:spChg>
      </pc:sldChg>
      <pc:sldChg chg="addSp delSp modSp new mod modNotesTx">
        <pc:chgData name="Berg, Dirk van den" userId="035ecb32-01d9-4b47-a105-eacf059a4647" providerId="ADAL" clId="{F7FF961E-CF96-44AC-93C2-93612F62D46D}" dt="2026-04-06T18:16:06.751" v="4020" actId="478"/>
        <pc:sldMkLst>
          <pc:docMk/>
          <pc:sldMk cId="1057206655" sldId="376"/>
        </pc:sldMkLst>
        <pc:spChg chg="del">
          <ac:chgData name="Berg, Dirk van den" userId="035ecb32-01d9-4b47-a105-eacf059a4647" providerId="ADAL" clId="{F7FF961E-CF96-44AC-93C2-93612F62D46D}" dt="2026-04-06T17:20:25.650" v="2981" actId="478"/>
          <ac:spMkLst>
            <pc:docMk/>
            <pc:sldMk cId="1057206655" sldId="376"/>
            <ac:spMk id="2" creationId="{758E6CF5-187B-E0B3-D3A2-E78E270C582F}"/>
          </ac:spMkLst>
        </pc:spChg>
        <pc:spChg chg="del">
          <ac:chgData name="Berg, Dirk van den" userId="035ecb32-01d9-4b47-a105-eacf059a4647" providerId="ADAL" clId="{F7FF961E-CF96-44AC-93C2-93612F62D46D}" dt="2026-04-06T17:20:26.628" v="2982" actId="478"/>
          <ac:spMkLst>
            <pc:docMk/>
            <pc:sldMk cId="1057206655" sldId="376"/>
            <ac:spMk id="3" creationId="{A1B8CA59-8FB4-CA04-D20E-0A90EEEFD94D}"/>
          </ac:spMkLst>
        </pc:spChg>
        <pc:spChg chg="add mod ord">
          <ac:chgData name="Berg, Dirk van den" userId="035ecb32-01d9-4b47-a105-eacf059a4647" providerId="ADAL" clId="{F7FF961E-CF96-44AC-93C2-93612F62D46D}" dt="2026-04-06T17:53:04.994" v="3699" actId="20577"/>
          <ac:spMkLst>
            <pc:docMk/>
            <pc:sldMk cId="1057206655" sldId="376"/>
            <ac:spMk id="4" creationId="{F2F5964E-79B2-1822-991D-7ED8CF40421A}"/>
          </ac:spMkLst>
        </pc:spChg>
        <pc:spChg chg="add mod">
          <ac:chgData name="Berg, Dirk van den" userId="035ecb32-01d9-4b47-a105-eacf059a4647" providerId="ADAL" clId="{F7FF961E-CF96-44AC-93C2-93612F62D46D}" dt="2026-04-06T18:04:38.547" v="3720" actId="164"/>
          <ac:spMkLst>
            <pc:docMk/>
            <pc:sldMk cId="1057206655" sldId="376"/>
            <ac:spMk id="5" creationId="{ADBE0C36-3EE9-9CA3-EA73-739C2B10DB28}"/>
          </ac:spMkLst>
        </pc:spChg>
        <pc:spChg chg="add mod">
          <ac:chgData name="Berg, Dirk van den" userId="035ecb32-01d9-4b47-a105-eacf059a4647" providerId="ADAL" clId="{F7FF961E-CF96-44AC-93C2-93612F62D46D}" dt="2026-04-06T18:04:38.547" v="3720" actId="164"/>
          <ac:spMkLst>
            <pc:docMk/>
            <pc:sldMk cId="1057206655" sldId="376"/>
            <ac:spMk id="6" creationId="{02A98253-47A7-9395-B34A-5DF531A0165A}"/>
          </ac:spMkLst>
        </pc:spChg>
        <pc:spChg chg="add mod">
          <ac:chgData name="Berg, Dirk van den" userId="035ecb32-01d9-4b47-a105-eacf059a4647" providerId="ADAL" clId="{F7FF961E-CF96-44AC-93C2-93612F62D46D}" dt="2026-04-06T18:04:38.547" v="3720" actId="164"/>
          <ac:spMkLst>
            <pc:docMk/>
            <pc:sldMk cId="1057206655" sldId="376"/>
            <ac:spMk id="7" creationId="{1A203041-7538-FFEB-67B6-9E60EE1ABB7C}"/>
          </ac:spMkLst>
        </pc:spChg>
        <pc:spChg chg="add mod">
          <ac:chgData name="Berg, Dirk van den" userId="035ecb32-01d9-4b47-a105-eacf059a4647" providerId="ADAL" clId="{F7FF961E-CF96-44AC-93C2-93612F62D46D}" dt="2026-04-06T18:04:38.547" v="3720" actId="164"/>
          <ac:spMkLst>
            <pc:docMk/>
            <pc:sldMk cId="1057206655" sldId="376"/>
            <ac:spMk id="8" creationId="{643D0707-9721-0589-FDE0-8C991AA57B25}"/>
          </ac:spMkLst>
        </pc:spChg>
        <pc:spChg chg="add mod">
          <ac:chgData name="Berg, Dirk van den" userId="035ecb32-01d9-4b47-a105-eacf059a4647" providerId="ADAL" clId="{F7FF961E-CF96-44AC-93C2-93612F62D46D}" dt="2026-04-06T18:05:05.561" v="3734" actId="1036"/>
          <ac:spMkLst>
            <pc:docMk/>
            <pc:sldMk cId="1057206655" sldId="376"/>
            <ac:spMk id="25" creationId="{97DE5966-9520-387F-B091-70A58177586E}"/>
          </ac:spMkLst>
        </pc:spChg>
        <pc:spChg chg="add mod">
          <ac:chgData name="Berg, Dirk van den" userId="035ecb32-01d9-4b47-a105-eacf059a4647" providerId="ADAL" clId="{F7FF961E-CF96-44AC-93C2-93612F62D46D}" dt="2026-04-06T18:04:38.547" v="3720" actId="164"/>
          <ac:spMkLst>
            <pc:docMk/>
            <pc:sldMk cId="1057206655" sldId="376"/>
            <ac:spMk id="26" creationId="{0D405309-5F2A-6331-729E-E413B62AE287}"/>
          </ac:spMkLst>
        </pc:spChg>
        <pc:spChg chg="add mod">
          <ac:chgData name="Berg, Dirk van den" userId="035ecb32-01d9-4b47-a105-eacf059a4647" providerId="ADAL" clId="{F7FF961E-CF96-44AC-93C2-93612F62D46D}" dt="2026-04-06T18:04:38.547" v="3720" actId="164"/>
          <ac:spMkLst>
            <pc:docMk/>
            <pc:sldMk cId="1057206655" sldId="376"/>
            <ac:spMk id="27" creationId="{19FCF57C-A2BB-B58D-2FA5-0A2FEB108D2B}"/>
          </ac:spMkLst>
        </pc:spChg>
        <pc:spChg chg="add mod">
          <ac:chgData name="Berg, Dirk van den" userId="035ecb32-01d9-4b47-a105-eacf059a4647" providerId="ADAL" clId="{F7FF961E-CF96-44AC-93C2-93612F62D46D}" dt="2026-04-06T18:04:38.547" v="3720" actId="164"/>
          <ac:spMkLst>
            <pc:docMk/>
            <pc:sldMk cId="1057206655" sldId="376"/>
            <ac:spMk id="28" creationId="{92BECD1E-48B3-3718-DC89-436C4B68C293}"/>
          </ac:spMkLst>
        </pc:spChg>
        <pc:spChg chg="add mod">
          <ac:chgData name="Berg, Dirk van den" userId="035ecb32-01d9-4b47-a105-eacf059a4647" providerId="ADAL" clId="{F7FF961E-CF96-44AC-93C2-93612F62D46D}" dt="2026-04-06T17:25:49.051" v="3183" actId="1076"/>
          <ac:spMkLst>
            <pc:docMk/>
            <pc:sldMk cId="1057206655" sldId="376"/>
            <ac:spMk id="29" creationId="{9C904DC5-BB36-E971-FA77-F8778B396DBE}"/>
          </ac:spMkLst>
        </pc:spChg>
        <pc:spChg chg="add mod">
          <ac:chgData name="Berg, Dirk van den" userId="035ecb32-01d9-4b47-a105-eacf059a4647" providerId="ADAL" clId="{F7FF961E-CF96-44AC-93C2-93612F62D46D}" dt="2026-04-06T18:04:38.547" v="3720" actId="164"/>
          <ac:spMkLst>
            <pc:docMk/>
            <pc:sldMk cId="1057206655" sldId="376"/>
            <ac:spMk id="40" creationId="{BDE65AB4-2921-BE46-26C0-424641E02BAD}"/>
          </ac:spMkLst>
        </pc:spChg>
        <pc:spChg chg="add mod">
          <ac:chgData name="Berg, Dirk van den" userId="035ecb32-01d9-4b47-a105-eacf059a4647" providerId="ADAL" clId="{F7FF961E-CF96-44AC-93C2-93612F62D46D}" dt="2026-04-06T18:04:38.547" v="3720" actId="164"/>
          <ac:spMkLst>
            <pc:docMk/>
            <pc:sldMk cId="1057206655" sldId="376"/>
            <ac:spMk id="41" creationId="{D3EC38EB-6747-F571-C7AA-96920FCA8FC7}"/>
          </ac:spMkLst>
        </pc:spChg>
        <pc:spChg chg="add mod">
          <ac:chgData name="Berg, Dirk van den" userId="035ecb32-01d9-4b47-a105-eacf059a4647" providerId="ADAL" clId="{F7FF961E-CF96-44AC-93C2-93612F62D46D}" dt="2026-04-06T18:04:38.547" v="3720" actId="164"/>
          <ac:spMkLst>
            <pc:docMk/>
            <pc:sldMk cId="1057206655" sldId="376"/>
            <ac:spMk id="43" creationId="{08E7BCC3-D433-4A72-DAF3-A51A56AC0020}"/>
          </ac:spMkLst>
        </pc:spChg>
        <pc:spChg chg="add del">
          <ac:chgData name="Berg, Dirk van den" userId="035ecb32-01d9-4b47-a105-eacf059a4647" providerId="ADAL" clId="{F7FF961E-CF96-44AC-93C2-93612F62D46D}" dt="2026-04-06T17:55:13.812" v="3701" actId="22"/>
          <ac:spMkLst>
            <pc:docMk/>
            <pc:sldMk cId="1057206655" sldId="376"/>
            <ac:spMk id="49" creationId="{8FAEF2EE-F7E4-15D5-E36E-6F0017F171ED}"/>
          </ac:spMkLst>
        </pc:spChg>
        <pc:spChg chg="add del">
          <ac:chgData name="Berg, Dirk van den" userId="035ecb32-01d9-4b47-a105-eacf059a4647" providerId="ADAL" clId="{F7FF961E-CF96-44AC-93C2-93612F62D46D}" dt="2026-04-06T17:57:41.684" v="3703" actId="22"/>
          <ac:spMkLst>
            <pc:docMk/>
            <pc:sldMk cId="1057206655" sldId="376"/>
            <ac:spMk id="51" creationId="{03AFD92E-51FC-A7B3-78F7-5C618BA83455}"/>
          </ac:spMkLst>
        </pc:spChg>
        <pc:spChg chg="add mod">
          <ac:chgData name="Berg, Dirk van den" userId="035ecb32-01d9-4b47-a105-eacf059a4647" providerId="ADAL" clId="{F7FF961E-CF96-44AC-93C2-93612F62D46D}" dt="2026-04-06T18:11:13.714" v="3979" actId="14100"/>
          <ac:spMkLst>
            <pc:docMk/>
            <pc:sldMk cId="1057206655" sldId="376"/>
            <ac:spMk id="56" creationId="{C561EB56-FB0C-DDCE-1E53-D8FF89412956}"/>
          </ac:spMkLst>
        </pc:spChg>
        <pc:spChg chg="add mod">
          <ac:chgData name="Berg, Dirk van den" userId="035ecb32-01d9-4b47-a105-eacf059a4647" providerId="ADAL" clId="{F7FF961E-CF96-44AC-93C2-93612F62D46D}" dt="2026-04-06T18:15:48.592" v="4015" actId="20577"/>
          <ac:spMkLst>
            <pc:docMk/>
            <pc:sldMk cId="1057206655" sldId="376"/>
            <ac:spMk id="58" creationId="{3BB23E37-C968-C54C-F29A-251A88B5830A}"/>
          </ac:spMkLst>
        </pc:spChg>
        <pc:spChg chg="add del mod">
          <ac:chgData name="Berg, Dirk van den" userId="035ecb32-01d9-4b47-a105-eacf059a4647" providerId="ADAL" clId="{F7FF961E-CF96-44AC-93C2-93612F62D46D}" dt="2026-04-06T18:16:06.751" v="4020" actId="478"/>
          <ac:spMkLst>
            <pc:docMk/>
            <pc:sldMk cId="1057206655" sldId="376"/>
            <ac:spMk id="60" creationId="{756A6C3A-26A2-5ACE-AD2F-166FB61BC494}"/>
          </ac:spMkLst>
        </pc:spChg>
        <pc:grpChg chg="mod">
          <ac:chgData name="Berg, Dirk van den" userId="035ecb32-01d9-4b47-a105-eacf059a4647" providerId="ADAL" clId="{F7FF961E-CF96-44AC-93C2-93612F62D46D}" dt="2026-04-06T18:04:56.448" v="3725" actId="1076"/>
          <ac:grpSpMkLst>
            <pc:docMk/>
            <pc:sldMk cId="1057206655" sldId="376"/>
            <ac:grpSpMk id="55" creationId="{88F9798B-5F9F-6C3A-58DB-74B42A97E62A}"/>
          </ac:grpSpMkLst>
        </pc:grpChg>
        <pc:graphicFrameChg chg="add del mod modGraphic">
          <ac:chgData name="Berg, Dirk van den" userId="035ecb32-01d9-4b47-a105-eacf059a4647" providerId="ADAL" clId="{F7FF961E-CF96-44AC-93C2-93612F62D46D}" dt="2026-04-06T18:04:16.252" v="3713" actId="478"/>
          <ac:graphicFrameMkLst>
            <pc:docMk/>
            <pc:sldMk cId="1057206655" sldId="376"/>
            <ac:graphicFrameMk id="52" creationId="{61505548-8744-5B36-C2B3-2C1EC1CCBCD2}"/>
          </ac:graphicFrameMkLst>
        </pc:graphicFrameChg>
        <pc:picChg chg="add mod">
          <ac:chgData name="Berg, Dirk van den" userId="035ecb32-01d9-4b47-a105-eacf059a4647" providerId="ADAL" clId="{F7FF961E-CF96-44AC-93C2-93612F62D46D}" dt="2026-04-06T18:05:17.784" v="3737" actId="1076"/>
          <ac:picMkLst>
            <pc:docMk/>
            <pc:sldMk cId="1057206655" sldId="376"/>
            <ac:picMk id="54" creationId="{36BFBA10-4566-11C2-1808-FD68CF71CD14}"/>
          </ac:picMkLst>
        </pc:picChg>
        <pc:cxnChg chg="add mod">
          <ac:chgData name="Berg, Dirk van den" userId="035ecb32-01d9-4b47-a105-eacf059a4647" providerId="ADAL" clId="{F7FF961E-CF96-44AC-93C2-93612F62D46D}" dt="2026-04-06T17:22:02.002" v="3038" actId="14100"/>
          <ac:cxnSpMkLst>
            <pc:docMk/>
            <pc:sldMk cId="1057206655" sldId="376"/>
            <ac:cxnSpMk id="10" creationId="{B9FCA89E-851E-AF37-E0A1-F5F26F5A369C}"/>
          </ac:cxnSpMkLst>
        </pc:cxnChg>
        <pc:cxnChg chg="add mod">
          <ac:chgData name="Berg, Dirk van den" userId="035ecb32-01d9-4b47-a105-eacf059a4647" providerId="ADAL" clId="{F7FF961E-CF96-44AC-93C2-93612F62D46D}" dt="2026-04-06T17:22:33.462" v="3047" actId="14100"/>
          <ac:cxnSpMkLst>
            <pc:docMk/>
            <pc:sldMk cId="1057206655" sldId="376"/>
            <ac:cxnSpMk id="14" creationId="{15D65365-7C2F-C1F1-D565-0B3B99A8858E}"/>
          </ac:cxnSpMkLst>
        </pc:cxnChg>
        <pc:cxnChg chg="add del mod">
          <ac:chgData name="Berg, Dirk van den" userId="035ecb32-01d9-4b47-a105-eacf059a4647" providerId="ADAL" clId="{F7FF961E-CF96-44AC-93C2-93612F62D46D}" dt="2026-04-06T17:22:30.216" v="3045" actId="11529"/>
          <ac:cxnSpMkLst>
            <pc:docMk/>
            <pc:sldMk cId="1057206655" sldId="376"/>
            <ac:cxnSpMk id="16" creationId="{F00F306A-5E2D-B00D-9D05-EBA2AF5D91BB}"/>
          </ac:cxnSpMkLst>
        </pc:cxnChg>
        <pc:cxnChg chg="add">
          <ac:chgData name="Berg, Dirk van den" userId="035ecb32-01d9-4b47-a105-eacf059a4647" providerId="ADAL" clId="{F7FF961E-CF96-44AC-93C2-93612F62D46D}" dt="2026-04-06T17:22:40.522" v="3048" actId="11529"/>
          <ac:cxnSpMkLst>
            <pc:docMk/>
            <pc:sldMk cId="1057206655" sldId="376"/>
            <ac:cxnSpMk id="19" creationId="{25F89873-3C1B-6297-5650-F1E0EF85D211}"/>
          </ac:cxnSpMkLst>
        </pc:cxnChg>
        <pc:cxnChg chg="add">
          <ac:chgData name="Berg, Dirk van den" userId="035ecb32-01d9-4b47-a105-eacf059a4647" providerId="ADAL" clId="{F7FF961E-CF96-44AC-93C2-93612F62D46D}" dt="2026-04-06T17:22:44.842" v="3049" actId="11529"/>
          <ac:cxnSpMkLst>
            <pc:docMk/>
            <pc:sldMk cId="1057206655" sldId="376"/>
            <ac:cxnSpMk id="21" creationId="{88DBEA52-85E6-D640-86E4-94A6F30A3271}"/>
          </ac:cxnSpMkLst>
        </pc:cxnChg>
        <pc:cxnChg chg="add mod">
          <ac:chgData name="Berg, Dirk van den" userId="035ecb32-01d9-4b47-a105-eacf059a4647" providerId="ADAL" clId="{F7FF961E-CF96-44AC-93C2-93612F62D46D}" dt="2026-04-06T17:22:53.585" v="3051" actId="14100"/>
          <ac:cxnSpMkLst>
            <pc:docMk/>
            <pc:sldMk cId="1057206655" sldId="376"/>
            <ac:cxnSpMk id="23" creationId="{F9C9A93E-AF04-AB11-4DEA-5BA39E9E543F}"/>
          </ac:cxnSpMkLst>
        </pc:cxnChg>
        <pc:cxnChg chg="add del mod">
          <ac:chgData name="Berg, Dirk van den" userId="035ecb32-01d9-4b47-a105-eacf059a4647" providerId="ADAL" clId="{F7FF961E-CF96-44AC-93C2-93612F62D46D}" dt="2026-04-06T17:25:39.856" v="3180" actId="11529"/>
          <ac:cxnSpMkLst>
            <pc:docMk/>
            <pc:sldMk cId="1057206655" sldId="376"/>
            <ac:cxnSpMk id="31" creationId="{6A688783-EE15-A082-1078-1603B75FA954}"/>
          </ac:cxnSpMkLst>
        </pc:cxnChg>
        <pc:cxnChg chg="add del mod">
          <ac:chgData name="Berg, Dirk van den" userId="035ecb32-01d9-4b47-a105-eacf059a4647" providerId="ADAL" clId="{F7FF961E-CF96-44AC-93C2-93612F62D46D}" dt="2026-04-06T17:26:03.277" v="3186" actId="11529"/>
          <ac:cxnSpMkLst>
            <pc:docMk/>
            <pc:sldMk cId="1057206655" sldId="376"/>
            <ac:cxnSpMk id="33" creationId="{8D95A583-FB05-9795-7E39-BEE1A6ACF7DC}"/>
          </ac:cxnSpMkLst>
        </pc:cxnChg>
        <pc:cxnChg chg="add">
          <ac:chgData name="Berg, Dirk van den" userId="035ecb32-01d9-4b47-a105-eacf059a4647" providerId="ADAL" clId="{F7FF961E-CF96-44AC-93C2-93612F62D46D}" dt="2026-04-06T17:26:10.860" v="3187" actId="11529"/>
          <ac:cxnSpMkLst>
            <pc:docMk/>
            <pc:sldMk cId="1057206655" sldId="376"/>
            <ac:cxnSpMk id="35" creationId="{445E419C-254F-8C08-860F-62A22606AD3D}"/>
          </ac:cxnSpMkLst>
        </pc:cxnChg>
        <pc:cxnChg chg="add">
          <ac:chgData name="Berg, Dirk van den" userId="035ecb32-01d9-4b47-a105-eacf059a4647" providerId="ADAL" clId="{F7FF961E-CF96-44AC-93C2-93612F62D46D}" dt="2026-04-06T17:26:15.986" v="3188" actId="11529"/>
          <ac:cxnSpMkLst>
            <pc:docMk/>
            <pc:sldMk cId="1057206655" sldId="376"/>
            <ac:cxnSpMk id="37" creationId="{79D172F1-B01A-7C1D-62A8-50679F36994B}"/>
          </ac:cxnSpMkLst>
        </pc:cxnChg>
        <pc:cxnChg chg="add">
          <ac:chgData name="Berg, Dirk van den" userId="035ecb32-01d9-4b47-a105-eacf059a4647" providerId="ADAL" clId="{F7FF961E-CF96-44AC-93C2-93612F62D46D}" dt="2026-04-06T17:26:20.381" v="3189" actId="11529"/>
          <ac:cxnSpMkLst>
            <pc:docMk/>
            <pc:sldMk cId="1057206655" sldId="376"/>
            <ac:cxnSpMk id="39" creationId="{5E49B13E-093E-7468-0980-673AF355CFB8}"/>
          </ac:cxnSpMkLst>
        </pc:cxnChg>
        <pc:cxnChg chg="add">
          <ac:chgData name="Berg, Dirk van den" userId="035ecb32-01d9-4b47-a105-eacf059a4647" providerId="ADAL" clId="{F7FF961E-CF96-44AC-93C2-93612F62D46D}" dt="2026-04-06T17:27:41.559" v="3282" actId="11529"/>
          <ac:cxnSpMkLst>
            <pc:docMk/>
            <pc:sldMk cId="1057206655" sldId="376"/>
            <ac:cxnSpMk id="45" creationId="{69283CC6-6C48-C8AD-3079-98A859F86E9B}"/>
          </ac:cxnSpMkLst>
        </pc:cxnChg>
        <pc:cxnChg chg="add">
          <ac:chgData name="Berg, Dirk van den" userId="035ecb32-01d9-4b47-a105-eacf059a4647" providerId="ADAL" clId="{F7FF961E-CF96-44AC-93C2-93612F62D46D}" dt="2026-04-06T17:27:50.980" v="3283" actId="11529"/>
          <ac:cxnSpMkLst>
            <pc:docMk/>
            <pc:sldMk cId="1057206655" sldId="376"/>
            <ac:cxnSpMk id="47" creationId="{93736274-78A3-218F-C3CC-5B03B2DFFC39}"/>
          </ac:cxnSpMkLst>
        </pc:cxnChg>
      </pc:sldChg>
      <pc:sldChg chg="modSp new mod modShow">
        <pc:chgData name="Berg, Dirk van den" userId="035ecb32-01d9-4b47-a105-eacf059a4647" providerId="ADAL" clId="{F7FF961E-CF96-44AC-93C2-93612F62D46D}" dt="2026-04-06T18:29:36.453" v="4122" actId="729"/>
        <pc:sldMkLst>
          <pc:docMk/>
          <pc:sldMk cId="604825576" sldId="377"/>
        </pc:sldMkLst>
        <pc:spChg chg="mod">
          <ac:chgData name="Berg, Dirk van den" userId="035ecb32-01d9-4b47-a105-eacf059a4647" providerId="ADAL" clId="{F7FF961E-CF96-44AC-93C2-93612F62D46D}" dt="2026-04-06T17:30:04.687" v="3299" actId="20577"/>
          <ac:spMkLst>
            <pc:docMk/>
            <pc:sldMk cId="604825576" sldId="377"/>
            <ac:spMk id="2" creationId="{6C7DC398-A1A3-2358-B8A1-6CF18BD102D0}"/>
          </ac:spMkLst>
        </pc:spChg>
        <pc:spChg chg="mod">
          <ac:chgData name="Berg, Dirk van den" userId="035ecb32-01d9-4b47-a105-eacf059a4647" providerId="ADAL" clId="{F7FF961E-CF96-44AC-93C2-93612F62D46D}" dt="2026-04-06T17:30:52.602" v="3418" actId="20577"/>
          <ac:spMkLst>
            <pc:docMk/>
            <pc:sldMk cId="604825576" sldId="377"/>
            <ac:spMk id="3" creationId="{8DEA292D-CDD7-16A4-C9DB-1771CE7DA9A6}"/>
          </ac:spMkLst>
        </pc:spChg>
      </pc:sldChg>
      <pc:sldChg chg="modSp add mod modNotesTx">
        <pc:chgData name="Berg, Dirk van den" userId="035ecb32-01d9-4b47-a105-eacf059a4647" providerId="ADAL" clId="{F7FF961E-CF96-44AC-93C2-93612F62D46D}" dt="2026-04-07T06:59:10.972" v="4328" actId="1076"/>
        <pc:sldMkLst>
          <pc:docMk/>
          <pc:sldMk cId="3746725905" sldId="378"/>
        </pc:sldMkLst>
        <pc:spChg chg="mod">
          <ac:chgData name="Berg, Dirk van den" userId="035ecb32-01d9-4b47-a105-eacf059a4647" providerId="ADAL" clId="{F7FF961E-CF96-44AC-93C2-93612F62D46D}" dt="2026-04-07T06:58:54.433" v="4317" actId="1076"/>
          <ac:spMkLst>
            <pc:docMk/>
            <pc:sldMk cId="3746725905" sldId="378"/>
            <ac:spMk id="28" creationId="{3051238E-C700-78DD-DBDE-EA3AE27A4462}"/>
          </ac:spMkLst>
        </pc:spChg>
        <pc:spChg chg="mod">
          <ac:chgData name="Berg, Dirk van den" userId="035ecb32-01d9-4b47-a105-eacf059a4647" providerId="ADAL" clId="{F7FF961E-CF96-44AC-93C2-93612F62D46D}" dt="2026-04-07T06:59:05.089" v="4323" actId="1076"/>
          <ac:spMkLst>
            <pc:docMk/>
            <pc:sldMk cId="3746725905" sldId="378"/>
            <ac:spMk id="29" creationId="{5C4285AC-D5EA-A223-133A-CF8CFF7DE2D0}"/>
          </ac:spMkLst>
        </pc:spChg>
        <pc:grpChg chg="mod">
          <ac:chgData name="Berg, Dirk van den" userId="035ecb32-01d9-4b47-a105-eacf059a4647" providerId="ADAL" clId="{F7FF961E-CF96-44AC-93C2-93612F62D46D}" dt="2026-04-07T06:58:45.004" v="4314" actId="1076"/>
          <ac:grpSpMkLst>
            <pc:docMk/>
            <pc:sldMk cId="3746725905" sldId="378"/>
            <ac:grpSpMk id="55" creationId="{D212C9D6-998F-6609-5D8B-4C996DA8FD6A}"/>
          </ac:grpSpMkLst>
        </pc:grpChg>
        <pc:cxnChg chg="mod">
          <ac:chgData name="Berg, Dirk van den" userId="035ecb32-01d9-4b47-a105-eacf059a4647" providerId="ADAL" clId="{F7FF961E-CF96-44AC-93C2-93612F62D46D}" dt="2026-04-07T06:59:04.746" v="4322" actId="1076"/>
          <ac:cxnSpMkLst>
            <pc:docMk/>
            <pc:sldMk cId="3746725905" sldId="378"/>
            <ac:cxnSpMk id="35" creationId="{D7F6B18B-6AD7-57EB-AC7E-BD7782C7AEC6}"/>
          </ac:cxnSpMkLst>
        </pc:cxnChg>
        <pc:cxnChg chg="mod">
          <ac:chgData name="Berg, Dirk van den" userId="035ecb32-01d9-4b47-a105-eacf059a4647" providerId="ADAL" clId="{F7FF961E-CF96-44AC-93C2-93612F62D46D}" dt="2026-04-07T06:59:10.972" v="4328" actId="1076"/>
          <ac:cxnSpMkLst>
            <pc:docMk/>
            <pc:sldMk cId="3746725905" sldId="378"/>
            <ac:cxnSpMk id="39" creationId="{323233EC-3EAD-EB08-E2C7-F7CB4DB63617}"/>
          </ac:cxnSpMkLst>
        </pc:cxnChg>
      </pc:sldChg>
      <pc:sldChg chg="add modNotesTx">
        <pc:chgData name="Berg, Dirk van den" userId="035ecb32-01d9-4b47-a105-eacf059a4647" providerId="ADAL" clId="{F7FF961E-CF96-44AC-93C2-93612F62D46D}" dt="2026-04-06T18:26:45.379" v="4121" actId="20577"/>
        <pc:sldMkLst>
          <pc:docMk/>
          <pc:sldMk cId="3267879511" sldId="379"/>
        </pc:sldMkLst>
      </pc:sldChg>
      <pc:sldChg chg="addSp delSp modSp new mod">
        <pc:chgData name="Berg, Dirk van den" userId="035ecb32-01d9-4b47-a105-eacf059a4647" providerId="ADAL" clId="{F7FF961E-CF96-44AC-93C2-93612F62D46D}" dt="2026-04-07T07:37:34.821" v="5621" actId="1076"/>
        <pc:sldMkLst>
          <pc:docMk/>
          <pc:sldMk cId="202890920" sldId="380"/>
        </pc:sldMkLst>
        <pc:spChg chg="del">
          <ac:chgData name="Berg, Dirk van den" userId="035ecb32-01d9-4b47-a105-eacf059a4647" providerId="ADAL" clId="{F7FF961E-CF96-44AC-93C2-93612F62D46D}" dt="2026-04-07T07:21:37.770" v="5033" actId="478"/>
          <ac:spMkLst>
            <pc:docMk/>
            <pc:sldMk cId="202890920" sldId="380"/>
            <ac:spMk id="2" creationId="{9CC2EC43-B8B9-81EA-0ED6-84B6CEDCB8CE}"/>
          </ac:spMkLst>
        </pc:spChg>
        <pc:spChg chg="mod">
          <ac:chgData name="Berg, Dirk van den" userId="035ecb32-01d9-4b47-a105-eacf059a4647" providerId="ADAL" clId="{F7FF961E-CF96-44AC-93C2-93612F62D46D}" dt="2026-04-07T07:37:34.821" v="5621" actId="1076"/>
          <ac:spMkLst>
            <pc:docMk/>
            <pc:sldMk cId="202890920" sldId="380"/>
            <ac:spMk id="3" creationId="{192A8CE8-941B-CB34-0357-D65852551972}"/>
          </ac:spMkLst>
        </pc:spChg>
        <pc:picChg chg="add mod modCrop">
          <ac:chgData name="Berg, Dirk van den" userId="035ecb32-01d9-4b47-a105-eacf059a4647" providerId="ADAL" clId="{F7FF961E-CF96-44AC-93C2-93612F62D46D}" dt="2026-04-07T07:22:37.561" v="5068" actId="14100"/>
          <ac:picMkLst>
            <pc:docMk/>
            <pc:sldMk cId="202890920" sldId="380"/>
            <ac:picMk id="5" creationId="{6B8EE5DA-B95C-F71E-B9FA-7D1A147F9CCA}"/>
          </ac:picMkLst>
        </pc:picChg>
      </pc:sldChg>
      <pc:sldChg chg="addSp new mod modShow">
        <pc:chgData name="Berg, Dirk van den" userId="035ecb32-01d9-4b47-a105-eacf059a4647" providerId="ADAL" clId="{F7FF961E-CF96-44AC-93C2-93612F62D46D}" dt="2026-04-06T18:24:34.310" v="4054" actId="729"/>
        <pc:sldMkLst>
          <pc:docMk/>
          <pc:sldMk cId="3339618416" sldId="381"/>
        </pc:sldMkLst>
        <pc:picChg chg="add">
          <ac:chgData name="Berg, Dirk van den" userId="035ecb32-01d9-4b47-a105-eacf059a4647" providerId="ADAL" clId="{F7FF961E-CF96-44AC-93C2-93612F62D46D}" dt="2026-04-06T18:24:31.221" v="4053" actId="22"/>
          <ac:picMkLst>
            <pc:docMk/>
            <pc:sldMk cId="3339618416" sldId="381"/>
            <ac:picMk id="5" creationId="{50C89464-E375-D613-56AE-8B3A304E799E}"/>
          </ac:picMkLst>
        </pc:picChg>
      </pc:sldChg>
      <pc:sldChg chg="addSp modSp new mod">
        <pc:chgData name="Berg, Dirk van den" userId="035ecb32-01d9-4b47-a105-eacf059a4647" providerId="ADAL" clId="{F7FF961E-CF96-44AC-93C2-93612F62D46D}" dt="2026-04-07T07:36:58.911" v="5620" actId="1076"/>
        <pc:sldMkLst>
          <pc:docMk/>
          <pc:sldMk cId="183647270" sldId="382"/>
        </pc:sldMkLst>
        <pc:spChg chg="mod">
          <ac:chgData name="Berg, Dirk van den" userId="035ecb32-01d9-4b47-a105-eacf059a4647" providerId="ADAL" clId="{F7FF961E-CF96-44AC-93C2-93612F62D46D}" dt="2026-04-07T07:14:52.341" v="4912" actId="20577"/>
          <ac:spMkLst>
            <pc:docMk/>
            <pc:sldMk cId="183647270" sldId="382"/>
            <ac:spMk id="2" creationId="{56C8146A-07C1-7F96-193A-BEDED1141BFA}"/>
          </ac:spMkLst>
        </pc:spChg>
        <pc:spChg chg="mod">
          <ac:chgData name="Berg, Dirk van den" userId="035ecb32-01d9-4b47-a105-eacf059a4647" providerId="ADAL" clId="{F7FF961E-CF96-44AC-93C2-93612F62D46D}" dt="2026-04-07T07:36:40.382" v="5617" actId="20577"/>
          <ac:spMkLst>
            <pc:docMk/>
            <pc:sldMk cId="183647270" sldId="382"/>
            <ac:spMk id="3" creationId="{EE670629-97D1-E736-2CAD-BBB091486DAB}"/>
          </ac:spMkLst>
        </pc:spChg>
        <pc:picChg chg="add mod">
          <ac:chgData name="Berg, Dirk van den" userId="035ecb32-01d9-4b47-a105-eacf059a4647" providerId="ADAL" clId="{F7FF961E-CF96-44AC-93C2-93612F62D46D}" dt="2026-04-07T07:19:59.425" v="5022" actId="1076"/>
          <ac:picMkLst>
            <pc:docMk/>
            <pc:sldMk cId="183647270" sldId="382"/>
            <ac:picMk id="4" creationId="{99FF3964-7230-0806-4D65-10AED460D905}"/>
          </ac:picMkLst>
        </pc:picChg>
        <pc:picChg chg="add mod">
          <ac:chgData name="Berg, Dirk van den" userId="035ecb32-01d9-4b47-a105-eacf059a4647" providerId="ADAL" clId="{F7FF961E-CF96-44AC-93C2-93612F62D46D}" dt="2026-04-07T07:36:58.911" v="5620" actId="1076"/>
          <ac:picMkLst>
            <pc:docMk/>
            <pc:sldMk cId="183647270" sldId="382"/>
            <ac:picMk id="6" creationId="{BE662EBE-2BF9-F11F-AFD0-AB69F15AB3F6}"/>
          </ac:picMkLst>
        </pc:picChg>
      </pc:sldChg>
      <pc:sldChg chg="modSp new mod">
        <pc:chgData name="Berg, Dirk van den" userId="035ecb32-01d9-4b47-a105-eacf059a4647" providerId="ADAL" clId="{F7FF961E-CF96-44AC-93C2-93612F62D46D}" dt="2026-04-07T06:59:08.722" v="4326" actId="20577"/>
        <pc:sldMkLst>
          <pc:docMk/>
          <pc:sldMk cId="2890750809" sldId="383"/>
        </pc:sldMkLst>
        <pc:spChg chg="mod">
          <ac:chgData name="Berg, Dirk van den" userId="035ecb32-01d9-4b47-a105-eacf059a4647" providerId="ADAL" clId="{F7FF961E-CF96-44AC-93C2-93612F62D46D}" dt="2026-04-07T06:55:23.351" v="4166" actId="20577"/>
          <ac:spMkLst>
            <pc:docMk/>
            <pc:sldMk cId="2890750809" sldId="383"/>
            <ac:spMk id="2" creationId="{BE538A79-0873-E627-CBAF-BCEEEB39A8FC}"/>
          </ac:spMkLst>
        </pc:spChg>
        <pc:spChg chg="mod">
          <ac:chgData name="Berg, Dirk van den" userId="035ecb32-01d9-4b47-a105-eacf059a4647" providerId="ADAL" clId="{F7FF961E-CF96-44AC-93C2-93612F62D46D}" dt="2026-04-07T06:59:08.722" v="4326" actId="20577"/>
          <ac:spMkLst>
            <pc:docMk/>
            <pc:sldMk cId="2890750809" sldId="383"/>
            <ac:spMk id="3" creationId="{FAEA5937-C82D-50C7-5A3F-BDBC74134494}"/>
          </ac:spMkLst>
        </pc:spChg>
      </pc:sldChg>
      <pc:sldChg chg="addSp delSp modSp add mod">
        <pc:chgData name="Berg, Dirk van den" userId="035ecb32-01d9-4b47-a105-eacf059a4647" providerId="ADAL" clId="{F7FF961E-CF96-44AC-93C2-93612F62D46D}" dt="2026-04-07T07:29:56.080" v="5237" actId="20577"/>
        <pc:sldMkLst>
          <pc:docMk/>
          <pc:sldMk cId="3097582750" sldId="384"/>
        </pc:sldMkLst>
        <pc:spChg chg="add del mod">
          <ac:chgData name="Berg, Dirk van den" userId="035ecb32-01d9-4b47-a105-eacf059a4647" providerId="ADAL" clId="{F7FF961E-CF96-44AC-93C2-93612F62D46D}" dt="2026-04-07T07:28:45.716" v="5129"/>
          <ac:spMkLst>
            <pc:docMk/>
            <pc:sldMk cId="3097582750" sldId="384"/>
            <ac:spMk id="2" creationId="{3738D5DA-94A7-E790-4A22-E383F0E30286}"/>
          </ac:spMkLst>
        </pc:spChg>
        <pc:spChg chg="mod">
          <ac:chgData name="Berg, Dirk van den" userId="035ecb32-01d9-4b47-a105-eacf059a4647" providerId="ADAL" clId="{F7FF961E-CF96-44AC-93C2-93612F62D46D}" dt="2026-04-07T07:29:56.080" v="5237" actId="20577"/>
          <ac:spMkLst>
            <pc:docMk/>
            <pc:sldMk cId="3097582750" sldId="384"/>
            <ac:spMk id="3" creationId="{6991154F-F3F2-F0C5-40B4-A4DB635E37B6}"/>
          </ac:spMkLst>
        </pc:spChg>
        <pc:spChg chg="add mod">
          <ac:chgData name="Berg, Dirk van den" userId="035ecb32-01d9-4b47-a105-eacf059a4647" providerId="ADAL" clId="{F7FF961E-CF96-44AC-93C2-93612F62D46D}" dt="2026-04-07T07:29:02.043" v="5134" actId="14100"/>
          <ac:spMkLst>
            <pc:docMk/>
            <pc:sldMk cId="3097582750" sldId="384"/>
            <ac:spMk id="7" creationId="{6CC6E12C-0C78-542E-C800-C8C4819866E2}"/>
          </ac:spMkLst>
        </pc:spChg>
        <pc:picChg chg="del">
          <ac:chgData name="Berg, Dirk van den" userId="035ecb32-01d9-4b47-a105-eacf059a4647" providerId="ADAL" clId="{F7FF961E-CF96-44AC-93C2-93612F62D46D}" dt="2026-04-07T07:28:14.847" v="5116" actId="478"/>
          <ac:picMkLst>
            <pc:docMk/>
            <pc:sldMk cId="3097582750" sldId="384"/>
            <ac:picMk id="5" creationId="{27411B95-866C-7E50-1CA7-DADCF2ED6EB7}"/>
          </ac:picMkLst>
        </pc:picChg>
        <pc:picChg chg="add mod">
          <ac:chgData name="Berg, Dirk van den" userId="035ecb32-01d9-4b47-a105-eacf059a4647" providerId="ADAL" clId="{F7FF961E-CF96-44AC-93C2-93612F62D46D}" dt="2026-04-07T07:28:32.776" v="5124" actId="1076"/>
          <ac:picMkLst>
            <pc:docMk/>
            <pc:sldMk cId="3097582750" sldId="384"/>
            <ac:picMk id="6" creationId="{C367EE49-6FF1-AA3D-63EB-E59C07F61924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NL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772E590-8CC6-4DD7-8023-99728A8EDCF5}" type="datetimeFigureOut">
              <a:rPr lang="en-NL" smtClean="0"/>
              <a:t>06/04/2026</a:t>
            </a:fld>
            <a:endParaRPr lang="en-NL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NL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N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E485658-6F4E-427B-9249-24FAC25B2FB2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9533971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LFR structure is preserved because z and w are assembled</a:t>
            </a:r>
          </a:p>
          <a:p>
            <a:r>
              <a:rPr lang="en-US" dirty="0"/>
              <a:t>and kept explicitly as tensors at the bottom. </a:t>
            </a:r>
          </a:p>
          <a:p>
            <a:endParaRPr lang="en-US" dirty="0"/>
          </a:p>
          <a:p>
            <a:r>
              <a:rPr lang="en-US" dirty="0"/>
              <a:t>Delayed was discussed with Roland but introduces errors</a:t>
            </a:r>
          </a:p>
          <a:p>
            <a:r>
              <a:rPr lang="en-US" dirty="0"/>
              <a:t>Elimination is mathematically correct but we sacrifice LFR structure</a:t>
            </a:r>
          </a:p>
          <a:p>
            <a:endParaRPr lang="en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F358F0A-AA49-4BAE-A19B-D9E9B17610DC}" type="slidenum">
              <a:rPr lang="en-NL" smtClean="0"/>
              <a:t>6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61293465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3E6FE1-5046-7413-647D-26E1B87691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8A553A4-E319-4AE4-5809-93DF9566889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E758943-0E7B-CC03-96F3-472DC9599B8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invertibility of M(Y)</a:t>
            </a:r>
          </a:p>
          <a:p>
            <a:r>
              <a:rPr lang="en-US" dirty="0"/>
              <a:t>The latent signals are dependent on this invertibility</a:t>
            </a:r>
          </a:p>
          <a:p>
            <a:endParaRPr lang="en-US" dirty="0"/>
          </a:p>
          <a:p>
            <a:r>
              <a:rPr lang="en-US" dirty="0"/>
              <a:t>The LFR structure is preserved because z and w are assembled</a:t>
            </a:r>
          </a:p>
          <a:p>
            <a:r>
              <a:rPr lang="en-US" dirty="0"/>
              <a:t>and kept explicitly as tensors at the bottom. </a:t>
            </a:r>
            <a:endParaRPr lang="en-N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C89DE51-9C7E-808A-5760-55E7B75C39F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F358F0A-AA49-4BAE-A19B-D9E9B17610DC}" type="slidenum">
              <a:rPr lang="en-NL" smtClean="0"/>
              <a:t>7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51304172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54D2C5-7339-5916-FED1-B9CE0DABFF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13EC248-95F5-0664-6161-95D9625F297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CB40E87-5664-C4ED-6038-7425293CFE5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invertibility of M(Y)</a:t>
            </a:r>
          </a:p>
          <a:p>
            <a:r>
              <a:rPr lang="en-US" dirty="0"/>
              <a:t>The latent signals are dependent on this invertibility</a:t>
            </a:r>
          </a:p>
          <a:p>
            <a:endParaRPr lang="en-US" dirty="0"/>
          </a:p>
          <a:p>
            <a:r>
              <a:rPr lang="en-US" dirty="0"/>
              <a:t>The LFR structure is preserved because z and w are assembled</a:t>
            </a:r>
          </a:p>
          <a:p>
            <a:r>
              <a:rPr lang="en-US" dirty="0"/>
              <a:t>and kept explicitly as tensors at the bottom. </a:t>
            </a:r>
          </a:p>
          <a:p>
            <a:endParaRPr lang="en-US" dirty="0"/>
          </a:p>
          <a:p>
            <a:r>
              <a:rPr lang="en-US" dirty="0"/>
              <a:t>---------------------------------------------------</a:t>
            </a:r>
          </a:p>
          <a:p>
            <a:r>
              <a:rPr lang="en-US" dirty="0"/>
              <a:t>Roland discussed other method: online resolve</a:t>
            </a:r>
          </a:p>
          <a:p>
            <a:r>
              <a:rPr lang="en-US" dirty="0"/>
              <a:t>Is better at preserving LFR structure</a:t>
            </a:r>
          </a:p>
          <a:p>
            <a:r>
              <a:rPr lang="en-US" dirty="0"/>
              <a:t>(But for ease / wanting to implement in simulation went with Elimination method)</a:t>
            </a:r>
            <a:endParaRPr lang="en-N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550F0C8-7525-2FD9-A5B4-B28DD90BF49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F358F0A-AA49-4BAE-A19B-D9E9B17610DC}" type="slidenum">
              <a:rPr lang="en-NL" smtClean="0"/>
              <a:t>8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37455050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 don’t want to spend too much time on this, but in case I mention it in the future.</a:t>
            </a:r>
          </a:p>
          <a:p>
            <a:r>
              <a:rPr lang="en-US" dirty="0"/>
              <a:t>(</a:t>
            </a:r>
            <a:r>
              <a:rPr lang="en-US" dirty="0">
                <a:sym typeface="Wingdings" panose="05000000000000000000" pitchFamily="2" charset="2"/>
              </a:rPr>
              <a:t> I don’t want to go over the derivation)</a:t>
            </a:r>
            <a:endParaRPr lang="en-US" dirty="0"/>
          </a:p>
          <a:p>
            <a:r>
              <a:rPr lang="en-US" dirty="0"/>
              <a:t>Minimal structure but not more intuitive</a:t>
            </a:r>
            <a:br>
              <a:rPr lang="en-US" dirty="0"/>
            </a:br>
            <a:br>
              <a:rPr lang="en-US" dirty="0"/>
            </a:br>
            <a:r>
              <a:rPr lang="en-US" dirty="0"/>
              <a:t>What I did:</a:t>
            </a:r>
          </a:p>
          <a:p>
            <a:r>
              <a:rPr lang="en-US" dirty="0" err="1"/>
              <a:t>Dzw</a:t>
            </a:r>
            <a:r>
              <a:rPr lang="en-US" dirty="0"/>
              <a:t> expressed as S2*P</a:t>
            </a:r>
          </a:p>
          <a:p>
            <a:r>
              <a:rPr lang="en-US" dirty="0"/>
              <a:t>Replace I6 by P</a:t>
            </a:r>
          </a:p>
          <a:p>
            <a:r>
              <a:rPr lang="en-US" dirty="0"/>
              <a:t>Construct </a:t>
            </a:r>
            <a:r>
              <a:rPr lang="en-US" dirty="0" err="1"/>
              <a:t>Snew</a:t>
            </a:r>
            <a:r>
              <a:rPr lang="en-US" dirty="0"/>
              <a:t> (compressed stacked matrix).</a:t>
            </a:r>
            <a:endParaRPr lang="en-NL" dirty="0"/>
          </a:p>
          <a:p>
            <a:endParaRPr lang="en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485658-6F4E-427B-9249-24FAC25B2FB2}" type="slidenum">
              <a:rPr lang="en-NL" smtClean="0"/>
              <a:t>11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84859706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Our model is CT LPV-LFR use RK4 to discretize it</a:t>
            </a:r>
          </a:p>
          <a:p>
            <a:r>
              <a:rPr lang="en-US" dirty="0"/>
              <a:t>The forward solves the “algebraic loop”</a:t>
            </a:r>
          </a:p>
          <a:p>
            <a:r>
              <a:rPr lang="en-US" dirty="0"/>
              <a:t>Calculate 4 different x states, determine </a:t>
            </a:r>
            <a:r>
              <a:rPr lang="en-US" dirty="0" err="1"/>
              <a:t>x_next</a:t>
            </a:r>
            <a:r>
              <a:rPr lang="en-US" dirty="0"/>
              <a:t> based on that / discretization method</a:t>
            </a:r>
            <a:endParaRPr lang="en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485658-6F4E-427B-9249-24FAC25B2FB2}" type="slidenum">
              <a:rPr lang="en-NL" smtClean="0"/>
              <a:t>16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22339792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Also worth noting for the diagram: z and w are only retained    </a:t>
            </a:r>
          </a:p>
          <a:p>
            <a:r>
              <a:rPr lang="en-US" dirty="0"/>
              <a:t>  from the k1 call (at the actual state x[k]). The other 3 calls  </a:t>
            </a:r>
          </a:p>
          <a:p>
            <a:r>
              <a:rPr lang="en-US" dirty="0"/>
              <a:t>  discard z, w (they get _). So the diagram should show z and w   </a:t>
            </a:r>
          </a:p>
          <a:p>
            <a:r>
              <a:rPr lang="en-US" dirty="0"/>
              <a:t>  branching off from k1 only.</a:t>
            </a:r>
          </a:p>
          <a:p>
            <a:endParaRPr lang="en-US" dirty="0"/>
          </a:p>
          <a:p>
            <a:r>
              <a:rPr lang="en-US" dirty="0"/>
              <a:t>- k1: at the current state x[k] — the start of the step         </a:t>
            </a:r>
          </a:p>
          <a:p>
            <a:r>
              <a:rPr lang="en-US" dirty="0"/>
              <a:t>  - k2: at x + (</a:t>
            </a:r>
            <a:r>
              <a:rPr lang="en-US" dirty="0" err="1"/>
              <a:t>ts</a:t>
            </a:r>
            <a:r>
              <a:rPr lang="en-US" dirty="0"/>
              <a:t>/2)·k1 — a half-step ahead using k1 as the slope</a:t>
            </a:r>
          </a:p>
          <a:p>
            <a:r>
              <a:rPr lang="en-US" dirty="0"/>
              <a:t>  - k3: at x + (</a:t>
            </a:r>
            <a:r>
              <a:rPr lang="en-US" dirty="0" err="1"/>
              <a:t>ts</a:t>
            </a:r>
            <a:r>
              <a:rPr lang="en-US" dirty="0"/>
              <a:t>/2)·k2 — a half-step ahead using k2 as the slope</a:t>
            </a:r>
          </a:p>
          <a:p>
            <a:r>
              <a:rPr lang="en-US" dirty="0"/>
              <a:t>                                                                  </a:t>
            </a:r>
          </a:p>
          <a:p>
            <a:r>
              <a:rPr lang="en-US" dirty="0"/>
              <a:t>  - k4: at x + ts·k3 — a full step ahead using k3 as the slope</a:t>
            </a:r>
          </a:p>
          <a:p>
            <a:endParaRPr lang="en-US" dirty="0"/>
          </a:p>
          <a:p>
            <a:r>
              <a:rPr lang="en-US" dirty="0"/>
              <a:t>  So k2, k3, k4 are evaluated at temporary/intermediate states    </a:t>
            </a:r>
          </a:p>
          <a:p>
            <a:r>
              <a:rPr lang="en-US" dirty="0"/>
              <a:t>  that are never stored — they exist only to get a better estimate</a:t>
            </a:r>
          </a:p>
          <a:p>
            <a:r>
              <a:rPr lang="en-US" dirty="0"/>
              <a:t>   of the average slope over the interval. Then all four slope    </a:t>
            </a:r>
          </a:p>
          <a:p>
            <a:r>
              <a:rPr lang="en-US" dirty="0"/>
              <a:t>  estimates are combined:</a:t>
            </a:r>
          </a:p>
          <a:p>
            <a:endParaRPr lang="en-US" dirty="0"/>
          </a:p>
          <a:p>
            <a:r>
              <a:rPr lang="en-US" dirty="0"/>
              <a:t>  </a:t>
            </a:r>
            <a:r>
              <a:rPr lang="en-US" dirty="0" err="1"/>
              <a:t>x_next</a:t>
            </a:r>
            <a:r>
              <a:rPr lang="en-US" dirty="0"/>
              <a:t> = x + (</a:t>
            </a:r>
            <a:r>
              <a:rPr lang="en-US" dirty="0" err="1"/>
              <a:t>ts</a:t>
            </a:r>
            <a:r>
              <a:rPr lang="en-US" dirty="0"/>
              <a:t>/6) * (k1 + 2·k2 + 2·k3 + k4)</a:t>
            </a:r>
            <a:endParaRPr lang="en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485658-6F4E-427B-9249-24FAC25B2FB2}" type="slidenum">
              <a:rPr lang="en-NL" smtClean="0"/>
              <a:t>17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421913396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2C7610-4479-8EBC-618F-7D9A41E93F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B54E04E-5367-49EC-3385-35E9514BAE0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09E0BBA-98D6-3AF4-DE61-9B0EB7E47AE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Z,w</a:t>
            </a:r>
            <a:r>
              <a:rPr lang="en-US" dirty="0"/>
              <a:t> useful for augmentation, currently not used explicitly</a:t>
            </a:r>
          </a:p>
          <a:p>
            <a:endParaRPr lang="en-US" dirty="0"/>
          </a:p>
          <a:p>
            <a:r>
              <a:rPr lang="en-US" dirty="0"/>
              <a:t>Also worth noting for the diagram: z and w are only retained    </a:t>
            </a:r>
          </a:p>
          <a:p>
            <a:r>
              <a:rPr lang="en-US" dirty="0"/>
              <a:t>  from the k1 call (at the actual state x[k]). The other 3 calls  </a:t>
            </a:r>
          </a:p>
          <a:p>
            <a:r>
              <a:rPr lang="en-US" dirty="0"/>
              <a:t>  discard z, w (they get _). So the diagram should show z and w   </a:t>
            </a:r>
          </a:p>
          <a:p>
            <a:r>
              <a:rPr lang="en-US" dirty="0"/>
              <a:t>  branching off from k1 only.</a:t>
            </a:r>
          </a:p>
          <a:p>
            <a:endParaRPr lang="en-US" dirty="0"/>
          </a:p>
          <a:p>
            <a:r>
              <a:rPr lang="en-US" dirty="0"/>
              <a:t>- k1: at the current state x[k] — the start of the step         </a:t>
            </a:r>
          </a:p>
          <a:p>
            <a:r>
              <a:rPr lang="en-US" dirty="0"/>
              <a:t>  - k2: at x + (</a:t>
            </a:r>
            <a:r>
              <a:rPr lang="en-US" dirty="0" err="1"/>
              <a:t>ts</a:t>
            </a:r>
            <a:r>
              <a:rPr lang="en-US" dirty="0"/>
              <a:t>/2)·k1 — a half-step ahead using k1 as the slope</a:t>
            </a:r>
          </a:p>
          <a:p>
            <a:r>
              <a:rPr lang="en-US" dirty="0"/>
              <a:t>  - k3: at x + (</a:t>
            </a:r>
            <a:r>
              <a:rPr lang="en-US" dirty="0" err="1"/>
              <a:t>ts</a:t>
            </a:r>
            <a:r>
              <a:rPr lang="en-US" dirty="0"/>
              <a:t>/2)·k2 — a half-step ahead using k2 as the slope</a:t>
            </a:r>
          </a:p>
          <a:p>
            <a:r>
              <a:rPr lang="en-US" dirty="0"/>
              <a:t>                                                                  </a:t>
            </a:r>
          </a:p>
          <a:p>
            <a:r>
              <a:rPr lang="en-US" dirty="0"/>
              <a:t>  - k4: at x + ts·k3 — a full step ahead using k3 as the slope</a:t>
            </a:r>
          </a:p>
          <a:p>
            <a:endParaRPr lang="en-US" dirty="0"/>
          </a:p>
          <a:p>
            <a:r>
              <a:rPr lang="en-US" dirty="0"/>
              <a:t>  So k2, k3, k4 are evaluated at temporary/intermediate states    </a:t>
            </a:r>
          </a:p>
          <a:p>
            <a:r>
              <a:rPr lang="en-US" dirty="0"/>
              <a:t>  that are never stored — they exist only to get a better estimate</a:t>
            </a:r>
          </a:p>
          <a:p>
            <a:r>
              <a:rPr lang="en-US" dirty="0"/>
              <a:t>   of the average slope over the interval. Then all four slope    </a:t>
            </a:r>
          </a:p>
          <a:p>
            <a:r>
              <a:rPr lang="en-US" dirty="0"/>
              <a:t>  estimates are combined:</a:t>
            </a:r>
          </a:p>
          <a:p>
            <a:endParaRPr lang="en-US" dirty="0"/>
          </a:p>
          <a:p>
            <a:r>
              <a:rPr lang="en-US" dirty="0"/>
              <a:t>  </a:t>
            </a:r>
            <a:r>
              <a:rPr lang="en-US" dirty="0" err="1"/>
              <a:t>x_next</a:t>
            </a:r>
            <a:r>
              <a:rPr lang="en-US" dirty="0"/>
              <a:t> = x + (</a:t>
            </a:r>
            <a:r>
              <a:rPr lang="en-US" dirty="0" err="1"/>
              <a:t>ts</a:t>
            </a:r>
            <a:r>
              <a:rPr lang="en-US" dirty="0"/>
              <a:t>/6) * (k1 + 2·k2 + 2·k3 + k4)</a:t>
            </a:r>
            <a:endParaRPr lang="en-N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24F1425-EEFE-71E6-EB9B-9123BF46F0C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485658-6F4E-427B-9249-24FAC25B2FB2}" type="slidenum">
              <a:rPr lang="en-NL" smtClean="0"/>
              <a:t>18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74261383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 The physics in q1 (</a:t>
            </a:r>
            <a:r>
              <a:rPr lang="en-US" dirty="0" err="1"/>
              <a:t>gantrySystem.m</a:t>
            </a:r>
            <a:r>
              <a:rPr lang="en-US" dirty="0"/>
              <a:t>) includes:</a:t>
            </a:r>
          </a:p>
          <a:p>
            <a:r>
              <a:rPr lang="en-US" dirty="0"/>
              <a:t>  - Y-dependent inertia via M(Y)</a:t>
            </a:r>
          </a:p>
          <a:p>
            <a:r>
              <a:rPr lang="en-US" dirty="0"/>
              <a:t>  - Viscous damping C</a:t>
            </a:r>
          </a:p>
          <a:p>
            <a:r>
              <a:rPr lang="en-US" dirty="0"/>
              <a:t>  - Joint stiffness K</a:t>
            </a:r>
          </a:p>
          <a:p>
            <a:r>
              <a:rPr lang="en-US" dirty="0"/>
              <a:t>  - No Coulomb friction</a:t>
            </a:r>
          </a:p>
          <a:p>
            <a:r>
              <a:rPr lang="en-US" dirty="0"/>
              <a:t>  - No Coriolis/centripetal</a:t>
            </a:r>
          </a:p>
          <a:p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Frozen baseline in python: Verified python against </a:t>
            </a:r>
            <a:r>
              <a:rPr lang="en-US" dirty="0" err="1"/>
              <a:t>matlab</a:t>
            </a:r>
            <a:r>
              <a:rPr lang="en-US" dirty="0"/>
              <a:t> couple meetings before.</a:t>
            </a:r>
          </a:p>
          <a:p>
            <a:endParaRPr lang="en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485658-6F4E-427B-9249-24FAC25B2FB2}" type="slidenum">
              <a:rPr lang="en-NL" smtClean="0"/>
              <a:t>23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6289657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AA9B0A-21A9-11D8-6AC0-0853C7FE8D2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2E18FFD-A4E2-0D4E-7BCD-58E1748D8E4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CB645C-4A53-6DC7-25C3-9688B7178E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8B314D-8566-407C-8138-35BC3B95AB82}" type="datetimeFigureOut">
              <a:rPr lang="en-NL" smtClean="0"/>
              <a:t>06/04/2026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582621-D3E9-86E1-A821-5377282729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11C98C-0F73-A8F2-02F4-2AB4973CDA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9C285A-41FD-47C8-9B13-D40BAB452FEE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8187164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950BA0-583D-0185-EE69-28099DAEC3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D8891D-C30A-9834-578C-76F335D9CF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586B7C-AB90-7DAA-F0EA-C7122F775E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B07CE9-C8DF-41DF-BDBB-830B84D62F5B}" type="datetimeFigureOut">
              <a:rPr lang="en-NL" smtClean="0"/>
              <a:t>06/04/2026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6BD878-B8D5-9BF6-B119-CB8E2FBA68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1A9D23-71DC-CC7B-17C0-5E08C967D9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9C285A-41FD-47C8-9B13-D40BAB452FEE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5838012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655E79-0500-A1A2-6D30-0F0DFDD600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5B6914D-49A9-E97D-2C4E-18FAAF7260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FDA4EA-60CD-56E7-0DAD-21A6159BCB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B07CE9-C8DF-41DF-BDBB-830B84D62F5B}" type="datetimeFigureOut">
              <a:rPr lang="en-NL" smtClean="0"/>
              <a:t>06/04/2026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7721A8-BB79-306A-08AB-EFFF7B85E3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A46C38-EEEE-5592-0604-AA374F8CCA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9C285A-41FD-47C8-9B13-D40BAB452FEE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4592305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A65D4E-F716-266C-EB44-F320FF044F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FA0776-C324-EFAB-A946-10C85364B98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3F9D3D4-7D3D-D1F4-CD2A-A518E546943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E693131-FB94-2B88-8093-B6F21E860B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B07CE9-C8DF-41DF-BDBB-830B84D62F5B}" type="datetimeFigureOut">
              <a:rPr lang="en-NL" smtClean="0"/>
              <a:t>06/04/2026</a:t>
            </a:fld>
            <a:endParaRPr lang="en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BD21B79-6DB2-349F-C356-71774F673F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85CBD36-D0DC-8F43-ACFD-1E9E357E7E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9C285A-41FD-47C8-9B13-D40BAB452FEE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2678301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63BC18-D101-9213-B897-8851FE7C3D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25E5057-8AB1-D931-F79F-0D54E845ED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9C2EF1A-2434-D230-33B4-D17316B77A3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C0C9925-AAE9-B6AC-9461-0917219EACD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74E5211-4325-D275-EE19-9984E66A821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57FEE0D-2772-4FE7-99AD-4C1D3AC628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B07CE9-C8DF-41DF-BDBB-830B84D62F5B}" type="datetimeFigureOut">
              <a:rPr lang="en-NL" smtClean="0"/>
              <a:t>06/04/2026</a:t>
            </a:fld>
            <a:endParaRPr lang="en-NL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93169B9-CD5B-369C-DBC2-925297EB21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E0BA7D5-A78A-09BB-A363-994BD9A02F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9C285A-41FD-47C8-9B13-D40BAB452FEE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8698023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B9777B-F5E7-C08C-590D-ACFBE4C454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00CC399-4A6B-4593-9E74-B6F8CA3DC2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B07CE9-C8DF-41DF-BDBB-830B84D62F5B}" type="datetimeFigureOut">
              <a:rPr lang="en-NL" smtClean="0"/>
              <a:t>06/04/2026</a:t>
            </a:fld>
            <a:endParaRPr lang="en-NL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8EE88BE-564F-9BC9-D256-883FCC2992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197D54D-0C50-C773-E94C-9E2D30D930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9C285A-41FD-47C8-9B13-D40BAB452FEE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7452653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6994506-3D43-84EA-E881-39D6330773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B07CE9-C8DF-41DF-BDBB-830B84D62F5B}" type="datetimeFigureOut">
              <a:rPr lang="en-NL" smtClean="0"/>
              <a:t>06/04/2026</a:t>
            </a:fld>
            <a:endParaRPr lang="en-NL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81C55CA-8DBE-9019-86DA-AEBED897E0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159772A-9555-52DB-D4E9-75AF3C15D2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9C285A-41FD-47C8-9B13-D40BAB452FEE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8742203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0D3A6E-DBBE-812E-85F2-A38B5249BA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FB2DEC-7E11-7FE1-3C8F-AB40257CCC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A67515C-82D6-C8CD-79FD-0E6A1C9B190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208F352-32B7-00FA-4DA5-12E23612C0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B07CE9-C8DF-41DF-BDBB-830B84D62F5B}" type="datetimeFigureOut">
              <a:rPr lang="en-NL" smtClean="0"/>
              <a:t>06/04/2026</a:t>
            </a:fld>
            <a:endParaRPr lang="en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7D78EF5-AAF6-9556-0DA1-762E1477F2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23A06DC-6CC1-26FA-41F2-FA573F7A35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9C285A-41FD-47C8-9B13-D40BAB452FEE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5876782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E5C77B-CBEF-A395-D0FA-1C65A9CE29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3E17272-008C-028F-3164-75FD0D3FA47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N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FCEFC27-BE0A-B312-4CAE-0D22A173EF8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F841F1B-BF0C-E7EE-C200-6ACDD52E85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B07CE9-C8DF-41DF-BDBB-830B84D62F5B}" type="datetimeFigureOut">
              <a:rPr lang="en-NL" smtClean="0"/>
              <a:t>06/04/2026</a:t>
            </a:fld>
            <a:endParaRPr lang="en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33DBEA7-5C08-D5DF-326D-402497EEC0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28AB07C-EC9D-1E6E-88BF-08CF4DC29F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9C285A-41FD-47C8-9B13-D40BAB452FEE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3134194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2C2113-B4D5-3AA6-7F42-D0DF7E554A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27AC1B1-B636-EC3C-8268-7CF0D78B63F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308ECA-F03E-2322-8AB9-FF1B3570AC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B07CE9-C8DF-41DF-BDBB-830B84D62F5B}" type="datetimeFigureOut">
              <a:rPr lang="en-NL" smtClean="0"/>
              <a:t>06/04/2026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560E39-73E9-DBC5-E7A0-57B5094635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BBA569-67AF-6D26-BB44-6C9DA6C336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9C285A-41FD-47C8-9B13-D40BAB452FEE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9157859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980FA20-7E26-5811-0F8E-E937CD7F6C3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BC0AB59-9859-7F7C-9F9C-9BFEA1EF0FF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583E10-4C21-18B0-80CE-477CC93505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B07CE9-C8DF-41DF-BDBB-830B84D62F5B}" type="datetimeFigureOut">
              <a:rPr lang="en-NL" smtClean="0"/>
              <a:t>06/04/2026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CB85F3-CF9A-29D5-DEA3-31B6193373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122B00-4173-AFD9-EDBF-57D15872F5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9C285A-41FD-47C8-9B13-D40BAB452FEE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3184553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64814AA-CC4F-26EF-0940-42AD31BA46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98EE76C-C9DD-829C-0E04-FD727D9368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A92AA8-31FA-1538-0020-A6770000A69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DB07CE9-C8DF-41DF-BDBB-830B84D62F5B}" type="datetimeFigureOut">
              <a:rPr lang="en-NL" smtClean="0"/>
              <a:t>06/04/2026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2936D0-EF18-388D-6CDB-4886CBEB095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00218A-4CD5-B355-2F90-F63E2428D7F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A9C285A-41FD-47C8-9B13-D40BAB452FEE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8084270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8" r:id="rId1"/>
    <p:sldLayoutId id="2147483669" r:id="rId2"/>
    <p:sldLayoutId id="2147483670" r:id="rId3"/>
    <p:sldLayoutId id="2147483671" r:id="rId4"/>
    <p:sldLayoutId id="2147483672" r:id="rId5"/>
    <p:sldLayoutId id="2147483673" r:id="rId6"/>
    <p:sldLayoutId id="2147483674" r:id="rId7"/>
    <p:sldLayoutId id="2147483675" r:id="rId8"/>
    <p:sldLayoutId id="2147483676" r:id="rId9"/>
    <p:sldLayoutId id="2147483677" r:id="rId10"/>
    <p:sldLayoutId id="2147483678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A58346-11EF-AF16-3F7E-D4AE642D61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Meeting Week 10</a:t>
            </a:r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AEF679-3C39-E36C-B710-9B50CBAE48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Last week summary</a:t>
            </a:r>
          </a:p>
          <a:p>
            <a:r>
              <a:rPr lang="en-US" dirty="0"/>
              <a:t>SVD: dimension reduction of the latent signals</a:t>
            </a:r>
          </a:p>
          <a:p>
            <a:r>
              <a:rPr lang="en-US" dirty="0"/>
              <a:t>Simulation</a:t>
            </a:r>
          </a:p>
          <a:p>
            <a:pPr lvl="1"/>
            <a:r>
              <a:rPr lang="en-US" dirty="0"/>
              <a:t>LPV-LFR format</a:t>
            </a:r>
          </a:p>
          <a:p>
            <a:pPr lvl="1"/>
            <a:r>
              <a:rPr lang="en-US" dirty="0"/>
              <a:t>Compare against frozen baseline</a:t>
            </a:r>
          </a:p>
          <a:p>
            <a:r>
              <a:rPr lang="en-US" dirty="0"/>
              <a:t>Question 1</a:t>
            </a:r>
          </a:p>
          <a:p>
            <a:r>
              <a:rPr lang="en-US" dirty="0"/>
              <a:t>Question 2</a:t>
            </a:r>
          </a:p>
          <a:p>
            <a:r>
              <a:rPr lang="en-US" dirty="0"/>
              <a:t>Outline </a:t>
            </a:r>
            <a:r>
              <a:rPr lang="en-US" dirty="0" err="1"/>
              <a:t>ToDo</a:t>
            </a:r>
            <a:r>
              <a:rPr lang="en-US" dirty="0"/>
              <a:t> next week</a:t>
            </a:r>
            <a:endParaRPr lang="en-NL" dirty="0"/>
          </a:p>
        </p:txBody>
      </p:sp>
    </p:spTree>
    <p:extLst>
      <p:ext uri="{BB962C8B-B14F-4D97-AF65-F5344CB8AC3E}">
        <p14:creationId xmlns:p14="http://schemas.microsoft.com/office/powerpoint/2010/main" val="26795951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09700D-FF42-415C-9519-CE16CBBB57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Last week summary</a:t>
            </a:r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16F991-22E1-98ED-FDA2-6483679AE4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LPV in LFR format</a:t>
            </a:r>
          </a:p>
          <a:p>
            <a:r>
              <a:rPr lang="en-US" dirty="0"/>
              <a:t>M(Y) invertibility proven with Sylvester’s criterion</a:t>
            </a:r>
          </a:p>
          <a:p>
            <a:r>
              <a:rPr lang="en-US" dirty="0"/>
              <a:t>“Algebraic loop”</a:t>
            </a:r>
          </a:p>
          <a:p>
            <a:pPr lvl="1"/>
            <a:r>
              <a:rPr lang="en-US" dirty="0"/>
              <a:t>Because of the invertibility of M(Y) not an algebraic loop</a:t>
            </a:r>
            <a:endParaRPr lang="en-NL" dirty="0"/>
          </a:p>
        </p:txBody>
      </p:sp>
    </p:spTree>
    <p:extLst>
      <p:ext uri="{BB962C8B-B14F-4D97-AF65-F5344CB8AC3E}">
        <p14:creationId xmlns:p14="http://schemas.microsoft.com/office/powerpoint/2010/main" val="16172268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3C5819-37CA-7ACB-B0CB-BBF78DDAA9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Arrow: Right 6">
            <a:extLst>
              <a:ext uri="{FF2B5EF4-FFF2-40B4-BE49-F238E27FC236}">
                <a16:creationId xmlns:a16="http://schemas.microsoft.com/office/drawing/2014/main" id="{9F62C920-F90A-ACBF-D525-0B45A2BF4C2D}"/>
              </a:ext>
            </a:extLst>
          </p:cNvPr>
          <p:cNvSpPr/>
          <p:nvPr/>
        </p:nvSpPr>
        <p:spPr>
          <a:xfrm>
            <a:off x="3188970" y="4001294"/>
            <a:ext cx="3854404" cy="1223010"/>
          </a:xfrm>
          <a:prstGeom prst="right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7200A0D-F1C0-F2A7-81CD-D53FCE1696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18684" y="2284684"/>
            <a:ext cx="4573316" cy="4573316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EC2F419-D2D5-B418-8605-6A394D9115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Last week summary</a:t>
            </a:r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CC5C39-1973-1377-05FE-4BFF027963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LPV in LFR format</a:t>
            </a:r>
          </a:p>
          <a:p>
            <a:r>
              <a:rPr lang="en-US" dirty="0"/>
              <a:t>M(Y) invertibility proven with Sylvester’s criterion</a:t>
            </a:r>
          </a:p>
          <a:p>
            <a:r>
              <a:rPr lang="en-US" dirty="0"/>
              <a:t>“Algebraic loop”</a:t>
            </a:r>
          </a:p>
          <a:p>
            <a:pPr lvl="1"/>
            <a:r>
              <a:rPr lang="en-US" dirty="0"/>
              <a:t>Because of the invertibility of M(Y) not an algebraic loop</a:t>
            </a:r>
            <a:endParaRPr lang="en-NL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FD78E3C-6AC4-7E68-BC07-E47658F3125C}"/>
              </a:ext>
            </a:extLst>
          </p:cNvPr>
          <p:cNvSpPr txBox="1"/>
          <p:nvPr/>
        </p:nvSpPr>
        <p:spPr>
          <a:xfrm>
            <a:off x="3188970" y="4289633"/>
            <a:ext cx="308609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LPV model from García paper in LFR format</a:t>
            </a:r>
          </a:p>
        </p:txBody>
      </p:sp>
    </p:spTree>
    <p:extLst>
      <p:ext uri="{BB962C8B-B14F-4D97-AF65-F5344CB8AC3E}">
        <p14:creationId xmlns:p14="http://schemas.microsoft.com/office/powerpoint/2010/main" val="20367161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8EC876-8EA0-9281-F3A3-53AA1497C9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A267FC0-EA0C-29FE-06B7-335BABC420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31966" y="170584"/>
            <a:ext cx="3560034" cy="390856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A78E1D4-2F83-7852-9BEC-457045C3BD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“Algebraic loop”</a:t>
            </a:r>
            <a:endParaRPr lang="en-NL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B26C80B-FB59-74B2-C889-A114A1039C9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4378"/>
          <a:stretch>
            <a:fillRect/>
          </a:stretch>
        </p:blipFill>
        <p:spPr>
          <a:xfrm>
            <a:off x="190349" y="1300307"/>
            <a:ext cx="8422622" cy="55576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20159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C491AC-9F4A-8E56-1D1B-D136A0E303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3BA524F-AF0C-3FCA-8D10-93E85B6255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31966" y="170584"/>
            <a:ext cx="3560034" cy="390856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8B78D7D-655B-FF3C-6BAE-48C8AA1797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“Algebraic loop”</a:t>
            </a:r>
            <a:endParaRPr lang="en-NL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9FCD902-F1A8-2F69-F3F2-D3A06D004B5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4378"/>
          <a:stretch>
            <a:fillRect/>
          </a:stretch>
        </p:blipFill>
        <p:spPr>
          <a:xfrm>
            <a:off x="190349" y="1300307"/>
            <a:ext cx="8422622" cy="5557693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F8CF6A44-5A2B-F5D3-1765-5729D1AF7CB5}"/>
              </a:ext>
            </a:extLst>
          </p:cNvPr>
          <p:cNvSpPr/>
          <p:nvPr/>
        </p:nvSpPr>
        <p:spPr>
          <a:xfrm>
            <a:off x="8701548" y="170584"/>
            <a:ext cx="3372465" cy="3157832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3F34035-2E37-A969-2766-A94BA0A14143}"/>
              </a:ext>
            </a:extLst>
          </p:cNvPr>
          <p:cNvSpPr txBox="1"/>
          <p:nvPr/>
        </p:nvSpPr>
        <p:spPr>
          <a:xfrm>
            <a:off x="8612971" y="4154935"/>
            <a:ext cx="3888658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Because of the LFR-structure we have this loop structure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dirty="0"/>
              <a:t>G uses w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dirty="0"/>
              <a:t>Delta uses z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sz="2000" dirty="0"/>
              <a:t>No delay </a:t>
            </a:r>
            <a:r>
              <a:rPr lang="en-US" sz="2000" dirty="0" err="1"/>
              <a:t>inbetween</a:t>
            </a:r>
            <a:endParaRPr lang="en-US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NL" sz="20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CB8D074-1D84-0B53-53EB-DF8872E1CA05}"/>
              </a:ext>
            </a:extLst>
          </p:cNvPr>
          <p:cNvSpPr/>
          <p:nvPr/>
        </p:nvSpPr>
        <p:spPr>
          <a:xfrm>
            <a:off x="3486420" y="6169709"/>
            <a:ext cx="5443728" cy="646332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1475499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C69E6E-5EC7-70BA-CE27-EE3E831292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C58F52-C770-8588-BD75-A1ED96B027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7576" y="0"/>
            <a:ext cx="10515600" cy="1325563"/>
          </a:xfrm>
        </p:spPr>
        <p:txBody>
          <a:bodyPr/>
          <a:lstStyle/>
          <a:p>
            <a:r>
              <a:rPr lang="en-US" dirty="0"/>
              <a:t>Elimination</a:t>
            </a:r>
            <a:endParaRPr lang="en-NL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664F16FE-D73D-6865-7172-595342410F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NL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1E3FD6A-F9FD-3136-B1B2-2F9E1973185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9261" b="8844"/>
          <a:stretch>
            <a:fillRect/>
          </a:stretch>
        </p:blipFill>
        <p:spPr>
          <a:xfrm>
            <a:off x="259644" y="941831"/>
            <a:ext cx="11672711" cy="58328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18767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B54D2A-F05B-273E-0874-57D14763C6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9BE8B4-7E72-8268-4B3B-DD1FAA752A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7576" y="0"/>
            <a:ext cx="10515600" cy="1325563"/>
          </a:xfrm>
        </p:spPr>
        <p:txBody>
          <a:bodyPr/>
          <a:lstStyle/>
          <a:p>
            <a:r>
              <a:rPr lang="en-US" dirty="0"/>
              <a:t>Elimination</a:t>
            </a:r>
            <a:endParaRPr lang="en-NL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C291804C-95D7-92EF-AF55-C8A7ADEC83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NL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EA72A66-00C4-5CA8-95B7-108E2BFBEC0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9261" b="8844"/>
          <a:stretch>
            <a:fillRect/>
          </a:stretch>
        </p:blipFill>
        <p:spPr>
          <a:xfrm>
            <a:off x="259644" y="941831"/>
            <a:ext cx="11672711" cy="5832855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614EE5A1-8387-F640-6A9F-01CDC4F3965C}"/>
              </a:ext>
            </a:extLst>
          </p:cNvPr>
          <p:cNvSpPr/>
          <p:nvPr/>
        </p:nvSpPr>
        <p:spPr>
          <a:xfrm>
            <a:off x="4032504" y="3355848"/>
            <a:ext cx="7808976" cy="484632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22837084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BDD17B-961B-87E4-F822-5A960A9E02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4B93DD-9A23-B33F-95CE-2BC3ADB307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7576" y="0"/>
            <a:ext cx="10515600" cy="1325563"/>
          </a:xfrm>
        </p:spPr>
        <p:txBody>
          <a:bodyPr/>
          <a:lstStyle/>
          <a:p>
            <a:r>
              <a:rPr lang="en-US" dirty="0"/>
              <a:t>Elimination</a:t>
            </a:r>
            <a:endParaRPr lang="en-NL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BABEC22-7781-7C7D-2FAB-CE448AC90F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NL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1AF8BDF-D230-1163-0F3D-6A3544EC2B8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9261" b="8844"/>
          <a:stretch>
            <a:fillRect/>
          </a:stretch>
        </p:blipFill>
        <p:spPr>
          <a:xfrm>
            <a:off x="259644" y="941831"/>
            <a:ext cx="11672711" cy="5832855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24B20C87-43D9-0488-6110-233AB64C5B5C}"/>
              </a:ext>
            </a:extLst>
          </p:cNvPr>
          <p:cNvSpPr/>
          <p:nvPr/>
        </p:nvSpPr>
        <p:spPr>
          <a:xfrm>
            <a:off x="4032504" y="3355848"/>
            <a:ext cx="7808976" cy="484632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EBCCE3B-F666-E051-EF10-4E9B894901B6}"/>
              </a:ext>
            </a:extLst>
          </p:cNvPr>
          <p:cNvSpPr/>
          <p:nvPr/>
        </p:nvSpPr>
        <p:spPr>
          <a:xfrm>
            <a:off x="3840480" y="5769864"/>
            <a:ext cx="4766310" cy="1004821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525EBFC-B756-0484-E7B2-2997F231106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6374" y="83314"/>
            <a:ext cx="4138589" cy="45437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025060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81536B-F0EB-B0CB-5E23-6BBC5A826E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Elimination – Sacrifices separate Blocks</a:t>
            </a:r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CB95E8-5CE0-AFA0-C618-912257AC26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z and w can be reconstructed exactly after the loop has been resolved.</a:t>
            </a:r>
          </a:p>
          <a:p>
            <a:r>
              <a:rPr lang="en-US" dirty="0"/>
              <a:t>System is not executed as two separate runtime blocks G and Δ in feedback anymore.</a:t>
            </a:r>
          </a:p>
          <a:p>
            <a:pPr lvl="1"/>
            <a:r>
              <a:rPr lang="en-US" dirty="0"/>
              <a:t>But the system still come from an exact LFR factorization, with valid latent signals z and w that satisfy the LFR equations.</a:t>
            </a:r>
          </a:p>
          <a:p>
            <a:r>
              <a:rPr lang="en-US" dirty="0"/>
              <a:t>At one sample k:</a:t>
            </a:r>
          </a:p>
          <a:p>
            <a:pPr lvl="1"/>
            <a:r>
              <a:rPr lang="en-US" dirty="0"/>
              <a:t>G needs w</a:t>
            </a:r>
          </a:p>
          <a:p>
            <a:pPr lvl="1"/>
            <a:r>
              <a:rPr lang="el-GR" dirty="0"/>
              <a:t>Δ</a:t>
            </a:r>
            <a:r>
              <a:rPr lang="en-US" dirty="0"/>
              <a:t>(Y) needs z</a:t>
            </a:r>
          </a:p>
          <a:p>
            <a:pPr lvl="1"/>
            <a:r>
              <a:rPr lang="en-US" dirty="0"/>
              <a:t>But w = </a:t>
            </a:r>
            <a:r>
              <a:rPr lang="el-GR" dirty="0"/>
              <a:t>Δ</a:t>
            </a:r>
            <a:r>
              <a:rPr lang="en-US" dirty="0"/>
              <a:t>(Y) z</a:t>
            </a:r>
            <a:br>
              <a:rPr lang="en-US" dirty="0"/>
            </a:br>
            <a:endParaRPr lang="en-NL" dirty="0"/>
          </a:p>
        </p:txBody>
      </p:sp>
    </p:spTree>
    <p:extLst>
      <p:ext uri="{BB962C8B-B14F-4D97-AF65-F5344CB8AC3E}">
        <p14:creationId xmlns:p14="http://schemas.microsoft.com/office/powerpoint/2010/main" val="292587305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538A79-0873-E627-CBAF-BCEEEB39A8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Comment about Hysteresis</a:t>
            </a:r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EA5937-C82D-50C7-5A3F-BDBC741344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Tom suggested adding hysteresis to the baseline</a:t>
            </a:r>
          </a:p>
          <a:p>
            <a:pPr lvl="1"/>
            <a:r>
              <a:rPr lang="en-US" dirty="0"/>
              <a:t>Sign of Y</a:t>
            </a:r>
          </a:p>
          <a:p>
            <a:r>
              <a:rPr lang="en-US" dirty="0"/>
              <a:t>Comment from Roland: good suggestion, but for the augmentation</a:t>
            </a:r>
            <a:endParaRPr lang="en-NL" dirty="0"/>
          </a:p>
        </p:txBody>
      </p:sp>
    </p:spTree>
    <p:extLst>
      <p:ext uri="{BB962C8B-B14F-4D97-AF65-F5344CB8AC3E}">
        <p14:creationId xmlns:p14="http://schemas.microsoft.com/office/powerpoint/2010/main" val="289075080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670E70-58C9-63F6-9565-33781269C7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LPV-LFR baseline - SVD</a:t>
            </a:r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F5384C-40F7-3F3F-1268-B873516322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Current LPV-LFR minimal realization? </a:t>
            </a:r>
          </a:p>
          <a:p>
            <a:pPr lvl="1">
              <a:buFont typeface="Wingdings" panose="05000000000000000000" pitchFamily="2" charset="2"/>
              <a:buChar char="à"/>
            </a:pPr>
            <a:r>
              <a:rPr lang="en-US" dirty="0">
                <a:sym typeface="Wingdings" panose="05000000000000000000" pitchFamily="2" charset="2"/>
              </a:rPr>
              <a:t>Notes from Roland to reduce with SVD</a:t>
            </a:r>
          </a:p>
          <a:p>
            <a:r>
              <a:rPr lang="en-US" dirty="0">
                <a:sym typeface="Wingdings" panose="05000000000000000000" pitchFamily="2" charset="2"/>
              </a:rPr>
              <a:t>Benefit of reducing latent channels:</a:t>
            </a:r>
          </a:p>
          <a:p>
            <a:pPr lvl="1"/>
            <a:r>
              <a:rPr lang="en-US" dirty="0">
                <a:sym typeface="Wingdings" panose="05000000000000000000" pitchFamily="2" charset="2"/>
              </a:rPr>
              <a:t>From 6 to 4 is minimal</a:t>
            </a:r>
          </a:p>
          <a:p>
            <a:pPr lvl="1"/>
            <a:r>
              <a:rPr lang="en-US" dirty="0">
                <a:sym typeface="Wingdings" panose="05000000000000000000" pitchFamily="2" charset="2"/>
              </a:rPr>
              <a:t>Less redundant internal variables  minimal structure</a:t>
            </a:r>
            <a:endParaRPr lang="en-US" dirty="0"/>
          </a:p>
          <a:p>
            <a:r>
              <a:rPr lang="en-US" dirty="0"/>
              <a:t>Replaced the 6-channel scheduling loop Δ(Y)=YI6 by an equivalent 4-channel loop Δ(Y)=YI4</a:t>
            </a:r>
            <a:endParaRPr lang="en-NL" dirty="0"/>
          </a:p>
        </p:txBody>
      </p:sp>
    </p:spTree>
    <p:extLst>
      <p:ext uri="{BB962C8B-B14F-4D97-AF65-F5344CB8AC3E}">
        <p14:creationId xmlns:p14="http://schemas.microsoft.com/office/powerpoint/2010/main" val="73536971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B09A6A-BFDC-632F-5C9A-EA58D45B03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SVD - Numerical validation</a:t>
            </a:r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94C441-9045-1FD2-13A6-91BA9F8540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Implemented the SVD-based reduction in MATLAB with the physical parameters of the dual-gantry system</a:t>
            </a:r>
          </a:p>
          <a:p>
            <a:r>
              <a:rPr lang="en-US" dirty="0"/>
              <a:t>Verified over operating range of Y</a:t>
            </a:r>
          </a:p>
          <a:p>
            <a:r>
              <a:rPr lang="en-US" dirty="0"/>
              <a:t>Used the Frobenius norm for validation</a:t>
            </a:r>
            <a:endParaRPr lang="en-NL" dirty="0"/>
          </a:p>
        </p:txBody>
      </p:sp>
    </p:spTree>
    <p:extLst>
      <p:ext uri="{BB962C8B-B14F-4D97-AF65-F5344CB8AC3E}">
        <p14:creationId xmlns:p14="http://schemas.microsoft.com/office/powerpoint/2010/main" val="377293034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2C2B9B-12EC-860A-BEA9-8A86FD03E0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SVD - Numerical result</a:t>
            </a:r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8E6B86-FC9B-8171-4F87-880A0AABC8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rank(</a:t>
            </a:r>
            <a:r>
              <a:rPr lang="en-US" dirty="0" err="1"/>
              <a:t>Dzw</a:t>
            </a:r>
            <a:r>
              <a:rPr lang="en-US" dirty="0"/>
              <a:t>) = 4 (expected 4)</a:t>
            </a:r>
          </a:p>
          <a:p>
            <a:r>
              <a:rPr lang="en-US" dirty="0"/>
              <a:t>rank(</a:t>
            </a:r>
            <a:r>
              <a:rPr lang="en-US" dirty="0" err="1"/>
              <a:t>Snew</a:t>
            </a:r>
            <a:r>
              <a:rPr lang="en-US" dirty="0"/>
              <a:t>) = 4 (expected 4)</a:t>
            </a:r>
          </a:p>
          <a:p>
            <a:r>
              <a:rPr lang="en-US" dirty="0"/>
              <a:t>Max ||</a:t>
            </a:r>
            <a:r>
              <a:rPr lang="en-US" dirty="0" err="1"/>
              <a:t>A_coll</a:t>
            </a:r>
            <a:r>
              <a:rPr lang="en-US" dirty="0"/>
              <a:t> - Ac||_F = 7.97e-13 </a:t>
            </a:r>
          </a:p>
          <a:p>
            <a:r>
              <a:rPr lang="en-US" dirty="0"/>
              <a:t>Max ||</a:t>
            </a:r>
            <a:r>
              <a:rPr lang="en-US" dirty="0" err="1"/>
              <a:t>B_coll</a:t>
            </a:r>
            <a:r>
              <a:rPr lang="en-US" dirty="0"/>
              <a:t> - </a:t>
            </a:r>
            <a:r>
              <a:rPr lang="en-US" dirty="0" err="1"/>
              <a:t>Bc</a:t>
            </a:r>
            <a:r>
              <a:rPr lang="en-US" dirty="0"/>
              <a:t>||_F = 1.72e-16</a:t>
            </a:r>
          </a:p>
          <a:p>
            <a:endParaRPr lang="en-US" dirty="0"/>
          </a:p>
          <a:p>
            <a:r>
              <a:rPr lang="en-US" dirty="0"/>
              <a:t> The slightly larger error for A can be explained due to two matrix inversions (M(Y)^{-1}K and M(Y)^{-1}C). While B= [0;\ M(Y)^{-1}] only involves one.</a:t>
            </a:r>
            <a:endParaRPr lang="en-NL" dirty="0"/>
          </a:p>
        </p:txBody>
      </p:sp>
    </p:spTree>
    <p:extLst>
      <p:ext uri="{BB962C8B-B14F-4D97-AF65-F5344CB8AC3E}">
        <p14:creationId xmlns:p14="http://schemas.microsoft.com/office/powerpoint/2010/main" val="199102123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41CBB4-4332-CC27-31DC-1118749DC9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Simulation – LPV-LFR baseline</a:t>
            </a:r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5F3971-08E2-AD39-C334-D1FA58F77E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LPV-LFR structure: compute x in logical coordinates [X, theta, Y]^T based on given input</a:t>
            </a:r>
          </a:p>
          <a:p>
            <a:r>
              <a:rPr lang="en-US" dirty="0"/>
              <a:t>Compare against MATLAB output</a:t>
            </a:r>
          </a:p>
          <a:p>
            <a:r>
              <a:rPr lang="en-US" dirty="0"/>
              <a:t>Metrics used</a:t>
            </a:r>
            <a:endParaRPr lang="en-NL" dirty="0"/>
          </a:p>
        </p:txBody>
      </p:sp>
    </p:spTree>
    <p:extLst>
      <p:ext uri="{BB962C8B-B14F-4D97-AF65-F5344CB8AC3E}">
        <p14:creationId xmlns:p14="http://schemas.microsoft.com/office/powerpoint/2010/main" val="213862658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21FC3E-6F04-8B88-F228-5D584AF663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11BC81-6D8C-C089-DF83-D7512DE053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NL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0C89464-E375-D613-56AE-8B3A304E79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38260" y="123363"/>
            <a:ext cx="4515480" cy="66112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961841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D276B1-1319-5DE2-6D92-7EA9341D2C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Box 24">
            <a:extLst>
              <a:ext uri="{FF2B5EF4-FFF2-40B4-BE49-F238E27FC236}">
                <a16:creationId xmlns:a16="http://schemas.microsoft.com/office/drawing/2014/main" id="{B4B6B865-48F0-1882-51E0-288778B9AB90}"/>
              </a:ext>
            </a:extLst>
          </p:cNvPr>
          <p:cNvSpPr txBox="1"/>
          <p:nvPr/>
        </p:nvSpPr>
        <p:spPr>
          <a:xfrm>
            <a:off x="3899509" y="3033238"/>
            <a:ext cx="30612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ym typeface="Wingdings" panose="05000000000000000000" pitchFamily="2" charset="2"/>
              </a:rPr>
              <a:t> M(Y) = M0 + M1 Y + M2 Y^2</a:t>
            </a:r>
            <a:endParaRPr lang="en-NL" dirty="0"/>
          </a:p>
        </p:txBody>
      </p:sp>
      <p:grpSp>
        <p:nvGrpSpPr>
          <p:cNvPr id="55" name="Group 54">
            <a:extLst>
              <a:ext uri="{FF2B5EF4-FFF2-40B4-BE49-F238E27FC236}">
                <a16:creationId xmlns:a16="http://schemas.microsoft.com/office/drawing/2014/main" id="{D212C9D6-998F-6609-5D8B-4C996DA8FD6A}"/>
              </a:ext>
            </a:extLst>
          </p:cNvPr>
          <p:cNvGrpSpPr/>
          <p:nvPr/>
        </p:nvGrpSpPr>
        <p:grpSpPr>
          <a:xfrm>
            <a:off x="72390" y="198121"/>
            <a:ext cx="6957908" cy="6221492"/>
            <a:chOff x="1211342" y="502920"/>
            <a:chExt cx="6957908" cy="6221492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92680B80-9581-D757-2263-C83B523E6270}"/>
                </a:ext>
              </a:extLst>
            </p:cNvPr>
            <p:cNvSpPr txBox="1"/>
            <p:nvPr/>
          </p:nvSpPr>
          <p:spPr>
            <a:xfrm>
              <a:off x="1268730" y="502920"/>
              <a:ext cx="95981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err="1"/>
                <a:t>u_stage</a:t>
              </a:r>
              <a:endParaRPr lang="en-NL" dirty="0"/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B8188E43-17DF-2413-2DB6-2096733BC8EF}"/>
                </a:ext>
              </a:extLst>
            </p:cNvPr>
            <p:cNvSpPr txBox="1"/>
            <p:nvPr/>
          </p:nvSpPr>
          <p:spPr>
            <a:xfrm>
              <a:off x="1211342" y="1614964"/>
              <a:ext cx="107459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err="1"/>
                <a:t>u_logical</a:t>
              </a:r>
              <a:endParaRPr lang="en-NL" dirty="0"/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225B112A-0198-DF23-6F89-9FC3563BE925}"/>
                </a:ext>
              </a:extLst>
            </p:cNvPr>
            <p:cNvSpPr txBox="1"/>
            <p:nvPr/>
          </p:nvSpPr>
          <p:spPr>
            <a:xfrm>
              <a:off x="1946672" y="1036082"/>
              <a:ext cx="133863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P transform</a:t>
              </a:r>
              <a:endParaRPr lang="en-NL" dirty="0"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F73505E3-CFFD-7904-EAF8-13DA64D4059C}"/>
                </a:ext>
              </a:extLst>
            </p:cNvPr>
            <p:cNvSpPr txBox="1"/>
            <p:nvPr/>
          </p:nvSpPr>
          <p:spPr>
            <a:xfrm>
              <a:off x="5124212" y="1614964"/>
              <a:ext cx="119975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x (state, 6)</a:t>
              </a:r>
              <a:endParaRPr lang="en-NL" dirty="0"/>
            </a:p>
          </p:txBody>
        </p: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67931A66-3ABC-9FD1-7CAA-5E2C24C36513}"/>
                </a:ext>
              </a:extLst>
            </p:cNvPr>
            <p:cNvCxnSpPr>
              <a:cxnSpLocks/>
              <a:stCxn id="5" idx="2"/>
              <a:endCxn id="6" idx="0"/>
            </p:cNvCxnSpPr>
            <p:nvPr/>
          </p:nvCxnSpPr>
          <p:spPr>
            <a:xfrm flipH="1">
              <a:off x="1748637" y="872252"/>
              <a:ext cx="1" cy="742712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AEC24AA5-48D5-9BD3-4FA8-5731C9F713BA}"/>
                </a:ext>
              </a:extLst>
            </p:cNvPr>
            <p:cNvCxnSpPr>
              <a:cxnSpLocks/>
              <a:stCxn id="6" idx="2"/>
            </p:cNvCxnSpPr>
            <p:nvPr/>
          </p:nvCxnSpPr>
          <p:spPr>
            <a:xfrm>
              <a:off x="1748637" y="1984296"/>
              <a:ext cx="0" cy="313134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2C8ACC93-6DF8-383D-0C26-2E43BC5E698E}"/>
                </a:ext>
              </a:extLst>
            </p:cNvPr>
            <p:cNvCxnSpPr/>
            <p:nvPr/>
          </p:nvCxnSpPr>
          <p:spPr>
            <a:xfrm>
              <a:off x="1748637" y="2343150"/>
              <a:ext cx="3975451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FBC8F1D1-BD3C-4E4F-B32E-F9B54AA9070E}"/>
                </a:ext>
              </a:extLst>
            </p:cNvPr>
            <p:cNvCxnSpPr>
              <a:endCxn id="8" idx="2"/>
            </p:cNvCxnSpPr>
            <p:nvPr/>
          </p:nvCxnSpPr>
          <p:spPr>
            <a:xfrm flipV="1">
              <a:off x="5724088" y="1984296"/>
              <a:ext cx="0" cy="313134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Arrow Connector 22">
              <a:extLst>
                <a:ext uri="{FF2B5EF4-FFF2-40B4-BE49-F238E27FC236}">
                  <a16:creationId xmlns:a16="http://schemas.microsoft.com/office/drawing/2014/main" id="{490F63DC-61E2-37E4-6005-8B25BC99969E}"/>
                </a:ext>
              </a:extLst>
            </p:cNvPr>
            <p:cNvCxnSpPr>
              <a:cxnSpLocks/>
            </p:cNvCxnSpPr>
            <p:nvPr/>
          </p:nvCxnSpPr>
          <p:spPr>
            <a:xfrm>
              <a:off x="3589020" y="2377440"/>
              <a:ext cx="0" cy="903447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B5387A73-4D4D-A493-909B-8DC86DB4A069}"/>
                </a:ext>
              </a:extLst>
            </p:cNvPr>
            <p:cNvSpPr txBox="1"/>
            <p:nvPr/>
          </p:nvSpPr>
          <p:spPr>
            <a:xfrm>
              <a:off x="5566678" y="3678199"/>
              <a:ext cx="260257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Y = x[2] (self-scheduling)</a:t>
              </a:r>
              <a:endParaRPr lang="en-NL" dirty="0"/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B7E84880-8493-6B4C-DCDF-7F96209C6861}"/>
                </a:ext>
              </a:extLst>
            </p:cNvPr>
            <p:cNvSpPr txBox="1"/>
            <p:nvPr/>
          </p:nvSpPr>
          <p:spPr>
            <a:xfrm>
              <a:off x="2308309" y="4889778"/>
              <a:ext cx="61536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err="1"/>
                <a:t>xdot</a:t>
              </a:r>
              <a:endParaRPr lang="en-NL" dirty="0"/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3051238E-C700-78DD-DBDE-EA3AE27A4462}"/>
                </a:ext>
              </a:extLst>
            </p:cNvPr>
            <p:cNvSpPr txBox="1"/>
            <p:nvPr/>
          </p:nvSpPr>
          <p:spPr>
            <a:xfrm>
              <a:off x="3422338" y="4889778"/>
              <a:ext cx="28565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z</a:t>
              </a:r>
              <a:endParaRPr lang="en-NL" dirty="0"/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5C4285AC-D5EA-A223-133A-CF8CFF7DE2D0}"/>
                </a:ext>
              </a:extLst>
            </p:cNvPr>
            <p:cNvSpPr txBox="1"/>
            <p:nvPr/>
          </p:nvSpPr>
          <p:spPr>
            <a:xfrm>
              <a:off x="4206662" y="4898946"/>
              <a:ext cx="35137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w</a:t>
              </a:r>
              <a:endParaRPr lang="en-NL" dirty="0"/>
            </a:p>
          </p:txBody>
        </p: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D7F6B18B-6AD7-57EB-AC7E-BD7782C7AEC6}"/>
                </a:ext>
              </a:extLst>
            </p:cNvPr>
            <p:cNvCxnSpPr>
              <a:cxnSpLocks/>
              <a:stCxn id="28" idx="0"/>
            </p:cNvCxnSpPr>
            <p:nvPr/>
          </p:nvCxnSpPr>
          <p:spPr>
            <a:xfrm flipV="1">
              <a:off x="3565166" y="4091940"/>
              <a:ext cx="23854" cy="797838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0E0D96FC-9B0C-DBF4-BBCF-1C06FA6E37B8}"/>
                </a:ext>
              </a:extLst>
            </p:cNvPr>
            <p:cNvCxnSpPr>
              <a:stCxn id="27" idx="0"/>
            </p:cNvCxnSpPr>
            <p:nvPr/>
          </p:nvCxnSpPr>
          <p:spPr>
            <a:xfrm flipV="1">
              <a:off x="2615990" y="4274820"/>
              <a:ext cx="0" cy="614958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323233EC-3EAD-EB08-E2C7-F7CB4DB63617}"/>
                </a:ext>
              </a:extLst>
            </p:cNvPr>
            <p:cNvCxnSpPr>
              <a:cxnSpLocks/>
              <a:stCxn id="29" idx="0"/>
            </p:cNvCxnSpPr>
            <p:nvPr/>
          </p:nvCxnSpPr>
          <p:spPr>
            <a:xfrm flipH="1" flipV="1">
              <a:off x="4366260" y="4091940"/>
              <a:ext cx="16091" cy="807006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26A9A80B-8CF4-1E24-0A58-6841B4BE8CD3}"/>
                </a:ext>
              </a:extLst>
            </p:cNvPr>
            <p:cNvSpPr txBox="1"/>
            <p:nvPr/>
          </p:nvSpPr>
          <p:spPr>
            <a:xfrm>
              <a:off x="4748364" y="4889778"/>
              <a:ext cx="170989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ym typeface="Wingdings" panose="05000000000000000000" pitchFamily="2" charset="2"/>
                </a:rPr>
                <a:t> z, w retained</a:t>
              </a:r>
              <a:endParaRPr lang="en-NL" dirty="0"/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9BAC2269-E0A3-5B98-F528-F45A1E0BB0B0}"/>
                </a:ext>
              </a:extLst>
            </p:cNvPr>
            <p:cNvSpPr txBox="1"/>
            <p:nvPr/>
          </p:nvSpPr>
          <p:spPr>
            <a:xfrm>
              <a:off x="1748637" y="5532120"/>
              <a:ext cx="207691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ym typeface="Wingdings" panose="05000000000000000000" pitchFamily="2" charset="2"/>
                </a:rPr>
                <a:t>[x 4 RK4 sub-steps]</a:t>
              </a:r>
              <a:endParaRPr lang="en-NL" dirty="0"/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E73862A8-32D6-BC5D-E243-F078FA69CDE8}"/>
                </a:ext>
              </a:extLst>
            </p:cNvPr>
            <p:cNvSpPr txBox="1"/>
            <p:nvPr/>
          </p:nvSpPr>
          <p:spPr>
            <a:xfrm>
              <a:off x="2078695" y="6355080"/>
              <a:ext cx="1074588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dirty="0" err="1">
                  <a:sym typeface="Wingdings" panose="05000000000000000000" pitchFamily="2" charset="2"/>
                </a:rPr>
                <a:t>x_next</a:t>
              </a:r>
              <a:endParaRPr lang="en-NL" dirty="0"/>
            </a:p>
          </p:txBody>
        </p: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8F52CB25-7685-40E0-FF96-4D919D066F5B}"/>
                </a:ext>
              </a:extLst>
            </p:cNvPr>
            <p:cNvCxnSpPr>
              <a:stCxn id="27" idx="2"/>
            </p:cNvCxnSpPr>
            <p:nvPr/>
          </p:nvCxnSpPr>
          <p:spPr>
            <a:xfrm flipH="1">
              <a:off x="2615989" y="5259110"/>
              <a:ext cx="1" cy="27301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Connector 46">
              <a:extLst>
                <a:ext uri="{FF2B5EF4-FFF2-40B4-BE49-F238E27FC236}">
                  <a16:creationId xmlns:a16="http://schemas.microsoft.com/office/drawing/2014/main" id="{44D051A2-1B83-88CC-D530-C6A1C2940665}"/>
                </a:ext>
              </a:extLst>
            </p:cNvPr>
            <p:cNvCxnSpPr>
              <a:endCxn id="43" idx="0"/>
            </p:cNvCxnSpPr>
            <p:nvPr/>
          </p:nvCxnSpPr>
          <p:spPr>
            <a:xfrm>
              <a:off x="2615989" y="5901452"/>
              <a:ext cx="0" cy="453628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0F98CE2E-2B50-7BA8-B95F-1FB39508253E}"/>
                </a:ext>
              </a:extLst>
            </p:cNvPr>
            <p:cNvSpPr/>
            <p:nvPr/>
          </p:nvSpPr>
          <p:spPr>
            <a:xfrm>
              <a:off x="2387577" y="3315177"/>
              <a:ext cx="2413873" cy="1257300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err="1"/>
                <a:t>lfr_forward</a:t>
              </a:r>
              <a:endParaRPr lang="en-US" dirty="0"/>
            </a:p>
            <a:p>
              <a:pPr algn="ctr"/>
              <a:endParaRPr lang="en-US" dirty="0"/>
            </a:p>
            <a:p>
              <a:pPr algn="ctr"/>
              <a:r>
                <a:rPr lang="en-US" dirty="0"/>
                <a:t>Solve a = M(Y)^-1 </a:t>
              </a:r>
              <a:r>
                <a:rPr lang="en-US" dirty="0" err="1"/>
                <a:t>f_net</a:t>
              </a:r>
              <a:endParaRPr lang="en-NL" dirty="0"/>
            </a:p>
          </p:txBody>
        </p:sp>
      </p:grpSp>
      <p:pic>
        <p:nvPicPr>
          <p:cNvPr id="54" name="Picture 53">
            <a:extLst>
              <a:ext uri="{FF2B5EF4-FFF2-40B4-BE49-F238E27FC236}">
                <a16:creationId xmlns:a16="http://schemas.microsoft.com/office/drawing/2014/main" id="{85E26F4D-362E-A42B-9E23-86F5CB87BE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60796" y="0"/>
            <a:ext cx="5258666" cy="39104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672590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Box 24">
            <a:extLst>
              <a:ext uri="{FF2B5EF4-FFF2-40B4-BE49-F238E27FC236}">
                <a16:creationId xmlns:a16="http://schemas.microsoft.com/office/drawing/2014/main" id="{97DE5966-9520-387F-B091-70A58177586E}"/>
              </a:ext>
            </a:extLst>
          </p:cNvPr>
          <p:cNvSpPr txBox="1"/>
          <p:nvPr/>
        </p:nvSpPr>
        <p:spPr>
          <a:xfrm>
            <a:off x="3899509" y="3033238"/>
            <a:ext cx="30612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ym typeface="Wingdings" panose="05000000000000000000" pitchFamily="2" charset="2"/>
              </a:rPr>
              <a:t> M(Y) = M0 + M1 Y + M2 Y^2</a:t>
            </a:r>
            <a:endParaRPr lang="en-NL" dirty="0"/>
          </a:p>
        </p:txBody>
      </p:sp>
      <p:grpSp>
        <p:nvGrpSpPr>
          <p:cNvPr id="55" name="Group 54">
            <a:extLst>
              <a:ext uri="{FF2B5EF4-FFF2-40B4-BE49-F238E27FC236}">
                <a16:creationId xmlns:a16="http://schemas.microsoft.com/office/drawing/2014/main" id="{88F9798B-5F9F-6C3A-58DB-74B42A97E62A}"/>
              </a:ext>
            </a:extLst>
          </p:cNvPr>
          <p:cNvGrpSpPr/>
          <p:nvPr/>
        </p:nvGrpSpPr>
        <p:grpSpPr>
          <a:xfrm>
            <a:off x="72390" y="198121"/>
            <a:ext cx="6957908" cy="6221492"/>
            <a:chOff x="1211342" y="502920"/>
            <a:chExt cx="6957908" cy="6221492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ADBE0C36-3EE9-9CA3-EA73-739C2B10DB28}"/>
                </a:ext>
              </a:extLst>
            </p:cNvPr>
            <p:cNvSpPr txBox="1"/>
            <p:nvPr/>
          </p:nvSpPr>
          <p:spPr>
            <a:xfrm>
              <a:off x="1268730" y="502920"/>
              <a:ext cx="95981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err="1"/>
                <a:t>u_stage</a:t>
              </a:r>
              <a:endParaRPr lang="en-NL" dirty="0"/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02A98253-47A7-9395-B34A-5DF531A0165A}"/>
                </a:ext>
              </a:extLst>
            </p:cNvPr>
            <p:cNvSpPr txBox="1"/>
            <p:nvPr/>
          </p:nvSpPr>
          <p:spPr>
            <a:xfrm>
              <a:off x="1211342" y="1614964"/>
              <a:ext cx="107459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err="1"/>
                <a:t>u_logical</a:t>
              </a:r>
              <a:endParaRPr lang="en-NL" dirty="0"/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1A203041-7538-FFEB-67B6-9E60EE1ABB7C}"/>
                </a:ext>
              </a:extLst>
            </p:cNvPr>
            <p:cNvSpPr txBox="1"/>
            <p:nvPr/>
          </p:nvSpPr>
          <p:spPr>
            <a:xfrm>
              <a:off x="1946672" y="1036082"/>
              <a:ext cx="133863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P transform</a:t>
              </a:r>
              <a:endParaRPr lang="en-NL" dirty="0"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643D0707-9721-0589-FDE0-8C991AA57B25}"/>
                </a:ext>
              </a:extLst>
            </p:cNvPr>
            <p:cNvSpPr txBox="1"/>
            <p:nvPr/>
          </p:nvSpPr>
          <p:spPr>
            <a:xfrm>
              <a:off x="5124212" y="1614964"/>
              <a:ext cx="119975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x (state, 6)</a:t>
              </a:r>
              <a:endParaRPr lang="en-NL" dirty="0"/>
            </a:p>
          </p:txBody>
        </p: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B9FCA89E-851E-AF37-E0A1-F5F26F5A369C}"/>
                </a:ext>
              </a:extLst>
            </p:cNvPr>
            <p:cNvCxnSpPr>
              <a:cxnSpLocks/>
              <a:stCxn id="5" idx="2"/>
              <a:endCxn id="6" idx="0"/>
            </p:cNvCxnSpPr>
            <p:nvPr/>
          </p:nvCxnSpPr>
          <p:spPr>
            <a:xfrm flipH="1">
              <a:off x="1748637" y="872252"/>
              <a:ext cx="1" cy="742712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15D65365-7C2F-C1F1-D565-0B3B99A8858E}"/>
                </a:ext>
              </a:extLst>
            </p:cNvPr>
            <p:cNvCxnSpPr>
              <a:cxnSpLocks/>
              <a:stCxn id="6" idx="2"/>
            </p:cNvCxnSpPr>
            <p:nvPr/>
          </p:nvCxnSpPr>
          <p:spPr>
            <a:xfrm>
              <a:off x="1748637" y="1984296"/>
              <a:ext cx="0" cy="313134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25F89873-3C1B-6297-5650-F1E0EF85D211}"/>
                </a:ext>
              </a:extLst>
            </p:cNvPr>
            <p:cNvCxnSpPr/>
            <p:nvPr/>
          </p:nvCxnSpPr>
          <p:spPr>
            <a:xfrm>
              <a:off x="1748637" y="2343150"/>
              <a:ext cx="3975451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88DBEA52-85E6-D640-86E4-94A6F30A3271}"/>
                </a:ext>
              </a:extLst>
            </p:cNvPr>
            <p:cNvCxnSpPr>
              <a:endCxn id="8" idx="2"/>
            </p:cNvCxnSpPr>
            <p:nvPr/>
          </p:nvCxnSpPr>
          <p:spPr>
            <a:xfrm flipV="1">
              <a:off x="5724088" y="1984296"/>
              <a:ext cx="0" cy="313134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Arrow Connector 22">
              <a:extLst>
                <a:ext uri="{FF2B5EF4-FFF2-40B4-BE49-F238E27FC236}">
                  <a16:creationId xmlns:a16="http://schemas.microsoft.com/office/drawing/2014/main" id="{F9C9A93E-AF04-AB11-4DEA-5BA39E9E543F}"/>
                </a:ext>
              </a:extLst>
            </p:cNvPr>
            <p:cNvCxnSpPr>
              <a:cxnSpLocks/>
            </p:cNvCxnSpPr>
            <p:nvPr/>
          </p:nvCxnSpPr>
          <p:spPr>
            <a:xfrm>
              <a:off x="3589020" y="2377440"/>
              <a:ext cx="0" cy="903447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0D405309-5F2A-6331-729E-E413B62AE287}"/>
                </a:ext>
              </a:extLst>
            </p:cNvPr>
            <p:cNvSpPr txBox="1"/>
            <p:nvPr/>
          </p:nvSpPr>
          <p:spPr>
            <a:xfrm>
              <a:off x="5566678" y="3678199"/>
              <a:ext cx="260257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Y = x[2] (self-scheduling)</a:t>
              </a:r>
              <a:endParaRPr lang="en-NL" dirty="0"/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19FCF57C-A2BB-B58D-2FA5-0A2FEB108D2B}"/>
                </a:ext>
              </a:extLst>
            </p:cNvPr>
            <p:cNvSpPr txBox="1"/>
            <p:nvPr/>
          </p:nvSpPr>
          <p:spPr>
            <a:xfrm>
              <a:off x="2308309" y="4889778"/>
              <a:ext cx="61536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err="1"/>
                <a:t>xdot</a:t>
              </a:r>
              <a:endParaRPr lang="en-NL" dirty="0"/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92BECD1E-48B3-3718-DC89-436C4B68C293}"/>
                </a:ext>
              </a:extLst>
            </p:cNvPr>
            <p:cNvSpPr txBox="1"/>
            <p:nvPr/>
          </p:nvSpPr>
          <p:spPr>
            <a:xfrm>
              <a:off x="3422338" y="4889778"/>
              <a:ext cx="28565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z</a:t>
              </a:r>
              <a:endParaRPr lang="en-NL" dirty="0"/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9C904DC5-BB36-E971-FA77-F8778B396DBE}"/>
                </a:ext>
              </a:extLst>
            </p:cNvPr>
            <p:cNvSpPr txBox="1"/>
            <p:nvPr/>
          </p:nvSpPr>
          <p:spPr>
            <a:xfrm>
              <a:off x="4206662" y="4898946"/>
              <a:ext cx="35137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w</a:t>
              </a:r>
              <a:endParaRPr lang="en-NL" dirty="0"/>
            </a:p>
          </p:txBody>
        </p: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445E419C-254F-8C08-860F-62A22606AD3D}"/>
                </a:ext>
              </a:extLst>
            </p:cNvPr>
            <p:cNvCxnSpPr>
              <a:stCxn id="28" idx="0"/>
            </p:cNvCxnSpPr>
            <p:nvPr/>
          </p:nvCxnSpPr>
          <p:spPr>
            <a:xfrm flipV="1">
              <a:off x="3565166" y="4091940"/>
              <a:ext cx="23854" cy="797838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79D172F1-B01A-7C1D-62A8-50679F36994B}"/>
                </a:ext>
              </a:extLst>
            </p:cNvPr>
            <p:cNvCxnSpPr>
              <a:stCxn id="27" idx="0"/>
            </p:cNvCxnSpPr>
            <p:nvPr/>
          </p:nvCxnSpPr>
          <p:spPr>
            <a:xfrm flipV="1">
              <a:off x="2615990" y="4274820"/>
              <a:ext cx="0" cy="614958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5E49B13E-093E-7468-0980-673AF355CFB8}"/>
                </a:ext>
              </a:extLst>
            </p:cNvPr>
            <p:cNvCxnSpPr>
              <a:stCxn id="29" idx="0"/>
            </p:cNvCxnSpPr>
            <p:nvPr/>
          </p:nvCxnSpPr>
          <p:spPr>
            <a:xfrm flipH="1" flipV="1">
              <a:off x="4366260" y="4091940"/>
              <a:ext cx="16091" cy="807006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BDE65AB4-2921-BE46-26C0-424641E02BAD}"/>
                </a:ext>
              </a:extLst>
            </p:cNvPr>
            <p:cNvSpPr txBox="1"/>
            <p:nvPr/>
          </p:nvSpPr>
          <p:spPr>
            <a:xfrm>
              <a:off x="4748364" y="4889778"/>
              <a:ext cx="170989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ym typeface="Wingdings" panose="05000000000000000000" pitchFamily="2" charset="2"/>
                </a:rPr>
                <a:t> z, w retained</a:t>
              </a:r>
              <a:endParaRPr lang="en-NL" dirty="0"/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D3EC38EB-6747-F571-C7AA-96920FCA8FC7}"/>
                </a:ext>
              </a:extLst>
            </p:cNvPr>
            <p:cNvSpPr txBox="1"/>
            <p:nvPr/>
          </p:nvSpPr>
          <p:spPr>
            <a:xfrm>
              <a:off x="1748637" y="5532120"/>
              <a:ext cx="207691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ym typeface="Wingdings" panose="05000000000000000000" pitchFamily="2" charset="2"/>
                </a:rPr>
                <a:t>[x 4 RK4 sub-steps]</a:t>
              </a:r>
              <a:endParaRPr lang="en-NL" dirty="0"/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08E7BCC3-D433-4A72-DAF3-A51A56AC0020}"/>
                </a:ext>
              </a:extLst>
            </p:cNvPr>
            <p:cNvSpPr txBox="1"/>
            <p:nvPr/>
          </p:nvSpPr>
          <p:spPr>
            <a:xfrm>
              <a:off x="2078695" y="6355080"/>
              <a:ext cx="1074588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dirty="0" err="1">
                  <a:sym typeface="Wingdings" panose="05000000000000000000" pitchFamily="2" charset="2"/>
                </a:rPr>
                <a:t>x_next</a:t>
              </a:r>
              <a:endParaRPr lang="en-NL" dirty="0"/>
            </a:p>
          </p:txBody>
        </p: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69283CC6-6C48-C8AD-3079-98A859F86E9B}"/>
                </a:ext>
              </a:extLst>
            </p:cNvPr>
            <p:cNvCxnSpPr>
              <a:stCxn id="27" idx="2"/>
            </p:cNvCxnSpPr>
            <p:nvPr/>
          </p:nvCxnSpPr>
          <p:spPr>
            <a:xfrm flipH="1">
              <a:off x="2615989" y="5259110"/>
              <a:ext cx="1" cy="27301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Connector 46">
              <a:extLst>
                <a:ext uri="{FF2B5EF4-FFF2-40B4-BE49-F238E27FC236}">
                  <a16:creationId xmlns:a16="http://schemas.microsoft.com/office/drawing/2014/main" id="{93736274-78A3-218F-C3CC-5B03B2DFFC39}"/>
                </a:ext>
              </a:extLst>
            </p:cNvPr>
            <p:cNvCxnSpPr>
              <a:endCxn id="43" idx="0"/>
            </p:cNvCxnSpPr>
            <p:nvPr/>
          </p:nvCxnSpPr>
          <p:spPr>
            <a:xfrm>
              <a:off x="2615989" y="5901452"/>
              <a:ext cx="0" cy="453628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F2F5964E-79B2-1822-991D-7ED8CF40421A}"/>
                </a:ext>
              </a:extLst>
            </p:cNvPr>
            <p:cNvSpPr/>
            <p:nvPr/>
          </p:nvSpPr>
          <p:spPr>
            <a:xfrm>
              <a:off x="2387577" y="3315177"/>
              <a:ext cx="2413873" cy="1257300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err="1"/>
                <a:t>lfr_forward</a:t>
              </a:r>
              <a:endParaRPr lang="en-US" dirty="0"/>
            </a:p>
            <a:p>
              <a:pPr algn="ctr"/>
              <a:endParaRPr lang="en-US" dirty="0"/>
            </a:p>
            <a:p>
              <a:pPr algn="ctr"/>
              <a:r>
                <a:rPr lang="en-US" dirty="0"/>
                <a:t>Solve a = M(Y)^-1 </a:t>
              </a:r>
              <a:r>
                <a:rPr lang="en-US" dirty="0" err="1"/>
                <a:t>f_net</a:t>
              </a:r>
              <a:endParaRPr lang="en-NL" dirty="0"/>
            </a:p>
          </p:txBody>
        </p:sp>
      </p:grpSp>
      <p:pic>
        <p:nvPicPr>
          <p:cNvPr id="54" name="Picture 53">
            <a:extLst>
              <a:ext uri="{FF2B5EF4-FFF2-40B4-BE49-F238E27FC236}">
                <a16:creationId xmlns:a16="http://schemas.microsoft.com/office/drawing/2014/main" id="{36BFBA10-4566-11C2-1808-FD68CF71CD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60796" y="0"/>
            <a:ext cx="5258666" cy="3910455"/>
          </a:xfrm>
          <a:prstGeom prst="rect">
            <a:avLst/>
          </a:prstGeom>
        </p:spPr>
      </p:pic>
      <p:sp>
        <p:nvSpPr>
          <p:cNvPr id="56" name="Rectangle 55">
            <a:extLst>
              <a:ext uri="{FF2B5EF4-FFF2-40B4-BE49-F238E27FC236}">
                <a16:creationId xmlns:a16="http://schemas.microsoft.com/office/drawing/2014/main" id="{C561EB56-FB0C-DDCE-1E53-D8FF89412956}"/>
              </a:ext>
            </a:extLst>
          </p:cNvPr>
          <p:cNvSpPr/>
          <p:nvPr/>
        </p:nvSpPr>
        <p:spPr>
          <a:xfrm>
            <a:off x="508980" y="5051380"/>
            <a:ext cx="2268510" cy="745178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3BB23E37-C968-C54C-F29A-251A88B5830A}"/>
              </a:ext>
            </a:extLst>
          </p:cNvPr>
          <p:cNvSpPr txBox="1"/>
          <p:nvPr/>
        </p:nvSpPr>
        <p:spPr>
          <a:xfrm>
            <a:off x="5403450" y="4154450"/>
            <a:ext cx="6109334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NL" dirty="0"/>
              <a:t>k1, z, w, y = </a:t>
            </a:r>
            <a:r>
              <a:rPr lang="en-NL" dirty="0" err="1"/>
              <a:t>lfr_forward</a:t>
            </a:r>
            <a:r>
              <a:rPr lang="en-NL" dirty="0"/>
              <a:t>(x, ...)                               </a:t>
            </a:r>
          </a:p>
          <a:p>
            <a:r>
              <a:rPr lang="en-NL" dirty="0"/>
              <a:t>x2 = x + (</a:t>
            </a:r>
            <a:r>
              <a:rPr lang="en-NL" dirty="0" err="1"/>
              <a:t>ts</a:t>
            </a:r>
            <a:r>
              <a:rPr lang="en-NL" dirty="0"/>
              <a:t> / 2) * k1</a:t>
            </a:r>
          </a:p>
          <a:p>
            <a:r>
              <a:rPr lang="en-NL" dirty="0"/>
              <a:t>k2, _, _, _ = </a:t>
            </a:r>
            <a:r>
              <a:rPr lang="en-NL" dirty="0" err="1"/>
              <a:t>lfr_forward</a:t>
            </a:r>
            <a:r>
              <a:rPr lang="en-NL" dirty="0"/>
              <a:t>(x2, ...)                              </a:t>
            </a:r>
          </a:p>
          <a:p>
            <a:r>
              <a:rPr lang="en-NL" dirty="0"/>
              <a:t>x3 = x + (</a:t>
            </a:r>
            <a:r>
              <a:rPr lang="en-NL" dirty="0" err="1"/>
              <a:t>ts</a:t>
            </a:r>
            <a:r>
              <a:rPr lang="en-NL" dirty="0"/>
              <a:t> / 2) * k2</a:t>
            </a:r>
          </a:p>
          <a:p>
            <a:r>
              <a:rPr lang="en-NL" dirty="0"/>
              <a:t>k3, _, _, _ = </a:t>
            </a:r>
            <a:r>
              <a:rPr lang="en-NL" dirty="0" err="1"/>
              <a:t>lfr_forward</a:t>
            </a:r>
            <a:r>
              <a:rPr lang="en-NL" dirty="0"/>
              <a:t>(x3, ...)</a:t>
            </a:r>
          </a:p>
          <a:p>
            <a:r>
              <a:rPr lang="en-NL" dirty="0"/>
              <a:t>x4 = x + </a:t>
            </a:r>
            <a:r>
              <a:rPr lang="en-NL" dirty="0" err="1"/>
              <a:t>ts</a:t>
            </a:r>
            <a:r>
              <a:rPr lang="en-NL" dirty="0"/>
              <a:t> * k3</a:t>
            </a:r>
          </a:p>
          <a:p>
            <a:r>
              <a:rPr lang="en-NL" dirty="0"/>
              <a:t>k4, _, _, _ = </a:t>
            </a:r>
            <a:r>
              <a:rPr lang="en-NL" dirty="0" err="1"/>
              <a:t>lfr_forward</a:t>
            </a:r>
            <a:r>
              <a:rPr lang="en-NL" dirty="0"/>
              <a:t>(x4, ...)</a:t>
            </a:r>
          </a:p>
          <a:p>
            <a:r>
              <a:rPr lang="en-NL" dirty="0" err="1"/>
              <a:t>x_next</a:t>
            </a:r>
            <a:r>
              <a:rPr lang="en-NL" dirty="0"/>
              <a:t> = x + (</a:t>
            </a:r>
            <a:r>
              <a:rPr lang="en-NL" dirty="0" err="1"/>
              <a:t>ts</a:t>
            </a:r>
            <a:r>
              <a:rPr lang="en-NL" dirty="0"/>
              <a:t> / 6) * (k1 + 2 * k2 + 2 * k3 + k4)</a:t>
            </a:r>
          </a:p>
        </p:txBody>
      </p:sp>
    </p:spTree>
    <p:extLst>
      <p:ext uri="{BB962C8B-B14F-4D97-AF65-F5344CB8AC3E}">
        <p14:creationId xmlns:p14="http://schemas.microsoft.com/office/powerpoint/2010/main" val="105720665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E7D718-3748-EA82-D23C-90DA6615FE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Box 24">
            <a:extLst>
              <a:ext uri="{FF2B5EF4-FFF2-40B4-BE49-F238E27FC236}">
                <a16:creationId xmlns:a16="http://schemas.microsoft.com/office/drawing/2014/main" id="{733E5B75-C93C-CC98-8E46-E1E9962AF1EB}"/>
              </a:ext>
            </a:extLst>
          </p:cNvPr>
          <p:cNvSpPr txBox="1"/>
          <p:nvPr/>
        </p:nvSpPr>
        <p:spPr>
          <a:xfrm>
            <a:off x="3899509" y="3033238"/>
            <a:ext cx="30612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ym typeface="Wingdings" panose="05000000000000000000" pitchFamily="2" charset="2"/>
              </a:rPr>
              <a:t> M(Y) = M0 + M1 Y + M2 Y^2</a:t>
            </a:r>
            <a:endParaRPr lang="en-NL" dirty="0"/>
          </a:p>
        </p:txBody>
      </p:sp>
      <p:grpSp>
        <p:nvGrpSpPr>
          <p:cNvPr id="55" name="Group 54">
            <a:extLst>
              <a:ext uri="{FF2B5EF4-FFF2-40B4-BE49-F238E27FC236}">
                <a16:creationId xmlns:a16="http://schemas.microsoft.com/office/drawing/2014/main" id="{84ADFA2D-D59D-5CDA-8359-001EE6AFB8F7}"/>
              </a:ext>
            </a:extLst>
          </p:cNvPr>
          <p:cNvGrpSpPr/>
          <p:nvPr/>
        </p:nvGrpSpPr>
        <p:grpSpPr>
          <a:xfrm>
            <a:off x="72390" y="198121"/>
            <a:ext cx="6957908" cy="6221492"/>
            <a:chOff x="1211342" y="502920"/>
            <a:chExt cx="6957908" cy="6221492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1A2E5E9F-561E-1620-1506-74475CF66C0A}"/>
                </a:ext>
              </a:extLst>
            </p:cNvPr>
            <p:cNvSpPr txBox="1"/>
            <p:nvPr/>
          </p:nvSpPr>
          <p:spPr>
            <a:xfrm>
              <a:off x="1268730" y="502920"/>
              <a:ext cx="95981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err="1"/>
                <a:t>u_stage</a:t>
              </a:r>
              <a:endParaRPr lang="en-NL" dirty="0"/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979C307F-222D-5878-F30F-78FBB62A27C7}"/>
                </a:ext>
              </a:extLst>
            </p:cNvPr>
            <p:cNvSpPr txBox="1"/>
            <p:nvPr/>
          </p:nvSpPr>
          <p:spPr>
            <a:xfrm>
              <a:off x="1211342" y="1614964"/>
              <a:ext cx="107459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err="1"/>
                <a:t>u_logical</a:t>
              </a:r>
              <a:endParaRPr lang="en-NL" dirty="0"/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23653CB0-E182-472A-7771-B158FDF78661}"/>
                </a:ext>
              </a:extLst>
            </p:cNvPr>
            <p:cNvSpPr txBox="1"/>
            <p:nvPr/>
          </p:nvSpPr>
          <p:spPr>
            <a:xfrm>
              <a:off x="1946672" y="1036082"/>
              <a:ext cx="133863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P transform</a:t>
              </a:r>
              <a:endParaRPr lang="en-NL" dirty="0"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6F17A89D-D622-58AE-2A43-3506EA173175}"/>
                </a:ext>
              </a:extLst>
            </p:cNvPr>
            <p:cNvSpPr txBox="1"/>
            <p:nvPr/>
          </p:nvSpPr>
          <p:spPr>
            <a:xfrm>
              <a:off x="5124212" y="1614964"/>
              <a:ext cx="119975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x (state, 6)</a:t>
              </a:r>
              <a:endParaRPr lang="en-NL" dirty="0"/>
            </a:p>
          </p:txBody>
        </p: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4BA25615-85BE-8871-CB78-25431C011441}"/>
                </a:ext>
              </a:extLst>
            </p:cNvPr>
            <p:cNvCxnSpPr>
              <a:cxnSpLocks/>
              <a:stCxn id="5" idx="2"/>
              <a:endCxn id="6" idx="0"/>
            </p:cNvCxnSpPr>
            <p:nvPr/>
          </p:nvCxnSpPr>
          <p:spPr>
            <a:xfrm flipH="1">
              <a:off x="1748637" y="872252"/>
              <a:ext cx="1" cy="742712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95F95C0F-F55C-092C-BBD0-287F64BAC2FD}"/>
                </a:ext>
              </a:extLst>
            </p:cNvPr>
            <p:cNvCxnSpPr>
              <a:cxnSpLocks/>
              <a:stCxn id="6" idx="2"/>
            </p:cNvCxnSpPr>
            <p:nvPr/>
          </p:nvCxnSpPr>
          <p:spPr>
            <a:xfrm>
              <a:off x="1748637" y="1984296"/>
              <a:ext cx="0" cy="313134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4CEE8542-088D-19BA-F665-BCB9B2D7AC65}"/>
                </a:ext>
              </a:extLst>
            </p:cNvPr>
            <p:cNvCxnSpPr/>
            <p:nvPr/>
          </p:nvCxnSpPr>
          <p:spPr>
            <a:xfrm>
              <a:off x="1748637" y="2343150"/>
              <a:ext cx="3975451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9E0FA6E9-F8E1-3DFE-B11C-2CBA1CC48408}"/>
                </a:ext>
              </a:extLst>
            </p:cNvPr>
            <p:cNvCxnSpPr>
              <a:endCxn id="8" idx="2"/>
            </p:cNvCxnSpPr>
            <p:nvPr/>
          </p:nvCxnSpPr>
          <p:spPr>
            <a:xfrm flipV="1">
              <a:off x="5724088" y="1984296"/>
              <a:ext cx="0" cy="313134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Arrow Connector 22">
              <a:extLst>
                <a:ext uri="{FF2B5EF4-FFF2-40B4-BE49-F238E27FC236}">
                  <a16:creationId xmlns:a16="http://schemas.microsoft.com/office/drawing/2014/main" id="{B23F8E42-A056-6F89-99E7-3F2E176FA897}"/>
                </a:ext>
              </a:extLst>
            </p:cNvPr>
            <p:cNvCxnSpPr>
              <a:cxnSpLocks/>
            </p:cNvCxnSpPr>
            <p:nvPr/>
          </p:nvCxnSpPr>
          <p:spPr>
            <a:xfrm>
              <a:off x="3589020" y="2377440"/>
              <a:ext cx="0" cy="903447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D7F3E69D-DF0E-3BE9-2DDF-F562F28DF4E0}"/>
                </a:ext>
              </a:extLst>
            </p:cNvPr>
            <p:cNvSpPr txBox="1"/>
            <p:nvPr/>
          </p:nvSpPr>
          <p:spPr>
            <a:xfrm>
              <a:off x="5566678" y="3678199"/>
              <a:ext cx="260257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Y = x[2] (self-scheduling)</a:t>
              </a:r>
              <a:endParaRPr lang="en-NL" dirty="0"/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594C12BB-38F0-EF6F-EE7D-4F783F8121B3}"/>
                </a:ext>
              </a:extLst>
            </p:cNvPr>
            <p:cNvSpPr txBox="1"/>
            <p:nvPr/>
          </p:nvSpPr>
          <p:spPr>
            <a:xfrm>
              <a:off x="2308309" y="4889778"/>
              <a:ext cx="61536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err="1"/>
                <a:t>xdot</a:t>
              </a:r>
              <a:endParaRPr lang="en-NL" dirty="0"/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1F744734-4946-228C-1D1A-B7933B5A1F7E}"/>
                </a:ext>
              </a:extLst>
            </p:cNvPr>
            <p:cNvSpPr txBox="1"/>
            <p:nvPr/>
          </p:nvSpPr>
          <p:spPr>
            <a:xfrm>
              <a:off x="3422338" y="4889778"/>
              <a:ext cx="28565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z</a:t>
              </a:r>
              <a:endParaRPr lang="en-NL" dirty="0"/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02FCAC02-8134-78FC-2CE2-D263AA9409B6}"/>
                </a:ext>
              </a:extLst>
            </p:cNvPr>
            <p:cNvSpPr txBox="1"/>
            <p:nvPr/>
          </p:nvSpPr>
          <p:spPr>
            <a:xfrm>
              <a:off x="4206662" y="4898946"/>
              <a:ext cx="35137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w</a:t>
              </a:r>
              <a:endParaRPr lang="en-NL" dirty="0"/>
            </a:p>
          </p:txBody>
        </p: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4C7D6FD4-66D4-1978-069B-737AA964A897}"/>
                </a:ext>
              </a:extLst>
            </p:cNvPr>
            <p:cNvCxnSpPr>
              <a:stCxn id="28" idx="0"/>
            </p:cNvCxnSpPr>
            <p:nvPr/>
          </p:nvCxnSpPr>
          <p:spPr>
            <a:xfrm flipV="1">
              <a:off x="3565166" y="4091940"/>
              <a:ext cx="23854" cy="797838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7E604196-B3B5-AE96-C671-524A820CB011}"/>
                </a:ext>
              </a:extLst>
            </p:cNvPr>
            <p:cNvCxnSpPr>
              <a:stCxn id="27" idx="0"/>
            </p:cNvCxnSpPr>
            <p:nvPr/>
          </p:nvCxnSpPr>
          <p:spPr>
            <a:xfrm flipV="1">
              <a:off x="2615990" y="4274820"/>
              <a:ext cx="0" cy="614958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A45FCD85-FEC5-D559-DB0E-A410AD2B4CFC}"/>
                </a:ext>
              </a:extLst>
            </p:cNvPr>
            <p:cNvCxnSpPr>
              <a:stCxn id="29" idx="0"/>
            </p:cNvCxnSpPr>
            <p:nvPr/>
          </p:nvCxnSpPr>
          <p:spPr>
            <a:xfrm flipH="1" flipV="1">
              <a:off x="4366260" y="4091940"/>
              <a:ext cx="16091" cy="807006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1D51B9CC-E708-E817-4086-8B5E3253B6F7}"/>
                </a:ext>
              </a:extLst>
            </p:cNvPr>
            <p:cNvSpPr txBox="1"/>
            <p:nvPr/>
          </p:nvSpPr>
          <p:spPr>
            <a:xfrm>
              <a:off x="4748364" y="4889778"/>
              <a:ext cx="170989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ym typeface="Wingdings" panose="05000000000000000000" pitchFamily="2" charset="2"/>
                </a:rPr>
                <a:t> z, w retained</a:t>
              </a:r>
              <a:endParaRPr lang="en-NL" dirty="0"/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AC81CA6A-7DAC-5E20-77E0-178E26F38106}"/>
                </a:ext>
              </a:extLst>
            </p:cNvPr>
            <p:cNvSpPr txBox="1"/>
            <p:nvPr/>
          </p:nvSpPr>
          <p:spPr>
            <a:xfrm>
              <a:off x="1748637" y="5532120"/>
              <a:ext cx="207691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ym typeface="Wingdings" panose="05000000000000000000" pitchFamily="2" charset="2"/>
                </a:rPr>
                <a:t>[x 4 RK4 sub-steps]</a:t>
              </a:r>
              <a:endParaRPr lang="en-NL" dirty="0"/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6D359A93-EF26-4237-BB18-3E3DB1749C61}"/>
                </a:ext>
              </a:extLst>
            </p:cNvPr>
            <p:cNvSpPr txBox="1"/>
            <p:nvPr/>
          </p:nvSpPr>
          <p:spPr>
            <a:xfrm>
              <a:off x="2078695" y="6355080"/>
              <a:ext cx="1074588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dirty="0" err="1">
                  <a:sym typeface="Wingdings" panose="05000000000000000000" pitchFamily="2" charset="2"/>
                </a:rPr>
                <a:t>x_next</a:t>
              </a:r>
              <a:endParaRPr lang="en-NL" dirty="0"/>
            </a:p>
          </p:txBody>
        </p: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86C89B29-2CA0-0315-6AF5-DC6F8EAFDEB7}"/>
                </a:ext>
              </a:extLst>
            </p:cNvPr>
            <p:cNvCxnSpPr>
              <a:stCxn id="27" idx="2"/>
            </p:cNvCxnSpPr>
            <p:nvPr/>
          </p:nvCxnSpPr>
          <p:spPr>
            <a:xfrm flipH="1">
              <a:off x="2615989" y="5259110"/>
              <a:ext cx="1" cy="27301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Connector 46">
              <a:extLst>
                <a:ext uri="{FF2B5EF4-FFF2-40B4-BE49-F238E27FC236}">
                  <a16:creationId xmlns:a16="http://schemas.microsoft.com/office/drawing/2014/main" id="{27F53DC4-EAB3-25D8-5B4B-01E70869B829}"/>
                </a:ext>
              </a:extLst>
            </p:cNvPr>
            <p:cNvCxnSpPr>
              <a:endCxn id="43" idx="0"/>
            </p:cNvCxnSpPr>
            <p:nvPr/>
          </p:nvCxnSpPr>
          <p:spPr>
            <a:xfrm>
              <a:off x="2615989" y="5901452"/>
              <a:ext cx="0" cy="453628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65F4212A-6E8E-4779-62A6-0FBF1EB74E14}"/>
                </a:ext>
              </a:extLst>
            </p:cNvPr>
            <p:cNvSpPr/>
            <p:nvPr/>
          </p:nvSpPr>
          <p:spPr>
            <a:xfrm>
              <a:off x="2387577" y="3315177"/>
              <a:ext cx="2413873" cy="1257300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err="1"/>
                <a:t>lfr_forward</a:t>
              </a:r>
              <a:endParaRPr lang="en-US" dirty="0"/>
            </a:p>
            <a:p>
              <a:pPr algn="ctr"/>
              <a:endParaRPr lang="en-US" dirty="0"/>
            </a:p>
            <a:p>
              <a:pPr algn="ctr"/>
              <a:r>
                <a:rPr lang="en-US" dirty="0"/>
                <a:t>Solve a = M(Y)^-1 </a:t>
              </a:r>
              <a:r>
                <a:rPr lang="en-US" dirty="0" err="1"/>
                <a:t>f_net</a:t>
              </a:r>
              <a:endParaRPr lang="en-NL" dirty="0"/>
            </a:p>
          </p:txBody>
        </p:sp>
      </p:grpSp>
      <p:pic>
        <p:nvPicPr>
          <p:cNvPr id="54" name="Picture 53">
            <a:extLst>
              <a:ext uri="{FF2B5EF4-FFF2-40B4-BE49-F238E27FC236}">
                <a16:creationId xmlns:a16="http://schemas.microsoft.com/office/drawing/2014/main" id="{E3B86087-AFCF-CED9-8775-35C92D79CF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60796" y="0"/>
            <a:ext cx="5258666" cy="3910455"/>
          </a:xfrm>
          <a:prstGeom prst="rect">
            <a:avLst/>
          </a:prstGeom>
        </p:spPr>
      </p:pic>
      <p:sp>
        <p:nvSpPr>
          <p:cNvPr id="56" name="Rectangle 55">
            <a:extLst>
              <a:ext uri="{FF2B5EF4-FFF2-40B4-BE49-F238E27FC236}">
                <a16:creationId xmlns:a16="http://schemas.microsoft.com/office/drawing/2014/main" id="{D8DED2AE-A0A0-14D7-545D-E08CB648218B}"/>
              </a:ext>
            </a:extLst>
          </p:cNvPr>
          <p:cNvSpPr/>
          <p:nvPr/>
        </p:nvSpPr>
        <p:spPr>
          <a:xfrm>
            <a:off x="508980" y="5051380"/>
            <a:ext cx="2268510" cy="745178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DA02112A-7DEB-F92D-C377-09AAB68335EA}"/>
              </a:ext>
            </a:extLst>
          </p:cNvPr>
          <p:cNvSpPr txBox="1"/>
          <p:nvPr/>
        </p:nvSpPr>
        <p:spPr>
          <a:xfrm>
            <a:off x="5403450" y="4154450"/>
            <a:ext cx="6109334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NL" dirty="0"/>
              <a:t>k1, z, w, y = </a:t>
            </a:r>
            <a:r>
              <a:rPr lang="en-NL" dirty="0" err="1"/>
              <a:t>lfr_forward</a:t>
            </a:r>
            <a:r>
              <a:rPr lang="en-NL" dirty="0"/>
              <a:t>(x, ...)                               </a:t>
            </a:r>
          </a:p>
          <a:p>
            <a:r>
              <a:rPr lang="en-NL" dirty="0"/>
              <a:t>x2 = x + (</a:t>
            </a:r>
            <a:r>
              <a:rPr lang="en-NL" dirty="0" err="1"/>
              <a:t>ts</a:t>
            </a:r>
            <a:r>
              <a:rPr lang="en-NL" dirty="0"/>
              <a:t> / 2) * k1</a:t>
            </a:r>
          </a:p>
          <a:p>
            <a:r>
              <a:rPr lang="en-NL" dirty="0"/>
              <a:t>k2, _, _, _ = </a:t>
            </a:r>
            <a:r>
              <a:rPr lang="en-NL" dirty="0" err="1"/>
              <a:t>lfr_forward</a:t>
            </a:r>
            <a:r>
              <a:rPr lang="en-NL" dirty="0"/>
              <a:t>(x2, ...)                              </a:t>
            </a:r>
          </a:p>
          <a:p>
            <a:r>
              <a:rPr lang="en-NL" dirty="0"/>
              <a:t>x3 = x + (</a:t>
            </a:r>
            <a:r>
              <a:rPr lang="en-NL" dirty="0" err="1"/>
              <a:t>ts</a:t>
            </a:r>
            <a:r>
              <a:rPr lang="en-NL" dirty="0"/>
              <a:t> / 2) * k2</a:t>
            </a:r>
          </a:p>
          <a:p>
            <a:r>
              <a:rPr lang="en-NL" dirty="0"/>
              <a:t>k3, _, _, _ = </a:t>
            </a:r>
            <a:r>
              <a:rPr lang="en-NL" dirty="0" err="1"/>
              <a:t>lfr_forward</a:t>
            </a:r>
            <a:r>
              <a:rPr lang="en-NL" dirty="0"/>
              <a:t>(x3, ...)</a:t>
            </a:r>
          </a:p>
          <a:p>
            <a:r>
              <a:rPr lang="en-NL" dirty="0"/>
              <a:t>x4 = x + </a:t>
            </a:r>
            <a:r>
              <a:rPr lang="en-NL" dirty="0" err="1"/>
              <a:t>ts</a:t>
            </a:r>
            <a:r>
              <a:rPr lang="en-NL" dirty="0"/>
              <a:t> * k3</a:t>
            </a:r>
          </a:p>
          <a:p>
            <a:r>
              <a:rPr lang="en-NL" dirty="0"/>
              <a:t>k4, _, _, _ = </a:t>
            </a:r>
            <a:r>
              <a:rPr lang="en-NL" dirty="0" err="1"/>
              <a:t>lfr_forward</a:t>
            </a:r>
            <a:r>
              <a:rPr lang="en-NL" dirty="0"/>
              <a:t>(x4, ...)</a:t>
            </a:r>
          </a:p>
          <a:p>
            <a:r>
              <a:rPr lang="en-NL" dirty="0" err="1"/>
              <a:t>x_next</a:t>
            </a:r>
            <a:r>
              <a:rPr lang="en-NL" dirty="0"/>
              <a:t> = x + (</a:t>
            </a:r>
            <a:r>
              <a:rPr lang="en-NL" dirty="0" err="1"/>
              <a:t>ts</a:t>
            </a:r>
            <a:r>
              <a:rPr lang="en-NL" dirty="0"/>
              <a:t> / 6) * (k1 + 2 * k2 + 2 * k3 + k4)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80ADDFD7-F9B7-A405-F28C-8582D6DA7373}"/>
              </a:ext>
            </a:extLst>
          </p:cNvPr>
          <p:cNvSpPr txBox="1"/>
          <p:nvPr/>
        </p:nvSpPr>
        <p:spPr>
          <a:xfrm>
            <a:off x="9508910" y="4018956"/>
            <a:ext cx="2868930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NL" dirty="0" err="1"/>
              <a:t>ts</a:t>
            </a:r>
            <a:r>
              <a:rPr lang="en-NL" dirty="0"/>
              <a:t> = 1/20000 = 50 </a:t>
            </a:r>
            <a:r>
              <a:rPr lang="en-NL" dirty="0" err="1"/>
              <a:t>μs</a:t>
            </a:r>
            <a:r>
              <a:rPr lang="en-NL" dirty="0"/>
              <a:t>, corresponding to fs = 20 kHz. </a:t>
            </a:r>
            <a:endParaRPr lang="en-US" dirty="0"/>
          </a:p>
          <a:p>
            <a:r>
              <a:rPr lang="en-NL" dirty="0"/>
              <a:t>This matches the PLTI (Position Loop Time Interval) from the </a:t>
            </a:r>
            <a:r>
              <a:rPr lang="en-NL" dirty="0" err="1"/>
              <a:t>AccurET</a:t>
            </a:r>
            <a:r>
              <a:rPr lang="en-NL" dirty="0"/>
              <a:t> hardware specification.</a:t>
            </a:r>
          </a:p>
        </p:txBody>
      </p:sp>
    </p:spTree>
    <p:extLst>
      <p:ext uri="{BB962C8B-B14F-4D97-AF65-F5344CB8AC3E}">
        <p14:creationId xmlns:p14="http://schemas.microsoft.com/office/powerpoint/2010/main" val="326787951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7DC398-A1A3-2358-B8A1-6CF18BD102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Discretization</a:t>
            </a:r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EA292D-CDD7-16A4-C9DB-1771CE7DA9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CT model </a:t>
            </a:r>
            <a:r>
              <a:rPr lang="en-US" dirty="0">
                <a:sym typeface="Wingdings" panose="05000000000000000000" pitchFamily="2" charset="2"/>
              </a:rPr>
              <a:t> RK4</a:t>
            </a:r>
          </a:p>
          <a:p>
            <a:pPr lvl="1"/>
            <a:r>
              <a:rPr lang="en-US" dirty="0">
                <a:sym typeface="Wingdings" panose="05000000000000000000" pitchFamily="2" charset="2"/>
              </a:rPr>
              <a:t>Compared to ODE45 sample time consistent</a:t>
            </a:r>
          </a:p>
          <a:p>
            <a:r>
              <a:rPr lang="en-US" dirty="0">
                <a:sym typeface="Wingdings" panose="05000000000000000000" pitchFamily="2" charset="2"/>
              </a:rPr>
              <a:t>Input ZOH</a:t>
            </a:r>
          </a:p>
          <a:p>
            <a:pPr lvl="1"/>
            <a:r>
              <a:rPr lang="en-US" dirty="0" err="1">
                <a:sym typeface="Wingdings" panose="05000000000000000000" pitchFamily="2" charset="2"/>
              </a:rPr>
              <a:t>afd</a:t>
            </a:r>
            <a:endParaRPr lang="en-US" dirty="0">
              <a:sym typeface="Wingdings" panose="05000000000000000000" pitchFamily="2" charset="2"/>
            </a:endParaRPr>
          </a:p>
          <a:p>
            <a:pPr lvl="1"/>
            <a:endParaRPr lang="en-NL" dirty="0"/>
          </a:p>
        </p:txBody>
      </p:sp>
    </p:spTree>
    <p:extLst>
      <p:ext uri="{BB962C8B-B14F-4D97-AF65-F5344CB8AC3E}">
        <p14:creationId xmlns:p14="http://schemas.microsoft.com/office/powerpoint/2010/main" val="60482557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100369-4F73-391B-3F36-37D6D4029E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181C63-B009-6A97-67E6-E3403B7F08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 3. The resolve-and-retain forward pass (1–2 slides)</a:t>
            </a:r>
          </a:p>
          <a:p>
            <a:r>
              <a:rPr lang="en-US" dirty="0"/>
              <a:t>  The key design choice. Instead of collapsing to </a:t>
            </a:r>
            <a:r>
              <a:rPr lang="en-US" dirty="0" err="1"/>
              <a:t>A_c</a:t>
            </a:r>
            <a:r>
              <a:rPr lang="en-US" dirty="0"/>
              <a:t>(Y)x + </a:t>
            </a:r>
            <a:r>
              <a:rPr lang="en-US" dirty="0" err="1"/>
              <a:t>B_c</a:t>
            </a:r>
            <a:r>
              <a:rPr lang="en-US" dirty="0"/>
              <a:t>(Y)u, you solve</a:t>
            </a:r>
          </a:p>
          <a:p>
            <a:r>
              <a:rPr lang="en-US" dirty="0"/>
              <a:t>   M(Y)v = </a:t>
            </a:r>
            <a:r>
              <a:rPr lang="en-US" dirty="0" err="1"/>
              <a:t>f_net</a:t>
            </a:r>
            <a:r>
              <a:rPr lang="en-US" dirty="0"/>
              <a:t> and keep z, w as explicit tensors. Why this matters: those   </a:t>
            </a:r>
          </a:p>
          <a:p>
            <a:r>
              <a:rPr lang="en-US" dirty="0"/>
              <a:t>  are the connection points where the augmentation attaches later.</a:t>
            </a:r>
            <a:endParaRPr lang="en-NL" dirty="0"/>
          </a:p>
        </p:txBody>
      </p:sp>
    </p:spTree>
    <p:extLst>
      <p:ext uri="{BB962C8B-B14F-4D97-AF65-F5344CB8AC3E}">
        <p14:creationId xmlns:p14="http://schemas.microsoft.com/office/powerpoint/2010/main" val="14155886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90A995-D9EC-3718-F165-98118CAFFC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49183A-351C-3CA8-789B-0266AE4B49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4. Self-scheduling / quasi-LPV (1 slide)</a:t>
            </a:r>
          </a:p>
          <a:p>
            <a:r>
              <a:rPr lang="en-US" dirty="0"/>
              <a:t>  Y is not an external signal — it's extracted from the state at every RK4    </a:t>
            </a:r>
          </a:p>
          <a:p>
            <a:r>
              <a:rPr lang="en-US" dirty="0"/>
              <a:t>  sub-step. Design choice: why re-extract at each sub-step rather than freeze </a:t>
            </a:r>
          </a:p>
          <a:p>
            <a:r>
              <a:rPr lang="en-US" dirty="0"/>
              <a:t>  at the step start.</a:t>
            </a:r>
            <a:endParaRPr lang="en-NL" dirty="0"/>
          </a:p>
        </p:txBody>
      </p:sp>
    </p:spTree>
    <p:extLst>
      <p:ext uri="{BB962C8B-B14F-4D97-AF65-F5344CB8AC3E}">
        <p14:creationId xmlns:p14="http://schemas.microsoft.com/office/powerpoint/2010/main" val="275474121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8688DC-5EBA-9117-AC77-D94450028F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Simulation – RK4</a:t>
            </a:r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F6FB31-4C1B-0E6F-8138-08BE6C28BB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NL" dirty="0"/>
          </a:p>
        </p:txBody>
      </p:sp>
    </p:spTree>
    <p:extLst>
      <p:ext uri="{BB962C8B-B14F-4D97-AF65-F5344CB8AC3E}">
        <p14:creationId xmlns:p14="http://schemas.microsoft.com/office/powerpoint/2010/main" val="256121792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326FBB-B056-C28F-D6D1-D6196F54FE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Simulation – Validation</a:t>
            </a:r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8D271D-BC2F-9079-BD2D-4A2ED827BD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MATLAB output from q1 (Simulink model) vary Y between -0.3 to 0.3 m</a:t>
            </a:r>
          </a:p>
          <a:p>
            <a:pPr lvl="1"/>
            <a:r>
              <a:rPr lang="en-US" dirty="0"/>
              <a:t>For the plant modeling in python, used </a:t>
            </a:r>
            <a:r>
              <a:rPr lang="pt-BR" dirty="0"/>
              <a:t>u_q1 = C_fb(r − q1)  as input to compare. </a:t>
            </a:r>
          </a:p>
          <a:p>
            <a:pPr lvl="1"/>
            <a:r>
              <a:rPr lang="pt-BR" dirty="0"/>
              <a:t>Python in open loop; no feedback mechanism. Want to model the plant dynamics </a:t>
            </a:r>
          </a:p>
          <a:p>
            <a:pPr lvl="1"/>
            <a:r>
              <a:rPr lang="en-US" dirty="0"/>
              <a:t>Used python for frozen baseline with same input u_q1, but Y is “frozen”</a:t>
            </a:r>
          </a:p>
          <a:p>
            <a:r>
              <a:rPr lang="en-US" dirty="0"/>
              <a:t>Compare LPV-LFR baseline and frozen (without Y-varying) baseline against MATLAB output u_q1</a:t>
            </a:r>
            <a:endParaRPr lang="en-NL" dirty="0"/>
          </a:p>
        </p:txBody>
      </p:sp>
    </p:spTree>
    <p:extLst>
      <p:ext uri="{BB962C8B-B14F-4D97-AF65-F5344CB8AC3E}">
        <p14:creationId xmlns:p14="http://schemas.microsoft.com/office/powerpoint/2010/main" val="75324027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C8146A-07C1-7F96-193A-BEDED1141B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Simulation – Validation metrics</a:t>
            </a:r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670629-97D1-E736-2CAD-BBB091486D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Best Fit Rate (BFR) (scale-invariant, how much better than just predicting the mean of the signal)</a:t>
            </a:r>
          </a:p>
          <a:p>
            <a:r>
              <a:rPr lang="en-US" dirty="0"/>
              <a:t>Root mean square error (RMSE)</a:t>
            </a:r>
          </a:p>
          <a:p>
            <a:r>
              <a:rPr lang="en-US" dirty="0"/>
              <a:t>Mean absolute error</a:t>
            </a:r>
          </a:p>
          <a:p>
            <a:r>
              <a:rPr lang="en-US" dirty="0"/>
              <a:t>Maximum absolute error </a:t>
            </a:r>
            <a:endParaRPr lang="en-NL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9FF3964-7230-0806-4D65-10AED460D9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61907" y="1027906"/>
            <a:ext cx="6961694" cy="253765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E662EBE-2BF9-F11F-AFD0-AB69F15AB3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53120" y="4143375"/>
            <a:ext cx="6857998" cy="2349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64727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2A8CE8-941B-CB34-0357-D658525519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5201" y="5354364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Validation results: Python LPV and frozen LTI vs MATLAB q1 reference.  All models driven by u_q1 forces. Y range: -0.3 to +0.3 m.</a:t>
            </a:r>
          </a:p>
          <a:p>
            <a:pPr marL="0" indent="0">
              <a:buNone/>
            </a:pPr>
            <a:endParaRPr lang="en-NL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B8EE5DA-B95C-F71E-B9FA-7D1A147F9CC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6343" t="20058" r="10610"/>
          <a:stretch>
            <a:fillRect/>
          </a:stretch>
        </p:blipFill>
        <p:spPr>
          <a:xfrm>
            <a:off x="0" y="1045029"/>
            <a:ext cx="12001405" cy="40796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89092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ED00EC-23AB-1CA5-11BA-50F85E8E63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91154F-F3F2-F0C5-40B4-A4DB635E37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4876" y="5002671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Python frozen high BFR for Y:</a:t>
            </a:r>
          </a:p>
          <a:p>
            <a:r>
              <a:rPr lang="en-US" dirty="0"/>
              <a:t>Y not expressed in Y</a:t>
            </a:r>
          </a:p>
          <a:p>
            <a:r>
              <a:rPr lang="en-US" dirty="0"/>
              <a:t>Rounding, with errors in the range of 10^-8: 99.999 circa 100%</a:t>
            </a:r>
            <a:endParaRPr lang="en-NL" dirty="0"/>
          </a:p>
          <a:p>
            <a:pPr marL="0" indent="0">
              <a:buNone/>
            </a:pPr>
            <a:endParaRPr lang="en-NL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367EE49-6FF1-AA3D-63EB-E59C07F619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08786"/>
            <a:ext cx="12188990" cy="4351338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6CC6E12C-0C78-542E-C800-C8C4819866E2}"/>
              </a:ext>
            </a:extLst>
          </p:cNvPr>
          <p:cNvSpPr/>
          <p:nvPr/>
        </p:nvSpPr>
        <p:spPr>
          <a:xfrm>
            <a:off x="2126764" y="4076172"/>
            <a:ext cx="8745552" cy="365200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09758275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75DA82-033F-A5A9-8242-2D5896D948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Question 1</a:t>
            </a:r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C68050-ABAC-21A7-30BB-2C997CD155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Which error is preferred: tracking error or settling error bound?</a:t>
            </a:r>
          </a:p>
          <a:p>
            <a:pPr lvl="1"/>
            <a:r>
              <a:rPr lang="en-US" dirty="0"/>
              <a:t>In research plan mentioned health monitoring </a:t>
            </a:r>
            <a:r>
              <a:rPr lang="en-US" dirty="0">
                <a:sym typeface="Wingdings" panose="05000000000000000000" pitchFamily="2" charset="2"/>
              </a:rPr>
              <a:t> would not be logical to focus purely on settling error</a:t>
            </a:r>
            <a:endParaRPr lang="en-US" dirty="0"/>
          </a:p>
          <a:p>
            <a:pPr lvl="1"/>
            <a:endParaRPr lang="en-US" dirty="0"/>
          </a:p>
          <a:p>
            <a:r>
              <a:rPr lang="en-US" dirty="0"/>
              <a:t>Settling error bounds: “These bounds indicate the maximum allowed deviation (after some settling time)”</a:t>
            </a:r>
            <a:endParaRPr lang="en-NL" dirty="0"/>
          </a:p>
        </p:txBody>
      </p:sp>
    </p:spTree>
    <p:extLst>
      <p:ext uri="{BB962C8B-B14F-4D97-AF65-F5344CB8AC3E}">
        <p14:creationId xmlns:p14="http://schemas.microsoft.com/office/powerpoint/2010/main" val="217529946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299108-91FC-E770-6B54-CE3F4FF452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D67387-E092-59EA-F6C5-470E31B91F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Question 2</a:t>
            </a:r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52E478-D6B5-F0D7-D0C9-E334EC4C7B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Controller &amp; Feedforward</a:t>
            </a:r>
          </a:p>
          <a:p>
            <a:r>
              <a:rPr lang="en-US" dirty="0"/>
              <a:t>Worse controller performance is better for system identification:</a:t>
            </a:r>
          </a:p>
          <a:p>
            <a:pPr lvl="1"/>
            <a:r>
              <a:rPr lang="en-US" dirty="0"/>
              <a:t>Leaves more informative excitation in the signals</a:t>
            </a:r>
          </a:p>
          <a:p>
            <a:pPr lvl="1"/>
            <a:endParaRPr lang="en-US" dirty="0"/>
          </a:p>
          <a:p>
            <a:r>
              <a:rPr lang="en-US" dirty="0"/>
              <a:t>What is the worst stable available controller available, or untuned controller without feedforward I could use?</a:t>
            </a:r>
          </a:p>
          <a:p>
            <a:pPr lvl="1"/>
            <a:r>
              <a:rPr lang="en-US" dirty="0"/>
              <a:t>Can </a:t>
            </a:r>
            <a:r>
              <a:rPr lang="en-US"/>
              <a:t>I access/export </a:t>
            </a:r>
            <a:r>
              <a:rPr lang="en-US" dirty="0"/>
              <a:t>the controller </a:t>
            </a:r>
            <a:r>
              <a:rPr lang="en-US"/>
              <a:t>for simulation used on the system?</a:t>
            </a:r>
            <a:endParaRPr lang="en-NL" dirty="0"/>
          </a:p>
        </p:txBody>
      </p:sp>
    </p:spTree>
    <p:extLst>
      <p:ext uri="{BB962C8B-B14F-4D97-AF65-F5344CB8AC3E}">
        <p14:creationId xmlns:p14="http://schemas.microsoft.com/office/powerpoint/2010/main" val="277474167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8922FA-98D7-2929-D27F-810CECE6E8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Outline next week</a:t>
            </a:r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179DB8-2509-8E4F-14E4-B0B6B2FE75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Augmentation</a:t>
            </a:r>
          </a:p>
          <a:p>
            <a:pPr lvl="1"/>
            <a:r>
              <a:rPr lang="en-US" dirty="0"/>
              <a:t>Parameter updating for the LPV-LFR baseline</a:t>
            </a:r>
          </a:p>
          <a:p>
            <a:pPr lvl="1"/>
            <a:r>
              <a:rPr lang="en-US" dirty="0"/>
              <a:t>Baseline with additional states to validate augmentation (suggestion from Jasper)</a:t>
            </a:r>
          </a:p>
        </p:txBody>
      </p:sp>
    </p:spTree>
    <p:extLst>
      <p:ext uri="{BB962C8B-B14F-4D97-AF65-F5344CB8AC3E}">
        <p14:creationId xmlns:p14="http://schemas.microsoft.com/office/powerpoint/2010/main" val="413397585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1008</TotalTime>
  <Words>2074</Words>
  <Application>Microsoft Office PowerPoint</Application>
  <PresentationFormat>Widescreen</PresentationFormat>
  <Paragraphs>252</Paragraphs>
  <Slides>29</Slides>
  <Notes>8</Notes>
  <HiddenSlides>5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4" baseType="lpstr">
      <vt:lpstr>Aptos</vt:lpstr>
      <vt:lpstr>Aptos Display</vt:lpstr>
      <vt:lpstr>Arial</vt:lpstr>
      <vt:lpstr>Wingdings</vt:lpstr>
      <vt:lpstr>Office Theme</vt:lpstr>
      <vt:lpstr>Meeting Week 10</vt:lpstr>
      <vt:lpstr>Last week summary</vt:lpstr>
      <vt:lpstr>Last week summary</vt:lpstr>
      <vt:lpstr>“Algebraic loop”</vt:lpstr>
      <vt:lpstr>“Algebraic loop”</vt:lpstr>
      <vt:lpstr>Elimination</vt:lpstr>
      <vt:lpstr>Elimination</vt:lpstr>
      <vt:lpstr>Elimination</vt:lpstr>
      <vt:lpstr>Elimination – Sacrifices separate Blocks</vt:lpstr>
      <vt:lpstr>Comment about Hysteresis</vt:lpstr>
      <vt:lpstr>LPV-LFR baseline - SVD</vt:lpstr>
      <vt:lpstr>SVD - Numerical validation</vt:lpstr>
      <vt:lpstr>SVD - Numerical result</vt:lpstr>
      <vt:lpstr>Simulation – LPV-LFR baseline</vt:lpstr>
      <vt:lpstr>PowerPoint Presentation</vt:lpstr>
      <vt:lpstr>PowerPoint Presentation</vt:lpstr>
      <vt:lpstr>PowerPoint Presentation</vt:lpstr>
      <vt:lpstr>PowerPoint Presentation</vt:lpstr>
      <vt:lpstr>Discretization</vt:lpstr>
      <vt:lpstr>PowerPoint Presentation</vt:lpstr>
      <vt:lpstr>PowerPoint Presentation</vt:lpstr>
      <vt:lpstr>Simulation – RK4</vt:lpstr>
      <vt:lpstr>Simulation – Validation</vt:lpstr>
      <vt:lpstr>Simulation – Validation metrics</vt:lpstr>
      <vt:lpstr>PowerPoint Presentation</vt:lpstr>
      <vt:lpstr>PowerPoint Presentation</vt:lpstr>
      <vt:lpstr>Question 1</vt:lpstr>
      <vt:lpstr>Question 2</vt:lpstr>
      <vt:lpstr>Outline next week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Hoekstra, Jan</dc:creator>
  <cp:lastModifiedBy>Berg, Dirk van den</cp:lastModifiedBy>
  <cp:revision>1</cp:revision>
  <dcterms:created xsi:type="dcterms:W3CDTF">2026-02-02T15:14:22Z</dcterms:created>
  <dcterms:modified xsi:type="dcterms:W3CDTF">2026-04-07T08:24:59Z</dcterms:modified>
</cp:coreProperties>
</file>