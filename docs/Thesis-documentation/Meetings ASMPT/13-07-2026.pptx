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72" r:id="rId2"/>
    <p:sldId id="457" r:id="rId3"/>
    <p:sldId id="468" r:id="rId4"/>
    <p:sldId id="469" r:id="rId5"/>
    <p:sldId id="473" r:id="rId6"/>
    <p:sldId id="474" r:id="rId7"/>
    <p:sldId id="479" r:id="rId8"/>
    <p:sldId id="481" r:id="rId9"/>
    <p:sldId id="483" r:id="rId10"/>
    <p:sldId id="497" r:id="rId11"/>
    <p:sldId id="498" r:id="rId12"/>
    <p:sldId id="500" r:id="rId13"/>
    <p:sldId id="499" r:id="rId14"/>
    <p:sldId id="502" r:id="rId15"/>
    <p:sldId id="501" r:id="rId16"/>
    <p:sldId id="503" r:id="rId17"/>
    <p:sldId id="505" r:id="rId18"/>
    <p:sldId id="504" r:id="rId19"/>
    <p:sldId id="507" r:id="rId20"/>
    <p:sldId id="508" r:id="rId21"/>
    <p:sldId id="509" r:id="rId22"/>
    <p:sldId id="510" r:id="rId23"/>
    <p:sldId id="511" r:id="rId24"/>
    <p:sldId id="512" r:id="rId25"/>
    <p:sldId id="513" r:id="rId26"/>
    <p:sldId id="514" r:id="rId27"/>
    <p:sldId id="515" r:id="rId28"/>
    <p:sldId id="516" r:id="rId29"/>
    <p:sldId id="506" r:id="rId30"/>
    <p:sldId id="484" r:id="rId31"/>
    <p:sldId id="485" r:id="rId32"/>
    <p:sldId id="488" r:id="rId33"/>
    <p:sldId id="472" r:id="rId34"/>
    <p:sldId id="476" r:id="rId35"/>
    <p:sldId id="477" r:id="rId36"/>
    <p:sldId id="478" r:id="rId37"/>
    <p:sldId id="471" r:id="rId38"/>
    <p:sldId id="480" r:id="rId39"/>
    <p:sldId id="489" r:id="rId40"/>
    <p:sldId id="490" r:id="rId41"/>
    <p:sldId id="486" r:id="rId42"/>
    <p:sldId id="491" r:id="rId43"/>
    <p:sldId id="492" r:id="rId44"/>
    <p:sldId id="493" r:id="rId45"/>
    <p:sldId id="494" r:id="rId46"/>
    <p:sldId id="495" r:id="rId47"/>
    <p:sldId id="496" r:id="rId48"/>
    <p:sldId id="487" r:id="rId49"/>
    <p:sldId id="257" r:id="rId50"/>
    <p:sldId id="258" r:id="rId51"/>
    <p:sldId id="259" r:id="rId52"/>
    <p:sldId id="260" r:id="rId53"/>
    <p:sldId id="261" r:id="rId54"/>
    <p:sldId id="262" r:id="rId55"/>
    <p:sldId id="263" r:id="rId56"/>
    <p:sldId id="264" r:id="rId57"/>
    <p:sldId id="265" r:id="rId58"/>
    <p:sldId id="266" r:id="rId59"/>
    <p:sldId id="268" r:id="rId60"/>
    <p:sldId id="267" r:id="rId61"/>
    <p:sldId id="269" r:id="rId62"/>
    <p:sldId id="270" r:id="rId63"/>
    <p:sldId id="271" r:id="rId64"/>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E57FA1-15A4-416D-BCD2-5C124A0C612E}" v="33" dt="2026-07-14T09:38:20.5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5033" autoAdjust="0"/>
  </p:normalViewPr>
  <p:slideViewPr>
    <p:cSldViewPr snapToGrid="0">
      <p:cViewPr>
        <p:scale>
          <a:sx n="66" d="100"/>
          <a:sy n="66" d="100"/>
        </p:scale>
        <p:origin x="2292" y="1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7-14T09:40:35.548" v="2071" actId="22"/>
      <pc:docMkLst>
        <pc:docMk/>
      </pc:docMkLst>
      <pc:sldChg chg="del">
        <pc:chgData name="Berg, Dirk van den" userId="035ecb32-01d9-4b47-a105-eacf059a4647" providerId="ADAL" clId="{F7FF961E-CF96-44AC-93C2-93612F62D46D}" dt="2026-07-13T06:30:27.662" v="546" actId="47"/>
        <pc:sldMkLst>
          <pc:docMk/>
          <pc:sldMk cId="3808132331" sldId="256"/>
        </pc:sldMkLst>
      </pc:sldChg>
      <pc:sldChg chg="modSp">
        <pc:chgData name="Berg, Dirk van den" userId="035ecb32-01d9-4b47-a105-eacf059a4647" providerId="ADAL" clId="{F7FF961E-CF96-44AC-93C2-93612F62D46D}" dt="2026-07-10T09:05:41.004" v="0"/>
        <pc:sldMkLst>
          <pc:docMk/>
          <pc:sldMk cId="942568610" sldId="261"/>
        </pc:sldMkLst>
        <pc:spChg chg="mod">
          <ac:chgData name="Berg, Dirk van den" userId="035ecb32-01d9-4b47-a105-eacf059a4647" providerId="ADAL" clId="{F7FF961E-CF96-44AC-93C2-93612F62D46D}" dt="2026-07-10T09:05:41.004" v="0"/>
          <ac:spMkLst>
            <pc:docMk/>
            <pc:sldMk cId="942568610" sldId="261"/>
            <ac:spMk id="2" creationId="{0AECE11D-DC31-6154-B313-D5C476E1B518}"/>
          </ac:spMkLst>
        </pc:spChg>
      </pc:sldChg>
      <pc:sldChg chg="modSp">
        <pc:chgData name="Berg, Dirk van den" userId="035ecb32-01d9-4b47-a105-eacf059a4647" providerId="ADAL" clId="{F7FF961E-CF96-44AC-93C2-93612F62D46D}" dt="2026-07-10T12:52:51.158" v="2"/>
        <pc:sldMkLst>
          <pc:docMk/>
          <pc:sldMk cId="873264899" sldId="263"/>
        </pc:sldMkLst>
        <pc:spChg chg="mod">
          <ac:chgData name="Berg, Dirk van den" userId="035ecb32-01d9-4b47-a105-eacf059a4647" providerId="ADAL" clId="{F7FF961E-CF96-44AC-93C2-93612F62D46D}" dt="2026-07-10T12:50:26.115" v="1"/>
          <ac:spMkLst>
            <pc:docMk/>
            <pc:sldMk cId="873264899" sldId="263"/>
            <ac:spMk id="2" creationId="{3F0B66AF-07B6-D9EB-CC2E-0C6111E726D8}"/>
          </ac:spMkLst>
        </pc:spChg>
        <pc:spChg chg="mod">
          <ac:chgData name="Berg, Dirk van den" userId="035ecb32-01d9-4b47-a105-eacf059a4647" providerId="ADAL" clId="{F7FF961E-CF96-44AC-93C2-93612F62D46D}" dt="2026-07-10T12:52:51.158" v="2"/>
          <ac:spMkLst>
            <pc:docMk/>
            <pc:sldMk cId="873264899" sldId="263"/>
            <ac:spMk id="3" creationId="{2D4E212F-1397-0747-AC79-067FD8621D43}"/>
          </ac:spMkLst>
        </pc:spChg>
      </pc:sldChg>
      <pc:sldChg chg="modSp new mod">
        <pc:chgData name="Berg, Dirk van den" userId="035ecb32-01d9-4b47-a105-eacf059a4647" providerId="ADAL" clId="{F7FF961E-CF96-44AC-93C2-93612F62D46D}" dt="2026-07-12T09:32:01.928" v="220" actId="20577"/>
        <pc:sldMkLst>
          <pc:docMk/>
          <pc:sldMk cId="323831785" sldId="265"/>
        </pc:sldMkLst>
        <pc:spChg chg="mod">
          <ac:chgData name="Berg, Dirk van den" userId="035ecb32-01d9-4b47-a105-eacf059a4647" providerId="ADAL" clId="{F7FF961E-CF96-44AC-93C2-93612F62D46D}" dt="2026-07-12T09:31:17.426" v="36" actId="20577"/>
          <ac:spMkLst>
            <pc:docMk/>
            <pc:sldMk cId="323831785" sldId="265"/>
            <ac:spMk id="2" creationId="{8063A3E2-6E50-6B45-E111-43E593245DC5}"/>
          </ac:spMkLst>
        </pc:spChg>
        <pc:spChg chg="mod">
          <ac:chgData name="Berg, Dirk van den" userId="035ecb32-01d9-4b47-a105-eacf059a4647" providerId="ADAL" clId="{F7FF961E-CF96-44AC-93C2-93612F62D46D}" dt="2026-07-12T09:32:01.928" v="220" actId="20577"/>
          <ac:spMkLst>
            <pc:docMk/>
            <pc:sldMk cId="323831785" sldId="265"/>
            <ac:spMk id="3" creationId="{CAD6245F-6B6A-9798-3229-EFC28A25D17A}"/>
          </ac:spMkLst>
        </pc:spChg>
      </pc:sldChg>
      <pc:sldChg chg="modSp new mod">
        <pc:chgData name="Berg, Dirk van den" userId="035ecb32-01d9-4b47-a105-eacf059a4647" providerId="ADAL" clId="{F7FF961E-CF96-44AC-93C2-93612F62D46D}" dt="2026-07-12T09:44:09.984" v="287" actId="20577"/>
        <pc:sldMkLst>
          <pc:docMk/>
          <pc:sldMk cId="2577285698" sldId="266"/>
        </pc:sldMkLst>
        <pc:spChg chg="mod">
          <ac:chgData name="Berg, Dirk van den" userId="035ecb32-01d9-4b47-a105-eacf059a4647" providerId="ADAL" clId="{F7FF961E-CF96-44AC-93C2-93612F62D46D}" dt="2026-07-12T09:44:09.984" v="287" actId="20577"/>
          <ac:spMkLst>
            <pc:docMk/>
            <pc:sldMk cId="2577285698" sldId="266"/>
            <ac:spMk id="3" creationId="{AB7E7B08-22AE-58F9-FDB3-DBB4379FC391}"/>
          </ac:spMkLst>
        </pc:spChg>
      </pc:sldChg>
      <pc:sldChg chg="addSp new mod">
        <pc:chgData name="Berg, Dirk van den" userId="035ecb32-01d9-4b47-a105-eacf059a4647" providerId="ADAL" clId="{F7FF961E-CF96-44AC-93C2-93612F62D46D}" dt="2026-07-12T10:27:22.546" v="289" actId="22"/>
        <pc:sldMkLst>
          <pc:docMk/>
          <pc:sldMk cId="525746320" sldId="267"/>
        </pc:sldMkLst>
        <pc:spChg chg="add">
          <ac:chgData name="Berg, Dirk van den" userId="035ecb32-01d9-4b47-a105-eacf059a4647" providerId="ADAL" clId="{F7FF961E-CF96-44AC-93C2-93612F62D46D}" dt="2026-07-12T10:27:22.546" v="289" actId="22"/>
          <ac:spMkLst>
            <pc:docMk/>
            <pc:sldMk cId="525746320" sldId="267"/>
            <ac:spMk id="5" creationId="{312A7DB7-61D1-5DF4-418C-97C4B9C6D96E}"/>
          </ac:spMkLst>
        </pc:spChg>
      </pc:sldChg>
      <pc:sldChg chg="addSp new mod">
        <pc:chgData name="Berg, Dirk van den" userId="035ecb32-01d9-4b47-a105-eacf059a4647" providerId="ADAL" clId="{F7FF961E-CF96-44AC-93C2-93612F62D46D}" dt="2026-07-12T10:27:54.396" v="291" actId="22"/>
        <pc:sldMkLst>
          <pc:docMk/>
          <pc:sldMk cId="4079447196" sldId="268"/>
        </pc:sldMkLst>
        <pc:spChg chg="add">
          <ac:chgData name="Berg, Dirk van den" userId="035ecb32-01d9-4b47-a105-eacf059a4647" providerId="ADAL" clId="{F7FF961E-CF96-44AC-93C2-93612F62D46D}" dt="2026-07-12T10:27:54.396" v="291" actId="22"/>
          <ac:spMkLst>
            <pc:docMk/>
            <pc:sldMk cId="4079447196" sldId="268"/>
            <ac:spMk id="5" creationId="{361E005C-A04E-6D54-72EC-65EB47874877}"/>
          </ac:spMkLst>
        </pc:spChg>
      </pc:sldChg>
      <pc:sldChg chg="modSp new mod ord">
        <pc:chgData name="Berg, Dirk van den" userId="035ecb32-01d9-4b47-a105-eacf059a4647" providerId="ADAL" clId="{F7FF961E-CF96-44AC-93C2-93612F62D46D}" dt="2026-07-12T10:36:19.775" v="373"/>
        <pc:sldMkLst>
          <pc:docMk/>
          <pc:sldMk cId="4239378339" sldId="269"/>
        </pc:sldMkLst>
        <pc:spChg chg="mod">
          <ac:chgData name="Berg, Dirk van den" userId="035ecb32-01d9-4b47-a105-eacf059a4647" providerId="ADAL" clId="{F7FF961E-CF96-44AC-93C2-93612F62D46D}" dt="2026-07-12T10:35:04.452" v="371" actId="20577"/>
          <ac:spMkLst>
            <pc:docMk/>
            <pc:sldMk cId="4239378339" sldId="269"/>
            <ac:spMk id="3" creationId="{0222BD22-8971-0A1C-B728-D5FAAF65861F}"/>
          </ac:spMkLst>
        </pc:spChg>
      </pc:sldChg>
      <pc:sldChg chg="modSp new mod">
        <pc:chgData name="Berg, Dirk van den" userId="035ecb32-01d9-4b47-a105-eacf059a4647" providerId="ADAL" clId="{F7FF961E-CF96-44AC-93C2-93612F62D46D}" dt="2026-07-12T10:37:13.693" v="402" actId="20577"/>
        <pc:sldMkLst>
          <pc:docMk/>
          <pc:sldMk cId="1734283787" sldId="270"/>
        </pc:sldMkLst>
        <pc:spChg chg="mod">
          <ac:chgData name="Berg, Dirk van den" userId="035ecb32-01d9-4b47-a105-eacf059a4647" providerId="ADAL" clId="{F7FF961E-CF96-44AC-93C2-93612F62D46D}" dt="2026-07-12T10:37:13.693" v="402" actId="20577"/>
          <ac:spMkLst>
            <pc:docMk/>
            <pc:sldMk cId="1734283787" sldId="270"/>
            <ac:spMk id="2" creationId="{BE059EB7-23C6-800F-73CB-ECA374D7F3A1}"/>
          </ac:spMkLst>
        </pc:spChg>
      </pc:sldChg>
      <pc:sldChg chg="addSp new mod">
        <pc:chgData name="Berg, Dirk van den" userId="035ecb32-01d9-4b47-a105-eacf059a4647" providerId="ADAL" clId="{F7FF961E-CF96-44AC-93C2-93612F62D46D}" dt="2026-07-12T13:15:02.702" v="404" actId="22"/>
        <pc:sldMkLst>
          <pc:docMk/>
          <pc:sldMk cId="3560050007" sldId="271"/>
        </pc:sldMkLst>
        <pc:spChg chg="add">
          <ac:chgData name="Berg, Dirk van den" userId="035ecb32-01d9-4b47-a105-eacf059a4647" providerId="ADAL" clId="{F7FF961E-CF96-44AC-93C2-93612F62D46D}" dt="2026-07-12T13:15:02.702" v="404" actId="22"/>
          <ac:spMkLst>
            <pc:docMk/>
            <pc:sldMk cId="3560050007" sldId="271"/>
            <ac:spMk id="5" creationId="{111476B3-AE2B-6FEE-4A1F-BCBCFC4FF445}"/>
          </ac:spMkLst>
        </pc:spChg>
      </pc:sldChg>
      <pc:sldChg chg="modSp add mod">
        <pc:chgData name="Berg, Dirk van den" userId="035ecb32-01d9-4b47-a105-eacf059a4647" providerId="ADAL" clId="{F7FF961E-CF96-44AC-93C2-93612F62D46D}" dt="2026-07-13T07:43:32.387" v="1587" actId="20577"/>
        <pc:sldMkLst>
          <pc:docMk/>
          <pc:sldMk cId="2679595137" sldId="272"/>
        </pc:sldMkLst>
        <pc:spChg chg="mod">
          <ac:chgData name="Berg, Dirk van den" userId="035ecb32-01d9-4b47-a105-eacf059a4647" providerId="ADAL" clId="{F7FF961E-CF96-44AC-93C2-93612F62D46D}" dt="2026-07-13T06:20:18.963" v="408" actId="20577"/>
          <ac:spMkLst>
            <pc:docMk/>
            <pc:sldMk cId="2679595137" sldId="272"/>
            <ac:spMk id="2" creationId="{1CA58346-11EF-AF16-3F7E-D4AE642D6182}"/>
          </ac:spMkLst>
        </pc:spChg>
        <pc:spChg chg="mod">
          <ac:chgData name="Berg, Dirk van den" userId="035ecb32-01d9-4b47-a105-eacf059a4647" providerId="ADAL" clId="{F7FF961E-CF96-44AC-93C2-93612F62D46D}" dt="2026-07-13T07:43:32.387" v="1587" actId="20577"/>
          <ac:spMkLst>
            <pc:docMk/>
            <pc:sldMk cId="2679595137" sldId="272"/>
            <ac:spMk id="3" creationId="{DAAEF679-3C39-E36C-B710-9B50CBAE487E}"/>
          </ac:spMkLst>
        </pc:spChg>
      </pc:sldChg>
      <pc:sldChg chg="add">
        <pc:chgData name="Berg, Dirk van den" userId="035ecb32-01d9-4b47-a105-eacf059a4647" providerId="ADAL" clId="{F7FF961E-CF96-44AC-93C2-93612F62D46D}" dt="2026-07-13T06:19:42.912" v="405"/>
        <pc:sldMkLst>
          <pc:docMk/>
          <pc:sldMk cId="1924148658" sldId="457"/>
        </pc:sldMkLst>
      </pc:sldChg>
      <pc:sldChg chg="add">
        <pc:chgData name="Berg, Dirk van den" userId="035ecb32-01d9-4b47-a105-eacf059a4647" providerId="ADAL" clId="{F7FF961E-CF96-44AC-93C2-93612F62D46D}" dt="2026-07-13T06:19:42.912" v="405"/>
        <pc:sldMkLst>
          <pc:docMk/>
          <pc:sldMk cId="776496871" sldId="468"/>
        </pc:sldMkLst>
      </pc:sldChg>
      <pc:sldChg chg="add">
        <pc:chgData name="Berg, Dirk van den" userId="035ecb32-01d9-4b47-a105-eacf059a4647" providerId="ADAL" clId="{F7FF961E-CF96-44AC-93C2-93612F62D46D}" dt="2026-07-13T06:19:42.912" v="405"/>
        <pc:sldMkLst>
          <pc:docMk/>
          <pc:sldMk cId="1553031704" sldId="469"/>
        </pc:sldMkLst>
      </pc:sldChg>
      <pc:sldChg chg="addSp modSp add mod">
        <pc:chgData name="Berg, Dirk van den" userId="035ecb32-01d9-4b47-a105-eacf059a4647" providerId="ADAL" clId="{F7FF961E-CF96-44AC-93C2-93612F62D46D}" dt="2026-07-13T06:27:24.144" v="545" actId="1076"/>
        <pc:sldMkLst>
          <pc:docMk/>
          <pc:sldMk cId="1128305235" sldId="471"/>
        </pc:sldMkLst>
        <pc:spChg chg="mod">
          <ac:chgData name="Berg, Dirk van den" userId="035ecb32-01d9-4b47-a105-eacf059a4647" providerId="ADAL" clId="{F7FF961E-CF96-44AC-93C2-93612F62D46D}" dt="2026-07-13T06:26:04.868" v="538"/>
          <ac:spMkLst>
            <pc:docMk/>
            <pc:sldMk cId="1128305235" sldId="471"/>
            <ac:spMk id="3" creationId="{C374AC7B-129D-6AD5-F67B-9A8BEA2DF36A}"/>
          </ac:spMkLst>
        </pc:spChg>
        <pc:picChg chg="add mod modCrop">
          <ac:chgData name="Berg, Dirk van den" userId="035ecb32-01d9-4b47-a105-eacf059a4647" providerId="ADAL" clId="{F7FF961E-CF96-44AC-93C2-93612F62D46D}" dt="2026-07-13T06:27:24.144" v="545" actId="1076"/>
          <ac:picMkLst>
            <pc:docMk/>
            <pc:sldMk cId="1128305235" sldId="471"/>
            <ac:picMk id="4" creationId="{59D52D56-96DC-A03F-F81E-89D0FB256304}"/>
          </ac:picMkLst>
        </pc:picChg>
      </pc:sldChg>
      <pc:sldChg chg="add">
        <pc:chgData name="Berg, Dirk van den" userId="035ecb32-01d9-4b47-a105-eacf059a4647" providerId="ADAL" clId="{F7FF961E-CF96-44AC-93C2-93612F62D46D}" dt="2026-07-13T06:20:08.759" v="406"/>
        <pc:sldMkLst>
          <pc:docMk/>
          <pc:sldMk cId="3728425345" sldId="472"/>
        </pc:sldMkLst>
      </pc:sldChg>
      <pc:sldChg chg="add modNotesTx">
        <pc:chgData name="Berg, Dirk van den" userId="035ecb32-01d9-4b47-a105-eacf059a4647" providerId="ADAL" clId="{F7FF961E-CF96-44AC-93C2-93612F62D46D}" dt="2026-07-13T07:43:51.472" v="1600" actId="20577"/>
        <pc:sldMkLst>
          <pc:docMk/>
          <pc:sldMk cId="1005423763" sldId="473"/>
        </pc:sldMkLst>
      </pc:sldChg>
      <pc:sldChg chg="add">
        <pc:chgData name="Berg, Dirk van den" userId="035ecb32-01d9-4b47-a105-eacf059a4647" providerId="ADAL" clId="{F7FF961E-CF96-44AC-93C2-93612F62D46D}" dt="2026-07-13T06:19:42.912" v="405"/>
        <pc:sldMkLst>
          <pc:docMk/>
          <pc:sldMk cId="328541173" sldId="474"/>
        </pc:sldMkLst>
      </pc:sldChg>
      <pc:sldChg chg="add">
        <pc:chgData name="Berg, Dirk van den" userId="035ecb32-01d9-4b47-a105-eacf059a4647" providerId="ADAL" clId="{F7FF961E-CF96-44AC-93C2-93612F62D46D}" dt="2026-07-13T06:20:08.759" v="406"/>
        <pc:sldMkLst>
          <pc:docMk/>
          <pc:sldMk cId="661606324" sldId="476"/>
        </pc:sldMkLst>
      </pc:sldChg>
      <pc:sldChg chg="add">
        <pc:chgData name="Berg, Dirk van den" userId="035ecb32-01d9-4b47-a105-eacf059a4647" providerId="ADAL" clId="{F7FF961E-CF96-44AC-93C2-93612F62D46D}" dt="2026-07-13T06:20:08.759" v="406"/>
        <pc:sldMkLst>
          <pc:docMk/>
          <pc:sldMk cId="2435084167" sldId="477"/>
        </pc:sldMkLst>
      </pc:sldChg>
      <pc:sldChg chg="add">
        <pc:chgData name="Berg, Dirk van den" userId="035ecb32-01d9-4b47-a105-eacf059a4647" providerId="ADAL" clId="{F7FF961E-CF96-44AC-93C2-93612F62D46D}" dt="2026-07-13T06:20:08.759" v="406"/>
        <pc:sldMkLst>
          <pc:docMk/>
          <pc:sldMk cId="1259004908" sldId="478"/>
        </pc:sldMkLst>
      </pc:sldChg>
      <pc:sldChg chg="modSp add mod">
        <pc:chgData name="Berg, Dirk van den" userId="035ecb32-01d9-4b47-a105-eacf059a4647" providerId="ADAL" clId="{F7FF961E-CF96-44AC-93C2-93612F62D46D}" dt="2026-07-13T06:22:22.104" v="480" actId="15"/>
        <pc:sldMkLst>
          <pc:docMk/>
          <pc:sldMk cId="4280157555" sldId="479"/>
        </pc:sldMkLst>
        <pc:spChg chg="mod">
          <ac:chgData name="Berg, Dirk van den" userId="035ecb32-01d9-4b47-a105-eacf059a4647" providerId="ADAL" clId="{F7FF961E-CF96-44AC-93C2-93612F62D46D}" dt="2026-07-13T06:22:02.072" v="473"/>
          <ac:spMkLst>
            <pc:docMk/>
            <pc:sldMk cId="4280157555" sldId="479"/>
            <ac:spMk id="2" creationId="{E2F882BA-7F45-EF41-6BE0-36F6943DF1C4}"/>
          </ac:spMkLst>
        </pc:spChg>
        <pc:spChg chg="mod">
          <ac:chgData name="Berg, Dirk van den" userId="035ecb32-01d9-4b47-a105-eacf059a4647" providerId="ADAL" clId="{F7FF961E-CF96-44AC-93C2-93612F62D46D}" dt="2026-07-13T06:22:22.104" v="480" actId="15"/>
          <ac:spMkLst>
            <pc:docMk/>
            <pc:sldMk cId="4280157555" sldId="479"/>
            <ac:spMk id="3" creationId="{7D756608-F586-2D0E-F78C-9EA549AF20BE}"/>
          </ac:spMkLst>
        </pc:spChg>
      </pc:sldChg>
      <pc:sldChg chg="modSp new mod">
        <pc:chgData name="Berg, Dirk van den" userId="035ecb32-01d9-4b47-a105-eacf059a4647" providerId="ADAL" clId="{F7FF961E-CF96-44AC-93C2-93612F62D46D}" dt="2026-07-13T07:48:19.685" v="1624" actId="20577"/>
        <pc:sldMkLst>
          <pc:docMk/>
          <pc:sldMk cId="2988832297" sldId="480"/>
        </pc:sldMkLst>
        <pc:spChg chg="mod">
          <ac:chgData name="Berg, Dirk van den" userId="035ecb32-01d9-4b47-a105-eacf059a4647" providerId="ADAL" clId="{F7FF961E-CF96-44AC-93C2-93612F62D46D}" dt="2026-07-13T06:30:44.443" v="588" actId="20577"/>
          <ac:spMkLst>
            <pc:docMk/>
            <pc:sldMk cId="2988832297" sldId="480"/>
            <ac:spMk id="2" creationId="{2F30551A-62E8-E4A3-5358-3F4D27EF0B1D}"/>
          </ac:spMkLst>
        </pc:spChg>
        <pc:spChg chg="mod">
          <ac:chgData name="Berg, Dirk van den" userId="035ecb32-01d9-4b47-a105-eacf059a4647" providerId="ADAL" clId="{F7FF961E-CF96-44AC-93C2-93612F62D46D}" dt="2026-07-13T07:48:19.685" v="1624" actId="20577"/>
          <ac:spMkLst>
            <pc:docMk/>
            <pc:sldMk cId="2988832297" sldId="480"/>
            <ac:spMk id="3" creationId="{8A3E4506-AA35-9B16-269C-240A0ECDE768}"/>
          </ac:spMkLst>
        </pc:spChg>
      </pc:sldChg>
      <pc:sldChg chg="addSp delSp modSp new mod modNotesTx">
        <pc:chgData name="Berg, Dirk van den" userId="035ecb32-01d9-4b47-a105-eacf059a4647" providerId="ADAL" clId="{F7FF961E-CF96-44AC-93C2-93612F62D46D}" dt="2026-07-13T07:25:01.419" v="1158" actId="20577"/>
        <pc:sldMkLst>
          <pc:docMk/>
          <pc:sldMk cId="2974315402" sldId="481"/>
        </pc:sldMkLst>
        <pc:spChg chg="mod ord">
          <ac:chgData name="Berg, Dirk van den" userId="035ecb32-01d9-4b47-a105-eacf059a4647" providerId="ADAL" clId="{F7FF961E-CF96-44AC-93C2-93612F62D46D}" dt="2026-07-13T06:49:06.111" v="951" actId="1076"/>
          <ac:spMkLst>
            <pc:docMk/>
            <pc:sldMk cId="2974315402" sldId="481"/>
            <ac:spMk id="2" creationId="{87A92A29-7D47-AFAD-852B-3E70B4A779CB}"/>
          </ac:spMkLst>
        </pc:spChg>
        <pc:spChg chg="add del mod">
          <ac:chgData name="Berg, Dirk van den" userId="035ecb32-01d9-4b47-a105-eacf059a4647" providerId="ADAL" clId="{F7FF961E-CF96-44AC-93C2-93612F62D46D}" dt="2026-07-13T07:09:51.413" v="1129" actId="478"/>
          <ac:spMkLst>
            <pc:docMk/>
            <pc:sldMk cId="2974315402" sldId="481"/>
            <ac:spMk id="3" creationId="{7EA6044B-FDBF-10B1-1715-3B9974E76D8D}"/>
          </ac:spMkLst>
        </pc:spChg>
        <pc:spChg chg="add mod">
          <ac:chgData name="Berg, Dirk van den" userId="035ecb32-01d9-4b47-a105-eacf059a4647" providerId="ADAL" clId="{F7FF961E-CF96-44AC-93C2-93612F62D46D}" dt="2026-07-13T07:25:01.419" v="1158" actId="20577"/>
          <ac:spMkLst>
            <pc:docMk/>
            <pc:sldMk cId="2974315402" sldId="481"/>
            <ac:spMk id="10" creationId="{AD7959AC-5B85-8288-E4AD-EC5CF25360FA}"/>
          </ac:spMkLst>
        </pc:spChg>
        <pc:spChg chg="add del mod">
          <ac:chgData name="Berg, Dirk van den" userId="035ecb32-01d9-4b47-a105-eacf059a4647" providerId="ADAL" clId="{F7FF961E-CF96-44AC-93C2-93612F62D46D}" dt="2026-07-13T07:09:56.376" v="1130" actId="478"/>
          <ac:spMkLst>
            <pc:docMk/>
            <pc:sldMk cId="2974315402" sldId="481"/>
            <ac:spMk id="12" creationId="{04927B9D-F6AD-EA4C-4443-2289FA66B494}"/>
          </ac:spMkLst>
        </pc:spChg>
        <pc:picChg chg="add del mod ord">
          <ac:chgData name="Berg, Dirk van den" userId="035ecb32-01d9-4b47-a105-eacf059a4647" providerId="ADAL" clId="{F7FF961E-CF96-44AC-93C2-93612F62D46D}" dt="2026-07-13T06:46:10.812" v="927" actId="931"/>
          <ac:picMkLst>
            <pc:docMk/>
            <pc:sldMk cId="2974315402" sldId="481"/>
            <ac:picMk id="5" creationId="{67925AF4-BF9F-3999-869E-030746E610FA}"/>
          </ac:picMkLst>
        </pc:picChg>
        <pc:picChg chg="add del mod">
          <ac:chgData name="Berg, Dirk van den" userId="035ecb32-01d9-4b47-a105-eacf059a4647" providerId="ADAL" clId="{F7FF961E-CF96-44AC-93C2-93612F62D46D}" dt="2026-07-13T06:48:19.823" v="944" actId="478"/>
          <ac:picMkLst>
            <pc:docMk/>
            <pc:sldMk cId="2974315402" sldId="481"/>
            <ac:picMk id="7" creationId="{BBBD9A32-813A-FFAC-0F90-864A01A463F3}"/>
          </ac:picMkLst>
        </pc:picChg>
        <pc:picChg chg="add mod ord">
          <ac:chgData name="Berg, Dirk van den" userId="035ecb32-01d9-4b47-a105-eacf059a4647" providerId="ADAL" clId="{F7FF961E-CF96-44AC-93C2-93612F62D46D}" dt="2026-07-13T06:49:01.063" v="949" actId="1076"/>
          <ac:picMkLst>
            <pc:docMk/>
            <pc:sldMk cId="2974315402" sldId="481"/>
            <ac:picMk id="9" creationId="{D3C7DCED-90DB-948D-EB03-2DBA0D12BE24}"/>
          </ac:picMkLst>
        </pc:picChg>
      </pc:sldChg>
      <pc:sldChg chg="add del">
        <pc:chgData name="Berg, Dirk van den" userId="035ecb32-01d9-4b47-a105-eacf059a4647" providerId="ADAL" clId="{F7FF961E-CF96-44AC-93C2-93612F62D46D}" dt="2026-07-13T06:58:36.179" v="1048" actId="47"/>
        <pc:sldMkLst>
          <pc:docMk/>
          <pc:sldMk cId="2082576516" sldId="482"/>
        </pc:sldMkLst>
      </pc:sldChg>
      <pc:sldChg chg="addSp delSp modSp add mod modNotesTx">
        <pc:chgData name="Berg, Dirk van den" userId="035ecb32-01d9-4b47-a105-eacf059a4647" providerId="ADAL" clId="{F7FF961E-CF96-44AC-93C2-93612F62D46D}" dt="2026-07-13T07:03:25.414" v="1126" actId="20577"/>
        <pc:sldMkLst>
          <pc:docMk/>
          <pc:sldMk cId="3125621630" sldId="483"/>
        </pc:sldMkLst>
        <pc:spChg chg="mod ord">
          <ac:chgData name="Berg, Dirk van den" userId="035ecb32-01d9-4b47-a105-eacf059a4647" providerId="ADAL" clId="{F7FF961E-CF96-44AC-93C2-93612F62D46D}" dt="2026-07-13T06:53:20.547" v="988" actId="166"/>
          <ac:spMkLst>
            <pc:docMk/>
            <pc:sldMk cId="3125621630" sldId="483"/>
            <ac:spMk id="2" creationId="{0648B857-7222-96CD-FAB4-C67F0C89BC18}"/>
          </ac:spMkLst>
        </pc:spChg>
        <pc:spChg chg="mod">
          <ac:chgData name="Berg, Dirk van den" userId="035ecb32-01d9-4b47-a105-eacf059a4647" providerId="ADAL" clId="{F7FF961E-CF96-44AC-93C2-93612F62D46D}" dt="2026-07-13T07:01:00.598" v="1118" actId="20577"/>
          <ac:spMkLst>
            <pc:docMk/>
            <pc:sldMk cId="3125621630" sldId="483"/>
            <ac:spMk id="3" creationId="{E083D994-4612-886C-5BF3-CD24D02A5F7E}"/>
          </ac:spMkLst>
        </pc:spChg>
        <pc:picChg chg="add mod">
          <ac:chgData name="Berg, Dirk van den" userId="035ecb32-01d9-4b47-a105-eacf059a4647" providerId="ADAL" clId="{F7FF961E-CF96-44AC-93C2-93612F62D46D}" dt="2026-07-13T06:51:15.793" v="960" actId="1076"/>
          <ac:picMkLst>
            <pc:docMk/>
            <pc:sldMk cId="3125621630" sldId="483"/>
            <ac:picMk id="5" creationId="{0CB9FACD-3C80-59FC-7199-1C4AEA3D6E5C}"/>
          </ac:picMkLst>
        </pc:picChg>
        <pc:picChg chg="del">
          <ac:chgData name="Berg, Dirk van den" userId="035ecb32-01d9-4b47-a105-eacf059a4647" providerId="ADAL" clId="{F7FF961E-CF96-44AC-93C2-93612F62D46D}" dt="2026-07-13T06:51:09.511" v="957" actId="478"/>
          <ac:picMkLst>
            <pc:docMk/>
            <pc:sldMk cId="3125621630" sldId="483"/>
            <ac:picMk id="9" creationId="{3BBFAE24-1E77-904E-89C7-D66444BE7198}"/>
          </ac:picMkLst>
        </pc:picChg>
      </pc:sldChg>
      <pc:sldChg chg="addSp delSp modSp add mod ord">
        <pc:chgData name="Berg, Dirk van den" userId="035ecb32-01d9-4b47-a105-eacf059a4647" providerId="ADAL" clId="{F7FF961E-CF96-44AC-93C2-93612F62D46D}" dt="2026-07-13T07:40:35.943" v="1584"/>
        <pc:sldMkLst>
          <pc:docMk/>
          <pc:sldMk cId="4125415301" sldId="484"/>
        </pc:sldMkLst>
        <pc:spChg chg="mod">
          <ac:chgData name="Berg, Dirk van den" userId="035ecb32-01d9-4b47-a105-eacf059a4647" providerId="ADAL" clId="{F7FF961E-CF96-44AC-93C2-93612F62D46D}" dt="2026-07-13T06:57:30.539" v="1041" actId="14100"/>
          <ac:spMkLst>
            <pc:docMk/>
            <pc:sldMk cId="4125415301" sldId="484"/>
            <ac:spMk id="3" creationId="{396DB345-A749-8E61-2E10-DB70CDFA4546}"/>
          </ac:spMkLst>
        </pc:spChg>
        <pc:picChg chg="del">
          <ac:chgData name="Berg, Dirk van den" userId="035ecb32-01d9-4b47-a105-eacf059a4647" providerId="ADAL" clId="{F7FF961E-CF96-44AC-93C2-93612F62D46D}" dt="2026-07-13T06:56:36.508" v="1031" actId="478"/>
          <ac:picMkLst>
            <pc:docMk/>
            <pc:sldMk cId="4125415301" sldId="484"/>
            <ac:picMk id="5" creationId="{05568C70-ABAA-E637-0516-14717BA91DE4}"/>
          </ac:picMkLst>
        </pc:picChg>
        <pc:picChg chg="add mod">
          <ac:chgData name="Berg, Dirk van den" userId="035ecb32-01d9-4b47-a105-eacf059a4647" providerId="ADAL" clId="{F7FF961E-CF96-44AC-93C2-93612F62D46D}" dt="2026-07-13T06:56:45.607" v="1034" actId="1076"/>
          <ac:picMkLst>
            <pc:docMk/>
            <pc:sldMk cId="4125415301" sldId="484"/>
            <ac:picMk id="6" creationId="{A338BD0B-513F-BFCE-0C00-79EA0B767AB4}"/>
          </ac:picMkLst>
        </pc:picChg>
      </pc:sldChg>
      <pc:sldChg chg="addSp delSp modSp add mod ord modShow">
        <pc:chgData name="Berg, Dirk van den" userId="035ecb32-01d9-4b47-a105-eacf059a4647" providerId="ADAL" clId="{F7FF961E-CF96-44AC-93C2-93612F62D46D}" dt="2026-07-13T07:42:24.511" v="1585" actId="729"/>
        <pc:sldMkLst>
          <pc:docMk/>
          <pc:sldMk cId="1622292257" sldId="485"/>
        </pc:sldMkLst>
        <pc:picChg chg="del">
          <ac:chgData name="Berg, Dirk van den" userId="035ecb32-01d9-4b47-a105-eacf059a4647" providerId="ADAL" clId="{F7FF961E-CF96-44AC-93C2-93612F62D46D}" dt="2026-07-13T06:58:01.493" v="1045" actId="478"/>
          <ac:picMkLst>
            <pc:docMk/>
            <pc:sldMk cId="1622292257" sldId="485"/>
            <ac:picMk id="5" creationId="{F5B32746-8230-0192-BA59-E675CA9C0A3D}"/>
          </ac:picMkLst>
        </pc:picChg>
        <pc:picChg chg="add mod ord">
          <ac:chgData name="Berg, Dirk van den" userId="035ecb32-01d9-4b47-a105-eacf059a4647" providerId="ADAL" clId="{F7FF961E-CF96-44AC-93C2-93612F62D46D}" dt="2026-07-13T07:39:44.633" v="1582" actId="1076"/>
          <ac:picMkLst>
            <pc:docMk/>
            <pc:sldMk cId="1622292257" sldId="485"/>
            <ac:picMk id="6" creationId="{C01342F1-39BB-7D76-C388-9422E5CDBAC7}"/>
          </ac:picMkLst>
        </pc:picChg>
      </pc:sldChg>
      <pc:sldChg chg="add del">
        <pc:chgData name="Berg, Dirk van den" userId="035ecb32-01d9-4b47-a105-eacf059a4647" providerId="ADAL" clId="{F7FF961E-CF96-44AC-93C2-93612F62D46D}" dt="2026-07-13T06:58:34.700" v="1047" actId="47"/>
        <pc:sldMkLst>
          <pc:docMk/>
          <pc:sldMk cId="1287891952" sldId="486"/>
        </pc:sldMkLst>
      </pc:sldChg>
      <pc:sldChg chg="modSp new mod">
        <pc:chgData name="Berg, Dirk van den" userId="035ecb32-01d9-4b47-a105-eacf059a4647" providerId="ADAL" clId="{F7FF961E-CF96-44AC-93C2-93612F62D46D}" dt="2026-07-13T07:46:52.185" v="1623" actId="20577"/>
        <pc:sldMkLst>
          <pc:docMk/>
          <pc:sldMk cId="1572896709" sldId="486"/>
        </pc:sldMkLst>
        <pc:spChg chg="mod">
          <ac:chgData name="Berg, Dirk van den" userId="035ecb32-01d9-4b47-a105-eacf059a4647" providerId="ADAL" clId="{F7FF961E-CF96-44AC-93C2-93612F62D46D}" dt="2026-07-13T07:30:04.552" v="1194" actId="20577"/>
          <ac:spMkLst>
            <pc:docMk/>
            <pc:sldMk cId="1572896709" sldId="486"/>
            <ac:spMk id="2" creationId="{3D5ED908-7365-037E-2C99-74A6AE7AC7D6}"/>
          </ac:spMkLst>
        </pc:spChg>
        <pc:spChg chg="mod">
          <ac:chgData name="Berg, Dirk van den" userId="035ecb32-01d9-4b47-a105-eacf059a4647" providerId="ADAL" clId="{F7FF961E-CF96-44AC-93C2-93612F62D46D}" dt="2026-07-13T07:46:52.185" v="1623" actId="20577"/>
          <ac:spMkLst>
            <pc:docMk/>
            <pc:sldMk cId="1572896709" sldId="486"/>
            <ac:spMk id="3" creationId="{0AFDC77D-B43E-3C86-8F49-414DAD7805C7}"/>
          </ac:spMkLst>
        </pc:spChg>
      </pc:sldChg>
      <pc:sldChg chg="modSp new mod modShow">
        <pc:chgData name="Berg, Dirk van den" userId="035ecb32-01d9-4b47-a105-eacf059a4647" providerId="ADAL" clId="{F7FF961E-CF96-44AC-93C2-93612F62D46D}" dt="2026-07-13T07:46:40.916" v="1601" actId="729"/>
        <pc:sldMkLst>
          <pc:docMk/>
          <pc:sldMk cId="1435854173" sldId="487"/>
        </pc:sldMkLst>
        <pc:spChg chg="mod">
          <ac:chgData name="Berg, Dirk van den" userId="035ecb32-01d9-4b47-a105-eacf059a4647" providerId="ADAL" clId="{F7FF961E-CF96-44AC-93C2-93612F62D46D}" dt="2026-07-13T07:35:55.184" v="1321" actId="20577"/>
          <ac:spMkLst>
            <pc:docMk/>
            <pc:sldMk cId="1435854173" sldId="487"/>
            <ac:spMk id="2" creationId="{7D6DC217-F62A-D515-67E0-43971C42FD4A}"/>
          </ac:spMkLst>
        </pc:spChg>
        <pc:spChg chg="mod">
          <ac:chgData name="Berg, Dirk van den" userId="035ecb32-01d9-4b47-a105-eacf059a4647" providerId="ADAL" clId="{F7FF961E-CF96-44AC-93C2-93612F62D46D}" dt="2026-07-13T07:36:01.191" v="1330" actId="15"/>
          <ac:spMkLst>
            <pc:docMk/>
            <pc:sldMk cId="1435854173" sldId="487"/>
            <ac:spMk id="3" creationId="{AE2F0EB9-586F-50D6-F710-783D65704280}"/>
          </ac:spMkLst>
        </pc:spChg>
      </pc:sldChg>
      <pc:sldChg chg="modSp new mod">
        <pc:chgData name="Berg, Dirk van den" userId="035ecb32-01d9-4b47-a105-eacf059a4647" providerId="ADAL" clId="{F7FF961E-CF96-44AC-93C2-93612F62D46D}" dt="2026-07-13T07:39:13.232" v="1575" actId="20577"/>
        <pc:sldMkLst>
          <pc:docMk/>
          <pc:sldMk cId="3566701130" sldId="488"/>
        </pc:sldMkLst>
        <pc:spChg chg="mod">
          <ac:chgData name="Berg, Dirk van den" userId="035ecb32-01d9-4b47-a105-eacf059a4647" providerId="ADAL" clId="{F7FF961E-CF96-44AC-93C2-93612F62D46D}" dt="2026-07-13T07:37:42.529" v="1339" actId="20577"/>
          <ac:spMkLst>
            <pc:docMk/>
            <pc:sldMk cId="3566701130" sldId="488"/>
            <ac:spMk id="2" creationId="{2B17BBD4-285A-44AF-075D-7EC5FF52DC06}"/>
          </ac:spMkLst>
        </pc:spChg>
        <pc:spChg chg="mod">
          <ac:chgData name="Berg, Dirk van den" userId="035ecb32-01d9-4b47-a105-eacf059a4647" providerId="ADAL" clId="{F7FF961E-CF96-44AC-93C2-93612F62D46D}" dt="2026-07-13T07:39:13.232" v="1575" actId="20577"/>
          <ac:spMkLst>
            <pc:docMk/>
            <pc:sldMk cId="3566701130" sldId="488"/>
            <ac:spMk id="3" creationId="{AF17015C-BCAA-1ADF-11CB-501DBEDB0479}"/>
          </ac:spMkLst>
        </pc:spChg>
      </pc:sldChg>
      <pc:sldChg chg="addSp delSp modSp new mod">
        <pc:chgData name="Berg, Dirk van den" userId="035ecb32-01d9-4b47-a105-eacf059a4647" providerId="ADAL" clId="{F7FF961E-CF96-44AC-93C2-93612F62D46D}" dt="2026-07-13T07:51:34.438" v="1648" actId="20577"/>
        <pc:sldMkLst>
          <pc:docMk/>
          <pc:sldMk cId="3307288173" sldId="489"/>
        </pc:sldMkLst>
        <pc:spChg chg="del">
          <ac:chgData name="Berg, Dirk van den" userId="035ecb32-01d9-4b47-a105-eacf059a4647" providerId="ADAL" clId="{F7FF961E-CF96-44AC-93C2-93612F62D46D}" dt="2026-07-13T07:50:31.216" v="1641" actId="478"/>
          <ac:spMkLst>
            <pc:docMk/>
            <pc:sldMk cId="3307288173" sldId="489"/>
            <ac:spMk id="2" creationId="{4EE09151-2EF4-F0FC-F910-2AA0B6690498}"/>
          </ac:spMkLst>
        </pc:spChg>
        <pc:spChg chg="del">
          <ac:chgData name="Berg, Dirk van den" userId="035ecb32-01d9-4b47-a105-eacf059a4647" providerId="ADAL" clId="{F7FF961E-CF96-44AC-93C2-93612F62D46D}" dt="2026-07-13T07:50:25.834" v="1637" actId="478"/>
          <ac:spMkLst>
            <pc:docMk/>
            <pc:sldMk cId="3307288173" sldId="489"/>
            <ac:spMk id="3" creationId="{0FBFD1B2-3957-79EB-C8B3-7CD98D52420B}"/>
          </ac:spMkLst>
        </pc:spChg>
        <pc:spChg chg="add del mod">
          <ac:chgData name="Berg, Dirk van den" userId="035ecb32-01d9-4b47-a105-eacf059a4647" providerId="ADAL" clId="{F7FF961E-CF96-44AC-93C2-93612F62D46D}" dt="2026-07-13T07:50:44.250" v="1644" actId="1076"/>
          <ac:spMkLst>
            <pc:docMk/>
            <pc:sldMk cId="3307288173" sldId="489"/>
            <ac:spMk id="5" creationId="{B6FC791C-CC9C-7F5B-D403-C7FFFAD77FE4}"/>
          </ac:spMkLst>
        </pc:spChg>
        <pc:spChg chg="add del mod">
          <ac:chgData name="Berg, Dirk van den" userId="035ecb32-01d9-4b47-a105-eacf059a4647" providerId="ADAL" clId="{F7FF961E-CF96-44AC-93C2-93612F62D46D}" dt="2026-07-13T07:49:57.023" v="1630" actId="478"/>
          <ac:spMkLst>
            <pc:docMk/>
            <pc:sldMk cId="3307288173" sldId="489"/>
            <ac:spMk id="7" creationId="{E16044C8-93A3-8BBF-2057-914C10DEDA13}"/>
          </ac:spMkLst>
        </pc:spChg>
        <pc:spChg chg="add mod">
          <ac:chgData name="Berg, Dirk van den" userId="035ecb32-01d9-4b47-a105-eacf059a4647" providerId="ADAL" clId="{F7FF961E-CF96-44AC-93C2-93612F62D46D}" dt="2026-07-13T07:51:34.438" v="1648" actId="20577"/>
          <ac:spMkLst>
            <pc:docMk/>
            <pc:sldMk cId="3307288173" sldId="489"/>
            <ac:spMk id="9" creationId="{03FD9FF0-5D57-1210-A19B-A952D90FEE87}"/>
          </ac:spMkLst>
        </pc:spChg>
      </pc:sldChg>
      <pc:sldChg chg="addSp delSp modSp new mod">
        <pc:chgData name="Berg, Dirk van den" userId="035ecb32-01d9-4b47-a105-eacf059a4647" providerId="ADAL" clId="{F7FF961E-CF96-44AC-93C2-93612F62D46D}" dt="2026-07-13T07:51:32.603" v="1647" actId="20577"/>
        <pc:sldMkLst>
          <pc:docMk/>
          <pc:sldMk cId="4167784144" sldId="490"/>
        </pc:sldMkLst>
        <pc:spChg chg="del mod">
          <ac:chgData name="Berg, Dirk van den" userId="035ecb32-01d9-4b47-a105-eacf059a4647" providerId="ADAL" clId="{F7FF961E-CF96-44AC-93C2-93612F62D46D}" dt="2026-07-13T07:50:02.629" v="1634" actId="478"/>
          <ac:spMkLst>
            <pc:docMk/>
            <pc:sldMk cId="4167784144" sldId="490"/>
            <ac:spMk id="3" creationId="{C8360AB3-ED76-0ECD-5317-D41A47E156E7}"/>
          </ac:spMkLst>
        </pc:spChg>
        <pc:spChg chg="add mod">
          <ac:chgData name="Berg, Dirk van den" userId="035ecb32-01d9-4b47-a105-eacf059a4647" providerId="ADAL" clId="{F7FF961E-CF96-44AC-93C2-93612F62D46D}" dt="2026-07-13T07:51:32.603" v="1647" actId="20577"/>
          <ac:spMkLst>
            <pc:docMk/>
            <pc:sldMk cId="4167784144" sldId="490"/>
            <ac:spMk id="5" creationId="{3000FD1B-351D-BC2E-7A7E-711CD973F9EB}"/>
          </ac:spMkLst>
        </pc:spChg>
        <pc:spChg chg="add mod">
          <ac:chgData name="Berg, Dirk van den" userId="035ecb32-01d9-4b47-a105-eacf059a4647" providerId="ADAL" clId="{F7FF961E-CF96-44AC-93C2-93612F62D46D}" dt="2026-07-13T07:51:21.628" v="1646" actId="1076"/>
          <ac:spMkLst>
            <pc:docMk/>
            <pc:sldMk cId="4167784144" sldId="490"/>
            <ac:spMk id="7" creationId="{EFD4483C-DFA7-67BF-69A8-51896C4C8B34}"/>
          </ac:spMkLst>
        </pc:spChg>
      </pc:sldChg>
      <pc:sldChg chg="modSp new mod">
        <pc:chgData name="Berg, Dirk van den" userId="035ecb32-01d9-4b47-a105-eacf059a4647" providerId="ADAL" clId="{F7FF961E-CF96-44AC-93C2-93612F62D46D}" dt="2026-07-13T07:53:33.774" v="1781" actId="20577"/>
        <pc:sldMkLst>
          <pc:docMk/>
          <pc:sldMk cId="1627513463" sldId="491"/>
        </pc:sldMkLst>
        <pc:spChg chg="mod">
          <ac:chgData name="Berg, Dirk van den" userId="035ecb32-01d9-4b47-a105-eacf059a4647" providerId="ADAL" clId="{F7FF961E-CF96-44AC-93C2-93612F62D46D}" dt="2026-07-13T07:52:22.459" v="1672" actId="20577"/>
          <ac:spMkLst>
            <pc:docMk/>
            <pc:sldMk cId="1627513463" sldId="491"/>
            <ac:spMk id="2" creationId="{F5E3D408-3678-7B44-7296-371BFBD93B2C}"/>
          </ac:spMkLst>
        </pc:spChg>
        <pc:spChg chg="mod">
          <ac:chgData name="Berg, Dirk van den" userId="035ecb32-01d9-4b47-a105-eacf059a4647" providerId="ADAL" clId="{F7FF961E-CF96-44AC-93C2-93612F62D46D}" dt="2026-07-13T07:53:33.774" v="1781" actId="20577"/>
          <ac:spMkLst>
            <pc:docMk/>
            <pc:sldMk cId="1627513463" sldId="491"/>
            <ac:spMk id="3" creationId="{171DFF60-EEA6-B2DA-533F-F00033B614E3}"/>
          </ac:spMkLst>
        </pc:spChg>
      </pc:sldChg>
      <pc:sldChg chg="addSp delSp modSp new mod">
        <pc:chgData name="Berg, Dirk van den" userId="035ecb32-01d9-4b47-a105-eacf059a4647" providerId="ADAL" clId="{F7FF961E-CF96-44AC-93C2-93612F62D46D}" dt="2026-07-13T07:53:16.760" v="1754" actId="1076"/>
        <pc:sldMkLst>
          <pc:docMk/>
          <pc:sldMk cId="27484177" sldId="492"/>
        </pc:sldMkLst>
        <pc:spChg chg="del">
          <ac:chgData name="Berg, Dirk van den" userId="035ecb32-01d9-4b47-a105-eacf059a4647" providerId="ADAL" clId="{F7FF961E-CF96-44AC-93C2-93612F62D46D}" dt="2026-07-13T07:53:08.347" v="1748"/>
          <ac:spMkLst>
            <pc:docMk/>
            <pc:sldMk cId="27484177" sldId="492"/>
            <ac:spMk id="3" creationId="{BBE3B95E-E49C-D2F9-86EA-9E20B36021CA}"/>
          </ac:spMkLst>
        </pc:spChg>
        <pc:picChg chg="add mod ord">
          <ac:chgData name="Berg, Dirk van den" userId="035ecb32-01d9-4b47-a105-eacf059a4647" providerId="ADAL" clId="{F7FF961E-CF96-44AC-93C2-93612F62D46D}" dt="2026-07-13T07:53:16.760" v="1754" actId="1076"/>
          <ac:picMkLst>
            <pc:docMk/>
            <pc:sldMk cId="27484177" sldId="492"/>
            <ac:picMk id="5" creationId="{F26C54EA-6DA0-97F6-59FA-5907758A9974}"/>
          </ac:picMkLst>
        </pc:picChg>
      </pc:sldChg>
      <pc:sldChg chg="addSp new mod">
        <pc:chgData name="Berg, Dirk van den" userId="035ecb32-01d9-4b47-a105-eacf059a4647" providerId="ADAL" clId="{F7FF961E-CF96-44AC-93C2-93612F62D46D}" dt="2026-07-13T09:56:26.188" v="1783" actId="22"/>
        <pc:sldMkLst>
          <pc:docMk/>
          <pc:sldMk cId="3385713866" sldId="493"/>
        </pc:sldMkLst>
        <pc:spChg chg="add">
          <ac:chgData name="Berg, Dirk van den" userId="035ecb32-01d9-4b47-a105-eacf059a4647" providerId="ADAL" clId="{F7FF961E-CF96-44AC-93C2-93612F62D46D}" dt="2026-07-13T09:56:26.188" v="1783" actId="22"/>
          <ac:spMkLst>
            <pc:docMk/>
            <pc:sldMk cId="3385713866" sldId="493"/>
            <ac:spMk id="5" creationId="{BB199527-8ED1-9951-2470-58AE9FAC90FB}"/>
          </ac:spMkLst>
        </pc:spChg>
      </pc:sldChg>
      <pc:sldChg chg="addSp new mod">
        <pc:chgData name="Berg, Dirk van den" userId="035ecb32-01d9-4b47-a105-eacf059a4647" providerId="ADAL" clId="{F7FF961E-CF96-44AC-93C2-93612F62D46D}" dt="2026-07-13T11:06:32.586" v="1785" actId="22"/>
        <pc:sldMkLst>
          <pc:docMk/>
          <pc:sldMk cId="754714670" sldId="494"/>
        </pc:sldMkLst>
        <pc:spChg chg="add">
          <ac:chgData name="Berg, Dirk van den" userId="035ecb32-01d9-4b47-a105-eacf059a4647" providerId="ADAL" clId="{F7FF961E-CF96-44AC-93C2-93612F62D46D}" dt="2026-07-13T11:06:32.586" v="1785" actId="22"/>
          <ac:spMkLst>
            <pc:docMk/>
            <pc:sldMk cId="754714670" sldId="494"/>
            <ac:spMk id="5" creationId="{A24D5663-975E-053D-65D3-B9996F3DD9E6}"/>
          </ac:spMkLst>
        </pc:spChg>
      </pc:sldChg>
      <pc:sldChg chg="addSp modSp new mod">
        <pc:chgData name="Berg, Dirk van den" userId="035ecb32-01d9-4b47-a105-eacf059a4647" providerId="ADAL" clId="{F7FF961E-CF96-44AC-93C2-93612F62D46D}" dt="2026-07-13T11:07:48.138" v="1796" actId="20577"/>
        <pc:sldMkLst>
          <pc:docMk/>
          <pc:sldMk cId="500087824" sldId="495"/>
        </pc:sldMkLst>
        <pc:spChg chg="mod">
          <ac:chgData name="Berg, Dirk van den" userId="035ecb32-01d9-4b47-a105-eacf059a4647" providerId="ADAL" clId="{F7FF961E-CF96-44AC-93C2-93612F62D46D}" dt="2026-07-13T11:07:48.138" v="1796" actId="20577"/>
          <ac:spMkLst>
            <pc:docMk/>
            <pc:sldMk cId="500087824" sldId="495"/>
            <ac:spMk id="2" creationId="{3BCB2375-BB72-C8FF-4D9F-384DC1E0DE4F}"/>
          </ac:spMkLst>
        </pc:spChg>
        <pc:spChg chg="add">
          <ac:chgData name="Berg, Dirk van den" userId="035ecb32-01d9-4b47-a105-eacf059a4647" providerId="ADAL" clId="{F7FF961E-CF96-44AC-93C2-93612F62D46D}" dt="2026-07-13T11:07:44.212" v="1787" actId="22"/>
          <ac:spMkLst>
            <pc:docMk/>
            <pc:sldMk cId="500087824" sldId="495"/>
            <ac:spMk id="5" creationId="{ABBD0925-8287-1543-905E-A65768860038}"/>
          </ac:spMkLst>
        </pc:spChg>
      </pc:sldChg>
      <pc:sldChg chg="modSp new mod">
        <pc:chgData name="Berg, Dirk van den" userId="035ecb32-01d9-4b47-a105-eacf059a4647" providerId="ADAL" clId="{F7FF961E-CF96-44AC-93C2-93612F62D46D}" dt="2026-07-13T11:10:57.885" v="1802" actId="20577"/>
        <pc:sldMkLst>
          <pc:docMk/>
          <pc:sldMk cId="2124577470" sldId="496"/>
        </pc:sldMkLst>
        <pc:spChg chg="mod">
          <ac:chgData name="Berg, Dirk van den" userId="035ecb32-01d9-4b47-a105-eacf059a4647" providerId="ADAL" clId="{F7FF961E-CF96-44AC-93C2-93612F62D46D}" dt="2026-07-13T11:10:57.885" v="1802" actId="20577"/>
          <ac:spMkLst>
            <pc:docMk/>
            <pc:sldMk cId="2124577470" sldId="496"/>
            <ac:spMk id="2" creationId="{6947E0DC-3939-2792-2B27-6AE054E3D61A}"/>
          </ac:spMkLst>
        </pc:spChg>
        <pc:spChg chg="mod">
          <ac:chgData name="Berg, Dirk van den" userId="035ecb32-01d9-4b47-a105-eacf059a4647" providerId="ADAL" clId="{F7FF961E-CF96-44AC-93C2-93612F62D46D}" dt="2026-07-13T11:10:47.499" v="1799" actId="20577"/>
          <ac:spMkLst>
            <pc:docMk/>
            <pc:sldMk cId="2124577470" sldId="496"/>
            <ac:spMk id="3" creationId="{F9BE4372-162D-12DC-47C5-E00C143D7571}"/>
          </ac:spMkLst>
        </pc:spChg>
      </pc:sldChg>
      <pc:sldChg chg="addSp delSp modSp new mod">
        <pc:chgData name="Berg, Dirk van den" userId="035ecb32-01d9-4b47-a105-eacf059a4647" providerId="ADAL" clId="{F7FF961E-CF96-44AC-93C2-93612F62D46D}" dt="2026-07-13T11:44:39.426" v="1806" actId="478"/>
        <pc:sldMkLst>
          <pc:docMk/>
          <pc:sldMk cId="263235856" sldId="497"/>
        </pc:sldMkLst>
        <pc:spChg chg="del">
          <ac:chgData name="Berg, Dirk van den" userId="035ecb32-01d9-4b47-a105-eacf059a4647" providerId="ADAL" clId="{F7FF961E-CF96-44AC-93C2-93612F62D46D}" dt="2026-07-13T11:41:53.524" v="1805"/>
          <ac:spMkLst>
            <pc:docMk/>
            <pc:sldMk cId="263235856" sldId="497"/>
            <ac:spMk id="3" creationId="{68BBD89D-30AC-E1F7-4E83-D500B854DFE1}"/>
          </ac:spMkLst>
        </pc:spChg>
        <pc:spChg chg="add mod">
          <ac:chgData name="Berg, Dirk van den" userId="035ecb32-01d9-4b47-a105-eacf059a4647" providerId="ADAL" clId="{F7FF961E-CF96-44AC-93C2-93612F62D46D}" dt="2026-07-13T11:44:39.426" v="1806" actId="478"/>
          <ac:spMkLst>
            <pc:docMk/>
            <pc:sldMk cId="263235856" sldId="497"/>
            <ac:spMk id="7" creationId="{1CBA859E-DEDB-2C02-4CA5-A90A07463FC4}"/>
          </ac:spMkLst>
        </pc:spChg>
        <pc:picChg chg="add del mod ord">
          <ac:chgData name="Berg, Dirk van den" userId="035ecb32-01d9-4b47-a105-eacf059a4647" providerId="ADAL" clId="{F7FF961E-CF96-44AC-93C2-93612F62D46D}" dt="2026-07-13T11:44:39.426" v="1806" actId="478"/>
          <ac:picMkLst>
            <pc:docMk/>
            <pc:sldMk cId="263235856" sldId="497"/>
            <ac:picMk id="5" creationId="{44EBC4E9-A9BA-AA19-442F-D4DC2784ADC7}"/>
          </ac:picMkLst>
        </pc:picChg>
      </pc:sldChg>
      <pc:sldChg chg="addSp new mod">
        <pc:chgData name="Berg, Dirk van den" userId="035ecb32-01d9-4b47-a105-eacf059a4647" providerId="ADAL" clId="{F7FF961E-CF96-44AC-93C2-93612F62D46D}" dt="2026-07-13T12:07:26.881" v="1809" actId="22"/>
        <pc:sldMkLst>
          <pc:docMk/>
          <pc:sldMk cId="1890014163" sldId="498"/>
        </pc:sldMkLst>
        <pc:picChg chg="add">
          <ac:chgData name="Berg, Dirk van den" userId="035ecb32-01d9-4b47-a105-eacf059a4647" providerId="ADAL" clId="{F7FF961E-CF96-44AC-93C2-93612F62D46D}" dt="2026-07-13T12:07:26.881" v="1809" actId="22"/>
          <ac:picMkLst>
            <pc:docMk/>
            <pc:sldMk cId="1890014163" sldId="498"/>
            <ac:picMk id="5" creationId="{7BDE6E4C-246B-FC7F-DEF0-102B4070E2D0}"/>
          </ac:picMkLst>
        </pc:picChg>
      </pc:sldChg>
      <pc:sldChg chg="addSp modSp new mod modNotesTx">
        <pc:chgData name="Berg, Dirk van den" userId="035ecb32-01d9-4b47-a105-eacf059a4647" providerId="ADAL" clId="{F7FF961E-CF96-44AC-93C2-93612F62D46D}" dt="2026-07-13T13:15:43.554" v="1826" actId="6549"/>
        <pc:sldMkLst>
          <pc:docMk/>
          <pc:sldMk cId="886024403" sldId="499"/>
        </pc:sldMkLst>
        <pc:spChg chg="add mod">
          <ac:chgData name="Berg, Dirk van den" userId="035ecb32-01d9-4b47-a105-eacf059a4647" providerId="ADAL" clId="{F7FF961E-CF96-44AC-93C2-93612F62D46D}" dt="2026-07-13T13:15:43.554" v="1826" actId="6549"/>
          <ac:spMkLst>
            <pc:docMk/>
            <pc:sldMk cId="886024403" sldId="499"/>
            <ac:spMk id="5" creationId="{8CDA1798-8556-4CA0-7319-FDFE86B08AE5}"/>
          </ac:spMkLst>
        </pc:spChg>
      </pc:sldChg>
      <pc:sldChg chg="addSp delSp modSp new mod">
        <pc:chgData name="Berg, Dirk van den" userId="035ecb32-01d9-4b47-a105-eacf059a4647" providerId="ADAL" clId="{F7FF961E-CF96-44AC-93C2-93612F62D46D}" dt="2026-07-13T12:29:38.152" v="1820" actId="1076"/>
        <pc:sldMkLst>
          <pc:docMk/>
          <pc:sldMk cId="696274823" sldId="500"/>
        </pc:sldMkLst>
        <pc:spChg chg="del">
          <ac:chgData name="Berg, Dirk van den" userId="035ecb32-01d9-4b47-a105-eacf059a4647" providerId="ADAL" clId="{F7FF961E-CF96-44AC-93C2-93612F62D46D}" dt="2026-07-13T12:28:11.280" v="1812"/>
          <ac:spMkLst>
            <pc:docMk/>
            <pc:sldMk cId="696274823" sldId="500"/>
            <ac:spMk id="3" creationId="{8CBD70EB-CD0D-EC21-FB09-F3A10FF3CBC1}"/>
          </ac:spMkLst>
        </pc:spChg>
        <pc:spChg chg="add del mod">
          <ac:chgData name="Berg, Dirk van den" userId="035ecb32-01d9-4b47-a105-eacf059a4647" providerId="ADAL" clId="{F7FF961E-CF96-44AC-93C2-93612F62D46D}" dt="2026-07-13T12:29:25.950" v="1817"/>
          <ac:spMkLst>
            <pc:docMk/>
            <pc:sldMk cId="696274823" sldId="500"/>
            <ac:spMk id="7" creationId="{C0EFA72A-F459-C334-587C-B718737E43F8}"/>
          </ac:spMkLst>
        </pc:spChg>
        <pc:picChg chg="add del mod ord">
          <ac:chgData name="Berg, Dirk van den" userId="035ecb32-01d9-4b47-a105-eacf059a4647" providerId="ADAL" clId="{F7FF961E-CF96-44AC-93C2-93612F62D46D}" dt="2026-07-13T12:29:22.066" v="1815" actId="478"/>
          <ac:picMkLst>
            <pc:docMk/>
            <pc:sldMk cId="696274823" sldId="500"/>
            <ac:picMk id="5" creationId="{C0D4ADE2-6F56-716F-9019-EB8E4832EBA3}"/>
          </ac:picMkLst>
        </pc:picChg>
        <pc:picChg chg="add mod ord">
          <ac:chgData name="Berg, Dirk van den" userId="035ecb32-01d9-4b47-a105-eacf059a4647" providerId="ADAL" clId="{F7FF961E-CF96-44AC-93C2-93612F62D46D}" dt="2026-07-13T12:29:38.152" v="1820" actId="1076"/>
          <ac:picMkLst>
            <pc:docMk/>
            <pc:sldMk cId="696274823" sldId="500"/>
            <ac:picMk id="9" creationId="{AC226E42-61C6-8BD5-B217-942BA95C449B}"/>
          </ac:picMkLst>
        </pc:picChg>
      </pc:sldChg>
      <pc:sldChg chg="addSp delSp modSp new mod">
        <pc:chgData name="Berg, Dirk van den" userId="035ecb32-01d9-4b47-a105-eacf059a4647" providerId="ADAL" clId="{F7FF961E-CF96-44AC-93C2-93612F62D46D}" dt="2026-07-13T13:17:07.729" v="1833" actId="1076"/>
        <pc:sldMkLst>
          <pc:docMk/>
          <pc:sldMk cId="302949063" sldId="501"/>
        </pc:sldMkLst>
        <pc:spChg chg="del">
          <ac:chgData name="Berg, Dirk van den" userId="035ecb32-01d9-4b47-a105-eacf059a4647" providerId="ADAL" clId="{F7FF961E-CF96-44AC-93C2-93612F62D46D}" dt="2026-07-13T13:17:04.206" v="1831"/>
          <ac:spMkLst>
            <pc:docMk/>
            <pc:sldMk cId="302949063" sldId="501"/>
            <ac:spMk id="3" creationId="{2FFC0ED3-EF1A-38E3-C669-0AD25D21C338}"/>
          </ac:spMkLst>
        </pc:spChg>
        <pc:picChg chg="add mod ord">
          <ac:chgData name="Berg, Dirk van den" userId="035ecb32-01d9-4b47-a105-eacf059a4647" providerId="ADAL" clId="{F7FF961E-CF96-44AC-93C2-93612F62D46D}" dt="2026-07-13T13:17:07.729" v="1833" actId="1076"/>
          <ac:picMkLst>
            <pc:docMk/>
            <pc:sldMk cId="302949063" sldId="501"/>
            <ac:picMk id="5" creationId="{39236851-30A5-61E8-1559-21FC861D06F9}"/>
          </ac:picMkLst>
        </pc:picChg>
      </pc:sldChg>
      <pc:sldChg chg="addSp delSp modSp new mod ord">
        <pc:chgData name="Berg, Dirk van den" userId="035ecb32-01d9-4b47-a105-eacf059a4647" providerId="ADAL" clId="{F7FF961E-CF96-44AC-93C2-93612F62D46D}" dt="2026-07-13T13:19:49.903" v="1842"/>
        <pc:sldMkLst>
          <pc:docMk/>
          <pc:sldMk cId="3156995307" sldId="502"/>
        </pc:sldMkLst>
        <pc:spChg chg="del">
          <ac:chgData name="Berg, Dirk van den" userId="035ecb32-01d9-4b47-a105-eacf059a4647" providerId="ADAL" clId="{F7FF961E-CF96-44AC-93C2-93612F62D46D}" dt="2026-07-13T13:17:16.798" v="1835"/>
          <ac:spMkLst>
            <pc:docMk/>
            <pc:sldMk cId="3156995307" sldId="502"/>
            <ac:spMk id="3" creationId="{6D1663D4-0FB7-0862-00B2-F8A8DFC95721}"/>
          </ac:spMkLst>
        </pc:spChg>
        <pc:picChg chg="add mod ord">
          <ac:chgData name="Berg, Dirk van den" userId="035ecb32-01d9-4b47-a105-eacf059a4647" providerId="ADAL" clId="{F7FF961E-CF96-44AC-93C2-93612F62D46D}" dt="2026-07-13T13:17:19.762" v="1837" actId="1076"/>
          <ac:picMkLst>
            <pc:docMk/>
            <pc:sldMk cId="3156995307" sldId="502"/>
            <ac:picMk id="5" creationId="{BB57E9CC-9D4A-F7C4-865D-DE68A1FD7FDD}"/>
          </ac:picMkLst>
        </pc:picChg>
      </pc:sldChg>
      <pc:sldChg chg="addSp delSp modSp new mod">
        <pc:chgData name="Berg, Dirk van den" userId="035ecb32-01d9-4b47-a105-eacf059a4647" providerId="ADAL" clId="{F7FF961E-CF96-44AC-93C2-93612F62D46D}" dt="2026-07-13T13:17:43.322" v="1840" actId="14100"/>
        <pc:sldMkLst>
          <pc:docMk/>
          <pc:sldMk cId="4142799060" sldId="503"/>
        </pc:sldMkLst>
        <pc:spChg chg="del">
          <ac:chgData name="Berg, Dirk van den" userId="035ecb32-01d9-4b47-a105-eacf059a4647" providerId="ADAL" clId="{F7FF961E-CF96-44AC-93C2-93612F62D46D}" dt="2026-07-13T13:17:40.942" v="1839"/>
          <ac:spMkLst>
            <pc:docMk/>
            <pc:sldMk cId="4142799060" sldId="503"/>
            <ac:spMk id="3" creationId="{D6C1917E-707C-F354-CAAC-4F98DC65A2C1}"/>
          </ac:spMkLst>
        </pc:spChg>
        <pc:picChg chg="add mod ord">
          <ac:chgData name="Berg, Dirk van den" userId="035ecb32-01d9-4b47-a105-eacf059a4647" providerId="ADAL" clId="{F7FF961E-CF96-44AC-93C2-93612F62D46D}" dt="2026-07-13T13:17:43.322" v="1840" actId="14100"/>
          <ac:picMkLst>
            <pc:docMk/>
            <pc:sldMk cId="4142799060" sldId="503"/>
            <ac:picMk id="5" creationId="{9FE337BF-4BB6-E958-9D06-6B559CB1CF90}"/>
          </ac:picMkLst>
        </pc:picChg>
      </pc:sldChg>
      <pc:sldChg chg="addSp modSp new mod">
        <pc:chgData name="Berg, Dirk van den" userId="035ecb32-01d9-4b47-a105-eacf059a4647" providerId="ADAL" clId="{F7FF961E-CF96-44AC-93C2-93612F62D46D}" dt="2026-07-13T13:39:57.167" v="1865" actId="22"/>
        <pc:sldMkLst>
          <pc:docMk/>
          <pc:sldMk cId="3152535599" sldId="504"/>
        </pc:sldMkLst>
        <pc:spChg chg="mod">
          <ac:chgData name="Berg, Dirk van den" userId="035ecb32-01d9-4b47-a105-eacf059a4647" providerId="ADAL" clId="{F7FF961E-CF96-44AC-93C2-93612F62D46D}" dt="2026-07-13T13:39:54.742" v="1864" actId="20577"/>
          <ac:spMkLst>
            <pc:docMk/>
            <pc:sldMk cId="3152535599" sldId="504"/>
            <ac:spMk id="2" creationId="{E296E22E-93DC-E815-137A-6F23BD8B3310}"/>
          </ac:spMkLst>
        </pc:spChg>
        <pc:spChg chg="add">
          <ac:chgData name="Berg, Dirk van den" userId="035ecb32-01d9-4b47-a105-eacf059a4647" providerId="ADAL" clId="{F7FF961E-CF96-44AC-93C2-93612F62D46D}" dt="2026-07-13T13:39:57.167" v="1865" actId="22"/>
          <ac:spMkLst>
            <pc:docMk/>
            <pc:sldMk cId="3152535599" sldId="504"/>
            <ac:spMk id="5" creationId="{1C220C68-B05F-4529-7FDD-C8641C55E31F}"/>
          </ac:spMkLst>
        </pc:spChg>
      </pc:sldChg>
      <pc:sldChg chg="modSp new ord">
        <pc:chgData name="Berg, Dirk van den" userId="035ecb32-01d9-4b47-a105-eacf059a4647" providerId="ADAL" clId="{F7FF961E-CF96-44AC-93C2-93612F62D46D}" dt="2026-07-13T13:39:48.959" v="1847"/>
        <pc:sldMkLst>
          <pc:docMk/>
          <pc:sldMk cId="2512120484" sldId="505"/>
        </pc:sldMkLst>
        <pc:spChg chg="mod">
          <ac:chgData name="Berg, Dirk van den" userId="035ecb32-01d9-4b47-a105-eacf059a4647" providerId="ADAL" clId="{F7FF961E-CF96-44AC-93C2-93612F62D46D}" dt="2026-07-13T13:22:18.501" v="1844"/>
          <ac:spMkLst>
            <pc:docMk/>
            <pc:sldMk cId="2512120484" sldId="505"/>
            <ac:spMk id="3" creationId="{47F2740C-9F3C-6A3E-515D-DA3B2578C452}"/>
          </ac:spMkLst>
        </pc:spChg>
      </pc:sldChg>
      <pc:sldChg chg="modSp new mod">
        <pc:chgData name="Berg, Dirk van den" userId="035ecb32-01d9-4b47-a105-eacf059a4647" providerId="ADAL" clId="{F7FF961E-CF96-44AC-93C2-93612F62D46D}" dt="2026-07-14T09:38:20.578" v="2068"/>
        <pc:sldMkLst>
          <pc:docMk/>
          <pc:sldMk cId="3196533598" sldId="506"/>
        </pc:sldMkLst>
        <pc:spChg chg="mod">
          <ac:chgData name="Berg, Dirk van den" userId="035ecb32-01d9-4b47-a105-eacf059a4647" providerId="ADAL" clId="{F7FF961E-CF96-44AC-93C2-93612F62D46D}" dt="2026-07-14T09:38:18.736" v="2067" actId="20577"/>
          <ac:spMkLst>
            <pc:docMk/>
            <pc:sldMk cId="3196533598" sldId="506"/>
            <ac:spMk id="2" creationId="{C9CC63CE-E6DB-BE91-F347-F9FBD6EF6787}"/>
          </ac:spMkLst>
        </pc:spChg>
        <pc:spChg chg="mod">
          <ac:chgData name="Berg, Dirk van den" userId="035ecb32-01d9-4b47-a105-eacf059a4647" providerId="ADAL" clId="{F7FF961E-CF96-44AC-93C2-93612F62D46D}" dt="2026-07-14T09:38:20.578" v="2068"/>
          <ac:spMkLst>
            <pc:docMk/>
            <pc:sldMk cId="3196533598" sldId="506"/>
            <ac:spMk id="3" creationId="{3E77990A-2DC4-4F6A-1046-52A6DF583C42}"/>
          </ac:spMkLst>
        </pc:spChg>
      </pc:sldChg>
      <pc:sldChg chg="addSp new mod">
        <pc:chgData name="Berg, Dirk van den" userId="035ecb32-01d9-4b47-a105-eacf059a4647" providerId="ADAL" clId="{F7FF961E-CF96-44AC-93C2-93612F62D46D}" dt="2026-07-13T13:41:45.814" v="1867" actId="22"/>
        <pc:sldMkLst>
          <pc:docMk/>
          <pc:sldMk cId="3002063665" sldId="507"/>
        </pc:sldMkLst>
        <pc:spChg chg="add">
          <ac:chgData name="Berg, Dirk van den" userId="035ecb32-01d9-4b47-a105-eacf059a4647" providerId="ADAL" clId="{F7FF961E-CF96-44AC-93C2-93612F62D46D}" dt="2026-07-13T13:41:45.814" v="1867" actId="22"/>
          <ac:spMkLst>
            <pc:docMk/>
            <pc:sldMk cId="3002063665" sldId="507"/>
            <ac:spMk id="5" creationId="{BA546C9B-02AC-0F35-0301-B8C557D3EA55}"/>
          </ac:spMkLst>
        </pc:spChg>
      </pc:sldChg>
      <pc:sldChg chg="new">
        <pc:chgData name="Berg, Dirk van den" userId="035ecb32-01d9-4b47-a105-eacf059a4647" providerId="ADAL" clId="{F7FF961E-CF96-44AC-93C2-93612F62D46D}" dt="2026-07-13T13:42:23.664" v="1868" actId="680"/>
        <pc:sldMkLst>
          <pc:docMk/>
          <pc:sldMk cId="3626209700" sldId="508"/>
        </pc:sldMkLst>
      </pc:sldChg>
      <pc:sldChg chg="addSp modSp new mod">
        <pc:chgData name="Berg, Dirk van den" userId="035ecb32-01d9-4b47-a105-eacf059a4647" providerId="ADAL" clId="{F7FF961E-CF96-44AC-93C2-93612F62D46D}" dt="2026-07-13T13:46:05.622" v="1936" actId="1076"/>
        <pc:sldMkLst>
          <pc:docMk/>
          <pc:sldMk cId="1812696071" sldId="509"/>
        </pc:sldMkLst>
        <pc:spChg chg="mod">
          <ac:chgData name="Berg, Dirk van den" userId="035ecb32-01d9-4b47-a105-eacf059a4647" providerId="ADAL" clId="{F7FF961E-CF96-44AC-93C2-93612F62D46D}" dt="2026-07-13T13:43:03.438" v="1934" actId="20577"/>
          <ac:spMkLst>
            <pc:docMk/>
            <pc:sldMk cId="1812696071" sldId="509"/>
            <ac:spMk id="3" creationId="{5B97FB0D-888F-4CE9-0CCB-A237FD4E31AE}"/>
          </ac:spMkLst>
        </pc:spChg>
        <pc:spChg chg="add mod">
          <ac:chgData name="Berg, Dirk van den" userId="035ecb32-01d9-4b47-a105-eacf059a4647" providerId="ADAL" clId="{F7FF961E-CF96-44AC-93C2-93612F62D46D}" dt="2026-07-13T13:46:05.622" v="1936" actId="1076"/>
          <ac:spMkLst>
            <pc:docMk/>
            <pc:sldMk cId="1812696071" sldId="509"/>
            <ac:spMk id="5" creationId="{E584093C-F908-73AB-4DDC-980A04994CAE}"/>
          </ac:spMkLst>
        </pc:spChg>
      </pc:sldChg>
      <pc:sldChg chg="modSp new">
        <pc:chgData name="Berg, Dirk van den" userId="035ecb32-01d9-4b47-a105-eacf059a4647" providerId="ADAL" clId="{F7FF961E-CF96-44AC-93C2-93612F62D46D}" dt="2026-07-13T13:48:06.707" v="1938"/>
        <pc:sldMkLst>
          <pc:docMk/>
          <pc:sldMk cId="1316194662" sldId="510"/>
        </pc:sldMkLst>
        <pc:spChg chg="mod">
          <ac:chgData name="Berg, Dirk van den" userId="035ecb32-01d9-4b47-a105-eacf059a4647" providerId="ADAL" clId="{F7FF961E-CF96-44AC-93C2-93612F62D46D}" dt="2026-07-13T13:48:06.707" v="1938"/>
          <ac:spMkLst>
            <pc:docMk/>
            <pc:sldMk cId="1316194662" sldId="510"/>
            <ac:spMk id="3" creationId="{3796C55E-FFCA-570E-4AA4-40A2D90E5C7F}"/>
          </ac:spMkLst>
        </pc:spChg>
      </pc:sldChg>
      <pc:sldChg chg="modSp new mod">
        <pc:chgData name="Berg, Dirk van den" userId="035ecb32-01d9-4b47-a105-eacf059a4647" providerId="ADAL" clId="{F7FF961E-CF96-44AC-93C2-93612F62D46D}" dt="2026-07-13T13:54:35.762" v="1980"/>
        <pc:sldMkLst>
          <pc:docMk/>
          <pc:sldMk cId="838311301" sldId="511"/>
        </pc:sldMkLst>
        <pc:spChg chg="mod">
          <ac:chgData name="Berg, Dirk van den" userId="035ecb32-01d9-4b47-a105-eacf059a4647" providerId="ADAL" clId="{F7FF961E-CF96-44AC-93C2-93612F62D46D}" dt="2026-07-13T13:54:33.948" v="1979" actId="20577"/>
          <ac:spMkLst>
            <pc:docMk/>
            <pc:sldMk cId="838311301" sldId="511"/>
            <ac:spMk id="2" creationId="{0A7F89FD-1C17-0E70-26BA-6710164A957B}"/>
          </ac:spMkLst>
        </pc:spChg>
        <pc:spChg chg="mod">
          <ac:chgData name="Berg, Dirk van den" userId="035ecb32-01d9-4b47-a105-eacf059a4647" providerId="ADAL" clId="{F7FF961E-CF96-44AC-93C2-93612F62D46D}" dt="2026-07-13T13:54:35.762" v="1980"/>
          <ac:spMkLst>
            <pc:docMk/>
            <pc:sldMk cId="838311301" sldId="511"/>
            <ac:spMk id="3" creationId="{83A658A0-0557-9DC6-3F63-7A0465F1EBDD}"/>
          </ac:spMkLst>
        </pc:spChg>
      </pc:sldChg>
      <pc:sldChg chg="modSp new mod">
        <pc:chgData name="Berg, Dirk van den" userId="035ecb32-01d9-4b47-a105-eacf059a4647" providerId="ADAL" clId="{F7FF961E-CF96-44AC-93C2-93612F62D46D}" dt="2026-07-13T14:33:43.841" v="2042" actId="20577"/>
        <pc:sldMkLst>
          <pc:docMk/>
          <pc:sldMk cId="3430194125" sldId="512"/>
        </pc:sldMkLst>
        <pc:spChg chg="mod">
          <ac:chgData name="Berg, Dirk van den" userId="035ecb32-01d9-4b47-a105-eacf059a4647" providerId="ADAL" clId="{F7FF961E-CF96-44AC-93C2-93612F62D46D}" dt="2026-07-13T14:33:43.841" v="2042" actId="20577"/>
          <ac:spMkLst>
            <pc:docMk/>
            <pc:sldMk cId="3430194125" sldId="512"/>
            <ac:spMk id="2" creationId="{9EA30107-9B52-47ED-E7E9-49F4E3E650C2}"/>
          </ac:spMkLst>
        </pc:spChg>
        <pc:spChg chg="mod">
          <ac:chgData name="Berg, Dirk van den" userId="035ecb32-01d9-4b47-a105-eacf059a4647" providerId="ADAL" clId="{F7FF961E-CF96-44AC-93C2-93612F62D46D}" dt="2026-07-13T14:33:37.428" v="2030" actId="20577"/>
          <ac:spMkLst>
            <pc:docMk/>
            <pc:sldMk cId="3430194125" sldId="512"/>
            <ac:spMk id="3" creationId="{256B5EDF-9139-F999-BB98-4360F6F6D1C3}"/>
          </ac:spMkLst>
        </pc:spChg>
      </pc:sldChg>
      <pc:sldChg chg="modSp new">
        <pc:chgData name="Berg, Dirk van den" userId="035ecb32-01d9-4b47-a105-eacf059a4647" providerId="ADAL" clId="{F7FF961E-CF96-44AC-93C2-93612F62D46D}" dt="2026-07-13T14:39:35.461" v="2044"/>
        <pc:sldMkLst>
          <pc:docMk/>
          <pc:sldMk cId="2776560902" sldId="513"/>
        </pc:sldMkLst>
        <pc:spChg chg="mod">
          <ac:chgData name="Berg, Dirk van den" userId="035ecb32-01d9-4b47-a105-eacf059a4647" providerId="ADAL" clId="{F7FF961E-CF96-44AC-93C2-93612F62D46D}" dt="2026-07-13T14:39:35.461" v="2044"/>
          <ac:spMkLst>
            <pc:docMk/>
            <pc:sldMk cId="2776560902" sldId="513"/>
            <ac:spMk id="3" creationId="{1F9E5F57-6905-E8A7-0564-C477823FD8DD}"/>
          </ac:spMkLst>
        </pc:spChg>
      </pc:sldChg>
      <pc:sldChg chg="addSp new mod">
        <pc:chgData name="Berg, Dirk van den" userId="035ecb32-01d9-4b47-a105-eacf059a4647" providerId="ADAL" clId="{F7FF961E-CF96-44AC-93C2-93612F62D46D}" dt="2026-07-14T09:27:18.050" v="2046" actId="22"/>
        <pc:sldMkLst>
          <pc:docMk/>
          <pc:sldMk cId="3925611433" sldId="514"/>
        </pc:sldMkLst>
        <pc:picChg chg="add">
          <ac:chgData name="Berg, Dirk van den" userId="035ecb32-01d9-4b47-a105-eacf059a4647" providerId="ADAL" clId="{F7FF961E-CF96-44AC-93C2-93612F62D46D}" dt="2026-07-14T09:27:18.050" v="2046" actId="22"/>
          <ac:picMkLst>
            <pc:docMk/>
            <pc:sldMk cId="3925611433" sldId="514"/>
            <ac:picMk id="5" creationId="{219D384C-2C44-FDC3-80BA-22CC08403DB5}"/>
          </ac:picMkLst>
        </pc:picChg>
      </pc:sldChg>
      <pc:sldChg chg="modSp new mod">
        <pc:chgData name="Berg, Dirk van den" userId="035ecb32-01d9-4b47-a105-eacf059a4647" providerId="ADAL" clId="{F7FF961E-CF96-44AC-93C2-93612F62D46D}" dt="2026-07-14T09:38:20.605" v="2069" actId="27636"/>
        <pc:sldMkLst>
          <pc:docMk/>
          <pc:sldMk cId="134038630" sldId="515"/>
        </pc:sldMkLst>
        <pc:spChg chg="mod">
          <ac:chgData name="Berg, Dirk van den" userId="035ecb32-01d9-4b47-a105-eacf059a4647" providerId="ADAL" clId="{F7FF961E-CF96-44AC-93C2-93612F62D46D}" dt="2026-07-14T09:38:20.605" v="2069" actId="27636"/>
          <ac:spMkLst>
            <pc:docMk/>
            <pc:sldMk cId="134038630" sldId="515"/>
            <ac:spMk id="3" creationId="{D637F1E9-B50A-3A19-677F-BD09B355B808}"/>
          </ac:spMkLst>
        </pc:spChg>
      </pc:sldChg>
      <pc:sldChg chg="addSp new mod">
        <pc:chgData name="Berg, Dirk van den" userId="035ecb32-01d9-4b47-a105-eacf059a4647" providerId="ADAL" clId="{F7FF961E-CF96-44AC-93C2-93612F62D46D}" dt="2026-07-14T09:40:35.548" v="2071" actId="22"/>
        <pc:sldMkLst>
          <pc:docMk/>
          <pc:sldMk cId="2311811552" sldId="516"/>
        </pc:sldMkLst>
        <pc:picChg chg="add">
          <ac:chgData name="Berg, Dirk van den" userId="035ecb32-01d9-4b47-a105-eacf059a4647" providerId="ADAL" clId="{F7FF961E-CF96-44AC-93C2-93612F62D46D}" dt="2026-07-14T09:40:35.548" v="2071" actId="22"/>
          <ac:picMkLst>
            <pc:docMk/>
            <pc:sldMk cId="2311811552" sldId="516"/>
            <ac:picMk id="5" creationId="{FF7D2113-5895-708E-E40C-00FE50B4A53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13DF38-8088-4C62-B5D5-BD8C8AE26146}" type="datetimeFigureOut">
              <a:rPr lang="en-NL" smtClean="0"/>
              <a:t>13/07/2026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E5551A-F052-48EF-86D5-0035F15B2DBE}" type="slidenum">
              <a:rPr lang="en-NL" smtClean="0"/>
              <a:t>‹#›</a:t>
            </a:fld>
            <a:endParaRPr lang="en-NL"/>
          </a:p>
        </p:txBody>
      </p:sp>
    </p:spTree>
    <p:extLst>
      <p:ext uri="{BB962C8B-B14F-4D97-AF65-F5344CB8AC3E}">
        <p14:creationId xmlns:p14="http://schemas.microsoft.com/office/powerpoint/2010/main" val="3559312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7A217-BC89-726B-76DF-585CDAEED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40155-7E3A-B87B-F56C-1D0F1D7E5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A85D9-4E1B-DC51-2F18-D089891E161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8AC1E455-120B-73CE-D460-715383EB2628}"/>
              </a:ext>
            </a:extLst>
          </p:cNvPr>
          <p:cNvSpPr>
            <a:spLocks noGrp="1"/>
          </p:cNvSpPr>
          <p:nvPr>
            <p:ph type="sldNum" sz="quarter" idx="5"/>
          </p:nvPr>
        </p:nvSpPr>
        <p:spPr/>
        <p:txBody>
          <a:bodyPr/>
          <a:lstStyle/>
          <a:p>
            <a:fld id="{B408ABE9-835D-41BF-A9B3-EFBAC967A8E2}" type="slidenum">
              <a:rPr lang="en-NL" smtClean="0"/>
              <a:t>2</a:t>
            </a:fld>
            <a:endParaRPr lang="en-NL"/>
          </a:p>
        </p:txBody>
      </p:sp>
    </p:spTree>
    <p:extLst>
      <p:ext uri="{BB962C8B-B14F-4D97-AF65-F5344CB8AC3E}">
        <p14:creationId xmlns:p14="http://schemas.microsoft.com/office/powerpoint/2010/main" val="3843723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2CD2-6902-08E7-94CA-936CAFB070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4DC70-BB1B-8C44-08E9-FB8FD707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F582A-D2B6-34BB-FE02-6DE5FDA9110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9A6A60CF-0494-FE42-03A0-669934B14176}"/>
              </a:ext>
            </a:extLst>
          </p:cNvPr>
          <p:cNvSpPr>
            <a:spLocks noGrp="1"/>
          </p:cNvSpPr>
          <p:nvPr>
            <p:ph type="sldNum" sz="quarter" idx="5"/>
          </p:nvPr>
        </p:nvSpPr>
        <p:spPr/>
        <p:txBody>
          <a:bodyPr/>
          <a:lstStyle/>
          <a:p>
            <a:fld id="{B408ABE9-835D-41BF-A9B3-EFBAC967A8E2}" type="slidenum">
              <a:rPr lang="en-NL" smtClean="0"/>
              <a:t>3</a:t>
            </a:fld>
            <a:endParaRPr lang="en-NL"/>
          </a:p>
        </p:txBody>
      </p:sp>
    </p:spTree>
    <p:extLst>
      <p:ext uri="{BB962C8B-B14F-4D97-AF65-F5344CB8AC3E}">
        <p14:creationId xmlns:p14="http://schemas.microsoft.com/office/powerpoint/2010/main" val="3626525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Impuls</a:t>
            </a:r>
            <a:r>
              <a:rPr lang="en-US" dirty="0"/>
              <a:t> input</a:t>
            </a:r>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5</a:t>
            </a:fld>
            <a:endParaRPr lang="en-NL"/>
          </a:p>
        </p:txBody>
      </p:sp>
    </p:spTree>
    <p:extLst>
      <p:ext uri="{BB962C8B-B14F-4D97-AF65-F5344CB8AC3E}">
        <p14:creationId xmlns:p14="http://schemas.microsoft.com/office/powerpoint/2010/main" val="235642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Precisely, from the code: </a:t>
            </a:r>
            <a:r>
              <a:rPr lang="en-US" dirty="0" err="1"/>
              <a:t>absorber_rms</a:t>
            </a:r>
            <a:r>
              <a:rPr lang="en-US" dirty="0"/>
              <a:t> = </a:t>
            </a:r>
            <a:r>
              <a:rPr lang="en-US" dirty="0" err="1"/>
              <a:t>data.val_x_aug</a:t>
            </a:r>
            <a:r>
              <a:rPr lang="en-US" dirty="0"/>
              <a:t>[:, 0].std() — the standard deviation of the absorber's displacement </a:t>
            </a:r>
            <a:r>
              <a:rPr lang="en-US" dirty="0" err="1"/>
              <a:t>δa</a:t>
            </a:r>
            <a:r>
              <a:rPr lang="en-US" dirty="0"/>
              <a:t> over the V1 trajectory. That works out to ~2.19e-5 m ≈ 22 </a:t>
            </a:r>
            <a:r>
              <a:rPr lang="en-US" dirty="0" err="1"/>
              <a:t>μm</a:t>
            </a:r>
            <a:r>
              <a:rPr lang="en-US" dirty="0"/>
              <a:t>. It's plotted as two horizontal dotted lines at +22 </a:t>
            </a:r>
            <a:r>
              <a:rPr lang="en-US" dirty="0" err="1"/>
              <a:t>μm</a:t>
            </a:r>
            <a:r>
              <a:rPr lang="en-US" dirty="0"/>
              <a:t> and −22 </a:t>
            </a:r>
            <a:r>
              <a:rPr lang="en-US" dirty="0" err="1"/>
              <a:t>μm</a:t>
            </a:r>
            <a:r>
              <a:rPr lang="en-US" dirty="0"/>
              <a:t> (symmetric, because </a:t>
            </a:r>
            <a:r>
              <a:rPr lang="en-US" dirty="0" err="1"/>
              <a:t>δa</a:t>
            </a:r>
            <a:r>
              <a:rPr lang="en-US" dirty="0"/>
              <a:t> is a roughly zero-mean oscillation).What it represents: the hidden absorber (the 10%-mass MSD at 150 Hz) is exactly the unmodeled dynamics the augmentation exists to capture. Its displacement swings by ~22 </a:t>
            </a:r>
            <a:r>
              <a:rPr lang="en-US" dirty="0" err="1"/>
              <a:t>μm</a:t>
            </a:r>
            <a:r>
              <a:rPr lang="en-US" dirty="0"/>
              <a:t> RMS. So that band marks the scale of the thing the ANN should be </a:t>
            </a:r>
            <a:r>
              <a:rPr lang="en-US" dirty="0" err="1"/>
              <a:t>learning.Why</a:t>
            </a:r>
            <a:r>
              <a:rPr lang="en-US" dirty="0"/>
              <a:t> it's useful on an error plot: it turns the vertical axis into a "is this error meaningful?" yardstick:- Error inside the ±22 </a:t>
            </a:r>
            <a:r>
              <a:rPr lang="en-US" dirty="0" err="1"/>
              <a:t>μm</a:t>
            </a:r>
            <a:r>
              <a:rPr lang="en-US" dirty="0"/>
              <a:t> band → the residual is at absorber scale, i.e. the error is dominated by the very dynamics you're trying to model. That's the good regime.- Error outside the band → the error has grown beyond the signal itself, so it's no longer "unmodeled absorber," it's drift. On the untrained Y panel the ramp reaches ~110 </a:t>
            </a:r>
            <a:r>
              <a:rPr lang="en-US" dirty="0" err="1"/>
              <a:t>μm</a:t>
            </a:r>
            <a:r>
              <a:rPr lang="en-US" dirty="0"/>
              <a:t> ≈ 5× the band; on the trained figure the ANN reaches 2.6 cm ≈ 1000× the band. Both are "the error is now far bigger than the signal we care about.“</a:t>
            </a:r>
          </a:p>
          <a:p>
            <a:endParaRPr lang="en-US" dirty="0"/>
          </a:p>
          <a:p>
            <a:endParaRPr lang="en-US" dirty="0"/>
          </a:p>
          <a:p>
            <a:endParaRPr lang="en-US" dirty="0"/>
          </a:p>
          <a:p>
            <a:pPr marL="171450" indent="-171450">
              <a:buFontTx/>
              <a:buChar char="-"/>
            </a:pPr>
            <a:r>
              <a:rPr lang="en-US" dirty="0"/>
              <a:t>X and Y have no stiffness (K = 0). Their position is a free integrator — nothing pulls it back to a setpoint. (Physically: electric servo axes, no spring.)- Feed a constant force into such an axis: the velocity builds up to a terminal value (there's a little damping, so velocity itself stays bounded), but since that terminal velocity is nonzero and the position has no restoring stiffness, the position ramps forever. Constant force → constant drift rate → the curves you see (a short build-up, then a steady ramp to cm-scale).- Contrast with Theta (K &gt; 0): there a constant force just produces a bounded position offset F/K — the spring balances the force and it settles. That's why Theta doesn't drift and X/Y do, under the same kind of ANN error.</a:t>
            </a:r>
          </a:p>
          <a:p>
            <a:pPr marL="171450" indent="-171450">
              <a:buFontTx/>
              <a:buChar char="-"/>
            </a:pPr>
            <a:endParaRPr lang="en-US" dirty="0"/>
          </a:p>
          <a:p>
            <a:pPr marL="171450" indent="-171450">
              <a:buFontTx/>
              <a:buChar char="-"/>
            </a:pPr>
            <a:endParaRPr lang="en-US" dirty="0"/>
          </a:p>
          <a:p>
            <a:pPr marL="171450" indent="-171450">
              <a:buFontTx/>
              <a:buChar char="-"/>
            </a:pPr>
            <a:r>
              <a:rPr lang="en-US" dirty="0"/>
              <a:t>So "DC-drift" = constant force × free integrator (no stiffness) = unbounded position growth. The stiffness is precisely what would stop it, and X/Y don't have it.</a:t>
            </a:r>
          </a:p>
          <a:p>
            <a:pPr marL="171450" indent="-171450">
              <a:buFontTx/>
              <a:buChar char="-"/>
            </a:pPr>
            <a:endParaRPr lang="en-US" dirty="0"/>
          </a:p>
          <a:p>
            <a:pPr marL="171450" indent="-171450">
              <a:buFontTx/>
              <a:buChar char="-"/>
            </a:pPr>
            <a:r>
              <a:rPr lang="en-US" dirty="0"/>
              <a:t>For your supervisor, the one-sentence version: the augmented model drifts because the ANN emits a small constant force on the stiffness-free X/Y axes, and a constant force on a free integrator integrates into unbounded position — proven by the fact that subtracting that constant removes the drift.</a:t>
            </a:r>
          </a:p>
          <a:p>
            <a:pPr marL="171450" indent="-171450">
              <a:buFontTx/>
              <a:buChar char="-"/>
            </a:pPr>
            <a:endParaRPr lang="en-US" dirty="0"/>
          </a:p>
          <a:p>
            <a:pPr marL="171450" indent="-171450">
              <a:buFontTx/>
              <a:buChar char="-"/>
            </a:pPr>
            <a:endParaRPr lang="en-US" dirty="0"/>
          </a:p>
          <a:p>
            <a:pPr marL="171450" indent="-171450">
              <a:buFontTx/>
              <a:buChar char="-"/>
            </a:pPr>
            <a:r>
              <a:rPr lang="en-US" dirty="0"/>
              <a:t>How it was </a:t>
            </a:r>
            <a:r>
              <a:rPr lang="en-US" dirty="0" err="1"/>
              <a:t>trainedThe</a:t>
            </a:r>
            <a:r>
              <a:rPr lang="en-US" dirty="0"/>
              <a:t> recipe (from the script's config):- Framework: Jan's SUBNET augmentation — the physics LPV-LFR gantry baseline in parallel with a small feedforward ANN (NX_ANN=2, 16 nodes, 2 layers, tanh) that adds corrections to the routed state rows. Encoder builds the initial state; training is windowed BPTT minimizing the </a:t>
            </a:r>
            <a:r>
              <a:rPr lang="en-US" dirty="0" err="1"/>
              <a:t>nf</a:t>
            </a:r>
            <a:r>
              <a:rPr lang="en-US" dirty="0"/>
              <a:t>-window simulation error with Adam.- Routing: full X+</a:t>
            </a:r>
            <a:r>
              <a:rPr lang="el-GR" dirty="0"/>
              <a:t>Θ+</a:t>
            </a:r>
            <a:r>
              <a:rPr lang="en-US" dirty="0" err="1"/>
              <a:t>Y+absorber</a:t>
            </a:r>
            <a:r>
              <a:rPr lang="en-US" dirty="0"/>
              <a:t> (0,1,2,3,4,5,6,7) — the deliverable routing, i.e. the ANN can write to the K=0 rows (that's what lets it drift).- Hyperparameters: </a:t>
            </a:r>
            <a:r>
              <a:rPr lang="en-US" dirty="0" err="1"/>
              <a:t>lr</a:t>
            </a:r>
            <a:r>
              <a:rPr lang="en-US" dirty="0"/>
              <a:t> = 1.49e-8, </a:t>
            </a:r>
            <a:r>
              <a:rPr lang="en-US" dirty="0" err="1"/>
              <a:t>nf</a:t>
            </a:r>
            <a:r>
              <a:rPr lang="en-US" dirty="0"/>
              <a:t> = 1400 (0.35 s window), 20 epochs, stride=100, validation on a cropped 8000-sample slice. Seed = </a:t>
            </a:r>
            <a:r>
              <a:rPr lang="en-US" dirty="0" err="1"/>
              <a:t>cfg.seed</a:t>
            </a:r>
            <a:r>
              <a:rPr lang="en-US" dirty="0"/>
              <a:t> + 3, mirroring Trial 3 of the </a:t>
            </a:r>
            <a:r>
              <a:rPr lang="en-US" dirty="0" err="1"/>
              <a:t>Optuna</a:t>
            </a:r>
            <a:r>
              <a:rPr lang="en-US" dirty="0"/>
              <a:t> search — the one config whose </a:t>
            </a:r>
            <a:r>
              <a:rPr lang="en-US" dirty="0" err="1"/>
              <a:t>val</a:t>
            </a:r>
            <a:r>
              <a:rPr lang="en-US" dirty="0"/>
              <a:t> sim-RMS actually moved past epoch 0 (6.58e-5 vs 8.01e-5), so its trained weights genuinely drift rather than staying at zero-</a:t>
            </a:r>
            <a:r>
              <a:rPr lang="en-US" dirty="0" err="1"/>
              <a:t>init.</a:t>
            </a:r>
            <a:r>
              <a:rPr lang="en-US" dirty="0"/>
              <a:t>- </a:t>
            </a:r>
            <a:r>
              <a:rPr lang="el-GR" dirty="0"/>
              <a:t>θ: </a:t>
            </a:r>
            <a:r>
              <a:rPr lang="en-US" dirty="0"/>
              <a:t>nominal (</a:t>
            </a:r>
            <a:r>
              <a:rPr lang="en-US" dirty="0" err="1"/>
              <a:t>joint_estimation</a:t>
            </a:r>
            <a:r>
              <a:rPr lang="en-US" dirty="0"/>
              <a:t>=False) — free ANN on a correct physics baseline.- Data: the 14 noiseless augmentation simulation trajectories (standstill / </a:t>
            </a:r>
            <a:r>
              <a:rPr lang="en-US" dirty="0" err="1"/>
              <a:t>ysweep</a:t>
            </a:r>
            <a:r>
              <a:rPr lang="en-US" dirty="0"/>
              <a:t> / </a:t>
            </a:r>
            <a:r>
              <a:rPr lang="en-US" dirty="0" err="1"/>
              <a:t>aprbs</a:t>
            </a:r>
            <a:r>
              <a:rPr lang="en-US" dirty="0"/>
              <a:t> / </a:t>
            </a:r>
            <a:r>
              <a:rPr lang="en-US" dirty="0" err="1"/>
              <a:t>lissajous</a:t>
            </a:r>
            <a:r>
              <a:rPr lang="en-US" dirty="0"/>
              <a:t>), which contain the hidden 150 Hz MSD absorber the ANN is meant to learn.</a:t>
            </a:r>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8</a:t>
            </a:fld>
            <a:endParaRPr lang="en-NL"/>
          </a:p>
        </p:txBody>
      </p:sp>
    </p:spTree>
    <p:extLst>
      <p:ext uri="{BB962C8B-B14F-4D97-AF65-F5344CB8AC3E}">
        <p14:creationId xmlns:p14="http://schemas.microsoft.com/office/powerpoint/2010/main" val="2698802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Y panel, look at the fine fast ripple riding on the ramp — that fast wiggle is the ~150 Hz content. It appears on Y specifically because the unmodeled absorber mass sits in the +Y direction (equilibrium offset L0 in +Y), so its mismatch imprints mainly on Y. Over 0.75 s that's ~110 cycles, so it reads as a dense ripple, not clean sinusoids.</a:t>
            </a:r>
          </a:p>
          <a:p>
            <a:endParaRPr lang="en-US" dirty="0"/>
          </a:p>
          <a:p>
            <a:r>
              <a:rPr lang="en-US" dirty="0"/>
              <a:t>"does removing the ANN's constant force stop the drift?" Untrained → the mean is ~0, so subtracting it changes nothing → it lies exactly on top of the red line (that overlap is the whole point of the control).</a:t>
            </a:r>
          </a:p>
          <a:p>
            <a:endParaRPr lang="en-US" dirty="0"/>
          </a:p>
          <a:p>
            <a:endParaRPr lang="en-US" dirty="0"/>
          </a:p>
          <a:p>
            <a:r>
              <a:rPr lang="en-US" dirty="0"/>
              <a:t>- "full ANN" (red): the free-run error using the ANN's complete output. Here (untrained) the ANN is zero-</a:t>
            </a:r>
            <a:r>
              <a:rPr lang="en-US" dirty="0" err="1"/>
              <a:t>init</a:t>
            </a:r>
            <a:r>
              <a:rPr lang="en-US" dirty="0"/>
              <a:t>, so this is effectively baseline + zero-ANN = the baseline free-run error.- "ANN mean removed" (blue): the counterfactual — the same free-run but with the ANN's per-row time-average (its DC/constant component) subtracted. This is the d6 test: "does removing the ANN's constant force stop the drift?" Untrained → the mean is ~0, so subtracting it changes nothing → it lies exactly on top of the red line (that overlap is the whole point of the control).- "+/- absorber RMS" (dotted horizontal lines at ±2.19e-5 m): the RMS of the absorber displacement — the scale of the signal the ANN is supposed to learn. It's a materiality yardstick: error inside the band is absorber-scale; the Y ramp climbing past it means the drift already exceeds the signal you care about.</a:t>
            </a:r>
          </a:p>
          <a:p>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9</a:t>
            </a:fld>
            <a:endParaRPr lang="en-NL"/>
          </a:p>
        </p:txBody>
      </p:sp>
    </p:spTree>
    <p:extLst>
      <p:ext uri="{BB962C8B-B14F-4D97-AF65-F5344CB8AC3E}">
        <p14:creationId xmlns:p14="http://schemas.microsoft.com/office/powerpoint/2010/main" val="70199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d17</a:t>
            </a:r>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13</a:t>
            </a:fld>
            <a:endParaRPr lang="en-NL"/>
          </a:p>
        </p:txBody>
      </p:sp>
    </p:spTree>
    <p:extLst>
      <p:ext uri="{BB962C8B-B14F-4D97-AF65-F5344CB8AC3E}">
        <p14:creationId xmlns:p14="http://schemas.microsoft.com/office/powerpoint/2010/main" val="1089174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model quality at the 0.1 s training horizon vs the long free-run (on the drifted checkpoint). Two </a:t>
            </a:r>
            <a:r>
              <a:rPr lang="en-US" dirty="0" err="1"/>
              <a:t>panels:Left</a:t>
            </a:r>
            <a:r>
              <a:rPr lang="en-US" dirty="0"/>
              <a:t> (S1a) — within a single 0.1 s window (encoder re-initialized each window, exactly as training does). X-axis is time into the window (0-100 </a:t>
            </a:r>
            <a:r>
              <a:rPr lang="en-US" dirty="0" err="1"/>
              <a:t>ms</a:t>
            </a:r>
            <a:r>
              <a:rPr lang="en-US" dirty="0"/>
              <a:t>), Y-axis is mean |error| in </a:t>
            </a:r>
            <a:r>
              <a:rPr lang="en-US" dirty="0" err="1"/>
              <a:t>μm</a:t>
            </a:r>
            <a:r>
              <a:rPr lang="en-US" dirty="0"/>
              <a:t>:- Y (green) ramps to ~97 </a:t>
            </a:r>
            <a:r>
              <a:rPr lang="en-US" dirty="0" err="1"/>
              <a:t>μm</a:t>
            </a:r>
            <a:r>
              <a:rPr lang="en-US" dirty="0"/>
              <a:t> by the window end, crossing the absorber-RMS line (21.9 </a:t>
            </a:r>
            <a:r>
              <a:rPr lang="en-US" dirty="0" err="1"/>
              <a:t>μm</a:t>
            </a:r>
            <a:r>
              <a:rPr lang="en-US" dirty="0"/>
              <a:t>) at ~18 </a:t>
            </a:r>
            <a:r>
              <a:rPr lang="en-US" dirty="0" err="1"/>
              <a:t>ms.</a:t>
            </a:r>
            <a:r>
              <a:rPr lang="en-US" dirty="0"/>
              <a:t>- X1/X2 (blue/orange) stay small, ~14 </a:t>
            </a:r>
            <a:r>
              <a:rPr lang="en-US" dirty="0" err="1"/>
              <a:t>μm</a:t>
            </a:r>
            <a:r>
              <a:rPr lang="en-US" dirty="0"/>
              <a:t>, below the absorber line.- So the drift ramp on Y begins immediately even inside the 0.1 s window — but because the training loss is an RMS pooled over all channels (and the ramp is 0 at the window start), it averages down to the ~30 </a:t>
            </a:r>
            <a:r>
              <a:rPr lang="en-US" dirty="0" err="1"/>
              <a:t>μm</a:t>
            </a:r>
            <a:r>
              <a:rPr lang="en-US" dirty="0"/>
              <a:t> </a:t>
            </a:r>
            <a:r>
              <a:rPr lang="en-US" dirty="0" err="1"/>
              <a:t>nf</a:t>
            </a:r>
            <a:r>
              <a:rPr lang="en-US" dirty="0"/>
              <a:t>-RMS that training reports as "fine." That's the subtlety: the drift is present in-window but RMS-</a:t>
            </a:r>
            <a:r>
              <a:rPr lang="en-US" dirty="0" err="1"/>
              <a:t>diluted.Right</a:t>
            </a:r>
            <a:r>
              <a:rPr lang="en-US" dirty="0"/>
              <a:t> (S1b) — cumulative RMS vs free-run horizon (log-log, 0.05 s to 12 s), the key panel:- All channels are flat at/below absorber level (~1e-5 m) out to ~0.25 s. The red dashed line marks the training horizon </a:t>
            </a:r>
            <a:r>
              <a:rPr lang="en-US" dirty="0" err="1"/>
              <a:t>nf</a:t>
            </a:r>
            <a:r>
              <a:rPr lang="en-US" dirty="0"/>
              <a:t> = 0.1 s — it sits squarely in that flat region.- Past ~0.5 s the Y (green) curve ramps steeply to ~2e-2 m (2 cm) by 12 s; X1/X2 to ~7e-4 m.- The message: at the horizon you train on, the model is genuinely good. The drift only enters at ~0.5 s and grows 1000× by 12 s. There is no </a:t>
            </a:r>
            <a:r>
              <a:rPr lang="en-US" dirty="0" err="1"/>
              <a:t>nf</a:t>
            </a:r>
            <a:r>
              <a:rPr lang="en-US" dirty="0"/>
              <a:t> in the flat region that would let the loss "see" it — which is exactly the motivation for your </a:t>
            </a:r>
            <a:r>
              <a:rPr lang="en-US" dirty="0" err="1"/>
              <a:t>nf</a:t>
            </a:r>
            <a:r>
              <a:rPr lang="en-US" dirty="0"/>
              <a:t>-curriculum (push </a:t>
            </a:r>
            <a:r>
              <a:rPr lang="en-US" dirty="0" err="1"/>
              <a:t>nf</a:t>
            </a:r>
            <a:r>
              <a:rPr lang="en-US" dirty="0"/>
              <a:t> past the 0.5 s onset).</a:t>
            </a:r>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30</a:t>
            </a:fld>
            <a:endParaRPr lang="en-NL"/>
          </a:p>
        </p:txBody>
      </p:sp>
    </p:spTree>
    <p:extLst>
      <p:ext uri="{BB962C8B-B14F-4D97-AF65-F5344CB8AC3E}">
        <p14:creationId xmlns:p14="http://schemas.microsoft.com/office/powerpoint/2010/main" val="40961462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4CA49-6A49-BCFE-5D78-B6E611B29E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D937AB84-E7EB-2700-C306-47720AA2D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580FFA61-4673-D14A-9782-6FE82945EB3D}"/>
              </a:ext>
            </a:extLst>
          </p:cNvPr>
          <p:cNvSpPr>
            <a:spLocks noGrp="1"/>
          </p:cNvSpPr>
          <p:nvPr>
            <p:ph type="dt" sz="half" idx="10"/>
          </p:nvPr>
        </p:nvSpPr>
        <p:spPr/>
        <p:txBody>
          <a:bodyPr/>
          <a:lstStyle/>
          <a:p>
            <a:fld id="{531D7455-1FFB-4737-95F3-6FCB2D2FDA00}" type="datetimeFigureOut">
              <a:rPr lang="en-NL" smtClean="0"/>
              <a:t>11/07/2026</a:t>
            </a:fld>
            <a:endParaRPr lang="en-NL"/>
          </a:p>
        </p:txBody>
      </p:sp>
      <p:sp>
        <p:nvSpPr>
          <p:cNvPr id="5" name="Footer Placeholder 4">
            <a:extLst>
              <a:ext uri="{FF2B5EF4-FFF2-40B4-BE49-F238E27FC236}">
                <a16:creationId xmlns:a16="http://schemas.microsoft.com/office/drawing/2014/main" id="{06A5B526-6DEF-2D76-C7C5-515F8CC6C66F}"/>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4E603AF-B40F-35D6-39A2-3950D8511837}"/>
              </a:ext>
            </a:extLst>
          </p:cNvPr>
          <p:cNvSpPr>
            <a:spLocks noGrp="1"/>
          </p:cNvSpPr>
          <p:nvPr>
            <p:ph type="sldNum" sz="quarter" idx="12"/>
          </p:nvPr>
        </p:nvSpPr>
        <p:spPr/>
        <p:txBody>
          <a:bodyPr/>
          <a:lstStyle/>
          <a:p>
            <a:fld id="{9DD39E61-DBDC-427D-B17B-E471936D8025}" type="slidenum">
              <a:rPr lang="en-NL" smtClean="0"/>
              <a:t>‹#›</a:t>
            </a:fld>
            <a:endParaRPr lang="en-NL"/>
          </a:p>
        </p:txBody>
      </p:sp>
    </p:spTree>
    <p:extLst>
      <p:ext uri="{BB962C8B-B14F-4D97-AF65-F5344CB8AC3E}">
        <p14:creationId xmlns:p14="http://schemas.microsoft.com/office/powerpoint/2010/main" val="909267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CA208-5C87-F9EF-109F-34E14D4EA2A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9F57AE91-6620-C5C0-2412-CC7DE56FA2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F447CEC2-82A0-58D6-0E7D-1EB49791E7C5}"/>
              </a:ext>
            </a:extLst>
          </p:cNvPr>
          <p:cNvSpPr>
            <a:spLocks noGrp="1"/>
          </p:cNvSpPr>
          <p:nvPr>
            <p:ph type="dt" sz="half" idx="10"/>
          </p:nvPr>
        </p:nvSpPr>
        <p:spPr/>
        <p:txBody>
          <a:bodyPr/>
          <a:lstStyle/>
          <a:p>
            <a:fld id="{531D7455-1FFB-4737-95F3-6FCB2D2FDA00}" type="datetimeFigureOut">
              <a:rPr lang="en-NL" smtClean="0"/>
              <a:t>11/07/2026</a:t>
            </a:fld>
            <a:endParaRPr lang="en-NL"/>
          </a:p>
        </p:txBody>
      </p:sp>
      <p:sp>
        <p:nvSpPr>
          <p:cNvPr id="5" name="Footer Placeholder 4">
            <a:extLst>
              <a:ext uri="{FF2B5EF4-FFF2-40B4-BE49-F238E27FC236}">
                <a16:creationId xmlns:a16="http://schemas.microsoft.com/office/drawing/2014/main" id="{B403408E-53DE-85B0-2BC0-8DA6DC8FFFC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CB2A7B2-F729-A49C-4E0D-B20EEAC05935}"/>
              </a:ext>
            </a:extLst>
          </p:cNvPr>
          <p:cNvSpPr>
            <a:spLocks noGrp="1"/>
          </p:cNvSpPr>
          <p:nvPr>
            <p:ph type="sldNum" sz="quarter" idx="12"/>
          </p:nvPr>
        </p:nvSpPr>
        <p:spPr/>
        <p:txBody>
          <a:bodyPr/>
          <a:lstStyle/>
          <a:p>
            <a:fld id="{9DD39E61-DBDC-427D-B17B-E471936D8025}" type="slidenum">
              <a:rPr lang="en-NL" smtClean="0"/>
              <a:t>‹#›</a:t>
            </a:fld>
            <a:endParaRPr lang="en-NL"/>
          </a:p>
        </p:txBody>
      </p:sp>
    </p:spTree>
    <p:extLst>
      <p:ext uri="{BB962C8B-B14F-4D97-AF65-F5344CB8AC3E}">
        <p14:creationId xmlns:p14="http://schemas.microsoft.com/office/powerpoint/2010/main" val="3210384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3CDB4-6BA0-9CC7-ABAA-2F3B374BE0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688871CA-EE56-6AFF-20C2-0127E689CB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C5FE15-7AAD-A139-E2D6-344596391172}"/>
              </a:ext>
            </a:extLst>
          </p:cNvPr>
          <p:cNvSpPr>
            <a:spLocks noGrp="1"/>
          </p:cNvSpPr>
          <p:nvPr>
            <p:ph type="dt" sz="half" idx="10"/>
          </p:nvPr>
        </p:nvSpPr>
        <p:spPr/>
        <p:txBody>
          <a:bodyPr/>
          <a:lstStyle/>
          <a:p>
            <a:fld id="{531D7455-1FFB-4737-95F3-6FCB2D2FDA00}" type="datetimeFigureOut">
              <a:rPr lang="en-NL" smtClean="0"/>
              <a:t>11/07/2026</a:t>
            </a:fld>
            <a:endParaRPr lang="en-NL"/>
          </a:p>
        </p:txBody>
      </p:sp>
      <p:sp>
        <p:nvSpPr>
          <p:cNvPr id="5" name="Footer Placeholder 4">
            <a:extLst>
              <a:ext uri="{FF2B5EF4-FFF2-40B4-BE49-F238E27FC236}">
                <a16:creationId xmlns:a16="http://schemas.microsoft.com/office/drawing/2014/main" id="{4FB8A9CC-9450-F731-2DCD-A2437ADFE2F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C995F445-9FF9-4FB2-99CE-02B1269849FC}"/>
              </a:ext>
            </a:extLst>
          </p:cNvPr>
          <p:cNvSpPr>
            <a:spLocks noGrp="1"/>
          </p:cNvSpPr>
          <p:nvPr>
            <p:ph type="sldNum" sz="quarter" idx="12"/>
          </p:nvPr>
        </p:nvSpPr>
        <p:spPr/>
        <p:txBody>
          <a:bodyPr/>
          <a:lstStyle/>
          <a:p>
            <a:fld id="{9DD39E61-DBDC-427D-B17B-E471936D8025}" type="slidenum">
              <a:rPr lang="en-NL" smtClean="0"/>
              <a:t>‹#›</a:t>
            </a:fld>
            <a:endParaRPr lang="en-NL"/>
          </a:p>
        </p:txBody>
      </p:sp>
    </p:spTree>
    <p:extLst>
      <p:ext uri="{BB962C8B-B14F-4D97-AF65-F5344CB8AC3E}">
        <p14:creationId xmlns:p14="http://schemas.microsoft.com/office/powerpoint/2010/main" val="3234443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A6B92-4ECA-63DA-FE2C-21C8F9037076}"/>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F23256EC-B21C-0DCE-1F22-FED8014C6E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99395654-06C1-DD98-539F-EB636E8983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A0990645-A002-ACBD-BA0B-A96699835BDC}"/>
              </a:ext>
            </a:extLst>
          </p:cNvPr>
          <p:cNvSpPr>
            <a:spLocks noGrp="1"/>
          </p:cNvSpPr>
          <p:nvPr>
            <p:ph type="dt" sz="half" idx="10"/>
          </p:nvPr>
        </p:nvSpPr>
        <p:spPr/>
        <p:txBody>
          <a:bodyPr/>
          <a:lstStyle/>
          <a:p>
            <a:fld id="{531D7455-1FFB-4737-95F3-6FCB2D2FDA00}" type="datetimeFigureOut">
              <a:rPr lang="en-NL" smtClean="0"/>
              <a:t>11/07/2026</a:t>
            </a:fld>
            <a:endParaRPr lang="en-NL"/>
          </a:p>
        </p:txBody>
      </p:sp>
      <p:sp>
        <p:nvSpPr>
          <p:cNvPr id="6" name="Footer Placeholder 5">
            <a:extLst>
              <a:ext uri="{FF2B5EF4-FFF2-40B4-BE49-F238E27FC236}">
                <a16:creationId xmlns:a16="http://schemas.microsoft.com/office/drawing/2014/main" id="{7C53F013-55C9-847F-49B7-0B6340499C3E}"/>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279069F3-96BA-D436-3CA6-15288C860A63}"/>
              </a:ext>
            </a:extLst>
          </p:cNvPr>
          <p:cNvSpPr>
            <a:spLocks noGrp="1"/>
          </p:cNvSpPr>
          <p:nvPr>
            <p:ph type="sldNum" sz="quarter" idx="12"/>
          </p:nvPr>
        </p:nvSpPr>
        <p:spPr/>
        <p:txBody>
          <a:bodyPr/>
          <a:lstStyle/>
          <a:p>
            <a:fld id="{9DD39E61-DBDC-427D-B17B-E471936D8025}" type="slidenum">
              <a:rPr lang="en-NL" smtClean="0"/>
              <a:t>‹#›</a:t>
            </a:fld>
            <a:endParaRPr lang="en-NL"/>
          </a:p>
        </p:txBody>
      </p:sp>
    </p:spTree>
    <p:extLst>
      <p:ext uri="{BB962C8B-B14F-4D97-AF65-F5344CB8AC3E}">
        <p14:creationId xmlns:p14="http://schemas.microsoft.com/office/powerpoint/2010/main" val="1419829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B42B6-6B06-8546-E888-0A27BE35AD4B}"/>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D9F9DBF-130B-8EA1-E3E8-4D99835868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76438C-5280-EBD4-F14F-4EBFC34F08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B8A756D6-A48F-C1DB-56A3-BB5A6042C2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90F8E9-A16C-5D91-DD1A-D4ECBBBF8A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DCE073BB-9A8D-5EC3-4009-4A0010E72100}"/>
              </a:ext>
            </a:extLst>
          </p:cNvPr>
          <p:cNvSpPr>
            <a:spLocks noGrp="1"/>
          </p:cNvSpPr>
          <p:nvPr>
            <p:ph type="dt" sz="half" idx="10"/>
          </p:nvPr>
        </p:nvSpPr>
        <p:spPr/>
        <p:txBody>
          <a:bodyPr/>
          <a:lstStyle/>
          <a:p>
            <a:fld id="{531D7455-1FFB-4737-95F3-6FCB2D2FDA00}" type="datetimeFigureOut">
              <a:rPr lang="en-NL" smtClean="0"/>
              <a:t>11/07/2026</a:t>
            </a:fld>
            <a:endParaRPr lang="en-NL"/>
          </a:p>
        </p:txBody>
      </p:sp>
      <p:sp>
        <p:nvSpPr>
          <p:cNvPr id="8" name="Footer Placeholder 7">
            <a:extLst>
              <a:ext uri="{FF2B5EF4-FFF2-40B4-BE49-F238E27FC236}">
                <a16:creationId xmlns:a16="http://schemas.microsoft.com/office/drawing/2014/main" id="{476F03B7-8DCB-CAA4-5846-3CE7322D04D3}"/>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8956EEF6-1C5D-95AF-1E26-24E15CD958A6}"/>
              </a:ext>
            </a:extLst>
          </p:cNvPr>
          <p:cNvSpPr>
            <a:spLocks noGrp="1"/>
          </p:cNvSpPr>
          <p:nvPr>
            <p:ph type="sldNum" sz="quarter" idx="12"/>
          </p:nvPr>
        </p:nvSpPr>
        <p:spPr/>
        <p:txBody>
          <a:bodyPr/>
          <a:lstStyle/>
          <a:p>
            <a:fld id="{9DD39E61-DBDC-427D-B17B-E471936D8025}" type="slidenum">
              <a:rPr lang="en-NL" smtClean="0"/>
              <a:t>‹#›</a:t>
            </a:fld>
            <a:endParaRPr lang="en-NL"/>
          </a:p>
        </p:txBody>
      </p:sp>
    </p:spTree>
    <p:extLst>
      <p:ext uri="{BB962C8B-B14F-4D97-AF65-F5344CB8AC3E}">
        <p14:creationId xmlns:p14="http://schemas.microsoft.com/office/powerpoint/2010/main" val="665741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06476-6447-1DC5-87F7-8D70F305F1F8}"/>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782BED6B-C6EB-2A79-A0D3-4A23D118CB70}"/>
              </a:ext>
            </a:extLst>
          </p:cNvPr>
          <p:cNvSpPr>
            <a:spLocks noGrp="1"/>
          </p:cNvSpPr>
          <p:nvPr>
            <p:ph type="dt" sz="half" idx="10"/>
          </p:nvPr>
        </p:nvSpPr>
        <p:spPr/>
        <p:txBody>
          <a:bodyPr/>
          <a:lstStyle/>
          <a:p>
            <a:fld id="{531D7455-1FFB-4737-95F3-6FCB2D2FDA00}" type="datetimeFigureOut">
              <a:rPr lang="en-NL" smtClean="0"/>
              <a:t>11/07/2026</a:t>
            </a:fld>
            <a:endParaRPr lang="en-NL"/>
          </a:p>
        </p:txBody>
      </p:sp>
      <p:sp>
        <p:nvSpPr>
          <p:cNvPr id="4" name="Footer Placeholder 3">
            <a:extLst>
              <a:ext uri="{FF2B5EF4-FFF2-40B4-BE49-F238E27FC236}">
                <a16:creationId xmlns:a16="http://schemas.microsoft.com/office/drawing/2014/main" id="{09A793D1-5F1B-2C79-8A80-3ED008C50A5F}"/>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0C893240-8A0F-6404-6AF7-8BB41C70D2B2}"/>
              </a:ext>
            </a:extLst>
          </p:cNvPr>
          <p:cNvSpPr>
            <a:spLocks noGrp="1"/>
          </p:cNvSpPr>
          <p:nvPr>
            <p:ph type="sldNum" sz="quarter" idx="12"/>
          </p:nvPr>
        </p:nvSpPr>
        <p:spPr/>
        <p:txBody>
          <a:bodyPr/>
          <a:lstStyle/>
          <a:p>
            <a:fld id="{9DD39E61-DBDC-427D-B17B-E471936D8025}" type="slidenum">
              <a:rPr lang="en-NL" smtClean="0"/>
              <a:t>‹#›</a:t>
            </a:fld>
            <a:endParaRPr lang="en-NL"/>
          </a:p>
        </p:txBody>
      </p:sp>
    </p:spTree>
    <p:extLst>
      <p:ext uri="{BB962C8B-B14F-4D97-AF65-F5344CB8AC3E}">
        <p14:creationId xmlns:p14="http://schemas.microsoft.com/office/powerpoint/2010/main" val="2671390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3CB626-8D80-EE1C-E451-9A086D72BF15}"/>
              </a:ext>
            </a:extLst>
          </p:cNvPr>
          <p:cNvSpPr>
            <a:spLocks noGrp="1"/>
          </p:cNvSpPr>
          <p:nvPr>
            <p:ph type="dt" sz="half" idx="10"/>
          </p:nvPr>
        </p:nvSpPr>
        <p:spPr/>
        <p:txBody>
          <a:bodyPr/>
          <a:lstStyle/>
          <a:p>
            <a:fld id="{531D7455-1FFB-4737-95F3-6FCB2D2FDA00}" type="datetimeFigureOut">
              <a:rPr lang="en-NL" smtClean="0"/>
              <a:t>11/07/2026</a:t>
            </a:fld>
            <a:endParaRPr lang="en-NL"/>
          </a:p>
        </p:txBody>
      </p:sp>
      <p:sp>
        <p:nvSpPr>
          <p:cNvPr id="3" name="Footer Placeholder 2">
            <a:extLst>
              <a:ext uri="{FF2B5EF4-FFF2-40B4-BE49-F238E27FC236}">
                <a16:creationId xmlns:a16="http://schemas.microsoft.com/office/drawing/2014/main" id="{F0959947-8657-8375-0E4A-BB78C101EB8A}"/>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32F98EA0-CD7B-042E-5948-2F2BB5135AED}"/>
              </a:ext>
            </a:extLst>
          </p:cNvPr>
          <p:cNvSpPr>
            <a:spLocks noGrp="1"/>
          </p:cNvSpPr>
          <p:nvPr>
            <p:ph type="sldNum" sz="quarter" idx="12"/>
          </p:nvPr>
        </p:nvSpPr>
        <p:spPr/>
        <p:txBody>
          <a:bodyPr/>
          <a:lstStyle/>
          <a:p>
            <a:fld id="{9DD39E61-DBDC-427D-B17B-E471936D8025}" type="slidenum">
              <a:rPr lang="en-NL" smtClean="0"/>
              <a:t>‹#›</a:t>
            </a:fld>
            <a:endParaRPr lang="en-NL"/>
          </a:p>
        </p:txBody>
      </p:sp>
    </p:spTree>
    <p:extLst>
      <p:ext uri="{BB962C8B-B14F-4D97-AF65-F5344CB8AC3E}">
        <p14:creationId xmlns:p14="http://schemas.microsoft.com/office/powerpoint/2010/main" val="2781797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61FE3-A376-B2F1-0AE8-0542C77C0F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90BC3F17-A6C5-B953-A5AA-51A32D2549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5EAD01D8-2EF9-38B5-AD6F-983676C8F9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D3D6AE-1F63-3F7C-DD71-1D4204E1C5BA}"/>
              </a:ext>
            </a:extLst>
          </p:cNvPr>
          <p:cNvSpPr>
            <a:spLocks noGrp="1"/>
          </p:cNvSpPr>
          <p:nvPr>
            <p:ph type="dt" sz="half" idx="10"/>
          </p:nvPr>
        </p:nvSpPr>
        <p:spPr/>
        <p:txBody>
          <a:bodyPr/>
          <a:lstStyle/>
          <a:p>
            <a:fld id="{531D7455-1FFB-4737-95F3-6FCB2D2FDA00}" type="datetimeFigureOut">
              <a:rPr lang="en-NL" smtClean="0"/>
              <a:t>11/07/2026</a:t>
            </a:fld>
            <a:endParaRPr lang="en-NL"/>
          </a:p>
        </p:txBody>
      </p:sp>
      <p:sp>
        <p:nvSpPr>
          <p:cNvPr id="6" name="Footer Placeholder 5">
            <a:extLst>
              <a:ext uri="{FF2B5EF4-FFF2-40B4-BE49-F238E27FC236}">
                <a16:creationId xmlns:a16="http://schemas.microsoft.com/office/drawing/2014/main" id="{863466D9-40A0-F9E6-11EC-010667DEB38E}"/>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51BD876D-9D73-DAA7-40BC-7E3CE93B2134}"/>
              </a:ext>
            </a:extLst>
          </p:cNvPr>
          <p:cNvSpPr>
            <a:spLocks noGrp="1"/>
          </p:cNvSpPr>
          <p:nvPr>
            <p:ph type="sldNum" sz="quarter" idx="12"/>
          </p:nvPr>
        </p:nvSpPr>
        <p:spPr/>
        <p:txBody>
          <a:bodyPr/>
          <a:lstStyle/>
          <a:p>
            <a:fld id="{9DD39E61-DBDC-427D-B17B-E471936D8025}" type="slidenum">
              <a:rPr lang="en-NL" smtClean="0"/>
              <a:t>‹#›</a:t>
            </a:fld>
            <a:endParaRPr lang="en-NL"/>
          </a:p>
        </p:txBody>
      </p:sp>
    </p:spTree>
    <p:extLst>
      <p:ext uri="{BB962C8B-B14F-4D97-AF65-F5344CB8AC3E}">
        <p14:creationId xmlns:p14="http://schemas.microsoft.com/office/powerpoint/2010/main" val="4101906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67AE9-A8C7-EA52-B4C8-1733459E3D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556D5665-1AB0-A4C7-57FB-F3AB095CB9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CFC06BFA-52A0-DDE9-7294-B44B8861CA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6A4C37-E88B-AE42-E456-B46FE8D3DC3E}"/>
              </a:ext>
            </a:extLst>
          </p:cNvPr>
          <p:cNvSpPr>
            <a:spLocks noGrp="1"/>
          </p:cNvSpPr>
          <p:nvPr>
            <p:ph type="dt" sz="half" idx="10"/>
          </p:nvPr>
        </p:nvSpPr>
        <p:spPr/>
        <p:txBody>
          <a:bodyPr/>
          <a:lstStyle/>
          <a:p>
            <a:fld id="{531D7455-1FFB-4737-95F3-6FCB2D2FDA00}" type="datetimeFigureOut">
              <a:rPr lang="en-NL" smtClean="0"/>
              <a:t>11/07/2026</a:t>
            </a:fld>
            <a:endParaRPr lang="en-NL"/>
          </a:p>
        </p:txBody>
      </p:sp>
      <p:sp>
        <p:nvSpPr>
          <p:cNvPr id="6" name="Footer Placeholder 5">
            <a:extLst>
              <a:ext uri="{FF2B5EF4-FFF2-40B4-BE49-F238E27FC236}">
                <a16:creationId xmlns:a16="http://schemas.microsoft.com/office/drawing/2014/main" id="{FCC79EA7-C30A-11DE-417B-20970F38F0A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0093AF2C-B056-3BCF-430F-1FD047F5600E}"/>
              </a:ext>
            </a:extLst>
          </p:cNvPr>
          <p:cNvSpPr>
            <a:spLocks noGrp="1"/>
          </p:cNvSpPr>
          <p:nvPr>
            <p:ph type="sldNum" sz="quarter" idx="12"/>
          </p:nvPr>
        </p:nvSpPr>
        <p:spPr/>
        <p:txBody>
          <a:bodyPr/>
          <a:lstStyle/>
          <a:p>
            <a:fld id="{9DD39E61-DBDC-427D-B17B-E471936D8025}" type="slidenum">
              <a:rPr lang="en-NL" smtClean="0"/>
              <a:t>‹#›</a:t>
            </a:fld>
            <a:endParaRPr lang="en-NL"/>
          </a:p>
        </p:txBody>
      </p:sp>
    </p:spTree>
    <p:extLst>
      <p:ext uri="{BB962C8B-B14F-4D97-AF65-F5344CB8AC3E}">
        <p14:creationId xmlns:p14="http://schemas.microsoft.com/office/powerpoint/2010/main" val="1096137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F1849-8F0B-2E43-B7AE-5D542CC8EB19}"/>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1310D97D-83A4-C29B-3AF4-3F181AC5BD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0524529-BD87-F111-B03D-2000CD6E75D7}"/>
              </a:ext>
            </a:extLst>
          </p:cNvPr>
          <p:cNvSpPr>
            <a:spLocks noGrp="1"/>
          </p:cNvSpPr>
          <p:nvPr>
            <p:ph type="dt" sz="half" idx="10"/>
          </p:nvPr>
        </p:nvSpPr>
        <p:spPr/>
        <p:txBody>
          <a:bodyPr/>
          <a:lstStyle/>
          <a:p>
            <a:fld id="{531D7455-1FFB-4737-95F3-6FCB2D2FDA00}" type="datetimeFigureOut">
              <a:rPr lang="en-NL" smtClean="0"/>
              <a:t>11/07/2026</a:t>
            </a:fld>
            <a:endParaRPr lang="en-NL"/>
          </a:p>
        </p:txBody>
      </p:sp>
      <p:sp>
        <p:nvSpPr>
          <p:cNvPr id="5" name="Footer Placeholder 4">
            <a:extLst>
              <a:ext uri="{FF2B5EF4-FFF2-40B4-BE49-F238E27FC236}">
                <a16:creationId xmlns:a16="http://schemas.microsoft.com/office/drawing/2014/main" id="{FE2BAB80-6FF5-5B1E-4D68-BB44DACD65B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317BF2E-232B-C78A-34CE-5FD9E4137D10}"/>
              </a:ext>
            </a:extLst>
          </p:cNvPr>
          <p:cNvSpPr>
            <a:spLocks noGrp="1"/>
          </p:cNvSpPr>
          <p:nvPr>
            <p:ph type="sldNum" sz="quarter" idx="12"/>
          </p:nvPr>
        </p:nvSpPr>
        <p:spPr/>
        <p:txBody>
          <a:bodyPr/>
          <a:lstStyle/>
          <a:p>
            <a:fld id="{9DD39E61-DBDC-427D-B17B-E471936D8025}" type="slidenum">
              <a:rPr lang="en-NL" smtClean="0"/>
              <a:t>‹#›</a:t>
            </a:fld>
            <a:endParaRPr lang="en-NL"/>
          </a:p>
        </p:txBody>
      </p:sp>
    </p:spTree>
    <p:extLst>
      <p:ext uri="{BB962C8B-B14F-4D97-AF65-F5344CB8AC3E}">
        <p14:creationId xmlns:p14="http://schemas.microsoft.com/office/powerpoint/2010/main" val="3376194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781397-2526-01EE-794A-ECB321218F6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6AB161C5-3D68-46B0-4C69-8592CD15A7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A096F7E3-705F-C347-9D70-3455AF6CEEB0}"/>
              </a:ext>
            </a:extLst>
          </p:cNvPr>
          <p:cNvSpPr>
            <a:spLocks noGrp="1"/>
          </p:cNvSpPr>
          <p:nvPr>
            <p:ph type="dt" sz="half" idx="10"/>
          </p:nvPr>
        </p:nvSpPr>
        <p:spPr/>
        <p:txBody>
          <a:bodyPr/>
          <a:lstStyle/>
          <a:p>
            <a:fld id="{531D7455-1FFB-4737-95F3-6FCB2D2FDA00}" type="datetimeFigureOut">
              <a:rPr lang="en-NL" smtClean="0"/>
              <a:t>11/07/2026</a:t>
            </a:fld>
            <a:endParaRPr lang="en-NL"/>
          </a:p>
        </p:txBody>
      </p:sp>
      <p:sp>
        <p:nvSpPr>
          <p:cNvPr id="5" name="Footer Placeholder 4">
            <a:extLst>
              <a:ext uri="{FF2B5EF4-FFF2-40B4-BE49-F238E27FC236}">
                <a16:creationId xmlns:a16="http://schemas.microsoft.com/office/drawing/2014/main" id="{BEEDBBC4-E0DE-DE23-3BEA-2B9B6687379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ECF841B-1AC9-DB0E-59A4-6808178AE8F3}"/>
              </a:ext>
            </a:extLst>
          </p:cNvPr>
          <p:cNvSpPr>
            <a:spLocks noGrp="1"/>
          </p:cNvSpPr>
          <p:nvPr>
            <p:ph type="sldNum" sz="quarter" idx="12"/>
          </p:nvPr>
        </p:nvSpPr>
        <p:spPr/>
        <p:txBody>
          <a:bodyPr/>
          <a:lstStyle/>
          <a:p>
            <a:fld id="{9DD39E61-DBDC-427D-B17B-E471936D8025}" type="slidenum">
              <a:rPr lang="en-NL" smtClean="0"/>
              <a:t>‹#›</a:t>
            </a:fld>
            <a:endParaRPr lang="en-NL"/>
          </a:p>
        </p:txBody>
      </p:sp>
    </p:spTree>
    <p:extLst>
      <p:ext uri="{BB962C8B-B14F-4D97-AF65-F5344CB8AC3E}">
        <p14:creationId xmlns:p14="http://schemas.microsoft.com/office/powerpoint/2010/main" val="1501833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6A0868-8C94-615C-2F5A-D17C532D6A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9338DC6-5DF9-EF98-D4DC-748F4F8381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EFDFE5A-C248-980D-6314-95C79BECC9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1D7455-1FFB-4737-95F3-6FCB2D2FDA00}" type="datetimeFigureOut">
              <a:rPr lang="en-NL" smtClean="0"/>
              <a:t>11/07/2026</a:t>
            </a:fld>
            <a:endParaRPr lang="en-NL"/>
          </a:p>
        </p:txBody>
      </p:sp>
      <p:sp>
        <p:nvSpPr>
          <p:cNvPr id="5" name="Footer Placeholder 4">
            <a:extLst>
              <a:ext uri="{FF2B5EF4-FFF2-40B4-BE49-F238E27FC236}">
                <a16:creationId xmlns:a16="http://schemas.microsoft.com/office/drawing/2014/main" id="{F280002A-260A-AF97-DFA4-2FB4F65904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B9BCAB47-4E2C-7443-3892-BF01ED0FCC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D39E61-DBDC-427D-B17B-E471936D8025}" type="slidenum">
              <a:rPr lang="en-NL" smtClean="0"/>
              <a:t>‹#›</a:t>
            </a:fld>
            <a:endParaRPr lang="en-NL"/>
          </a:p>
        </p:txBody>
      </p:sp>
    </p:spTree>
    <p:extLst>
      <p:ext uri="{BB962C8B-B14F-4D97-AF65-F5344CB8AC3E}">
        <p14:creationId xmlns:p14="http://schemas.microsoft.com/office/powerpoint/2010/main" val="5751258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p:txBody>
          <a:bodyPr/>
          <a:lstStyle/>
          <a:p>
            <a:r>
              <a:rPr lang="en-US" dirty="0"/>
              <a:t>Meeting Week 24</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lstStyle/>
          <a:p>
            <a:r>
              <a:rPr lang="en-US" dirty="0"/>
              <a:t>Last week summary</a:t>
            </a:r>
          </a:p>
          <a:p>
            <a:pPr lvl="1"/>
            <a:r>
              <a:rPr lang="en-US" dirty="0"/>
              <a:t>System, model</a:t>
            </a:r>
          </a:p>
          <a:p>
            <a:r>
              <a:rPr lang="en-US" dirty="0"/>
              <a:t>Augmentation</a:t>
            </a:r>
          </a:p>
          <a:p>
            <a:pPr lvl="1"/>
            <a:r>
              <a:rPr lang="en-US" dirty="0"/>
              <a:t>Issue stiffness matrix</a:t>
            </a:r>
          </a:p>
          <a:p>
            <a:pPr lvl="1"/>
            <a:r>
              <a:rPr lang="en-US" dirty="0"/>
              <a:t>Description implementation</a:t>
            </a:r>
          </a:p>
          <a:p>
            <a:pPr lvl="1"/>
            <a:r>
              <a:rPr lang="en-US" dirty="0"/>
              <a:t>New data</a:t>
            </a:r>
          </a:p>
          <a:p>
            <a:r>
              <a:rPr lang="en-US" dirty="0"/>
              <a:t>Outline </a:t>
            </a:r>
            <a:r>
              <a:rPr lang="en-US" dirty="0" err="1"/>
              <a:t>ToDo</a:t>
            </a:r>
            <a:r>
              <a:rPr lang="en-US" dirty="0"/>
              <a:t> next week</a:t>
            </a:r>
            <a:endParaRPr lang="en-NL" dirty="0"/>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7EA98-8D1B-6CE2-E115-DA1A87D3A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20950-7F8C-D5A6-B65B-87476C8777CC}"/>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095C759E-3ACF-EF89-6CE3-7927E207EA35}"/>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B63C349-FF01-6CFE-81A2-DDA64151B99A}"/>
              </a:ext>
            </a:extLst>
          </p:cNvPr>
          <p:cNvPicPr>
            <a:picLocks noChangeAspect="1"/>
          </p:cNvPicPr>
          <p:nvPr/>
        </p:nvPicPr>
        <p:blipFill>
          <a:blip r:embed="rId3"/>
          <a:stretch>
            <a:fillRect/>
          </a:stretch>
        </p:blipFill>
        <p:spPr>
          <a:xfrm>
            <a:off x="1082749" y="365125"/>
            <a:ext cx="9751828" cy="6148937"/>
          </a:xfrm>
          <a:prstGeom prst="rect">
            <a:avLst/>
          </a:prstGeom>
        </p:spPr>
      </p:pic>
    </p:spTree>
    <p:extLst>
      <p:ext uri="{BB962C8B-B14F-4D97-AF65-F5344CB8AC3E}">
        <p14:creationId xmlns:p14="http://schemas.microsoft.com/office/powerpoint/2010/main" val="1924148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3484-94F2-14D6-31CA-9FAE07C6B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ACE78-B9D1-45C7-4074-CA9FD738A193}"/>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D5D74970-240D-E8B5-D9FB-7F973C49B2C4}"/>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49F7AEE-FE93-C857-4A68-4D907138D619}"/>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5C86B106-CFF8-302B-FE52-85E0AD584BA7}"/>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C55DC95B-5EFB-972A-3B1B-33CE82661250}"/>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FB0D30DC-25C2-1DFF-F1F4-D297D6260F43}"/>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776496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9631A-D804-6081-6747-3C1240E0B6F8}"/>
              </a:ext>
            </a:extLst>
          </p:cNvPr>
          <p:cNvSpPr>
            <a:spLocks noGrp="1"/>
          </p:cNvSpPr>
          <p:nvPr>
            <p:ph type="title"/>
          </p:nvPr>
        </p:nvSpPr>
        <p:spPr/>
        <p:txBody>
          <a:bodyPr/>
          <a:lstStyle/>
          <a:p>
            <a:r>
              <a:rPr lang="en-US" dirty="0"/>
              <a:t>Initial problem</a:t>
            </a:r>
            <a:endParaRPr lang="en-NL" dirty="0"/>
          </a:p>
        </p:txBody>
      </p:sp>
      <p:sp>
        <p:nvSpPr>
          <p:cNvPr id="3" name="Content Placeholder 2">
            <a:extLst>
              <a:ext uri="{FF2B5EF4-FFF2-40B4-BE49-F238E27FC236}">
                <a16:creationId xmlns:a16="http://schemas.microsoft.com/office/drawing/2014/main" id="{66FC91D9-FB4E-1DBA-AA35-574B91B84510}"/>
              </a:ext>
            </a:extLst>
          </p:cNvPr>
          <p:cNvSpPr>
            <a:spLocks noGrp="1"/>
          </p:cNvSpPr>
          <p:nvPr>
            <p:ph idx="1"/>
          </p:nvPr>
        </p:nvSpPr>
        <p:spPr/>
        <p:txBody>
          <a:bodyPr/>
          <a:lstStyle/>
          <a:p>
            <a:r>
              <a:rPr lang="en-US" dirty="0"/>
              <a:t>After initialization immediate blow up </a:t>
            </a:r>
            <a:r>
              <a:rPr lang="en-US" dirty="0">
                <a:sym typeface="Wingdings" panose="05000000000000000000" pitchFamily="2" charset="2"/>
              </a:rPr>
              <a:t> factor 100 worse</a:t>
            </a:r>
          </a:p>
          <a:p>
            <a:r>
              <a:rPr lang="en-US" dirty="0">
                <a:sym typeface="Wingdings" panose="05000000000000000000" pitchFamily="2" charset="2"/>
              </a:rPr>
              <a:t>Issue stiffness matrix K only positions for Theta (X, Theta, Y)</a:t>
            </a:r>
          </a:p>
          <a:p>
            <a:pPr marL="0" indent="0">
              <a:buNone/>
            </a:pPr>
            <a:r>
              <a:rPr lang="nl-NL" dirty="0"/>
              <a:t>K = [0,  0,       0;</a:t>
            </a:r>
            <a:endParaRPr lang="en-NL" dirty="0"/>
          </a:p>
          <a:p>
            <a:pPr marL="0" indent="0">
              <a:buNone/>
            </a:pPr>
            <a:r>
              <a:rPr lang="nl-NL" dirty="0"/>
              <a:t>         0,  kb1+kb2, 0;</a:t>
            </a:r>
            <a:endParaRPr lang="en-NL" dirty="0"/>
          </a:p>
          <a:p>
            <a:pPr marL="0" indent="0">
              <a:buNone/>
            </a:pPr>
            <a:r>
              <a:rPr lang="nl-NL" dirty="0"/>
              <a:t>        0,  0,       0]</a:t>
            </a:r>
          </a:p>
          <a:p>
            <a:r>
              <a:rPr lang="nl-NL" dirty="0" err="1"/>
              <a:t>Resulted</a:t>
            </a:r>
            <a:r>
              <a:rPr lang="nl-NL" dirty="0"/>
              <a:t> in ANN </a:t>
            </a:r>
            <a:r>
              <a:rPr lang="nl-NL" dirty="0" err="1"/>
              <a:t>correction</a:t>
            </a:r>
            <a:r>
              <a:rPr lang="nl-NL" dirty="0"/>
              <a:t> </a:t>
            </a:r>
            <a:r>
              <a:rPr lang="nl-NL" dirty="0" err="1"/>
              <a:t>accumulating</a:t>
            </a:r>
            <a:r>
              <a:rPr lang="nl-NL" dirty="0"/>
              <a:t> over </a:t>
            </a:r>
            <a:r>
              <a:rPr lang="nl-NL" dirty="0" err="1"/>
              <a:t>my</a:t>
            </a:r>
            <a:r>
              <a:rPr lang="nl-NL" dirty="0"/>
              <a:t> </a:t>
            </a:r>
            <a:r>
              <a:rPr lang="nl-NL" dirty="0" err="1"/>
              <a:t>simulation</a:t>
            </a:r>
            <a:r>
              <a:rPr lang="nl-NL" dirty="0"/>
              <a:t> steps without demping</a:t>
            </a:r>
            <a:endParaRPr lang="en-NL" dirty="0"/>
          </a:p>
          <a:p>
            <a:endParaRPr lang="en-NL" dirty="0"/>
          </a:p>
        </p:txBody>
      </p:sp>
    </p:spTree>
    <p:extLst>
      <p:ext uri="{BB962C8B-B14F-4D97-AF65-F5344CB8AC3E}">
        <p14:creationId xmlns:p14="http://schemas.microsoft.com/office/powerpoint/2010/main" val="1553031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230595-08F1-C954-370E-062BB874CEB3}"/>
              </a:ext>
            </a:extLst>
          </p:cNvPr>
          <p:cNvSpPr>
            <a:spLocks noGrp="1"/>
          </p:cNvSpPr>
          <p:nvPr>
            <p:ph idx="1"/>
          </p:nvPr>
        </p:nvSpPr>
        <p:spPr>
          <a:xfrm>
            <a:off x="326923" y="365125"/>
            <a:ext cx="3292577" cy="6127750"/>
          </a:xfrm>
        </p:spPr>
        <p:txBody>
          <a:bodyPr>
            <a:normAutofit fontScale="92500" lnSpcReduction="10000"/>
          </a:bodyPr>
          <a:lstStyle/>
          <a:p>
            <a:pPr marL="0" indent="0">
              <a:buNone/>
            </a:pPr>
            <a:r>
              <a:rPr lang="nl-NL" dirty="0"/>
              <a:t>K = [0,  0,       0;</a:t>
            </a:r>
            <a:endParaRPr lang="en-NL" dirty="0"/>
          </a:p>
          <a:p>
            <a:pPr marL="0" indent="0">
              <a:buNone/>
            </a:pPr>
            <a:r>
              <a:rPr lang="nl-NL" dirty="0"/>
              <a:t>         0,  kb1+kb2, 0;</a:t>
            </a:r>
            <a:endParaRPr lang="en-NL" dirty="0"/>
          </a:p>
          <a:p>
            <a:pPr marL="0" indent="0">
              <a:buNone/>
            </a:pPr>
            <a:r>
              <a:rPr lang="nl-NL" dirty="0"/>
              <a:t>        0,  0,       0]</a:t>
            </a:r>
          </a:p>
          <a:p>
            <a:pPr marL="0" indent="0">
              <a:buNone/>
            </a:pPr>
            <a:r>
              <a:rPr lang="nl-NL" dirty="0"/>
              <a:t>Kb1+kb2 = 3975</a:t>
            </a:r>
          </a:p>
          <a:p>
            <a:pPr marL="0" indent="0">
              <a:buNone/>
            </a:pPr>
            <a:endParaRPr lang="nl-NL" dirty="0"/>
          </a:p>
          <a:p>
            <a:pPr marL="0" indent="0">
              <a:buNone/>
            </a:pPr>
            <a:r>
              <a:rPr lang="nl-NL" dirty="0" err="1"/>
              <a:t>Comparison</a:t>
            </a:r>
            <a:r>
              <a:rPr lang="nl-NL" dirty="0"/>
              <a:t>:</a:t>
            </a:r>
          </a:p>
          <a:p>
            <a:pPr marL="0" indent="0">
              <a:buNone/>
            </a:pPr>
            <a:r>
              <a:rPr lang="nl-NL" dirty="0"/>
              <a:t>K = [1000,  0,       0;</a:t>
            </a:r>
            <a:endParaRPr lang="en-NL" dirty="0"/>
          </a:p>
          <a:p>
            <a:pPr marL="0" indent="0">
              <a:buNone/>
            </a:pPr>
            <a:r>
              <a:rPr lang="nl-NL" dirty="0"/>
              <a:t>         0,  kb1+kb2, 0;</a:t>
            </a:r>
            <a:endParaRPr lang="en-NL" dirty="0"/>
          </a:p>
          <a:p>
            <a:pPr marL="0" indent="0">
              <a:buNone/>
            </a:pPr>
            <a:r>
              <a:rPr lang="nl-NL" dirty="0"/>
              <a:t>        0,  0,       1000]</a:t>
            </a:r>
          </a:p>
          <a:p>
            <a:pPr marL="0" indent="0">
              <a:buNone/>
            </a:pPr>
            <a:endParaRPr lang="nl-NL" dirty="0"/>
          </a:p>
          <a:p>
            <a:pPr marL="0" indent="0">
              <a:buNone/>
            </a:pPr>
            <a:r>
              <a:rPr lang="nl-NL" dirty="0" err="1"/>
              <a:t>Open-loop</a:t>
            </a:r>
            <a:r>
              <a:rPr lang="nl-NL" dirty="0"/>
              <a:t> run over full </a:t>
            </a:r>
            <a:r>
              <a:rPr lang="nl-NL" dirty="0" err="1"/>
              <a:t>trajectory</a:t>
            </a:r>
            <a:r>
              <a:rPr lang="nl-NL" dirty="0"/>
              <a:t>: sim-RMS</a:t>
            </a:r>
          </a:p>
          <a:p>
            <a:pPr marL="0" indent="0">
              <a:buNone/>
            </a:pPr>
            <a:r>
              <a:rPr lang="nl-NL" dirty="0">
                <a:sym typeface="Wingdings" panose="05000000000000000000" pitchFamily="2" charset="2"/>
              </a:rPr>
              <a:t> </a:t>
            </a:r>
            <a:r>
              <a:rPr lang="nl-NL" dirty="0" err="1">
                <a:sym typeface="Wingdings" panose="05000000000000000000" pitchFamily="2" charset="2"/>
              </a:rPr>
              <a:t>So</a:t>
            </a:r>
            <a:r>
              <a:rPr lang="nl-NL" dirty="0">
                <a:sym typeface="Wingdings" panose="05000000000000000000" pitchFamily="2" charset="2"/>
              </a:rPr>
              <a:t> </a:t>
            </a:r>
            <a:r>
              <a:rPr lang="nl-NL" dirty="0" err="1">
                <a:sym typeface="Wingdings" panose="05000000000000000000" pitchFamily="2" charset="2"/>
              </a:rPr>
              <a:t>only</a:t>
            </a:r>
            <a:r>
              <a:rPr lang="nl-NL" dirty="0">
                <a:sym typeface="Wingdings" panose="05000000000000000000" pitchFamily="2" charset="2"/>
              </a:rPr>
              <a:t> </a:t>
            </a:r>
            <a:r>
              <a:rPr lang="nl-NL" dirty="0" err="1">
                <a:sym typeface="Wingdings" panose="05000000000000000000" pitchFamily="2" charset="2"/>
              </a:rPr>
              <a:t>initial</a:t>
            </a:r>
            <a:r>
              <a:rPr lang="nl-NL" dirty="0">
                <a:sym typeface="Wingdings" panose="05000000000000000000" pitchFamily="2" charset="2"/>
              </a:rPr>
              <a:t> state</a:t>
            </a:r>
            <a:endParaRPr lang="nl-NL" dirty="0"/>
          </a:p>
        </p:txBody>
      </p:sp>
      <p:pic>
        <p:nvPicPr>
          <p:cNvPr id="7" name="Picture 6">
            <a:extLst>
              <a:ext uri="{FF2B5EF4-FFF2-40B4-BE49-F238E27FC236}">
                <a16:creationId xmlns:a16="http://schemas.microsoft.com/office/drawing/2014/main" id="{8A59367C-4D76-8ED9-9E77-EC0B074B3E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9500" y="0"/>
            <a:ext cx="8572500" cy="6858000"/>
          </a:xfrm>
          <a:prstGeom prst="rect">
            <a:avLst/>
          </a:prstGeom>
        </p:spPr>
      </p:pic>
    </p:spTree>
    <p:extLst>
      <p:ext uri="{BB962C8B-B14F-4D97-AF65-F5344CB8AC3E}">
        <p14:creationId xmlns:p14="http://schemas.microsoft.com/office/powerpoint/2010/main" val="1005423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8B8AEB-9959-B8BC-B44D-5DB4F841361E}"/>
              </a:ext>
            </a:extLst>
          </p:cNvPr>
          <p:cNvPicPr>
            <a:picLocks noChangeAspect="1"/>
          </p:cNvPicPr>
          <p:nvPr/>
        </p:nvPicPr>
        <p:blipFill>
          <a:blip r:embed="rId2"/>
          <a:stretch>
            <a:fillRect/>
          </a:stretch>
        </p:blipFill>
        <p:spPr>
          <a:xfrm>
            <a:off x="2407527" y="0"/>
            <a:ext cx="9784473" cy="6893606"/>
          </a:xfrm>
          <a:prstGeom prst="rect">
            <a:avLst/>
          </a:prstGeom>
        </p:spPr>
      </p:pic>
      <p:sp>
        <p:nvSpPr>
          <p:cNvPr id="3" name="Content Placeholder 2">
            <a:extLst>
              <a:ext uri="{FF2B5EF4-FFF2-40B4-BE49-F238E27FC236}">
                <a16:creationId xmlns:a16="http://schemas.microsoft.com/office/drawing/2014/main" id="{EF4D48A1-DE61-391F-CC66-4973039BE26B}"/>
              </a:ext>
            </a:extLst>
          </p:cNvPr>
          <p:cNvSpPr>
            <a:spLocks noGrp="1"/>
          </p:cNvSpPr>
          <p:nvPr>
            <p:ph idx="1"/>
          </p:nvPr>
        </p:nvSpPr>
        <p:spPr>
          <a:xfrm>
            <a:off x="0" y="107356"/>
            <a:ext cx="4059534" cy="6243201"/>
          </a:xfrm>
        </p:spPr>
        <p:txBody>
          <a:bodyPr/>
          <a:lstStyle/>
          <a:p>
            <a:endParaRPr lang="en-NL" dirty="0"/>
          </a:p>
        </p:txBody>
      </p:sp>
    </p:spTree>
    <p:extLst>
      <p:ext uri="{BB962C8B-B14F-4D97-AF65-F5344CB8AC3E}">
        <p14:creationId xmlns:p14="http://schemas.microsoft.com/office/powerpoint/2010/main" val="328541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82BA-7F45-EF41-6BE0-36F6943DF1C4}"/>
              </a:ext>
            </a:extLst>
          </p:cNvPr>
          <p:cNvSpPr>
            <a:spLocks noGrp="1"/>
          </p:cNvSpPr>
          <p:nvPr>
            <p:ph type="title"/>
          </p:nvPr>
        </p:nvSpPr>
        <p:spPr/>
        <p:txBody>
          <a:bodyPr/>
          <a:lstStyle/>
          <a:p>
            <a:r>
              <a:rPr lang="en-US" dirty="0"/>
              <a:t>Only theta routing not sufficient</a:t>
            </a:r>
            <a:br>
              <a:rPr lang="en-US" dirty="0"/>
            </a:br>
            <a:r>
              <a:rPr lang="en-US" dirty="0"/>
              <a:t>Model is coupled</a:t>
            </a:r>
            <a:endParaRPr lang="en-NL" dirty="0"/>
          </a:p>
        </p:txBody>
      </p:sp>
      <p:sp>
        <p:nvSpPr>
          <p:cNvPr id="3" name="Content Placeholder 2">
            <a:extLst>
              <a:ext uri="{FF2B5EF4-FFF2-40B4-BE49-F238E27FC236}">
                <a16:creationId xmlns:a16="http://schemas.microsoft.com/office/drawing/2014/main" id="{7D756608-F586-2D0E-F78C-9EA549AF20BE}"/>
              </a:ext>
            </a:extLst>
          </p:cNvPr>
          <p:cNvSpPr>
            <a:spLocks noGrp="1"/>
          </p:cNvSpPr>
          <p:nvPr>
            <p:ph idx="1"/>
          </p:nvPr>
        </p:nvSpPr>
        <p:spPr/>
        <p:txBody>
          <a:bodyPr/>
          <a:lstStyle/>
          <a:p>
            <a:r>
              <a:rPr lang="en-US" dirty="0"/>
              <a:t>For correct augmentation the ANN needs to be able to enter X and Y</a:t>
            </a:r>
          </a:p>
          <a:p>
            <a:pPr lvl="1"/>
            <a:r>
              <a:rPr lang="en-US" dirty="0"/>
              <a:t>Due to coupling I need to be able to route the ANN through X and Y </a:t>
            </a:r>
            <a:r>
              <a:rPr lang="en-US" dirty="0" err="1"/>
              <a:t>aswell</a:t>
            </a:r>
            <a:r>
              <a:rPr lang="en-US" dirty="0"/>
              <a:t> (off-diagonal terms)</a:t>
            </a:r>
            <a:endParaRPr lang="en-NL" dirty="0"/>
          </a:p>
        </p:txBody>
      </p:sp>
    </p:spTree>
    <p:extLst>
      <p:ext uri="{BB962C8B-B14F-4D97-AF65-F5344CB8AC3E}">
        <p14:creationId xmlns:p14="http://schemas.microsoft.com/office/powerpoint/2010/main" val="4280157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3C7DCED-90DB-948D-EB03-2DBA0D12BE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1526" y="557684"/>
            <a:ext cx="9450474" cy="6300316"/>
          </a:xfrm>
          <a:prstGeom prst="rect">
            <a:avLst/>
          </a:prstGeom>
        </p:spPr>
      </p:pic>
      <p:sp>
        <p:nvSpPr>
          <p:cNvPr id="2" name="Title 1">
            <a:extLst>
              <a:ext uri="{FF2B5EF4-FFF2-40B4-BE49-F238E27FC236}">
                <a16:creationId xmlns:a16="http://schemas.microsoft.com/office/drawing/2014/main" id="{87A92A29-7D47-AFAD-852B-3E70B4A779CB}"/>
              </a:ext>
            </a:extLst>
          </p:cNvPr>
          <p:cNvSpPr>
            <a:spLocks noGrp="1"/>
          </p:cNvSpPr>
          <p:nvPr>
            <p:ph type="title"/>
          </p:nvPr>
        </p:nvSpPr>
        <p:spPr>
          <a:xfrm>
            <a:off x="0" y="-1419989"/>
            <a:ext cx="5496448" cy="3619248"/>
          </a:xfrm>
        </p:spPr>
        <p:txBody>
          <a:bodyPr/>
          <a:lstStyle/>
          <a:p>
            <a:r>
              <a:rPr lang="en-US" dirty="0"/>
              <a:t>Drift with ANN</a:t>
            </a:r>
            <a:endParaRPr lang="en-NL" dirty="0"/>
          </a:p>
        </p:txBody>
      </p:sp>
      <p:sp>
        <p:nvSpPr>
          <p:cNvPr id="10" name="Content Placeholder 2">
            <a:extLst>
              <a:ext uri="{FF2B5EF4-FFF2-40B4-BE49-F238E27FC236}">
                <a16:creationId xmlns:a16="http://schemas.microsoft.com/office/drawing/2014/main" id="{AD7959AC-5B85-8288-E4AD-EC5CF25360FA}"/>
              </a:ext>
            </a:extLst>
          </p:cNvPr>
          <p:cNvSpPr txBox="1">
            <a:spLocks/>
          </p:cNvSpPr>
          <p:nvPr/>
        </p:nvSpPr>
        <p:spPr>
          <a:xfrm>
            <a:off x="124767" y="1016539"/>
            <a:ext cx="2616759" cy="56202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ANN creates:</a:t>
            </a:r>
          </a:p>
          <a:p>
            <a:pPr lvl="1"/>
            <a:r>
              <a:rPr lang="en-US" dirty="0"/>
              <a:t>DC offset force added</a:t>
            </a:r>
          </a:p>
          <a:p>
            <a:r>
              <a:rPr lang="en-US" dirty="0"/>
              <a:t>Shows the error</a:t>
            </a:r>
          </a:p>
          <a:p>
            <a:r>
              <a:rPr lang="en-US" dirty="0"/>
              <a:t>Standstill trajectory at Y = 0.1 m with </a:t>
            </a:r>
            <a:r>
              <a:rPr lang="en-US" dirty="0" err="1"/>
              <a:t>multisine</a:t>
            </a:r>
            <a:r>
              <a:rPr lang="en-US" dirty="0"/>
              <a:t> 130-180hz</a:t>
            </a:r>
          </a:p>
          <a:p>
            <a:endParaRPr lang="en-NL" dirty="0"/>
          </a:p>
        </p:txBody>
      </p:sp>
    </p:spTree>
    <p:extLst>
      <p:ext uri="{BB962C8B-B14F-4D97-AF65-F5344CB8AC3E}">
        <p14:creationId xmlns:p14="http://schemas.microsoft.com/office/powerpoint/2010/main" val="2974315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F95E1-4A64-F7FC-52CA-188D77A439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83D994-4612-886C-5BF3-CD24D02A5F7E}"/>
              </a:ext>
            </a:extLst>
          </p:cNvPr>
          <p:cNvSpPr>
            <a:spLocks noGrp="1"/>
          </p:cNvSpPr>
          <p:nvPr>
            <p:ph idx="1"/>
          </p:nvPr>
        </p:nvSpPr>
        <p:spPr>
          <a:xfrm>
            <a:off x="124767" y="951418"/>
            <a:ext cx="2616759" cy="5620204"/>
          </a:xfrm>
        </p:spPr>
        <p:txBody>
          <a:bodyPr/>
          <a:lstStyle/>
          <a:p>
            <a:r>
              <a:rPr lang="en-US" dirty="0"/>
              <a:t>ANN at zero </a:t>
            </a:r>
            <a:r>
              <a:rPr lang="en-US" dirty="0" err="1"/>
              <a:t>init</a:t>
            </a:r>
            <a:r>
              <a:rPr lang="en-US" dirty="0"/>
              <a:t>: </a:t>
            </a:r>
          </a:p>
          <a:p>
            <a:pPr lvl="1"/>
            <a:r>
              <a:rPr lang="en-US" dirty="0"/>
              <a:t>No DC offset force added</a:t>
            </a:r>
          </a:p>
          <a:p>
            <a:r>
              <a:rPr lang="en-US" dirty="0"/>
              <a:t>Shows the error</a:t>
            </a:r>
          </a:p>
          <a:p>
            <a:r>
              <a:rPr lang="en-US" dirty="0"/>
              <a:t>Standstill trajectory at Y = 0.1 m with </a:t>
            </a:r>
            <a:r>
              <a:rPr lang="en-US" dirty="0" err="1"/>
              <a:t>multisine</a:t>
            </a:r>
            <a:r>
              <a:rPr lang="en-US" dirty="0"/>
              <a:t> 130-180hz</a:t>
            </a:r>
          </a:p>
          <a:p>
            <a:endParaRPr lang="en-NL" dirty="0"/>
          </a:p>
        </p:txBody>
      </p:sp>
      <p:pic>
        <p:nvPicPr>
          <p:cNvPr id="5" name="Picture 4">
            <a:extLst>
              <a:ext uri="{FF2B5EF4-FFF2-40B4-BE49-F238E27FC236}">
                <a16:creationId xmlns:a16="http://schemas.microsoft.com/office/drawing/2014/main" id="{0CB9FACD-3C80-59FC-7199-1C4AEA3D6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3846" y="532564"/>
            <a:ext cx="9488154" cy="6325436"/>
          </a:xfrm>
          <a:prstGeom prst="rect">
            <a:avLst/>
          </a:prstGeom>
        </p:spPr>
      </p:pic>
      <p:sp>
        <p:nvSpPr>
          <p:cNvPr id="2" name="Title 1">
            <a:extLst>
              <a:ext uri="{FF2B5EF4-FFF2-40B4-BE49-F238E27FC236}">
                <a16:creationId xmlns:a16="http://schemas.microsoft.com/office/drawing/2014/main" id="{0648B857-7222-96CD-FAB4-C67F0C89BC18}"/>
              </a:ext>
            </a:extLst>
          </p:cNvPr>
          <p:cNvSpPr>
            <a:spLocks noGrp="1"/>
          </p:cNvSpPr>
          <p:nvPr>
            <p:ph type="title"/>
          </p:nvPr>
        </p:nvSpPr>
        <p:spPr>
          <a:xfrm>
            <a:off x="124767" y="0"/>
            <a:ext cx="5496448" cy="926034"/>
          </a:xfrm>
        </p:spPr>
        <p:txBody>
          <a:bodyPr/>
          <a:lstStyle/>
          <a:p>
            <a:r>
              <a:rPr lang="en-US" dirty="0"/>
              <a:t>Drift with ANN</a:t>
            </a:r>
            <a:endParaRPr lang="en-NL" dirty="0"/>
          </a:p>
        </p:txBody>
      </p:sp>
    </p:spTree>
    <p:extLst>
      <p:ext uri="{BB962C8B-B14F-4D97-AF65-F5344CB8AC3E}">
        <p14:creationId xmlns:p14="http://schemas.microsoft.com/office/powerpoint/2010/main" val="3125621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AF6A-0A36-A8D6-7777-4D4AA9FBFBE6}"/>
              </a:ext>
            </a:extLst>
          </p:cNvPr>
          <p:cNvSpPr>
            <a:spLocks noGrp="1"/>
          </p:cNvSpPr>
          <p:nvPr>
            <p:ph type="title"/>
          </p:nvPr>
        </p:nvSpPr>
        <p:spPr/>
        <p:txBody>
          <a:bodyPr/>
          <a:lstStyle/>
          <a:p>
            <a:endParaRPr lang="en-NL"/>
          </a:p>
        </p:txBody>
      </p:sp>
      <p:sp>
        <p:nvSpPr>
          <p:cNvPr id="7" name="Content Placeholder 6">
            <a:extLst>
              <a:ext uri="{FF2B5EF4-FFF2-40B4-BE49-F238E27FC236}">
                <a16:creationId xmlns:a16="http://schemas.microsoft.com/office/drawing/2014/main" id="{1CBA859E-DEDB-2C02-4CA5-A90A07463FC4}"/>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63235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5FEE8-2196-757F-D000-3284720A390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DDF4800-ED5A-CAC0-4325-BD317F835743}"/>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BDE6E4C-246B-FC7F-DEF0-102B4070E2D0}"/>
              </a:ext>
            </a:extLst>
          </p:cNvPr>
          <p:cNvPicPr>
            <a:picLocks noChangeAspect="1"/>
          </p:cNvPicPr>
          <p:nvPr/>
        </p:nvPicPr>
        <p:blipFill>
          <a:blip r:embed="rId2"/>
          <a:stretch>
            <a:fillRect/>
          </a:stretch>
        </p:blipFill>
        <p:spPr>
          <a:xfrm>
            <a:off x="0" y="297019"/>
            <a:ext cx="12192000" cy="6263961"/>
          </a:xfrm>
          <a:prstGeom prst="rect">
            <a:avLst/>
          </a:prstGeom>
        </p:spPr>
      </p:pic>
    </p:spTree>
    <p:extLst>
      <p:ext uri="{BB962C8B-B14F-4D97-AF65-F5344CB8AC3E}">
        <p14:creationId xmlns:p14="http://schemas.microsoft.com/office/powerpoint/2010/main" val="1890014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76A44-19FA-B373-DEB7-B437455E5629}"/>
              </a:ext>
            </a:extLst>
          </p:cNvPr>
          <p:cNvSpPr>
            <a:spLocks noGrp="1"/>
          </p:cNvSpPr>
          <p:nvPr>
            <p:ph type="title"/>
          </p:nvPr>
        </p:nvSpPr>
        <p:spPr/>
        <p:txBody>
          <a:bodyPr/>
          <a:lstStyle/>
          <a:p>
            <a:endParaRPr lang="en-NL"/>
          </a:p>
        </p:txBody>
      </p:sp>
      <p:pic>
        <p:nvPicPr>
          <p:cNvPr id="9" name="Content Placeholder 8">
            <a:extLst>
              <a:ext uri="{FF2B5EF4-FFF2-40B4-BE49-F238E27FC236}">
                <a16:creationId xmlns:a16="http://schemas.microsoft.com/office/drawing/2014/main" id="{AC226E42-61C6-8BD5-B217-942BA95C44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7004"/>
            <a:ext cx="10435716" cy="6958739"/>
          </a:xfrm>
          <a:prstGeom prst="rect">
            <a:avLst/>
          </a:prstGeom>
        </p:spPr>
      </p:pic>
    </p:spTree>
    <p:extLst>
      <p:ext uri="{BB962C8B-B14F-4D97-AF65-F5344CB8AC3E}">
        <p14:creationId xmlns:p14="http://schemas.microsoft.com/office/powerpoint/2010/main" val="696274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68F5B-EA16-CB00-3E11-A683C24CF0E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A70147B-EA5F-B04F-ECBF-11F42B00A187}"/>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8CDA1798-8556-4CA0-7319-FDFE86B08AE5}"/>
              </a:ext>
            </a:extLst>
          </p:cNvPr>
          <p:cNvSpPr txBox="1"/>
          <p:nvPr/>
        </p:nvSpPr>
        <p:spPr>
          <a:xfrm>
            <a:off x="3048000" y="-3680638"/>
            <a:ext cx="6096000" cy="14219277"/>
          </a:xfrm>
          <a:prstGeom prst="rect">
            <a:avLst/>
          </a:prstGeom>
          <a:noFill/>
        </p:spPr>
        <p:txBody>
          <a:bodyPr wrap="square">
            <a:spAutoFit/>
          </a:bodyPr>
          <a:lstStyle/>
          <a:p>
            <a:r>
              <a:rPr lang="en-NL" dirty="0"/>
              <a:t>Loaded T1_standstill_Ym30.mat: N=48000</a:t>
            </a:r>
          </a:p>
          <a:p>
            <a:r>
              <a:rPr lang="en-NL" dirty="0"/>
              <a:t>=== recorded total force </a:t>
            </a:r>
            <a:r>
              <a:rPr lang="en-NL" dirty="0" err="1"/>
              <a:t>u_total</a:t>
            </a:r>
            <a:r>
              <a:rPr lang="en-NL" dirty="0"/>
              <a:t>: RMS / peak per channel ===</a:t>
            </a:r>
          </a:p>
          <a:p>
            <a:r>
              <a:rPr lang="en-NL" dirty="0"/>
              <a:t>  </a:t>
            </a:r>
            <a:r>
              <a:rPr lang="en-NL" dirty="0" err="1"/>
              <a:t>chan</a:t>
            </a:r>
            <a:r>
              <a:rPr lang="en-NL" dirty="0"/>
              <a:t>    with-MSD RMS  with-MSD peak   no-MSD RMS  no-MSD peak</a:t>
            </a:r>
          </a:p>
          <a:p>
            <a:r>
              <a:rPr lang="en-NL" dirty="0"/>
              <a:t>  F_X1          45.313        169.432        0.719       49.142</a:t>
            </a:r>
          </a:p>
          <a:p>
            <a:r>
              <a:rPr lang="en-NL" dirty="0"/>
              <a:t>  F_X2          45.214        158.189        0.564       45.592</a:t>
            </a:r>
          </a:p>
          <a:p>
            <a:r>
              <a:rPr lang="en-NL" dirty="0"/>
              <a:t>  F_Y           36.444        133.651        0.439       36.362</a:t>
            </a:r>
          </a:p>
          <a:p>
            <a:r>
              <a:rPr lang="en-NL" dirty="0"/>
              <a:t>  absorber displacement RMS sigma(</a:t>
            </a:r>
            <a:r>
              <a:rPr lang="en-NL" dirty="0" err="1"/>
              <a:t>delta_a</a:t>
            </a:r>
            <a:r>
              <a:rPr lang="en-NL" dirty="0"/>
              <a:t>) = 2.196e-05 m</a:t>
            </a:r>
          </a:p>
          <a:p>
            <a:endParaRPr lang="en-NL" dirty="0"/>
          </a:p>
          <a:p>
            <a:r>
              <a:rPr lang="en-NL" dirty="0"/>
              <a:t>=== x0 at K0=17 (4.2 </a:t>
            </a:r>
            <a:r>
              <a:rPr lang="en-NL" dirty="0" err="1"/>
              <a:t>ms</a:t>
            </a:r>
            <a:r>
              <a:rPr lang="en-NL" dirty="0"/>
              <a:t>), with-MSD ===</a:t>
            </a:r>
          </a:p>
          <a:p>
            <a:r>
              <a:rPr lang="en-NL" dirty="0"/>
              <a:t>  state          encoder          true     enc-true</a:t>
            </a:r>
          </a:p>
          <a:p>
            <a:r>
              <a:rPr lang="en-NL" dirty="0"/>
              <a:t>  X         -1.82199e-06  -2.18042e-06    3.584e-07</a:t>
            </a:r>
          </a:p>
          <a:p>
            <a:r>
              <a:rPr lang="en-NL" dirty="0"/>
              <a:t>  Theta     -1.35473e-05  -1.37761e-05    2.288e-07</a:t>
            </a:r>
          </a:p>
          <a:p>
            <a:r>
              <a:rPr lang="en-NL" dirty="0"/>
              <a:t>  Y         -3.00001e-01  -3.00001e-01   -4.470e-07</a:t>
            </a:r>
          </a:p>
          <a:p>
            <a:r>
              <a:rPr lang="en-NL" dirty="0"/>
              <a:t>  </a:t>
            </a:r>
            <a:r>
              <a:rPr lang="en-NL" dirty="0" err="1"/>
              <a:t>dX</a:t>
            </a:r>
            <a:r>
              <a:rPr lang="en-NL" dirty="0"/>
              <a:t>        -1.33925e-03  -2.16969e-03    8.304e-04</a:t>
            </a:r>
          </a:p>
          <a:p>
            <a:r>
              <a:rPr lang="en-NL" dirty="0"/>
              <a:t>  </a:t>
            </a:r>
            <a:r>
              <a:rPr lang="en-NL" dirty="0" err="1"/>
              <a:t>dTheta</a:t>
            </a:r>
            <a:r>
              <a:rPr lang="en-NL" dirty="0"/>
              <a:t>     1.22759e-02   1.02072e-02    2.069e-03</a:t>
            </a:r>
          </a:p>
          <a:p>
            <a:r>
              <a:rPr lang="en-NL" dirty="0"/>
              <a:t>  </a:t>
            </a:r>
            <a:r>
              <a:rPr lang="en-NL" dirty="0" err="1"/>
              <a:t>dY</a:t>
            </a:r>
            <a:r>
              <a:rPr lang="en-NL" dirty="0"/>
              <a:t>         6.88056e-03   6.90538e-03   -2.482e-05</a:t>
            </a:r>
          </a:p>
          <a:p>
            <a:r>
              <a:rPr lang="en-NL" dirty="0"/>
              <a:t>  encoder velocity error dv (</a:t>
            </a:r>
            <a:r>
              <a:rPr lang="en-NL" dirty="0" err="1"/>
              <a:t>X,Th,Y</a:t>
            </a:r>
            <a:r>
              <a:rPr lang="en-NL" dirty="0"/>
              <a:t>) = [ 8.30442412e-04  2.06868537e-03 -2.48202123e-05]</a:t>
            </a:r>
          </a:p>
          <a:p>
            <a:r>
              <a:rPr lang="en-NL" dirty="0"/>
              <a:t>  -&gt; predicted settled K=0 offset  </a:t>
            </a:r>
            <a:r>
              <a:rPr lang="en-NL" dirty="0" err="1"/>
              <a:t>tau_X</a:t>
            </a:r>
            <a:r>
              <a:rPr lang="en-NL" dirty="0"/>
              <a:t>*</a:t>
            </a:r>
            <a:r>
              <a:rPr lang="en-NL" dirty="0" err="1"/>
              <a:t>dvX</a:t>
            </a:r>
            <a:r>
              <a:rPr lang="en-NL" dirty="0"/>
              <a:t>=+1.284e-03 m   </a:t>
            </a:r>
            <a:r>
              <a:rPr lang="en-NL" dirty="0" err="1"/>
              <a:t>tau_Y</a:t>
            </a:r>
            <a:r>
              <a:rPr lang="en-NL" dirty="0"/>
              <a:t>*</a:t>
            </a:r>
            <a:r>
              <a:rPr lang="en-NL" dirty="0" err="1"/>
              <a:t>dvY</a:t>
            </a:r>
            <a:r>
              <a:rPr lang="en-NL" dirty="0"/>
              <a:t>=-2.507e-05 m</a:t>
            </a:r>
          </a:p>
          <a:p>
            <a:endParaRPr lang="en-NL" dirty="0"/>
          </a:p>
          <a:p>
            <a:r>
              <a:rPr lang="en-NL" dirty="0"/>
              <a:t>two baseline free-runs (256s, 12.0 s each)</a:t>
            </a:r>
          </a:p>
          <a:p>
            <a:endParaRPr lang="en-NL" dirty="0"/>
          </a:p>
          <a:p>
            <a:r>
              <a:rPr lang="en-NL" dirty="0"/>
              <a:t>=== STAGE tail-mean [m] (last 20 %):  E = R + </a:t>
            </a:r>
            <a:r>
              <a:rPr lang="en-NL" dirty="0" err="1"/>
              <a:t>enc_IC</a:t>
            </a:r>
            <a:r>
              <a:rPr lang="en-NL" dirty="0"/>
              <a:t> ===</a:t>
            </a:r>
          </a:p>
          <a:p>
            <a:r>
              <a:rPr lang="en-NL" dirty="0"/>
              <a:t>  </a:t>
            </a:r>
            <a:r>
              <a:rPr lang="en-NL" dirty="0" err="1"/>
              <a:t>chan</a:t>
            </a:r>
            <a:r>
              <a:rPr lang="en-NL" dirty="0"/>
              <a:t>      E (total)  R (absorber)       </a:t>
            </a:r>
            <a:r>
              <a:rPr lang="en-NL" dirty="0" err="1"/>
              <a:t>enc_IC</a:t>
            </a:r>
            <a:endParaRPr lang="en-NL" dirty="0"/>
          </a:p>
          <a:p>
            <a:r>
              <a:rPr lang="en-NL" dirty="0"/>
              <a:t>  X1        1.484e-03     3.164e-05    1.452e-03</a:t>
            </a:r>
          </a:p>
          <a:p>
            <a:r>
              <a:rPr lang="en-NL" dirty="0"/>
              <a:t>  X2        1.484e-03     3.164e-05    1.452e-03</a:t>
            </a:r>
          </a:p>
          <a:p>
            <a:r>
              <a:rPr lang="en-NL" dirty="0"/>
              <a:t>  Y         1.456e-04     3.800e-04   -2.344e-04</a:t>
            </a:r>
          </a:p>
          <a:p>
            <a:r>
              <a:rPr lang="en-NL" dirty="0"/>
              <a:t>Saved: c:\Users\20203253\OneDrive - TU Eindhoven\Graduation Project\Baseline FP model\Baseline-LPV-Augmentation\simulations\</a:t>
            </a:r>
            <a:r>
              <a:rPr lang="en-NL" dirty="0" err="1"/>
              <a:t>gantry_subnet</a:t>
            </a:r>
            <a:r>
              <a:rPr lang="en-NL" dirty="0"/>
              <a:t>\diagnostics\d17_excitation.png</a:t>
            </a:r>
          </a:p>
          <a:p>
            <a:r>
              <a:rPr lang="en-NL" dirty="0"/>
              <a:t>Saved: c:\Users\20203253\OneDrive - TU Eindhoven\Graduation Project\Baseline FP model\Baseline-LPV-Augmentation\simulations\</a:t>
            </a:r>
            <a:r>
              <a:rPr lang="en-NL" dirty="0" err="1"/>
              <a:t>gantry_subnet</a:t>
            </a:r>
            <a:r>
              <a:rPr lang="en-NL" dirty="0"/>
              <a:t>\diagnostics\d17_decomp_stage.png</a:t>
            </a:r>
          </a:p>
          <a:p>
            <a:r>
              <a:rPr lang="en-NL" dirty="0"/>
              <a:t>Saved: c:\Users\20203253\OneDrive - TU Eindhoven\Graduation Project\Baseline FP model\Baseline-LPV-Augmentation\simulations\</a:t>
            </a:r>
            <a:r>
              <a:rPr lang="en-NL" dirty="0" err="1"/>
              <a:t>gantry_subnet</a:t>
            </a:r>
            <a:r>
              <a:rPr lang="en-NL" dirty="0"/>
              <a:t>\diagnostics\d17_decomp_logical.png</a:t>
            </a:r>
          </a:p>
          <a:p>
            <a:r>
              <a:rPr lang="en-NL" dirty="0"/>
              <a:t>Saved: c:\Users\20203253\OneDrive - TU Eindhoven\Graduation Project\Baseline FP model\Baseline-LPV-Augmentation\simulations\</a:t>
            </a:r>
            <a:r>
              <a:rPr lang="en-NL" dirty="0" err="1"/>
              <a:t>gantry_subnet</a:t>
            </a:r>
            <a:r>
              <a:rPr lang="en-NL" dirty="0"/>
              <a:t>\diagnostics\d17_decomp_stage.npz</a:t>
            </a:r>
          </a:p>
        </p:txBody>
      </p:sp>
    </p:spTree>
    <p:extLst>
      <p:ext uri="{BB962C8B-B14F-4D97-AF65-F5344CB8AC3E}">
        <p14:creationId xmlns:p14="http://schemas.microsoft.com/office/powerpoint/2010/main" val="886024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D8869-E3FD-C366-34EF-264CDC38C061}"/>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BB57E9CC-9D4A-F7C4-865D-DE68A1FD7F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8738" y="731520"/>
            <a:ext cx="8488205" cy="5658803"/>
          </a:xfrm>
          <a:prstGeom prst="rect">
            <a:avLst/>
          </a:prstGeom>
        </p:spPr>
      </p:pic>
    </p:spTree>
    <p:extLst>
      <p:ext uri="{BB962C8B-B14F-4D97-AF65-F5344CB8AC3E}">
        <p14:creationId xmlns:p14="http://schemas.microsoft.com/office/powerpoint/2010/main" val="3156995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F3741-FD79-F2FF-A655-999457469D62}"/>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39236851-30A5-61E8-1559-21FC861D06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2978" y="812800"/>
            <a:ext cx="8213885" cy="5475923"/>
          </a:xfrm>
          <a:prstGeom prst="rect">
            <a:avLst/>
          </a:prstGeom>
        </p:spPr>
      </p:pic>
    </p:spTree>
    <p:extLst>
      <p:ext uri="{BB962C8B-B14F-4D97-AF65-F5344CB8AC3E}">
        <p14:creationId xmlns:p14="http://schemas.microsoft.com/office/powerpoint/2010/main" val="302949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E2B48-8C48-9FE7-2E44-860DF1203254}"/>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9FE337BF-4BB6-E958-9D06-6B559CB1CF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5021" y="670560"/>
            <a:ext cx="7341871" cy="5506403"/>
          </a:xfrm>
          <a:prstGeom prst="rect">
            <a:avLst/>
          </a:prstGeom>
        </p:spPr>
      </p:pic>
    </p:spTree>
    <p:extLst>
      <p:ext uri="{BB962C8B-B14F-4D97-AF65-F5344CB8AC3E}">
        <p14:creationId xmlns:p14="http://schemas.microsoft.com/office/powerpoint/2010/main" val="4142799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A9FA3-1263-5620-D3D3-6EAFEFE9427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7F2740C-9F3C-6A3E-515D-DA3B2578C452}"/>
              </a:ext>
            </a:extLst>
          </p:cNvPr>
          <p:cNvSpPr>
            <a:spLocks noGrp="1"/>
          </p:cNvSpPr>
          <p:nvPr>
            <p:ph idx="1"/>
          </p:nvPr>
        </p:nvSpPr>
        <p:spPr/>
        <p:txBody>
          <a:bodyPr/>
          <a:lstStyle/>
          <a:p>
            <a:r>
              <a:rPr lang="en-US" dirty="0"/>
              <a:t>- Takeaway: the encoder x0 is the biggest untrained-free-run error and is fixable with measured ICs (supervisor's point); it is the bounded seed the ANN later turns into unbounded drift.</a:t>
            </a:r>
            <a:endParaRPr lang="en-NL" dirty="0"/>
          </a:p>
        </p:txBody>
      </p:sp>
    </p:spTree>
    <p:extLst>
      <p:ext uri="{BB962C8B-B14F-4D97-AF65-F5344CB8AC3E}">
        <p14:creationId xmlns:p14="http://schemas.microsoft.com/office/powerpoint/2010/main" val="2512120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6E22E-93DC-E815-137A-6F23BD8B3310}"/>
              </a:ext>
            </a:extLst>
          </p:cNvPr>
          <p:cNvSpPr>
            <a:spLocks noGrp="1"/>
          </p:cNvSpPr>
          <p:nvPr>
            <p:ph type="title"/>
          </p:nvPr>
        </p:nvSpPr>
        <p:spPr/>
        <p:txBody>
          <a:bodyPr/>
          <a:lstStyle/>
          <a:p>
            <a:r>
              <a:rPr lang="en-US" dirty="0"/>
              <a:t>Conclusion issue:</a:t>
            </a:r>
            <a:endParaRPr lang="en-NL" dirty="0"/>
          </a:p>
        </p:txBody>
      </p:sp>
      <p:sp>
        <p:nvSpPr>
          <p:cNvPr id="3" name="Content Placeholder 2">
            <a:extLst>
              <a:ext uri="{FF2B5EF4-FFF2-40B4-BE49-F238E27FC236}">
                <a16:creationId xmlns:a16="http://schemas.microsoft.com/office/drawing/2014/main" id="{858685ED-0989-74FC-28F0-D869E080EF9E}"/>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1C220C68-B05F-4529-7FDD-C8641C55E31F}"/>
              </a:ext>
            </a:extLst>
          </p:cNvPr>
          <p:cNvSpPr txBox="1"/>
          <p:nvPr/>
        </p:nvSpPr>
        <p:spPr>
          <a:xfrm>
            <a:off x="3048000" y="-9913114"/>
            <a:ext cx="6096000" cy="26684228"/>
          </a:xfrm>
          <a:prstGeom prst="rect">
            <a:avLst/>
          </a:prstGeom>
          <a:noFill/>
        </p:spPr>
        <p:txBody>
          <a:bodyPr wrap="square">
            <a:spAutoFit/>
          </a:bodyPr>
          <a:lstStyle/>
          <a:p>
            <a:r>
              <a:rPr lang="en-NL" dirty="0"/>
              <a:t>Let me define it precisely, and reconcile it with Jan, because the reconciliation IS the definition. First a correction to my own earlier phrasing: I said the encoder x0 is "the seed the ANN turns into drift." That over-linked two things. The honest picture (from d11/d12 vs d17) is that they are two separate manifestations of one structural weakness, not a single chain. Here is the clean </a:t>
            </a:r>
            <a:r>
              <a:rPr lang="en-NL" dirty="0" err="1"/>
              <a:t>statement.The</a:t>
            </a:r>
            <a:r>
              <a:rPr lang="en-NL" dirty="0"/>
              <a:t> issue, </a:t>
            </a:r>
            <a:r>
              <a:rPr lang="en-NL" dirty="0" err="1"/>
              <a:t>definedOn</a:t>
            </a:r>
            <a:r>
              <a:rPr lang="en-NL" dirty="0"/>
              <a:t> the stiffness-free (K=0) X/Y axes, the rigid-body / DC direction (constant force → constant velocity) is left UNCONSTRAINED by the identification problem, and because these axes are free integrators with no restoring force, any persistent term parked in that direction accumulates without bound into position drift. It is an identifiability problem, not an energy </a:t>
            </a:r>
            <a:r>
              <a:rPr lang="en-NL" dirty="0" err="1"/>
              <a:t>problem.Two</a:t>
            </a:r>
            <a:r>
              <a:rPr lang="en-NL" dirty="0"/>
              <a:t> facts make that direction unconstrained, both measured:1. The zero-mean narrowband excitation carries no information about it (a constant force is orthogonal to the 130–180 Hz content), so it is unexcited.2. The 0.1 s windowed simulation loss cannot see its free-run consequence (a DC integrates to a negligible position change inside 0.1 s; the drift only appears past ~0.5 s), so it is loss-</a:t>
            </a:r>
            <a:r>
              <a:rPr lang="en-NL" dirty="0" err="1"/>
              <a:t>invisible.So</a:t>
            </a:r>
            <a:r>
              <a:rPr lang="en-NL" dirty="0"/>
              <a:t> nothing in the data or the loss pushes that direction toward zero. Two different things then leave a persistent term in it:- The encoder reconstructs velocity by differentiating the position window, which contains the 150 Hz absorber ripple, giving a biased initial velocity. In a free-run this settles to a bounded offset (</a:t>
            </a:r>
            <a:r>
              <a:rPr lang="en-NL" dirty="0" err="1"/>
              <a:t>τ·dv</a:t>
            </a:r>
            <a:r>
              <a:rPr lang="en-NL" dirty="0"/>
              <a:t>); it is the dominant untrained-baseline error (d17: 1.45e-3 m on X). Bounded, because it is a one-time IC error and damping stops it.- The trained ANN parks a DC force in that same direction. On the training distribution that DC is measured loss-neutral (d12), so the optimizer wanders into a nonzero value as a byproduct of fitting the real residual on the coupled rows. In a free-run that persistent DC acts every step and integrates to unbounded drift (d6: Y → −2.9 cm).The common amplifier for both is the K=0 free integrator: no stiffness, so a velocity-domain term becomes position drift. Neither is energy </a:t>
            </a:r>
            <a:r>
              <a:rPr lang="en-NL" dirty="0" err="1"/>
              <a:t>injection.Why</a:t>
            </a:r>
            <a:r>
              <a:rPr lang="en-NL" dirty="0"/>
              <a:t> this is exactly what Jan said (and where "something was missed")- "We don't expect drift from energy, the force should be zero-mean." Correct. The ideal residual is zero-mean, and the </a:t>
            </a:r>
            <a:r>
              <a:rPr lang="en-NL" dirty="0" err="1"/>
              <a:t>ANN's</a:t>
            </a:r>
            <a:r>
              <a:rPr lang="en-NL" dirty="0"/>
              <a:t> DC is not physics. It sits in a direction the training never constrains (loss-neutral, unexcited), so zero-mean is expected but never enforced, and the optimizer drifts off zero for free. This is an unidentifiable-direction problem, not an energy-balance violation.- "Solving it with an energy constraint is possible but not necessary." Correct. An energy/</a:t>
            </a:r>
            <a:r>
              <a:rPr lang="en-NL" dirty="0" err="1"/>
              <a:t>dissipativity</a:t>
            </a:r>
            <a:r>
              <a:rPr lang="en-NL" dirty="0"/>
              <a:t> constraint would suppress the symptom (forbid the DC), but the direct fix is to pin that one unconstrained direction (estimator-side regularization, the orthogonal-projection re-aim) and/or remove the encoder's contribution by using measured initial conditions. Both are cheaper and more targeted than a class-restricting energy constraint, which is why his "not necessary" is right.- "Maybe there's something we missed / not clearly communicated." Yes, two things. (1) The encoder does not receive velocities; it differentiates the position window, which amplifies the 150 Hz absorber ripple into a velocity bias on exactly the K=0 axes. (2) The windowed loss is blind to the DC's free-run consequence. In Jan's benchmarks (MSD, Bouc-Wen, cascaded tanks) every axis has stiffness, so an unconstrained DC just shifts the equilibrium by F/k and never drifts. The gantry's translational X/Y are the first stiffness-free axes his framework has met, and they are the first where leaving that direction unconstrained is catastrophic instead of </a:t>
            </a:r>
            <a:r>
              <a:rPr lang="en-NL" dirty="0" err="1"/>
              <a:t>harmless.One</a:t>
            </a:r>
            <a:r>
              <a:rPr lang="en-NL" dirty="0"/>
              <a:t>-sentence </a:t>
            </a:r>
            <a:r>
              <a:rPr lang="en-NL" dirty="0" err="1"/>
              <a:t>definitionThe</a:t>
            </a:r>
            <a:r>
              <a:rPr lang="en-NL" dirty="0"/>
              <a:t> drift is an identifiability failure on a marginally-stable axis: the constant-force / rigid-body direction of the K=0 X/Y integrators is both unexcited by the data and invisible to the short windowed loss, so it is never pinned to zero, and because there is no restoring stiffness, any persistent term left there (the encoder's velocity bias, bounded; or the </a:t>
            </a:r>
            <a:r>
              <a:rPr lang="en-NL" dirty="0" err="1"/>
              <a:t>ANN's</a:t>
            </a:r>
            <a:r>
              <a:rPr lang="en-NL" dirty="0"/>
              <a:t> loss-neutral DC, unbounded) integrates into position drift, not an energy or dissipation defect.---Summary- The issue is an identifiability problem, not energy: on the stiffness-free K=0 axes the DC/rigid-body direction is unexcited (zero-mean narrowband data) and loss-invisible (0.1 s window), so it is never constrained to zero, and the free integrator turns anything left there into drift.- Two measured manifestations of the same weakness: the encoder's velocity bias (bounded offset, d17) and the </a:t>
            </a:r>
            <a:r>
              <a:rPr lang="en-NL" dirty="0" err="1"/>
              <a:t>ANN's</a:t>
            </a:r>
            <a:r>
              <a:rPr lang="en-NL" dirty="0"/>
              <a:t> loss-neutral DC (unbounded drift, d6/d12). Common amplifier = the K=0 integrator.- This matches Jan exactly: the force should be zero-mean but the training never enforces it on that unconstrained direction; an energy constraint is possible but not necessary; the missed piece is that the encoder differentiates the position window and that translational X/Y have no stiffness (unlike all his benchmarks).- Correction to my earlier wording: the encoder offset (untrained) and the ANN DC (trained) are two manifestations of one structural weakness, not a strict </a:t>
            </a:r>
            <a:r>
              <a:rPr lang="en-NL" dirty="0" err="1"/>
              <a:t>cause→effect</a:t>
            </a:r>
            <a:r>
              <a:rPr lang="en-NL" dirty="0"/>
              <a:t> chain (d11/d12 show the DC is a loss-neutral byproduct on the training set, not an encoder-ramp compensation).- Non-energy fixes follow directly: measured ICs (removes the encoder term) and pinning the unconstrained direction (the orthogonal-projection re-aim). Want me to fold this definition into §1 of the drift doc?</a:t>
            </a:r>
          </a:p>
        </p:txBody>
      </p:sp>
    </p:spTree>
    <p:extLst>
      <p:ext uri="{BB962C8B-B14F-4D97-AF65-F5344CB8AC3E}">
        <p14:creationId xmlns:p14="http://schemas.microsoft.com/office/powerpoint/2010/main" val="3152535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E6DD2-0402-2DDB-F239-E44FE7348A3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C82AA7F-A30D-6CFB-89DF-4427FC854770}"/>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BA546C9B-02AC-0F35-0301-B8C557D3EA55}"/>
              </a:ext>
            </a:extLst>
          </p:cNvPr>
          <p:cNvSpPr txBox="1"/>
          <p:nvPr/>
        </p:nvSpPr>
        <p:spPr>
          <a:xfrm>
            <a:off x="3048000" y="-495151"/>
            <a:ext cx="6096000" cy="7848302"/>
          </a:xfrm>
          <a:prstGeom prst="rect">
            <a:avLst/>
          </a:prstGeom>
          <a:noFill/>
        </p:spPr>
        <p:txBody>
          <a:bodyPr wrap="square">
            <a:spAutoFit/>
          </a:bodyPr>
          <a:lstStyle/>
          <a:p>
            <a:r>
              <a:rPr lang="en-NL" dirty="0"/>
              <a:t>Why this is exactly what Jan said (and where "something was missed")- "We don't expect drift from energy, the force should be zero-mean." Correct. The ideal residual is zero-mean, and the </a:t>
            </a:r>
            <a:r>
              <a:rPr lang="en-NL" dirty="0" err="1"/>
              <a:t>ANN's</a:t>
            </a:r>
            <a:r>
              <a:rPr lang="en-NL" dirty="0"/>
              <a:t> DC is not physics. It sits in a direction the training never constrains (loss-neutral, unexcited), so zero-mean is expected but never enforced, and the optimizer drifts off zero for free. This is an unidentifiable-direction problem, not an energy-balance violation.- "Solving it with an energy constraint is possible but not necessary." Correct. An energy/</a:t>
            </a:r>
            <a:r>
              <a:rPr lang="en-NL" dirty="0" err="1"/>
              <a:t>dissipativity</a:t>
            </a:r>
            <a:r>
              <a:rPr lang="en-NL" dirty="0"/>
              <a:t> constraint would suppress the symptom (forbid the DC), but the direct fix is to pin that one unconstrained direction (estimator-side regularization, the orthogonal-projection re-aim) and/or remove the encoder's contribution by using measured initial conditions. Both are cheaper and more targeted than a class-restricting energy constraint, which is why his "not necessary" is right.- "Maybe there's something we missed / not clearly communicated." Yes, two things. (1) The encoder does not receive velocities; it differentiates the position window, which amplifies the 150 Hz absorber ripple into a velocity bias on exactly the K=0 axes. (2) The windowed loss is blind to the DC's free-run consequence. In Jan's benchmarks (MSD, Bouc-Wen, cascaded tanks) every axis has stiffness, so an unconstrained DC just shifts the equilibrium by F/k and never drifts. The gantry's translational X/Y are the first stiffness-free axes his framework has met, and they are the first where leaving that direction unconstrained is catastrophic instead of harmless.</a:t>
            </a:r>
          </a:p>
        </p:txBody>
      </p:sp>
    </p:spTree>
    <p:extLst>
      <p:ext uri="{BB962C8B-B14F-4D97-AF65-F5344CB8AC3E}">
        <p14:creationId xmlns:p14="http://schemas.microsoft.com/office/powerpoint/2010/main" val="3002063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C23AB-ACC7-E098-3686-FEBB9DCE029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A469A59-D6ED-7FA9-51EE-B89505554D1B}"/>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626209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8B72A-1734-CC47-0F39-445A9B57D3B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B97FB0D-888F-4CE9-0CCB-A237FD4E31AE}"/>
              </a:ext>
            </a:extLst>
          </p:cNvPr>
          <p:cNvSpPr>
            <a:spLocks noGrp="1"/>
          </p:cNvSpPr>
          <p:nvPr>
            <p:ph idx="1"/>
          </p:nvPr>
        </p:nvSpPr>
        <p:spPr/>
        <p:txBody>
          <a:bodyPr>
            <a:normAutofit lnSpcReduction="10000"/>
          </a:bodyPr>
          <a:lstStyle/>
          <a:p>
            <a:r>
              <a:rPr lang="en-US" dirty="0"/>
              <a:t>(1) The encoder does not receive velocities; it differentiates the position window, which amplifies the 150 Hz absorber ripple into a velocity bias on exactly the K=0 axes. (2) The windowed loss is blind to the DC's free-run consequence. In Jan's benchmarks (MSD, Bouc-Wen, cascaded tanks) every axis has stiffness, so an unconstrained DC just shifts the equilibrium by F/k and never drifts. The gantry's translational X/Y are the first stiffness-free axes his framework has met, and they are the first where leaving that direction unconstrained is catastrophic instead of harmless.</a:t>
            </a:r>
          </a:p>
          <a:p>
            <a:r>
              <a:rPr lang="en-US" dirty="0"/>
              <a:t>Do I have velocities in the real data?</a:t>
            </a:r>
          </a:p>
          <a:p>
            <a:pPr lvl="1"/>
            <a:r>
              <a:rPr lang="en-US" dirty="0"/>
              <a:t>Check this.</a:t>
            </a:r>
            <a:endParaRPr lang="en-NL" dirty="0"/>
          </a:p>
        </p:txBody>
      </p:sp>
      <p:sp>
        <p:nvSpPr>
          <p:cNvPr id="5" name="TextBox 4">
            <a:extLst>
              <a:ext uri="{FF2B5EF4-FFF2-40B4-BE49-F238E27FC236}">
                <a16:creationId xmlns:a16="http://schemas.microsoft.com/office/drawing/2014/main" id="{E584093C-F908-73AB-4DDC-980A04994CAE}"/>
              </a:ext>
            </a:extLst>
          </p:cNvPr>
          <p:cNvSpPr txBox="1"/>
          <p:nvPr/>
        </p:nvSpPr>
        <p:spPr>
          <a:xfrm>
            <a:off x="10594693" y="1583134"/>
            <a:ext cx="6096000" cy="4247317"/>
          </a:xfrm>
          <a:prstGeom prst="rect">
            <a:avLst/>
          </a:prstGeom>
          <a:noFill/>
        </p:spPr>
        <p:txBody>
          <a:bodyPr wrap="square">
            <a:spAutoFit/>
          </a:bodyPr>
          <a:lstStyle/>
          <a:p>
            <a:r>
              <a:rPr lang="en-NL" dirty="0"/>
              <a:t>---Summary- (1) matters most because the encoder-</a:t>
            </a:r>
            <a:r>
              <a:rPr lang="en-NL" dirty="0" err="1"/>
              <a:t>init</a:t>
            </a:r>
            <a:r>
              <a:rPr lang="en-NL" dirty="0"/>
              <a:t> velocity bias is the dominant free-run error (~60× the absorber signal), so it corrupts the metric we judge models by, it is cheaply fixable with measured ICs (no ML, no energy constraint), and it is an observability issue specific to velocity on stiffness-free axes, the piece Jan's stiffness-only benchmarks never exposed.- (2) matters because the windowed loss cannot see or correct the DC, so training alone can never fix it (why more </a:t>
            </a:r>
            <a:r>
              <a:rPr lang="en-NL" dirty="0" err="1"/>
              <a:t>nf</a:t>
            </a:r>
            <a:r>
              <a:rPr lang="en-NL" dirty="0"/>
              <a:t> fails), and the objective is misaligned with the free-run goal, which points to the estimator-side pin.- Together: an error that is per-window recurring (1), loss-invisible (2), on an axis that cannot self-correct (K=0). Fix (1) now with measured ICs to remove the dominant term and clean the metric; fix (2) with the direction-pinning </a:t>
            </a:r>
            <a:r>
              <a:rPr lang="en-NL" dirty="0" err="1"/>
              <a:t>regularizer</a:t>
            </a:r>
            <a:r>
              <a:rPr lang="en-NL" dirty="0"/>
              <a:t>.</a:t>
            </a:r>
          </a:p>
        </p:txBody>
      </p:sp>
    </p:spTree>
    <p:extLst>
      <p:ext uri="{BB962C8B-B14F-4D97-AF65-F5344CB8AC3E}">
        <p14:creationId xmlns:p14="http://schemas.microsoft.com/office/powerpoint/2010/main" val="1812696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8E9E4-6D69-6768-C887-3D21B8DD6A8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796C55E-FFCA-570E-4AA4-40A2D90E5C7F}"/>
              </a:ext>
            </a:extLst>
          </p:cNvPr>
          <p:cNvSpPr>
            <a:spLocks noGrp="1"/>
          </p:cNvSpPr>
          <p:nvPr>
            <p:ph idx="1"/>
          </p:nvPr>
        </p:nvSpPr>
        <p:spPr/>
        <p:txBody>
          <a:bodyPr/>
          <a:lstStyle/>
          <a:p>
            <a:r>
              <a:rPr lang="en-US" dirty="0"/>
              <a:t>---Summary- Correct: d17's R is the true-initial-state free-run, and it already shows true ICs remove the dominant encoder offset for the baseline (X 1.45e-3 → ~0). That half is measured and resolved.- But d17 is baseline-only (no ANN), so it does not test the trained drift. Whether true velocities fix the trained-ANN drift is still open.- Decisive next run: free-run a trained checkpoint from true x0 vs encoder x0 (small extension of d6). Still-drifts → needs the pin (d12); collapses → encoder was the seed (d9).- Shall I build it?</a:t>
            </a:r>
            <a:endParaRPr lang="en-NL" dirty="0"/>
          </a:p>
        </p:txBody>
      </p:sp>
    </p:spTree>
    <p:extLst>
      <p:ext uri="{BB962C8B-B14F-4D97-AF65-F5344CB8AC3E}">
        <p14:creationId xmlns:p14="http://schemas.microsoft.com/office/powerpoint/2010/main" val="1316194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F89FD-1C17-0E70-26BA-6710164A957B}"/>
              </a:ext>
            </a:extLst>
          </p:cNvPr>
          <p:cNvSpPr>
            <a:spLocks noGrp="1"/>
          </p:cNvSpPr>
          <p:nvPr>
            <p:ph type="title"/>
          </p:nvPr>
        </p:nvSpPr>
        <p:spPr/>
        <p:txBody>
          <a:bodyPr>
            <a:normAutofit fontScale="90000"/>
          </a:bodyPr>
          <a:lstStyle/>
          <a:p>
            <a:r>
              <a:rPr lang="en-US" dirty="0"/>
              <a:t>DC drift</a:t>
            </a:r>
            <a:br>
              <a:rPr lang="en-US" dirty="0"/>
            </a:br>
            <a:r>
              <a:rPr lang="en-US" dirty="0"/>
              <a:t>and</a:t>
            </a:r>
            <a:br>
              <a:rPr lang="en-US" dirty="0"/>
            </a:br>
            <a:r>
              <a:rPr lang="en-US" dirty="0"/>
              <a:t>Encoder issue?</a:t>
            </a:r>
            <a:endParaRPr lang="en-NL" dirty="0"/>
          </a:p>
        </p:txBody>
      </p:sp>
      <p:sp>
        <p:nvSpPr>
          <p:cNvPr id="3" name="Content Placeholder 2">
            <a:extLst>
              <a:ext uri="{FF2B5EF4-FFF2-40B4-BE49-F238E27FC236}">
                <a16:creationId xmlns:a16="http://schemas.microsoft.com/office/drawing/2014/main" id="{83A658A0-0557-9DC6-3F63-7A0465F1EBDD}"/>
              </a:ext>
            </a:extLst>
          </p:cNvPr>
          <p:cNvSpPr>
            <a:spLocks noGrp="1"/>
          </p:cNvSpPr>
          <p:nvPr>
            <p:ph idx="1"/>
          </p:nvPr>
        </p:nvSpPr>
        <p:spPr/>
        <p:txBody>
          <a:bodyPr/>
          <a:lstStyle/>
          <a:p>
            <a:r>
              <a:rPr lang="en-US" dirty="0"/>
              <a:t>Log this in the literature index and treat it as the prong-2 reference. The single most useful follow-up is a primary-read of W-PGNN (2405.10429) to see whether its weighting can be re-pointed from state-density to the DC/frequency direction (our d16 target), since it is the closest in-framework tool. But the bigger point to carry to the meeting is that this review, comprehensive as it is, addresses only the ANN-DC half; the encoder-IC half we just measured (d17) is a separate, in-framework fix it does not cover. Want me to add a short entry noting this document and the prong-1/prong-2 split to the drift doc or the lit index?</a:t>
            </a:r>
            <a:endParaRPr lang="en-NL" dirty="0"/>
          </a:p>
        </p:txBody>
      </p:sp>
    </p:spTree>
    <p:extLst>
      <p:ext uri="{BB962C8B-B14F-4D97-AF65-F5344CB8AC3E}">
        <p14:creationId xmlns:p14="http://schemas.microsoft.com/office/powerpoint/2010/main" val="838311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0107-9B52-47ED-E7E9-49F4E3E650C2}"/>
              </a:ext>
            </a:extLst>
          </p:cNvPr>
          <p:cNvSpPr>
            <a:spLocks noGrp="1"/>
          </p:cNvSpPr>
          <p:nvPr>
            <p:ph type="title"/>
          </p:nvPr>
        </p:nvSpPr>
        <p:spPr/>
        <p:txBody>
          <a:bodyPr/>
          <a:lstStyle/>
          <a:p>
            <a:r>
              <a:rPr lang="en-US" dirty="0"/>
              <a:t>Plots </a:t>
            </a:r>
            <a:r>
              <a:rPr lang="en-US" dirty="0" err="1"/>
              <a:t>roland</a:t>
            </a:r>
            <a:endParaRPr lang="en-NL" dirty="0"/>
          </a:p>
        </p:txBody>
      </p:sp>
      <p:sp>
        <p:nvSpPr>
          <p:cNvPr id="3" name="Content Placeholder 2">
            <a:extLst>
              <a:ext uri="{FF2B5EF4-FFF2-40B4-BE49-F238E27FC236}">
                <a16:creationId xmlns:a16="http://schemas.microsoft.com/office/drawing/2014/main" id="{256B5EDF-9139-F999-BB98-4360F6F6D1C3}"/>
              </a:ext>
            </a:extLst>
          </p:cNvPr>
          <p:cNvSpPr>
            <a:spLocks noGrp="1"/>
          </p:cNvSpPr>
          <p:nvPr>
            <p:ph idx="1"/>
          </p:nvPr>
        </p:nvSpPr>
        <p:spPr/>
        <p:txBody>
          <a:bodyPr/>
          <a:lstStyle/>
          <a:p>
            <a:r>
              <a:rPr lang="en-US" dirty="0"/>
              <a:t>Laten </a:t>
            </a:r>
            <a:r>
              <a:rPr lang="en-US" dirty="0" err="1"/>
              <a:t>zien</a:t>
            </a:r>
            <a:r>
              <a:rPr lang="en-US" dirty="0"/>
              <a:t> window </a:t>
            </a:r>
            <a:r>
              <a:rPr lang="en-US" dirty="0" err="1"/>
              <a:t>increasen</a:t>
            </a:r>
            <a:endParaRPr lang="en-US" dirty="0"/>
          </a:p>
          <a:p>
            <a:r>
              <a:rPr lang="en-US" dirty="0"/>
              <a:t>En </a:t>
            </a:r>
            <a:r>
              <a:rPr lang="en-US" dirty="0" err="1"/>
              <a:t>nf</a:t>
            </a:r>
            <a:r>
              <a:rPr lang="en-US" dirty="0"/>
              <a:t> search</a:t>
            </a:r>
          </a:p>
        </p:txBody>
      </p:sp>
    </p:spTree>
    <p:extLst>
      <p:ext uri="{BB962C8B-B14F-4D97-AF65-F5344CB8AC3E}">
        <p14:creationId xmlns:p14="http://schemas.microsoft.com/office/powerpoint/2010/main" val="34301941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DFEFB-6DA7-3DB7-599A-99FF69DAE44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F9E5F57-6905-E8A7-0564-C477823FD8DD}"/>
              </a:ext>
            </a:extLst>
          </p:cNvPr>
          <p:cNvSpPr>
            <a:spLocks noGrp="1"/>
          </p:cNvSpPr>
          <p:nvPr>
            <p:ph idx="1"/>
          </p:nvPr>
        </p:nvSpPr>
        <p:spPr/>
        <p:txBody>
          <a:bodyPr/>
          <a:lstStyle/>
          <a:p>
            <a:r>
              <a:rPr lang="en-US" dirty="0"/>
              <a:t>My leading hypothesis, to be confirmed by that shape, is the mechanism that actually supports the demonstration: at long </a:t>
            </a:r>
            <a:r>
              <a:rPr lang="en-US" dirty="0" err="1"/>
              <a:t>nf</a:t>
            </a:r>
            <a:r>
              <a:rPr lang="en-US" dirty="0"/>
              <a:t> the free-integrator error grows ~t² and dominates the loss, so the gradient is captured by the drift/DC direction (which the data cannot reduce), and the tiny narrowband 150 Hz absorber gradient gets swamped. If that is what is happening, then "doesn't learn at long </a:t>
            </a:r>
            <a:r>
              <a:rPr lang="en-US" dirty="0" err="1"/>
              <a:t>nf</a:t>
            </a:r>
            <a:r>
              <a:rPr lang="en-US" dirty="0"/>
              <a:t>" is itself evidence that the loss at long horizon is dominated by the unlearnable drift direction, which is exactly the C5/C6 story (the horizon that sees the drift is beyond where training can still learn the signal).</a:t>
            </a:r>
            <a:endParaRPr lang="en-NL" dirty="0"/>
          </a:p>
        </p:txBody>
      </p:sp>
    </p:spTree>
    <p:extLst>
      <p:ext uri="{BB962C8B-B14F-4D97-AF65-F5344CB8AC3E}">
        <p14:creationId xmlns:p14="http://schemas.microsoft.com/office/powerpoint/2010/main" val="2776560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F99E9-B7F4-48E0-6E77-E1E0FB4CFB8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89F59B3-8D25-133B-798B-476A8901BED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19D384C-2C44-FDC3-80BA-22CC08403DB5}"/>
              </a:ext>
            </a:extLst>
          </p:cNvPr>
          <p:cNvPicPr>
            <a:picLocks noChangeAspect="1"/>
          </p:cNvPicPr>
          <p:nvPr/>
        </p:nvPicPr>
        <p:blipFill>
          <a:blip r:embed="rId2"/>
          <a:stretch>
            <a:fillRect/>
          </a:stretch>
        </p:blipFill>
        <p:spPr>
          <a:xfrm>
            <a:off x="3180943" y="2504946"/>
            <a:ext cx="5830114" cy="1848108"/>
          </a:xfrm>
          <a:prstGeom prst="rect">
            <a:avLst/>
          </a:prstGeom>
        </p:spPr>
      </p:pic>
    </p:spTree>
    <p:extLst>
      <p:ext uri="{BB962C8B-B14F-4D97-AF65-F5344CB8AC3E}">
        <p14:creationId xmlns:p14="http://schemas.microsoft.com/office/powerpoint/2010/main" val="3925611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191D9-0B53-1E6E-89BC-BA039BC4E4B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637F1E9-B50A-3A19-677F-BD09B355B808}"/>
              </a:ext>
            </a:extLst>
          </p:cNvPr>
          <p:cNvSpPr>
            <a:spLocks noGrp="1"/>
          </p:cNvSpPr>
          <p:nvPr>
            <p:ph idx="1"/>
          </p:nvPr>
        </p:nvSpPr>
        <p:spPr/>
        <p:txBody>
          <a:bodyPr>
            <a:normAutofit fontScale="92500" lnSpcReduction="10000"/>
          </a:bodyPr>
          <a:lstStyle/>
          <a:p>
            <a:r>
              <a:rPr lang="en-US" dirty="0"/>
              <a:t>The issue, as I would state </a:t>
            </a:r>
            <a:r>
              <a:rPr lang="en-US" dirty="0" err="1"/>
              <a:t>itExpectation</a:t>
            </a:r>
            <a:r>
              <a:rPr lang="en-US" dirty="0"/>
              <a:t> (shared with Jan): a correct physics baseline plus a zero-mean residual should free-run at the absorber scale (~2.2e-5 m), bounded; and training an augmentation on it should only improve </a:t>
            </a:r>
            <a:r>
              <a:rPr lang="en-US" dirty="0" err="1"/>
              <a:t>things.Observation</a:t>
            </a:r>
            <a:r>
              <a:rPr lang="en-US" dirty="0"/>
              <a:t>: the untrained free-run misses that expectation by 60× (bounded), and every trained model misses it by more than the untrained one, with unbounded </a:t>
            </a:r>
            <a:r>
              <a:rPr lang="en-US" dirty="0" err="1"/>
              <a:t>drift.The</a:t>
            </a:r>
            <a:r>
              <a:rPr lang="en-US" dirty="0"/>
              <a:t> explanation (the issue): on the gantry's X/Y translational axes there is no stiffness, so they are free integrators, and on a free integrator the constant-force (DC) direction is special: any persistent term left there integrates into position drift, and nothing bounds it. Two independent things leave a persistent term there, and neither is constrained by the identification setup:</a:t>
            </a:r>
            <a:endParaRPr lang="en-NL" dirty="0"/>
          </a:p>
        </p:txBody>
      </p:sp>
    </p:spTree>
    <p:extLst>
      <p:ext uri="{BB962C8B-B14F-4D97-AF65-F5344CB8AC3E}">
        <p14:creationId xmlns:p14="http://schemas.microsoft.com/office/powerpoint/2010/main" val="1340386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84B88-90ED-B76F-CE08-B285D615E19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7B099EC-3B17-EE5B-AF37-B1E6DC9AD7A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F7D2113-5895-708E-E40C-00FE50B4A539}"/>
              </a:ext>
            </a:extLst>
          </p:cNvPr>
          <p:cNvPicPr>
            <a:picLocks noChangeAspect="1"/>
          </p:cNvPicPr>
          <p:nvPr/>
        </p:nvPicPr>
        <p:blipFill>
          <a:blip r:embed="rId2"/>
          <a:stretch>
            <a:fillRect/>
          </a:stretch>
        </p:blipFill>
        <p:spPr>
          <a:xfrm>
            <a:off x="2523626" y="2147708"/>
            <a:ext cx="7144747" cy="2562583"/>
          </a:xfrm>
          <a:prstGeom prst="rect">
            <a:avLst/>
          </a:prstGeom>
        </p:spPr>
      </p:pic>
    </p:spTree>
    <p:extLst>
      <p:ext uri="{BB962C8B-B14F-4D97-AF65-F5344CB8AC3E}">
        <p14:creationId xmlns:p14="http://schemas.microsoft.com/office/powerpoint/2010/main" val="23118115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C63CE-E6DB-BE91-F347-F9FBD6EF6787}"/>
              </a:ext>
            </a:extLst>
          </p:cNvPr>
          <p:cNvSpPr>
            <a:spLocks noGrp="1"/>
          </p:cNvSpPr>
          <p:nvPr>
            <p:ph type="title"/>
          </p:nvPr>
        </p:nvSpPr>
        <p:spPr/>
        <p:txBody>
          <a:bodyPr/>
          <a:lstStyle/>
          <a:p>
            <a:r>
              <a:rPr lang="en-US" dirty="0"/>
              <a:t>Zero mean fix?</a:t>
            </a:r>
            <a:endParaRPr lang="en-NL" dirty="0"/>
          </a:p>
        </p:txBody>
      </p:sp>
      <p:sp>
        <p:nvSpPr>
          <p:cNvPr id="3" name="Content Placeholder 2">
            <a:extLst>
              <a:ext uri="{FF2B5EF4-FFF2-40B4-BE49-F238E27FC236}">
                <a16:creationId xmlns:a16="http://schemas.microsoft.com/office/drawing/2014/main" id="{3E77990A-2DC4-4F6A-1046-52A6DF583C42}"/>
              </a:ext>
            </a:extLst>
          </p:cNvPr>
          <p:cNvSpPr>
            <a:spLocks noGrp="1"/>
          </p:cNvSpPr>
          <p:nvPr>
            <p:ph idx="1"/>
          </p:nvPr>
        </p:nvSpPr>
        <p:spPr/>
        <p:txBody>
          <a:bodyPr/>
          <a:lstStyle/>
          <a:p>
            <a:r>
              <a:rPr lang="en-US" dirty="0"/>
              <a:t>The minimal fix is to enforce the zero-mean Jan already expects on the one unconstrained direction (the estimator-side pin)</a:t>
            </a:r>
            <a:endParaRPr lang="en-NL" dirty="0"/>
          </a:p>
        </p:txBody>
      </p:sp>
    </p:spTree>
    <p:extLst>
      <p:ext uri="{BB962C8B-B14F-4D97-AF65-F5344CB8AC3E}">
        <p14:creationId xmlns:p14="http://schemas.microsoft.com/office/powerpoint/2010/main" val="31965335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E2EAF-F298-3122-42B4-C23F85D281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6DB345-A749-8E61-2E10-DB70CDFA4546}"/>
              </a:ext>
            </a:extLst>
          </p:cNvPr>
          <p:cNvSpPr>
            <a:spLocks noGrp="1"/>
          </p:cNvSpPr>
          <p:nvPr>
            <p:ph idx="1"/>
          </p:nvPr>
        </p:nvSpPr>
        <p:spPr>
          <a:xfrm>
            <a:off x="0" y="5280320"/>
            <a:ext cx="12192000" cy="1577680"/>
          </a:xfrm>
        </p:spPr>
        <p:txBody>
          <a:bodyPr/>
          <a:lstStyle/>
          <a:p>
            <a:r>
              <a:rPr lang="en-US" dirty="0"/>
              <a:t>ANN at zero </a:t>
            </a:r>
            <a:r>
              <a:rPr lang="en-US" dirty="0" err="1"/>
              <a:t>init</a:t>
            </a:r>
            <a:endParaRPr lang="en-US" dirty="0"/>
          </a:p>
          <a:p>
            <a:r>
              <a:rPr lang="en-US" dirty="0"/>
              <a:t>No DC offset force added</a:t>
            </a:r>
          </a:p>
          <a:p>
            <a:r>
              <a:rPr lang="en-US" dirty="0"/>
              <a:t>Standstill trajectory at Y = 0.1 m</a:t>
            </a:r>
            <a:endParaRPr lang="en-NL" dirty="0"/>
          </a:p>
        </p:txBody>
      </p:sp>
      <p:sp>
        <p:nvSpPr>
          <p:cNvPr id="2" name="Title 1">
            <a:extLst>
              <a:ext uri="{FF2B5EF4-FFF2-40B4-BE49-F238E27FC236}">
                <a16:creationId xmlns:a16="http://schemas.microsoft.com/office/drawing/2014/main" id="{D23E2A65-1905-880D-91CD-D83D1168F4B2}"/>
              </a:ext>
            </a:extLst>
          </p:cNvPr>
          <p:cNvSpPr>
            <a:spLocks noGrp="1"/>
          </p:cNvSpPr>
          <p:nvPr>
            <p:ph type="title"/>
          </p:nvPr>
        </p:nvSpPr>
        <p:spPr>
          <a:xfrm>
            <a:off x="124767" y="0"/>
            <a:ext cx="5496448" cy="926034"/>
          </a:xfrm>
        </p:spPr>
        <p:txBody>
          <a:bodyPr/>
          <a:lstStyle/>
          <a:p>
            <a:r>
              <a:rPr lang="en-US" dirty="0"/>
              <a:t>Drift with ANN</a:t>
            </a:r>
            <a:endParaRPr lang="en-NL" dirty="0"/>
          </a:p>
        </p:txBody>
      </p:sp>
      <p:pic>
        <p:nvPicPr>
          <p:cNvPr id="6" name="Picture 5">
            <a:extLst>
              <a:ext uri="{FF2B5EF4-FFF2-40B4-BE49-F238E27FC236}">
                <a16:creationId xmlns:a16="http://schemas.microsoft.com/office/drawing/2014/main" id="{A338BD0B-513F-BFCE-0C00-79EA0B767A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26034"/>
            <a:ext cx="12192000" cy="4354286"/>
          </a:xfrm>
          <a:prstGeom prst="rect">
            <a:avLst/>
          </a:prstGeom>
        </p:spPr>
      </p:pic>
    </p:spTree>
    <p:extLst>
      <p:ext uri="{BB962C8B-B14F-4D97-AF65-F5344CB8AC3E}">
        <p14:creationId xmlns:p14="http://schemas.microsoft.com/office/powerpoint/2010/main" val="41254153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AE5C939-6DE6-1E1F-D63D-A618BAE9FC6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01342F1-39BB-7D76-C388-9422E5CDBA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7585" y="918235"/>
            <a:ext cx="8909648" cy="5939765"/>
          </a:xfrm>
          <a:prstGeom prst="rect">
            <a:avLst/>
          </a:prstGeom>
        </p:spPr>
      </p:pic>
      <p:sp>
        <p:nvSpPr>
          <p:cNvPr id="3" name="Content Placeholder 2">
            <a:extLst>
              <a:ext uri="{FF2B5EF4-FFF2-40B4-BE49-F238E27FC236}">
                <a16:creationId xmlns:a16="http://schemas.microsoft.com/office/drawing/2014/main" id="{B6C80ACA-CF83-61A3-0385-3AE4217D35EB}"/>
              </a:ext>
            </a:extLst>
          </p:cNvPr>
          <p:cNvSpPr>
            <a:spLocks noGrp="1"/>
          </p:cNvSpPr>
          <p:nvPr>
            <p:ph idx="1"/>
          </p:nvPr>
        </p:nvSpPr>
        <p:spPr>
          <a:xfrm>
            <a:off x="124767" y="951418"/>
            <a:ext cx="2616759" cy="5620204"/>
          </a:xfrm>
        </p:spPr>
        <p:txBody>
          <a:bodyPr/>
          <a:lstStyle/>
          <a:p>
            <a:r>
              <a:rPr lang="en-US" dirty="0"/>
              <a:t>ANN at zero </a:t>
            </a:r>
            <a:r>
              <a:rPr lang="en-US" dirty="0" err="1"/>
              <a:t>init</a:t>
            </a:r>
            <a:endParaRPr lang="en-US" dirty="0"/>
          </a:p>
          <a:p>
            <a:r>
              <a:rPr lang="en-US" dirty="0"/>
              <a:t>No DC offset force added</a:t>
            </a:r>
          </a:p>
          <a:p>
            <a:r>
              <a:rPr lang="en-US" dirty="0"/>
              <a:t>Standstill trajectory at Y = 0.1 m</a:t>
            </a:r>
            <a:endParaRPr lang="en-NL" dirty="0"/>
          </a:p>
        </p:txBody>
      </p:sp>
      <p:sp>
        <p:nvSpPr>
          <p:cNvPr id="2" name="Title 1">
            <a:extLst>
              <a:ext uri="{FF2B5EF4-FFF2-40B4-BE49-F238E27FC236}">
                <a16:creationId xmlns:a16="http://schemas.microsoft.com/office/drawing/2014/main" id="{5263F285-FB10-9B93-3C4D-097BF33733F5}"/>
              </a:ext>
            </a:extLst>
          </p:cNvPr>
          <p:cNvSpPr>
            <a:spLocks noGrp="1"/>
          </p:cNvSpPr>
          <p:nvPr>
            <p:ph type="title"/>
          </p:nvPr>
        </p:nvSpPr>
        <p:spPr>
          <a:xfrm>
            <a:off x="124767" y="0"/>
            <a:ext cx="5496448" cy="926034"/>
          </a:xfrm>
        </p:spPr>
        <p:txBody>
          <a:bodyPr/>
          <a:lstStyle/>
          <a:p>
            <a:r>
              <a:rPr lang="en-US" dirty="0"/>
              <a:t>Drift with ANN</a:t>
            </a:r>
            <a:endParaRPr lang="en-NL" dirty="0"/>
          </a:p>
        </p:txBody>
      </p:sp>
    </p:spTree>
    <p:extLst>
      <p:ext uri="{BB962C8B-B14F-4D97-AF65-F5344CB8AC3E}">
        <p14:creationId xmlns:p14="http://schemas.microsoft.com/office/powerpoint/2010/main" val="16222922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7BBD4-285A-44AF-075D-7EC5FF52DC06}"/>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AF17015C-BCAA-1ADF-11CB-501DBEDB0479}"/>
              </a:ext>
            </a:extLst>
          </p:cNvPr>
          <p:cNvSpPr>
            <a:spLocks noGrp="1"/>
          </p:cNvSpPr>
          <p:nvPr>
            <p:ph idx="1"/>
          </p:nvPr>
        </p:nvSpPr>
        <p:spPr/>
        <p:txBody>
          <a:bodyPr/>
          <a:lstStyle/>
          <a:p>
            <a:r>
              <a:rPr lang="en-US" dirty="0"/>
              <a:t>To counter act the drift implement closed-loop training, would a trained model in closed-loop be acceptable?</a:t>
            </a:r>
          </a:p>
          <a:p>
            <a:pPr lvl="1"/>
            <a:r>
              <a:rPr lang="en-US" dirty="0"/>
              <a:t>Will need a metric to determine that closed-loop doesn’t hide a bad model</a:t>
            </a:r>
          </a:p>
        </p:txBody>
      </p:sp>
    </p:spTree>
    <p:extLst>
      <p:ext uri="{BB962C8B-B14F-4D97-AF65-F5344CB8AC3E}">
        <p14:creationId xmlns:p14="http://schemas.microsoft.com/office/powerpoint/2010/main" val="3566701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6425B-1E67-B16E-0D69-0BF52E8E00B2}"/>
              </a:ext>
            </a:extLst>
          </p:cNvPr>
          <p:cNvSpPr>
            <a:spLocks noGrp="1"/>
          </p:cNvSpPr>
          <p:nvPr>
            <p:ph type="title"/>
          </p:nvPr>
        </p:nvSpPr>
        <p:spPr/>
        <p:txBody>
          <a:bodyPr/>
          <a:lstStyle/>
          <a:p>
            <a:r>
              <a:rPr lang="en-US" dirty="0"/>
              <a:t>New data</a:t>
            </a:r>
            <a:endParaRPr lang="en-NL" dirty="0"/>
          </a:p>
        </p:txBody>
      </p:sp>
      <p:sp>
        <p:nvSpPr>
          <p:cNvPr id="3" name="Content Placeholder 2">
            <a:extLst>
              <a:ext uri="{FF2B5EF4-FFF2-40B4-BE49-F238E27FC236}">
                <a16:creationId xmlns:a16="http://schemas.microsoft.com/office/drawing/2014/main" id="{E730ECAE-7C45-3AC2-93D2-629F3F6A446E}"/>
              </a:ext>
            </a:extLst>
          </p:cNvPr>
          <p:cNvSpPr>
            <a:spLocks noGrp="1"/>
          </p:cNvSpPr>
          <p:nvPr>
            <p:ph idx="1"/>
          </p:nvPr>
        </p:nvSpPr>
        <p:spPr/>
        <p:txBody>
          <a:bodyPr/>
          <a:lstStyle/>
          <a:p>
            <a:r>
              <a:rPr lang="en-US" dirty="0"/>
              <a:t>Frozen-Y standstills, Y-sweeps, randomized jerk-limited setpoint sequences (amplitude ladder), Lissajous</a:t>
            </a:r>
          </a:p>
          <a:p>
            <a:endParaRPr lang="en-US" dirty="0"/>
          </a:p>
          <a:p>
            <a:r>
              <a:rPr lang="en-US" dirty="0"/>
              <a:t>Excitation: reference trajectories (operating-range coverage) + injected random-phase </a:t>
            </a:r>
            <a:r>
              <a:rPr lang="en-US" dirty="0" err="1"/>
              <a:t>multisine</a:t>
            </a:r>
            <a:r>
              <a:rPr lang="en-US" dirty="0"/>
              <a:t> force</a:t>
            </a:r>
            <a:endParaRPr lang="en-NL" dirty="0"/>
          </a:p>
        </p:txBody>
      </p:sp>
    </p:spTree>
    <p:extLst>
      <p:ext uri="{BB962C8B-B14F-4D97-AF65-F5344CB8AC3E}">
        <p14:creationId xmlns:p14="http://schemas.microsoft.com/office/powerpoint/2010/main" val="37284253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ADC27-49E6-B803-91D1-3A8C2575B525}"/>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9BECD115-31D7-5577-D811-335D6DB5AE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46541"/>
            <a:ext cx="10238254" cy="6811459"/>
          </a:xfrm>
          <a:prstGeom prst="rect">
            <a:avLst/>
          </a:prstGeom>
        </p:spPr>
      </p:pic>
    </p:spTree>
    <p:extLst>
      <p:ext uri="{BB962C8B-B14F-4D97-AF65-F5344CB8AC3E}">
        <p14:creationId xmlns:p14="http://schemas.microsoft.com/office/powerpoint/2010/main" val="6616063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E45A2-974E-2B4B-BB97-ABA41CED18B3}"/>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9B28957F-D7DC-C073-9660-651AC8C26C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4619" y="0"/>
            <a:ext cx="10361646" cy="6909348"/>
          </a:xfrm>
          <a:prstGeom prst="rect">
            <a:avLst/>
          </a:prstGeom>
        </p:spPr>
      </p:pic>
    </p:spTree>
    <p:extLst>
      <p:ext uri="{BB962C8B-B14F-4D97-AF65-F5344CB8AC3E}">
        <p14:creationId xmlns:p14="http://schemas.microsoft.com/office/powerpoint/2010/main" val="24350841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1D90E-BE30-92FB-DDC5-9E3453E10F89}"/>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7BE3E1FA-4B91-A75F-96C9-43D310122F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7252" y="85315"/>
            <a:ext cx="9995496" cy="6649954"/>
          </a:xfrm>
          <a:prstGeom prst="rect">
            <a:avLst/>
          </a:prstGeom>
        </p:spPr>
      </p:pic>
    </p:spTree>
    <p:extLst>
      <p:ext uri="{BB962C8B-B14F-4D97-AF65-F5344CB8AC3E}">
        <p14:creationId xmlns:p14="http://schemas.microsoft.com/office/powerpoint/2010/main" val="12590049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2600D-451F-13CF-D328-F5853B575AE2}"/>
              </a:ext>
            </a:extLst>
          </p:cNvPr>
          <p:cNvSpPr>
            <a:spLocks noGrp="1"/>
          </p:cNvSpPr>
          <p:nvPr>
            <p:ph type="title"/>
          </p:nvPr>
        </p:nvSpPr>
        <p:spPr/>
        <p:txBody>
          <a:bodyPr/>
          <a:lstStyle/>
          <a:p>
            <a:r>
              <a:rPr lang="en-US" dirty="0"/>
              <a:t>Runtime</a:t>
            </a:r>
            <a:br>
              <a:rPr lang="en-US" dirty="0"/>
            </a:br>
            <a:r>
              <a:rPr lang="en-US" dirty="0"/>
              <a:t>Stride</a:t>
            </a:r>
            <a:endParaRPr lang="en-NL" dirty="0"/>
          </a:p>
        </p:txBody>
      </p:sp>
      <p:sp>
        <p:nvSpPr>
          <p:cNvPr id="3" name="Content Placeholder 2">
            <a:extLst>
              <a:ext uri="{FF2B5EF4-FFF2-40B4-BE49-F238E27FC236}">
                <a16:creationId xmlns:a16="http://schemas.microsoft.com/office/drawing/2014/main" id="{C374AC7B-129D-6AD5-F67B-9A8BEA2DF36A}"/>
              </a:ext>
            </a:extLst>
          </p:cNvPr>
          <p:cNvSpPr>
            <a:spLocks noGrp="1"/>
          </p:cNvSpPr>
          <p:nvPr>
            <p:ph idx="1"/>
          </p:nvPr>
        </p:nvSpPr>
        <p:spPr/>
        <p:txBody>
          <a:bodyPr/>
          <a:lstStyle/>
          <a:p>
            <a:r>
              <a:rPr lang="en-US" dirty="0" err="1"/>
              <a:t>DeepSI</a:t>
            </a:r>
            <a:r>
              <a:rPr lang="en-US" dirty="0"/>
              <a:t> allows to pass stride</a:t>
            </a:r>
          </a:p>
          <a:p>
            <a:pPr lvl="1"/>
            <a:r>
              <a:rPr lang="en-US" dirty="0"/>
              <a:t>So we see all the data but with less overlap, let initializations of the encoder (initial state)</a:t>
            </a:r>
            <a:endParaRPr lang="en-NL" dirty="0"/>
          </a:p>
        </p:txBody>
      </p:sp>
      <p:pic>
        <p:nvPicPr>
          <p:cNvPr id="4" name="Picture 3" descr="Segment input data using the overlap window with length N and stride one |  Download Scientific Diagram">
            <a:extLst>
              <a:ext uri="{FF2B5EF4-FFF2-40B4-BE49-F238E27FC236}">
                <a16:creationId xmlns:a16="http://schemas.microsoft.com/office/drawing/2014/main" id="{59D52D56-96DC-A03F-F81E-89D0FB256304}"/>
              </a:ext>
            </a:extLst>
          </p:cNvPr>
          <p:cNvPicPr>
            <a:picLocks noChangeAspect="1"/>
          </p:cNvPicPr>
          <p:nvPr/>
        </p:nvPicPr>
        <p:blipFill>
          <a:blip r:embed="rId2"/>
          <a:srcRect l="36206"/>
          <a:stretch>
            <a:fillRect/>
          </a:stretch>
        </p:blipFill>
        <p:spPr>
          <a:xfrm>
            <a:off x="6936035" y="2871020"/>
            <a:ext cx="4417765" cy="3735848"/>
          </a:xfrm>
          <a:prstGeom prst="rect">
            <a:avLst/>
          </a:prstGeom>
        </p:spPr>
      </p:pic>
    </p:spTree>
    <p:extLst>
      <p:ext uri="{BB962C8B-B14F-4D97-AF65-F5344CB8AC3E}">
        <p14:creationId xmlns:p14="http://schemas.microsoft.com/office/powerpoint/2010/main" val="11283052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0551A-62E8-E4A3-5358-3F4D27EF0B1D}"/>
              </a:ext>
            </a:extLst>
          </p:cNvPr>
          <p:cNvSpPr>
            <a:spLocks noGrp="1"/>
          </p:cNvSpPr>
          <p:nvPr>
            <p:ph type="title"/>
          </p:nvPr>
        </p:nvSpPr>
        <p:spPr/>
        <p:txBody>
          <a:bodyPr/>
          <a:lstStyle/>
          <a:p>
            <a:r>
              <a:rPr lang="en-US" dirty="0"/>
              <a:t>Real data – Parameter recovery</a:t>
            </a:r>
            <a:endParaRPr lang="en-NL" dirty="0"/>
          </a:p>
        </p:txBody>
      </p:sp>
      <p:sp>
        <p:nvSpPr>
          <p:cNvPr id="3" name="Content Placeholder 2">
            <a:extLst>
              <a:ext uri="{FF2B5EF4-FFF2-40B4-BE49-F238E27FC236}">
                <a16:creationId xmlns:a16="http://schemas.microsoft.com/office/drawing/2014/main" id="{8A3E4506-AA35-9B16-269C-240A0ECDE768}"/>
              </a:ext>
            </a:extLst>
          </p:cNvPr>
          <p:cNvSpPr>
            <a:spLocks noGrp="1"/>
          </p:cNvSpPr>
          <p:nvPr>
            <p:ph idx="1"/>
          </p:nvPr>
        </p:nvSpPr>
        <p:spPr/>
        <p:txBody>
          <a:bodyPr/>
          <a:lstStyle/>
          <a:p>
            <a:r>
              <a:rPr lang="en-US" dirty="0"/>
              <a:t>Train the initial parameter recovery for simulation on real data</a:t>
            </a:r>
          </a:p>
          <a:p>
            <a:pPr lvl="1"/>
            <a:r>
              <a:rPr lang="en-US" dirty="0"/>
              <a:t>ILC data from Quinten</a:t>
            </a:r>
          </a:p>
          <a:p>
            <a:r>
              <a:rPr lang="en-US" dirty="0"/>
              <a:t>Updated parameters from </a:t>
            </a:r>
            <a:r>
              <a:rPr lang="en-US" dirty="0" err="1"/>
              <a:t>telica</a:t>
            </a:r>
            <a:r>
              <a:rPr lang="en-US" dirty="0"/>
              <a:t> datasheet</a:t>
            </a:r>
          </a:p>
          <a:p>
            <a:r>
              <a:rPr lang="en-US" dirty="0"/>
              <a:t>Trained in open-loop to find correct parameters</a:t>
            </a:r>
          </a:p>
          <a:p>
            <a:pPr lvl="1"/>
            <a:r>
              <a:rPr lang="en-US" dirty="0"/>
              <a:t>Model used to train not adjusted for noise</a:t>
            </a:r>
          </a:p>
          <a:p>
            <a:endParaRPr lang="en-NL" dirty="0"/>
          </a:p>
        </p:txBody>
      </p:sp>
    </p:spTree>
    <p:extLst>
      <p:ext uri="{BB962C8B-B14F-4D97-AF65-F5344CB8AC3E}">
        <p14:creationId xmlns:p14="http://schemas.microsoft.com/office/powerpoint/2010/main" val="29888322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FC791C-CC9C-7F5B-D403-C7FFFAD77FE4}"/>
              </a:ext>
            </a:extLst>
          </p:cNvPr>
          <p:cNvSpPr txBox="1"/>
          <p:nvPr/>
        </p:nvSpPr>
        <p:spPr>
          <a:xfrm>
            <a:off x="6097930" y="289679"/>
            <a:ext cx="6094070" cy="3139321"/>
          </a:xfrm>
          <a:prstGeom prst="rect">
            <a:avLst/>
          </a:prstGeom>
          <a:noFill/>
        </p:spPr>
        <p:txBody>
          <a:bodyPr wrap="square">
            <a:spAutoFit/>
          </a:bodyPr>
          <a:lstStyle/>
          <a:p>
            <a:r>
              <a:rPr lang="en-NL" dirty="0"/>
              <a:t>============================================================</a:t>
            </a:r>
          </a:p>
          <a:p>
            <a:r>
              <a:rPr lang="en-NL" dirty="0"/>
              <a:t>Structural validation  [T1a]  [baseline]</a:t>
            </a:r>
          </a:p>
          <a:p>
            <a:r>
              <a:rPr lang="en-NL" dirty="0"/>
              <a:t>============================================================</a:t>
            </a:r>
          </a:p>
          <a:p>
            <a:endParaRPr lang="en-NL" dirty="0"/>
          </a:p>
          <a:p>
            <a:r>
              <a:rPr lang="en-NL" dirty="0"/>
              <a:t>  Ch           RMS [m]   NRMSE [%]  Verdict</a:t>
            </a:r>
          </a:p>
          <a:p>
            <a:r>
              <a:rPr lang="en-NL" dirty="0"/>
              <a:t>  ----  --------------  ----------  ------------</a:t>
            </a:r>
          </a:p>
          <a:p>
            <a:r>
              <a:rPr lang="en-NL" dirty="0"/>
              <a:t>  X1        6.5460e-02      432.39  POOR (&gt;30%)</a:t>
            </a:r>
          </a:p>
          <a:p>
            <a:r>
              <a:rPr lang="en-NL" dirty="0"/>
              <a:t>  X2        6.5747e-02      434.29  POOR (&gt;30%)</a:t>
            </a:r>
          </a:p>
          <a:p>
            <a:r>
              <a:rPr lang="en-NL" dirty="0"/>
              <a:t>  Y         1.9215e-01      619.21  POOR (&gt;30%)</a:t>
            </a:r>
          </a:p>
        </p:txBody>
      </p:sp>
      <p:sp>
        <p:nvSpPr>
          <p:cNvPr id="9" name="TextBox 8">
            <a:extLst>
              <a:ext uri="{FF2B5EF4-FFF2-40B4-BE49-F238E27FC236}">
                <a16:creationId xmlns:a16="http://schemas.microsoft.com/office/drawing/2014/main" id="{03FD9FF0-5D57-1210-A19B-A952D90FEE87}"/>
              </a:ext>
            </a:extLst>
          </p:cNvPr>
          <p:cNvSpPr txBox="1"/>
          <p:nvPr/>
        </p:nvSpPr>
        <p:spPr>
          <a:xfrm>
            <a:off x="0" y="0"/>
            <a:ext cx="6094070" cy="7571303"/>
          </a:xfrm>
          <a:prstGeom prst="rect">
            <a:avLst/>
          </a:prstGeom>
          <a:noFill/>
        </p:spPr>
        <p:txBody>
          <a:bodyPr wrap="square">
            <a:spAutoFit/>
          </a:bodyPr>
          <a:lstStyle/>
          <a:p>
            <a:r>
              <a:rPr lang="en-NL" dirty="0"/>
              <a:t> [Training]</a:t>
            </a:r>
          </a:p>
          <a:p>
            <a:r>
              <a:rPr lang="en-NL" dirty="0"/>
              <a:t>  </a:t>
            </a:r>
            <a:r>
              <a:rPr lang="en-NL" dirty="0" err="1"/>
              <a:t>Traj</a:t>
            </a:r>
            <a:r>
              <a:rPr lang="en-NL" dirty="0"/>
              <a:t>        RMS [m]      X1 [m]      X2 [m]       Y [m]</a:t>
            </a:r>
          </a:p>
          <a:p>
            <a:r>
              <a:rPr lang="en-NL" dirty="0"/>
              <a:t>  ------  ------------  ----------  ----------  ----------</a:t>
            </a:r>
          </a:p>
          <a:p>
            <a:r>
              <a:rPr lang="en-NL" dirty="0"/>
              <a:t>  T1a       1.0278e-02  7.8897e-03  7.9198e-03  1.3854e-02</a:t>
            </a:r>
          </a:p>
          <a:p>
            <a:r>
              <a:rPr lang="en-NL" dirty="0"/>
              <a:t>  T1b       1.0179e-02  7.1000e-03  7.1167e-03  1.4484e-02</a:t>
            </a:r>
          </a:p>
          <a:p>
            <a:r>
              <a:rPr lang="en-NL" dirty="0"/>
              <a:t>  T2a       1.0425e-02  7.6775e-03  7.8229e-03  1.4350e-02</a:t>
            </a:r>
          </a:p>
          <a:p>
            <a:r>
              <a:rPr lang="en-NL" dirty="0"/>
              <a:t>  T2b       1.0108e-02  7.8706e-03  8.0148e-03  1.3429e-02</a:t>
            </a:r>
          </a:p>
          <a:p>
            <a:r>
              <a:rPr lang="en-NL" dirty="0"/>
              <a:t>  T3a       1.2772e-02  8.4240e-03  8.4017e-03  1.8649e-02</a:t>
            </a:r>
          </a:p>
          <a:p>
            <a:r>
              <a:rPr lang="en-NL" dirty="0"/>
              <a:t>  T3b       2.2566e-02  2.4486e-02  2.4589e-02  1.7984e-02</a:t>
            </a:r>
          </a:p>
          <a:p>
            <a:r>
              <a:rPr lang="en-NL" dirty="0"/>
              <a:t>  T4a       1.8198e-02  7.4397e-03  7.3111e-03  2.9744e-02</a:t>
            </a:r>
          </a:p>
          <a:p>
            <a:r>
              <a:rPr lang="en-NL" dirty="0"/>
              <a:t>  T4b       1.6969e-02  6.3381e-03  6.1577e-03  2.8032e-02</a:t>
            </a:r>
          </a:p>
          <a:p>
            <a:r>
              <a:rPr lang="en-NL" dirty="0"/>
              <a:t>  T5a       1.0699e-02  7.9299e-03  7.7116e-03  1.4869e-02</a:t>
            </a:r>
          </a:p>
          <a:p>
            <a:r>
              <a:rPr lang="en-NL" dirty="0"/>
              <a:t>  T5b       1.0172e-02  7.7147e-03  7.4889e-03  1.3958e-02</a:t>
            </a:r>
          </a:p>
          <a:p>
            <a:r>
              <a:rPr lang="en-NL" dirty="0"/>
              <a:t>  T6a       1.2646e-02  7.7092e-03  7.4137e-03  1.9115e-02</a:t>
            </a:r>
          </a:p>
          <a:p>
            <a:r>
              <a:rPr lang="en-NL" dirty="0"/>
              <a:t>  T6b       1.1224e-02  7.0284e-03  6.7469e-03  1.6823e-02</a:t>
            </a:r>
          </a:p>
          <a:p>
            <a:r>
              <a:rPr lang="en-NL" dirty="0"/>
              <a:t>  T7a       1.6774e-02  7.0461e-03  6.6075e-03  2.7401e-02</a:t>
            </a:r>
          </a:p>
          <a:p>
            <a:r>
              <a:rPr lang="en-NL" dirty="0"/>
              <a:t>  T7b       1.3988e-02  6.8615e-03  6.5954e-03  2.2280e-02</a:t>
            </a:r>
          </a:p>
          <a:p>
            <a:r>
              <a:rPr lang="en-NL" dirty="0"/>
              <a:t>  T8a       9.8579e-03  8.1010e-03  8.6607e-03  1.2284e-02</a:t>
            </a:r>
          </a:p>
          <a:p>
            <a:r>
              <a:rPr lang="en-NL" dirty="0"/>
              <a:t>  T8b       9.8908e-03  7.7692e-03  8.2593e-03  1.2842e-02</a:t>
            </a:r>
          </a:p>
          <a:p>
            <a:r>
              <a:rPr lang="en-NL" dirty="0"/>
              <a:t>  T9a       2.3249e-02  1.5228e-02  1.5080e-02  3.4092e-02</a:t>
            </a:r>
          </a:p>
          <a:p>
            <a:r>
              <a:rPr lang="en-NL" dirty="0"/>
              <a:t>  T9b       3.0895e-02  2.4128e-02  2.3759e-02  4.1435e-02</a:t>
            </a:r>
          </a:p>
          <a:p>
            <a:r>
              <a:rPr lang="en-NL" dirty="0"/>
              <a:t>  T10a      1.4098e-02  8.9915e-03  9.5564e-03  2.0593e-02</a:t>
            </a:r>
          </a:p>
          <a:p>
            <a:r>
              <a:rPr lang="en-NL" dirty="0"/>
              <a:t>  T10b      1.5222e-02  9.1323e-03  9.7337e-03  2.2737e-02</a:t>
            </a:r>
          </a:p>
          <a:p>
            <a:r>
              <a:rPr lang="en-NL" dirty="0"/>
              <a:t>  T11a      4.5063e-02  1.7206e-02  1.6857e-02  7.4241e-02</a:t>
            </a:r>
          </a:p>
          <a:p>
            <a:r>
              <a:rPr lang="en-NL" dirty="0"/>
              <a:t>  T11b      1.7571e-02  8.7547e-03  9.2209e-03  2.7650e-02</a:t>
            </a:r>
          </a:p>
          <a:p>
            <a:endParaRPr lang="en-NL" dirty="0"/>
          </a:p>
          <a:p>
            <a:r>
              <a:rPr lang="en-NL" dirty="0"/>
              <a:t>  Train RMSE: 1.803067e-02 m</a:t>
            </a:r>
          </a:p>
        </p:txBody>
      </p:sp>
    </p:spTree>
    <p:extLst>
      <p:ext uri="{BB962C8B-B14F-4D97-AF65-F5344CB8AC3E}">
        <p14:creationId xmlns:p14="http://schemas.microsoft.com/office/powerpoint/2010/main" val="33072881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0D065-1509-282C-E2B5-F7F1EB72B831}"/>
              </a:ext>
            </a:extLst>
          </p:cNvPr>
          <p:cNvSpPr>
            <a:spLocks noGrp="1"/>
          </p:cNvSpPr>
          <p:nvPr>
            <p:ph type="title"/>
          </p:nvPr>
        </p:nvSpPr>
        <p:spPr/>
        <p:txBody>
          <a:bodyPr/>
          <a:lstStyle/>
          <a:p>
            <a:endParaRPr lang="en-NL"/>
          </a:p>
        </p:txBody>
      </p:sp>
      <p:sp>
        <p:nvSpPr>
          <p:cNvPr id="5" name="TextBox 4">
            <a:extLst>
              <a:ext uri="{FF2B5EF4-FFF2-40B4-BE49-F238E27FC236}">
                <a16:creationId xmlns:a16="http://schemas.microsoft.com/office/drawing/2014/main" id="{3000FD1B-351D-BC2E-7A7E-711CD973F9EB}"/>
              </a:ext>
            </a:extLst>
          </p:cNvPr>
          <p:cNvSpPr txBox="1"/>
          <p:nvPr/>
        </p:nvSpPr>
        <p:spPr>
          <a:xfrm>
            <a:off x="176514" y="1027906"/>
            <a:ext cx="6094070" cy="3139321"/>
          </a:xfrm>
          <a:prstGeom prst="rect">
            <a:avLst/>
          </a:prstGeom>
          <a:noFill/>
        </p:spPr>
        <p:txBody>
          <a:bodyPr wrap="square">
            <a:spAutoFit/>
          </a:bodyPr>
          <a:lstStyle/>
          <a:p>
            <a:r>
              <a:rPr lang="en-NL" dirty="0"/>
              <a:t> [Test]</a:t>
            </a:r>
          </a:p>
          <a:p>
            <a:r>
              <a:rPr lang="en-NL" dirty="0"/>
              <a:t>  </a:t>
            </a:r>
            <a:r>
              <a:rPr lang="en-NL" dirty="0" err="1"/>
              <a:t>Traj</a:t>
            </a:r>
            <a:r>
              <a:rPr lang="en-NL" dirty="0"/>
              <a:t>        RMS [m]      X1 [m]      X2 [m]       Y [m]</a:t>
            </a:r>
          </a:p>
          <a:p>
            <a:r>
              <a:rPr lang="en-NL" dirty="0"/>
              <a:t>  ------  ------------  ----------  ----------  ----------</a:t>
            </a:r>
          </a:p>
          <a:p>
            <a:r>
              <a:rPr lang="en-NL" dirty="0"/>
              <a:t>  E1a       1.4654e-02  7.4511e-03  7.1043e-03  2.3199e-02</a:t>
            </a:r>
          </a:p>
          <a:p>
            <a:r>
              <a:rPr lang="en-NL" dirty="0"/>
              <a:t>  E1b       1.3790e-02  7.4265e-03  7.0890e-03  2.1566e-02</a:t>
            </a:r>
          </a:p>
          <a:p>
            <a:r>
              <a:rPr lang="en-NL" dirty="0"/>
              <a:t>  E1T       1.2968e-02  7.3519e-03  7.0225e-03  2.0028e-02</a:t>
            </a:r>
          </a:p>
          <a:p>
            <a:r>
              <a:rPr lang="en-NL" dirty="0"/>
              <a:t>  E2a       8.9338e-03  6.6624e-03  6.7226e-03  1.2242e-02</a:t>
            </a:r>
          </a:p>
          <a:p>
            <a:r>
              <a:rPr lang="en-NL" dirty="0"/>
              <a:t>  E2b       1.0298e-02  8.3752e-03  8.4803e-03  1.3270e-02</a:t>
            </a:r>
          </a:p>
          <a:p>
            <a:r>
              <a:rPr lang="en-NL" dirty="0"/>
              <a:t>  E2T       1.2320e-02  1.0815e-02  1.1022e-02  1.4727e-02</a:t>
            </a:r>
          </a:p>
          <a:p>
            <a:endParaRPr lang="en-NL" dirty="0"/>
          </a:p>
          <a:p>
            <a:r>
              <a:rPr lang="en-NL" dirty="0"/>
              <a:t>  Test RMSE:  1.232001e-02 m</a:t>
            </a:r>
          </a:p>
        </p:txBody>
      </p:sp>
      <p:sp>
        <p:nvSpPr>
          <p:cNvPr id="7" name="TextBox 6">
            <a:extLst>
              <a:ext uri="{FF2B5EF4-FFF2-40B4-BE49-F238E27FC236}">
                <a16:creationId xmlns:a16="http://schemas.microsoft.com/office/drawing/2014/main" id="{EFD4483C-DFA7-67BF-69A8-51896C4C8B34}"/>
              </a:ext>
            </a:extLst>
          </p:cNvPr>
          <p:cNvSpPr txBox="1"/>
          <p:nvPr/>
        </p:nvSpPr>
        <p:spPr>
          <a:xfrm>
            <a:off x="6097930" y="496421"/>
            <a:ext cx="6094070" cy="3139321"/>
          </a:xfrm>
          <a:prstGeom prst="rect">
            <a:avLst/>
          </a:prstGeom>
          <a:noFill/>
        </p:spPr>
        <p:txBody>
          <a:bodyPr wrap="square">
            <a:spAutoFit/>
          </a:bodyPr>
          <a:lstStyle/>
          <a:p>
            <a:r>
              <a:rPr lang="en-NL" dirty="0"/>
              <a:t>============================================================</a:t>
            </a:r>
          </a:p>
          <a:p>
            <a:r>
              <a:rPr lang="en-NL" dirty="0"/>
              <a:t>Structural validation  [E1T]  [baseline]</a:t>
            </a:r>
          </a:p>
          <a:p>
            <a:r>
              <a:rPr lang="en-NL" dirty="0"/>
              <a:t>============================================================</a:t>
            </a:r>
          </a:p>
          <a:p>
            <a:endParaRPr lang="en-NL" dirty="0"/>
          </a:p>
          <a:p>
            <a:r>
              <a:rPr lang="en-NL" dirty="0"/>
              <a:t>  Ch           RMS [m]   NRMSE [%]  Verdict</a:t>
            </a:r>
          </a:p>
          <a:p>
            <a:r>
              <a:rPr lang="en-NL" dirty="0"/>
              <a:t>  ----  --------------  ----------  ------------</a:t>
            </a:r>
          </a:p>
          <a:p>
            <a:r>
              <a:rPr lang="en-NL" dirty="0"/>
              <a:t>  X1        5.5048e-02      369.82  POOR (&gt;30%)</a:t>
            </a:r>
          </a:p>
          <a:p>
            <a:r>
              <a:rPr lang="en-NL" dirty="0"/>
              <a:t>  X2        5.7693e-02      387.58  POOR (&gt;30%)</a:t>
            </a:r>
          </a:p>
          <a:p>
            <a:r>
              <a:rPr lang="en-NL" dirty="0"/>
              <a:t>  Y         1.6479e-01      539.51  POOR (&gt;30%)</a:t>
            </a:r>
          </a:p>
        </p:txBody>
      </p:sp>
    </p:spTree>
    <p:extLst>
      <p:ext uri="{BB962C8B-B14F-4D97-AF65-F5344CB8AC3E}">
        <p14:creationId xmlns:p14="http://schemas.microsoft.com/office/powerpoint/2010/main" val="41677841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ED908-7365-037E-2C99-74A6AE7AC7D6}"/>
              </a:ext>
            </a:extLst>
          </p:cNvPr>
          <p:cNvSpPr>
            <a:spLocks noGrp="1"/>
          </p:cNvSpPr>
          <p:nvPr>
            <p:ph type="title"/>
          </p:nvPr>
        </p:nvSpPr>
        <p:spPr/>
        <p:txBody>
          <a:bodyPr/>
          <a:lstStyle/>
          <a:p>
            <a:r>
              <a:rPr lang="en-US" dirty="0"/>
              <a:t>Orthogonality</a:t>
            </a:r>
            <a:endParaRPr lang="en-NL" dirty="0"/>
          </a:p>
        </p:txBody>
      </p:sp>
      <p:sp>
        <p:nvSpPr>
          <p:cNvPr id="3" name="Content Placeholder 2">
            <a:extLst>
              <a:ext uri="{FF2B5EF4-FFF2-40B4-BE49-F238E27FC236}">
                <a16:creationId xmlns:a16="http://schemas.microsoft.com/office/drawing/2014/main" id="{0AFDC77D-B43E-3C86-8F49-414DAD7805C7}"/>
              </a:ext>
            </a:extLst>
          </p:cNvPr>
          <p:cNvSpPr>
            <a:spLocks noGrp="1"/>
          </p:cNvSpPr>
          <p:nvPr>
            <p:ph idx="1"/>
          </p:nvPr>
        </p:nvSpPr>
        <p:spPr/>
        <p:txBody>
          <a:bodyPr/>
          <a:lstStyle/>
          <a:p>
            <a:r>
              <a:rPr lang="en-US" dirty="0"/>
              <a:t>Due to drift best epoch 0</a:t>
            </a:r>
          </a:p>
          <a:p>
            <a:r>
              <a:rPr lang="en-US" dirty="0"/>
              <a:t>Can’t currently show improvement due to the drift off</a:t>
            </a:r>
          </a:p>
        </p:txBody>
      </p:sp>
    </p:spTree>
    <p:extLst>
      <p:ext uri="{BB962C8B-B14F-4D97-AF65-F5344CB8AC3E}">
        <p14:creationId xmlns:p14="http://schemas.microsoft.com/office/powerpoint/2010/main" val="15728967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3D408-3678-7B44-7296-371BFBD93B2C}"/>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171DFF60-EEA6-B2DA-533F-F00033B614E3}"/>
              </a:ext>
            </a:extLst>
          </p:cNvPr>
          <p:cNvSpPr>
            <a:spLocks noGrp="1"/>
          </p:cNvSpPr>
          <p:nvPr>
            <p:ph idx="1"/>
          </p:nvPr>
        </p:nvSpPr>
        <p:spPr/>
        <p:txBody>
          <a:bodyPr/>
          <a:lstStyle/>
          <a:p>
            <a:r>
              <a:rPr lang="en-US" dirty="0"/>
              <a:t>Find solution for drift during training</a:t>
            </a:r>
          </a:p>
          <a:p>
            <a:r>
              <a:rPr lang="en-US" dirty="0"/>
              <a:t>Workout orthogonality with the drift fixed</a:t>
            </a:r>
            <a:endParaRPr lang="en-NL" dirty="0"/>
          </a:p>
        </p:txBody>
      </p:sp>
    </p:spTree>
    <p:extLst>
      <p:ext uri="{BB962C8B-B14F-4D97-AF65-F5344CB8AC3E}">
        <p14:creationId xmlns:p14="http://schemas.microsoft.com/office/powerpoint/2010/main" val="16275134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FA19C-66CD-EF08-FAEF-2202059AE611}"/>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F26C54EA-6DA0-97F6-59FA-5907758A99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0246" y="115747"/>
            <a:ext cx="9829066" cy="6742253"/>
          </a:xfrm>
          <a:prstGeom prst="rect">
            <a:avLst/>
          </a:prstGeom>
        </p:spPr>
      </p:pic>
    </p:spTree>
    <p:extLst>
      <p:ext uri="{BB962C8B-B14F-4D97-AF65-F5344CB8AC3E}">
        <p14:creationId xmlns:p14="http://schemas.microsoft.com/office/powerpoint/2010/main" val="274841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3F2D2-2DB0-AC99-4D17-64B4563F9C8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25A297B-DCD8-3E0A-7FC7-4E8F6A0697B8}"/>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BB199527-8ED1-9951-2470-58AE9FAC90FB}"/>
              </a:ext>
            </a:extLst>
          </p:cNvPr>
          <p:cNvSpPr txBox="1"/>
          <p:nvPr/>
        </p:nvSpPr>
        <p:spPr>
          <a:xfrm>
            <a:off x="3047036" y="-7832729"/>
            <a:ext cx="6094070" cy="22529244"/>
          </a:xfrm>
          <a:prstGeom prst="rect">
            <a:avLst/>
          </a:prstGeom>
          <a:noFill/>
        </p:spPr>
        <p:txBody>
          <a:bodyPr wrap="square">
            <a:spAutoFit/>
          </a:bodyPr>
          <a:lstStyle/>
          <a:p>
            <a:r>
              <a:rPr lang="en-NL" dirty="0"/>
              <a:t> but about X having viscous damping. then we would still </a:t>
            </a:r>
            <a:r>
              <a:rPr lang="en-NL" dirty="0" err="1"/>
              <a:t>exspect</a:t>
            </a:r>
            <a:r>
              <a:rPr lang="en-NL" dirty="0"/>
              <a:t> that the drift damps out right? my supervisor gave the example of we have a car we push it, nothing will decrease the </a:t>
            </a:r>
            <a:r>
              <a:rPr lang="en-NL" dirty="0" err="1"/>
              <a:t>energery</a:t>
            </a:r>
            <a:r>
              <a:rPr lang="en-NL" dirty="0"/>
              <a:t>, but we have the damping on X, so we should not see this unbounded </a:t>
            </a:r>
            <a:r>
              <a:rPr lang="en-NL" dirty="0" err="1"/>
              <a:t>behaviour.UserPromptSubmit</a:t>
            </a:r>
            <a:r>
              <a:rPr lang="en-NL" dirty="0"/>
              <a:t> hook timed out after 5s — output discarded. Raise the hook's "timeout" to allow more </a:t>
            </a:r>
            <a:r>
              <a:rPr lang="en-NL" dirty="0" err="1"/>
              <a:t>time.UserPromptSubmit</a:t>
            </a:r>
            <a:r>
              <a:rPr lang="en-NL" dirty="0"/>
              <a:t> hook </a:t>
            </a:r>
            <a:r>
              <a:rPr lang="en-NL" dirty="0" err="1"/>
              <a:t>errorFailed</a:t>
            </a:r>
            <a:r>
              <a:rPr lang="en-NL" dirty="0"/>
              <a:t> with non-blocking status code: 0 [main] bash (13060) C:\Program Files\Git\bin\..\</a:t>
            </a:r>
            <a:r>
              <a:rPr lang="en-NL" dirty="0" err="1"/>
              <a:t>usr</a:t>
            </a:r>
            <a:r>
              <a:rPr lang="en-NL" dirty="0"/>
              <a:t>\bin\bash.exe: *** fatal error - </a:t>
            </a:r>
            <a:r>
              <a:rPr lang="en-NL" dirty="0" err="1"/>
              <a:t>add_item</a:t>
            </a:r>
            <a:r>
              <a:rPr lang="en-NL" dirty="0"/>
              <a:t> ("\??\C:\Program Files\Git", "/", ...) failed, </a:t>
            </a:r>
            <a:r>
              <a:rPr lang="en-NL" dirty="0" err="1"/>
              <a:t>errno</a:t>
            </a:r>
            <a:r>
              <a:rPr lang="en-NL" dirty="0"/>
              <a:t> 1This is the crux of the supervisor's objection, and it deserves a precise answer, because the car example is actually correct for one case and the resolution is which case the ANN is </a:t>
            </a:r>
            <a:r>
              <a:rPr lang="en-NL" dirty="0" err="1"/>
              <a:t>in.The</a:t>
            </a:r>
            <a:r>
              <a:rPr lang="en-NL" dirty="0"/>
              <a:t> car example is right for a one-time push, and the diagnosis already relies on </a:t>
            </a:r>
            <a:r>
              <a:rPr lang="en-NL" dirty="0" err="1"/>
              <a:t>itPush</a:t>
            </a:r>
            <a:r>
              <a:rPr lang="en-NL" dirty="0"/>
              <a:t> a car once and let go, with damping </a:t>
            </a:r>
            <a:r>
              <a:rPr lang="en-NL" dirty="0" err="1"/>
              <a:t>present:M</a:t>
            </a:r>
            <a:r>
              <a:rPr lang="en-NL" dirty="0"/>
              <a:t> ẍ + c ẋ = 0,   initial velocity v0   →   ẋ = v0 e^(−t/τ),   x → x0 + v0·τ   (BOUNDED)The car coasts to a stop; damping settles it to a finite offset v0·τ. This is exactly d2's measured result: a one-time initial-velocity error (from the encoder) leaves the bounded offset </a:t>
            </a:r>
            <a:r>
              <a:rPr lang="en-NL" dirty="0" err="1"/>
              <a:t>τ·dv</a:t>
            </a:r>
            <a:r>
              <a:rPr lang="en-NL" dirty="0"/>
              <a:t>, and the true model does not drift. So the supervisor's intuition is physically correct, and our own diagnostics confirm it for a transient </a:t>
            </a:r>
            <a:r>
              <a:rPr lang="en-NL" dirty="0" err="1"/>
              <a:t>disturbance.But</a:t>
            </a:r>
            <a:r>
              <a:rPr lang="en-NL" dirty="0"/>
              <a:t> the ANN is not a one-time push, it is a stuck </a:t>
            </a:r>
            <a:r>
              <a:rPr lang="en-NL" dirty="0" err="1"/>
              <a:t>throttleThe</a:t>
            </a:r>
            <a:r>
              <a:rPr lang="en-NL" dirty="0"/>
              <a:t> trained ANN applies a persistent force, near-constant every single timestep (d8: </a:t>
            </a:r>
            <a:r>
              <a:rPr lang="en-NL" dirty="0" err="1"/>
              <a:t>dY</a:t>
            </a:r>
            <a:r>
              <a:rPr lang="en-NL" dirty="0"/>
              <a:t> row |mean|/rms = 0.997, essentially pure DC; d6: removing it cuts drift 133×). For a constant force F:M ẍ + c ẋ = F   →   ẋ → F/c = </a:t>
            </a:r>
            <a:r>
              <a:rPr lang="en-NL" dirty="0" err="1"/>
              <a:t>v_ss</a:t>
            </a:r>
            <a:r>
              <a:rPr lang="en-NL" dirty="0"/>
              <a:t>   (constant, nonzero),   x(t) → (F/c)·t   (UNBOUNDED)Damping does not stop this. It brings velocity to a steady state (terminal velocity </a:t>
            </a:r>
            <a:r>
              <a:rPr lang="en-NL" dirty="0" err="1"/>
              <a:t>v_ss</a:t>
            </a:r>
            <a:r>
              <a:rPr lang="en-NL" dirty="0"/>
              <a:t> = F/c), not position. This is a car with the throttle held down against air drag: it reaches top speed and then cruises forever. Distance travelled is unbounded even though the speed is constant and finite. The damping is fully active the whole time; it just balances the force at a nonzero cruising speed instead of at </a:t>
            </a:r>
            <a:r>
              <a:rPr lang="en-NL" dirty="0" err="1"/>
              <a:t>rest.So</a:t>
            </a:r>
            <a:r>
              <a:rPr lang="en-NL" dirty="0"/>
              <a:t> the difference is not "damping vs no damping," it is transient push vs persistent push. The car example bounds the first; the ANN is the </a:t>
            </a:r>
            <a:r>
              <a:rPr lang="en-NL" dirty="0" err="1"/>
              <a:t>second.The</a:t>
            </a:r>
            <a:r>
              <a:rPr lang="en-NL" dirty="0"/>
              <a:t> energy argument, made precise, actually confirms </a:t>
            </a:r>
            <a:r>
              <a:rPr lang="en-NL" dirty="0" err="1"/>
              <a:t>thisDamping</a:t>
            </a:r>
            <a:r>
              <a:rPr lang="en-NL" dirty="0"/>
              <a:t> does dissipate energy here. But the persistent force keeps pumping energy in. At terminal velocity the two balance </a:t>
            </a:r>
            <a:r>
              <a:rPr lang="en-NL" dirty="0" err="1"/>
              <a:t>exactly:power</a:t>
            </a:r>
            <a:r>
              <a:rPr lang="en-NL" dirty="0"/>
              <a:t> in = </a:t>
            </a:r>
            <a:r>
              <a:rPr lang="en-NL" dirty="0" err="1"/>
              <a:t>F·v_ss</a:t>
            </a:r>
            <a:r>
              <a:rPr lang="en-NL" dirty="0"/>
              <a:t> = c·v_ss² = power </a:t>
            </a:r>
            <a:r>
              <a:rPr lang="en-NL" dirty="0" err="1"/>
              <a:t>dissipatedIt</a:t>
            </a:r>
            <a:r>
              <a:rPr lang="en-NL" dirty="0"/>
              <a:t> is a steady state with bounded kinetic energy and constant velocity, yet unbounded position. "Energy is removed" therefore implies "velocity/kinetic energy bounded," not "position bounded." That is the passivity fact throughout the docs: damping bounds velocity, never position on a spring-free </a:t>
            </a:r>
            <a:r>
              <a:rPr lang="en-NL" dirty="0" err="1"/>
              <a:t>axis.It</a:t>
            </a:r>
            <a:r>
              <a:rPr lang="en-NL" dirty="0"/>
              <a:t> is not instability, and no amount of damping can fix </a:t>
            </a:r>
            <a:r>
              <a:rPr lang="en-NL" dirty="0" err="1"/>
              <a:t>itThe</a:t>
            </a:r>
            <a:r>
              <a:rPr lang="en-NL" dirty="0"/>
              <a:t> characteristic polynomial of the X axis is M s² + c s = s(M s + c), with poles at s = 0 and s = −c/M. Damping only sets the second pole (the velocity mode, stable). It cannot move the pole at the origin — that is the free integrator, the position mode. A DC force fed through a pole at the origin integrates to a ramp. This is not an instability (nothing in the right-half plane, no exponential blow-up); it is a marginal pole excited by a persistent input, giving linear/quadratic growth, not e^(αt). The only way to move the origin pole into the left-half plane is to add a </a:t>
            </a:r>
            <a:r>
              <a:rPr lang="en-NL" dirty="0" err="1"/>
              <a:t>k·x</a:t>
            </a:r>
            <a:r>
              <a:rPr lang="en-NL" dirty="0"/>
              <a:t> term (a spring): M s² + c s + k has both poles with negative real part and </a:t>
            </a:r>
            <a:r>
              <a:rPr lang="en-NL" dirty="0" err="1"/>
              <a:t>x_ss</a:t>
            </a:r>
            <a:r>
              <a:rPr lang="en-NL" dirty="0"/>
              <a:t> = F/k bounded. There is no spring on X or Y (the _K4 X/Y rows are zero), so nothing bounds </a:t>
            </a:r>
            <a:r>
              <a:rPr lang="en-NL" dirty="0" err="1"/>
              <a:t>position.This</a:t>
            </a:r>
            <a:r>
              <a:rPr lang="en-NL" dirty="0"/>
              <a:t> is also why the supervisor's "</a:t>
            </a:r>
            <a:r>
              <a:rPr lang="en-NL" dirty="0" err="1"/>
              <a:t>discretisatie</a:t>
            </a:r>
            <a:r>
              <a:rPr lang="en-NL" dirty="0"/>
              <a:t> op de rand van </a:t>
            </a:r>
            <a:r>
              <a:rPr lang="en-NL" dirty="0" err="1"/>
              <a:t>stabiliteit</a:t>
            </a:r>
            <a:r>
              <a:rPr lang="en-NL" dirty="0"/>
              <a:t>" is worth a clean check but is a different effect: the origin pole is marginal by construction (K=0), and the drift we measure is the forced response of that marginal pole to the </a:t>
            </a:r>
            <a:r>
              <a:rPr lang="en-NL" dirty="0" err="1"/>
              <a:t>ANN's</a:t>
            </a:r>
            <a:r>
              <a:rPr lang="en-NL" dirty="0"/>
              <a:t> DC, not a discretisation that pushed a pole outside the unit circle. Worth confirming with the discrete eigen-check, but the ramp is explained without it.---Summary- The car example is correct for a one-time push: damping settles it to v0·τ (bounded), which is exactly what d2 measures for the true model, no drift.- The ANN applies a persistent DC force (d8: 0.997 pure DC), which is a stuck throttle: damping sets a nonzero terminal velocity F/c, and position ramps forever. Damping bounds velocity, not position.- Poles are s(</a:t>
            </a:r>
            <a:r>
              <a:rPr lang="en-NL" dirty="0" err="1"/>
              <a:t>Ms+c</a:t>
            </a:r>
            <a:r>
              <a:rPr lang="en-NL" dirty="0"/>
              <a:t>) → one at the origin (free integrator) that damping cannot move; only a spring (k&gt;0) would bound position. There is no spring on X/Y.- So it is not instability and not a missing-damping problem; it is a persistent force through a marginal (origin) pole. That is why the fix targets the </a:t>
            </a:r>
            <a:r>
              <a:rPr lang="en-NL" dirty="0" err="1"/>
              <a:t>ANN's</a:t>
            </a:r>
            <a:r>
              <a:rPr lang="en-NL" dirty="0"/>
              <a:t> DC, not the damping.</a:t>
            </a:r>
          </a:p>
        </p:txBody>
      </p:sp>
    </p:spTree>
    <p:extLst>
      <p:ext uri="{BB962C8B-B14F-4D97-AF65-F5344CB8AC3E}">
        <p14:creationId xmlns:p14="http://schemas.microsoft.com/office/powerpoint/2010/main" val="33857138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E2D6F-3607-CF56-7F65-02124D0D6DF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9DAB584-0B34-8160-A9E3-BAC2769EC64C}"/>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A24D5663-975E-053D-65D3-B9996F3DD9E6}"/>
              </a:ext>
            </a:extLst>
          </p:cNvPr>
          <p:cNvSpPr txBox="1"/>
          <p:nvPr/>
        </p:nvSpPr>
        <p:spPr>
          <a:xfrm>
            <a:off x="3047036" y="-8802225"/>
            <a:ext cx="6094070" cy="24468237"/>
          </a:xfrm>
          <a:prstGeom prst="rect">
            <a:avLst/>
          </a:prstGeom>
          <a:noFill/>
        </p:spPr>
        <p:txBody>
          <a:bodyPr wrap="square">
            <a:spAutoFit/>
          </a:bodyPr>
          <a:lstStyle/>
          <a:p>
            <a:r>
              <a:rPr lang="en-NL" dirty="0"/>
              <a:t>❯ but why could the ANN not be able to create a stiffness? and can it also route to the off diagonal matrix </a:t>
            </a:r>
            <a:r>
              <a:rPr lang="en-NL" dirty="0" err="1"/>
              <a:t>positiosn?Let</a:t>
            </a:r>
            <a:r>
              <a:rPr lang="en-NL" dirty="0"/>
              <a:t> me verify the routing semantics in the model builder before answering the off-diagonal question precisely.  Searched for 1 pattern, read 1 </a:t>
            </a:r>
            <a:r>
              <a:rPr lang="en-NL" dirty="0" err="1"/>
              <a:t>fileGood</a:t>
            </a:r>
            <a:r>
              <a:rPr lang="en-NL" dirty="0"/>
              <a:t>, I've confirmed the wiring in model.py. The ANN reads the full state plus u and its output is added to the state-derivative (ẋ) at the rows named in </a:t>
            </a:r>
            <a:r>
              <a:rPr lang="en-NL" dirty="0" err="1"/>
              <a:t>route_ix</a:t>
            </a:r>
            <a:r>
              <a:rPr lang="en-NL" dirty="0"/>
              <a:t>; it does not write to the M/C/K matrix entries. That answers both questions precisely.Q1: The ANN can represent a stiffness. The issue is it isn't driven to, and we wouldn't want to force </a:t>
            </a:r>
            <a:r>
              <a:rPr lang="en-NL" dirty="0" err="1"/>
              <a:t>itArchitecturally</a:t>
            </a:r>
            <a:r>
              <a:rPr lang="en-NL" dirty="0"/>
              <a:t> the ANN is a function F(x, u) and it reads position (positions are in x). So it can output a force proportional to position, which is exactly a stiffness −</a:t>
            </a:r>
            <a:r>
              <a:rPr lang="en-NL" dirty="0" err="1"/>
              <a:t>k·x</a:t>
            </a:r>
            <a:r>
              <a:rPr lang="en-NL" dirty="0"/>
              <a:t>. Nothing forbids it. So the honest answer to "why can't it" is: it can. The reasons the drift persists anyway are three, and they matter:1. The loss never asks for it. On the K=0 axes the low-frequency / DC force direction is unexcited and loss-neutral in the 0.1 s window (d12). The training loss cannot see the position running away (it enters the RMS only past ~0.5 s), so there is no gradient rewarding the ANN for developing a restoring force. It has no reason to learn a stiffness even though it could.2. We would not want to hard-code one either, because it is the wrong physics. The true X/Y axes are free integrators (|λ| = 1). A stiffness moves that pole inside the unit circle (|λ| &lt; 1) and invents a spring the real system does not have. That violates R3 (marginal-mode preservation) and would be "two wrongs": cancelling a spurious DC by inventing a spurious restoring force. It might bound the sim while </a:t>
            </a:r>
            <a:r>
              <a:rPr lang="en-NL" dirty="0" err="1"/>
              <a:t>modeling</a:t>
            </a:r>
            <a:r>
              <a:rPr lang="en-NL" dirty="0"/>
              <a:t> the wrong system, and it fails the R3 eigen-check. The expressivity principle cuts both ways: we must leave the ANN free to learn a genuine stiffness if real data ever shows one, and equally must not manufacture one where the data is silent. Forcing a stiffness assumes physics the data never demonstrated.3. Even mechanically a learned stiffness is a weak bound. A neural net is a bounded, local function fit on a bounded region of state space. A real position bound needs a restoring force that keeps growing as x grows (−</a:t>
            </a:r>
            <a:r>
              <a:rPr lang="en-NL" dirty="0" err="1"/>
              <a:t>k·x</a:t>
            </a:r>
            <a:r>
              <a:rPr lang="en-NL" dirty="0"/>
              <a:t> unbounded). During a large drift excursion the state leaves the training region, where the ANN extrapolates unreliably, so it cannot be trusted to keep pulling back. It cannot guarantee a bound even if it </a:t>
            </a:r>
            <a:r>
              <a:rPr lang="en-NL" dirty="0" err="1"/>
              <a:t>tried.So</a:t>
            </a:r>
            <a:r>
              <a:rPr lang="en-NL" dirty="0"/>
              <a:t> the drift is not a "missing stiffness" problem. It is an "unconstrained low-frequency force direction" problem: the loss leaves the DC on those axes undetermined, so the ANN wanders into an arbitrary one and the integrator amplifies it. The correct fix removes/pins that DC (Layer 2, or the encoder-</a:t>
            </a:r>
            <a:r>
              <a:rPr lang="en-NL" dirty="0" err="1"/>
              <a:t>init</a:t>
            </a:r>
            <a:r>
              <a:rPr lang="en-NL" dirty="0"/>
              <a:t> fix upstream), so no restoring force is needed, rather than adding a fake spring.Q2: The ANN does not write matrix entries, but it can produce effective off-diagonal </a:t>
            </a:r>
            <a:r>
              <a:rPr lang="en-NL" dirty="0" err="1"/>
              <a:t>couplingMechanically</a:t>
            </a:r>
            <a:r>
              <a:rPr lang="en-NL" dirty="0"/>
              <a:t>, the ANN adds a force vector to ẋ at the routed rows (</a:t>
            </a:r>
            <a:r>
              <a:rPr lang="en-NL" dirty="0" err="1"/>
              <a:t>route_ix</a:t>
            </a:r>
            <a:r>
              <a:rPr lang="en-NL" dirty="0"/>
              <a:t>). It never edits M, C, or K. So "routing to an off-diagonal matrix position" is not literally what happens. But functionally it can create off-diagonal coupling, because it reads the full state and writes to a chosen row:- ANN force on the X row proportional to Y position = an effective off-diagonal stiffness K[X,Y].- ANN force on the X row proportional to Y velocity = an effective off-diagonal damping C[X,Y].- ANN force on the X row proportional to θ = X–θ coupling, and so on (including nonlinear, Y-scheduled versions, since it reads Y).So the ANN can represent any (nonlinear, state-dependent) off-diagonal coupling among the states it reads and the rows it writes to. Two knobs:- Which output rows it can affect = </a:t>
            </a:r>
            <a:r>
              <a:rPr lang="en-NL" dirty="0" err="1"/>
              <a:t>route_ix</a:t>
            </a:r>
            <a:r>
              <a:rPr lang="en-NL" dirty="0"/>
              <a:t> (currently 0..7, the full </a:t>
            </a:r>
            <a:r>
              <a:rPr lang="en-NL" dirty="0" err="1"/>
              <a:t>X+θ+Y</a:t>
            </a:r>
            <a:r>
              <a:rPr lang="en-NL" dirty="0"/>
              <a:t> set).- Which states the force may depend on = always the full state (["</a:t>
            </a:r>
            <a:r>
              <a:rPr lang="en-NL" dirty="0" err="1"/>
              <a:t>x","u</a:t>
            </a:r>
            <a:r>
              <a:rPr lang="en-NL" dirty="0"/>
              <a:t>"]).Together, the effective "matrix" the ANN adds on top of the baseline can be full, off-diagonals included, limited only by which output rows are routed. This is exactly why X and Y must stay in the routing (D-103): the cross-axis and absorber coupling cannot be represented without X/Y as output rows. It reinforces the point above: the drift is not caused by any routing or expressivity limit (the ANN can already do both off-diagonal coupling and a stiffness). It is caused by the loss not constraining the DC on the free-integrator axes.---Summary- The ANN can build a stiffness (it reads position), so capability is not the limit. It doesn't, because (1) the windowed loss is blind to the drift so nothing rewards a restoring force, (2) a stiffness on X/Y is wrong physics (moves the marginal pole, breaks R3, a fake spring cancelling a fake DC), and (3) a local NN can't extrapolate an unbounded restoring force anyway.- The ANN never edits M/C/K; it adds a force to the routed ẋ rows. But reading the full state and writing to chosen rows lets it create effective off-diagonal coupling (cross-axis stiffness/damping/LPV terms) — which is exactly why X/Y are in the routing.- So the drift is an unconstrained-DC/identifiability problem, not a routing or expressivity gap. The fix is estimator-side (pin the DC / fix the encoder </a:t>
            </a:r>
            <a:r>
              <a:rPr lang="en-NL" dirty="0" err="1"/>
              <a:t>init</a:t>
            </a:r>
            <a:r>
              <a:rPr lang="en-NL" dirty="0"/>
              <a:t>), not making or forcing a stiffness.</a:t>
            </a:r>
          </a:p>
        </p:txBody>
      </p:sp>
    </p:spTree>
    <p:extLst>
      <p:ext uri="{BB962C8B-B14F-4D97-AF65-F5344CB8AC3E}">
        <p14:creationId xmlns:p14="http://schemas.microsoft.com/office/powerpoint/2010/main" val="7547146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B2375-BB72-C8FF-4D9F-384DC1E0DE4F}"/>
              </a:ext>
            </a:extLst>
          </p:cNvPr>
          <p:cNvSpPr>
            <a:spLocks noGrp="1"/>
          </p:cNvSpPr>
          <p:nvPr>
            <p:ph type="title"/>
          </p:nvPr>
        </p:nvSpPr>
        <p:spPr/>
        <p:txBody>
          <a:bodyPr/>
          <a:lstStyle/>
          <a:p>
            <a:r>
              <a:rPr lang="en-US" dirty="0"/>
              <a:t>Routing S</a:t>
            </a:r>
            <a:endParaRPr lang="en-NL" dirty="0"/>
          </a:p>
        </p:txBody>
      </p:sp>
      <p:sp>
        <p:nvSpPr>
          <p:cNvPr id="3" name="Content Placeholder 2">
            <a:extLst>
              <a:ext uri="{FF2B5EF4-FFF2-40B4-BE49-F238E27FC236}">
                <a16:creationId xmlns:a16="http://schemas.microsoft.com/office/drawing/2014/main" id="{3B4E0EA9-9B77-537C-9A21-A658186465B6}"/>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ABBD0925-8287-1543-905E-A65768860038}"/>
              </a:ext>
            </a:extLst>
          </p:cNvPr>
          <p:cNvSpPr txBox="1"/>
          <p:nvPr/>
        </p:nvSpPr>
        <p:spPr>
          <a:xfrm>
            <a:off x="3047036" y="1446734"/>
            <a:ext cx="6094070" cy="3970318"/>
          </a:xfrm>
          <a:prstGeom prst="rect">
            <a:avLst/>
          </a:prstGeom>
          <a:noFill/>
        </p:spPr>
        <p:txBody>
          <a:bodyPr wrap="square">
            <a:spAutoFit/>
          </a:bodyPr>
          <a:lstStyle/>
          <a:p>
            <a:r>
              <a:rPr lang="en-NL" dirty="0"/>
              <a:t>---Summary- The routing connects signals: </a:t>
            </a:r>
            <a:r>
              <a:rPr lang="en-NL" dirty="0" err="1"/>
              <a:t>expansion_matrix</a:t>
            </a:r>
            <a:r>
              <a:rPr lang="en-NL" dirty="0"/>
              <a:t> is a 0/1 scatter that places each ANN output into a chosen ẋ row; it is fixed and linear, not learned, and acts on the ẋ vector, not on M/C/K.- It can target any/all </a:t>
            </a:r>
            <a:r>
              <a:rPr lang="en-NL" dirty="0" err="1"/>
              <a:t>nxd</a:t>
            </a:r>
            <a:r>
              <a:rPr lang="en-NL" dirty="0"/>
              <a:t> derivative rows (currently all, 0..7); coupling/off-diagonal/stiffness effects come from the ANN reading the full state, so with full routing + full-state input every effective-Jacobian entry is reachable.- But it is a parallel additive residual, not an edit of the baseline physical matrices (those stay intact for interpretability). So reaching "all indices" is functional, via the residual path.- Therefore the drift is an identifiability/loss problem, not a routing/expressivity limit, consistent with the earlier answers.</a:t>
            </a:r>
          </a:p>
        </p:txBody>
      </p:sp>
    </p:spTree>
    <p:extLst>
      <p:ext uri="{BB962C8B-B14F-4D97-AF65-F5344CB8AC3E}">
        <p14:creationId xmlns:p14="http://schemas.microsoft.com/office/powerpoint/2010/main" val="5000878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E0DC-3939-2792-2B27-6AE054E3D61A}"/>
              </a:ext>
            </a:extLst>
          </p:cNvPr>
          <p:cNvSpPr>
            <a:spLocks noGrp="1"/>
          </p:cNvSpPr>
          <p:nvPr>
            <p:ph type="title"/>
          </p:nvPr>
        </p:nvSpPr>
        <p:spPr/>
        <p:txBody>
          <a:bodyPr/>
          <a:lstStyle/>
          <a:p>
            <a:r>
              <a:rPr lang="en-US" dirty="0"/>
              <a:t>Unexcited null-direction</a:t>
            </a:r>
            <a:endParaRPr lang="en-NL" dirty="0"/>
          </a:p>
        </p:txBody>
      </p:sp>
      <p:sp>
        <p:nvSpPr>
          <p:cNvPr id="3" name="Content Placeholder 2">
            <a:extLst>
              <a:ext uri="{FF2B5EF4-FFF2-40B4-BE49-F238E27FC236}">
                <a16:creationId xmlns:a16="http://schemas.microsoft.com/office/drawing/2014/main" id="{F9BE4372-162D-12DC-47C5-E00C143D7571}"/>
              </a:ext>
            </a:extLst>
          </p:cNvPr>
          <p:cNvSpPr>
            <a:spLocks noGrp="1"/>
          </p:cNvSpPr>
          <p:nvPr>
            <p:ph idx="1"/>
          </p:nvPr>
        </p:nvSpPr>
        <p:spPr/>
        <p:txBody>
          <a:bodyPr/>
          <a:lstStyle/>
          <a:p>
            <a:r>
              <a:rPr lang="en-US" dirty="0"/>
              <a:t> identifiability framing: drift along an unexcited null-direction, cured by a null-space prior</a:t>
            </a:r>
            <a:endParaRPr lang="en-NL" dirty="0"/>
          </a:p>
        </p:txBody>
      </p:sp>
    </p:spTree>
    <p:extLst>
      <p:ext uri="{BB962C8B-B14F-4D97-AF65-F5344CB8AC3E}">
        <p14:creationId xmlns:p14="http://schemas.microsoft.com/office/powerpoint/2010/main" val="21245774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DC217-F62A-D515-67E0-43971C42FD4A}"/>
              </a:ext>
            </a:extLst>
          </p:cNvPr>
          <p:cNvSpPr>
            <a:spLocks noGrp="1"/>
          </p:cNvSpPr>
          <p:nvPr>
            <p:ph type="title"/>
          </p:nvPr>
        </p:nvSpPr>
        <p:spPr/>
        <p:txBody>
          <a:bodyPr/>
          <a:lstStyle/>
          <a:p>
            <a:r>
              <a:rPr lang="en-US" dirty="0"/>
              <a:t>Orthogonality</a:t>
            </a:r>
            <a:endParaRPr lang="en-NL" dirty="0"/>
          </a:p>
        </p:txBody>
      </p:sp>
      <p:sp>
        <p:nvSpPr>
          <p:cNvPr id="3" name="Content Placeholder 2">
            <a:extLst>
              <a:ext uri="{FF2B5EF4-FFF2-40B4-BE49-F238E27FC236}">
                <a16:creationId xmlns:a16="http://schemas.microsoft.com/office/drawing/2014/main" id="{AE2F0EB9-586F-50D6-F710-783D65704280}"/>
              </a:ext>
            </a:extLst>
          </p:cNvPr>
          <p:cNvSpPr>
            <a:spLocks noGrp="1"/>
          </p:cNvSpPr>
          <p:nvPr>
            <p:ph idx="1"/>
          </p:nvPr>
        </p:nvSpPr>
        <p:spPr/>
        <p:txBody>
          <a:bodyPr/>
          <a:lstStyle/>
          <a:p>
            <a:r>
              <a:rPr lang="en-US" dirty="0"/>
              <a:t>“</a:t>
            </a:r>
            <a:r>
              <a:rPr lang="en-NL" dirty="0"/>
              <a:t>The original approach has been derived for feedforward control, but it can be easily modified for system identification problems if the FP model can be represented as being linear in the parameters</a:t>
            </a:r>
            <a:r>
              <a:rPr lang="en-US" dirty="0"/>
              <a:t>”</a:t>
            </a:r>
          </a:p>
          <a:p>
            <a:pPr lvl="1"/>
            <a:endParaRPr lang="en-NL" dirty="0"/>
          </a:p>
        </p:txBody>
      </p:sp>
    </p:spTree>
    <p:extLst>
      <p:ext uri="{BB962C8B-B14F-4D97-AF65-F5344CB8AC3E}">
        <p14:creationId xmlns:p14="http://schemas.microsoft.com/office/powerpoint/2010/main" val="14358541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38D60-30F2-C1F2-E52C-810598D9E2B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37E4D85-C9B1-65A3-001E-8BAB73DF6F3E}"/>
              </a:ext>
            </a:extLst>
          </p:cNvPr>
          <p:cNvSpPr>
            <a:spLocks noGrp="1"/>
          </p:cNvSpPr>
          <p:nvPr>
            <p:ph idx="1"/>
          </p:nvPr>
        </p:nvSpPr>
        <p:spPr/>
        <p:txBody>
          <a:bodyPr/>
          <a:lstStyle/>
          <a:p>
            <a:r>
              <a:rPr lang="en-US" dirty="0"/>
              <a:t>ZOH issue</a:t>
            </a:r>
          </a:p>
          <a:p>
            <a:r>
              <a:rPr lang="en-US" dirty="0"/>
              <a:t>Resampling issue, did not average over the resampled values…</a:t>
            </a:r>
            <a:endParaRPr lang="en-NL" dirty="0"/>
          </a:p>
        </p:txBody>
      </p:sp>
    </p:spTree>
    <p:extLst>
      <p:ext uri="{BB962C8B-B14F-4D97-AF65-F5344CB8AC3E}">
        <p14:creationId xmlns:p14="http://schemas.microsoft.com/office/powerpoint/2010/main" val="10042684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828B6-7FA7-D665-9396-6C1DDFAD48C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72B3728-48AA-35F5-E4DC-7D78523CFC07}"/>
              </a:ext>
            </a:extLst>
          </p:cNvPr>
          <p:cNvSpPr>
            <a:spLocks noGrp="1"/>
          </p:cNvSpPr>
          <p:nvPr>
            <p:ph idx="1"/>
          </p:nvPr>
        </p:nvSpPr>
        <p:spPr/>
        <p:txBody>
          <a:bodyPr/>
          <a:lstStyle/>
          <a:p>
            <a:r>
              <a:rPr lang="en-US" dirty="0"/>
              <a:t>Ask </a:t>
            </a:r>
            <a:r>
              <a:rPr lang="en-US" dirty="0" err="1"/>
              <a:t>jan</a:t>
            </a:r>
            <a:r>
              <a:rPr lang="en-US" dirty="0"/>
              <a:t> advice about normalization (anti aliasing) for velocity states</a:t>
            </a:r>
          </a:p>
          <a:p>
            <a:pPr lvl="1"/>
            <a:r>
              <a:rPr lang="en-US" dirty="0"/>
              <a:t>I don’t have velocities saved</a:t>
            </a:r>
          </a:p>
          <a:p>
            <a:pPr lvl="1"/>
            <a:r>
              <a:rPr lang="en-US" dirty="0"/>
              <a:t>I used finite difference</a:t>
            </a:r>
          </a:p>
          <a:p>
            <a:pPr lvl="1"/>
            <a:r>
              <a:rPr lang="en-US" dirty="0"/>
              <a:t>But when adding noise should I do…</a:t>
            </a:r>
          </a:p>
          <a:p>
            <a:pPr lvl="1"/>
            <a:r>
              <a:rPr lang="en-US" dirty="0"/>
              <a:t>For simulation maybe just keep easy for now since we know the true velocities.</a:t>
            </a:r>
            <a:endParaRPr lang="en-NL" dirty="0"/>
          </a:p>
        </p:txBody>
      </p:sp>
    </p:spTree>
    <p:extLst>
      <p:ext uri="{BB962C8B-B14F-4D97-AF65-F5344CB8AC3E}">
        <p14:creationId xmlns:p14="http://schemas.microsoft.com/office/powerpoint/2010/main" val="5030591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B93BA-358F-5C8A-4406-0D0397D3493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E6FD04B-E4ED-EBBC-8BCC-13BB5AE83403}"/>
              </a:ext>
            </a:extLst>
          </p:cNvPr>
          <p:cNvSpPr>
            <a:spLocks noGrp="1"/>
          </p:cNvSpPr>
          <p:nvPr>
            <p:ph idx="1"/>
          </p:nvPr>
        </p:nvSpPr>
        <p:spPr/>
        <p:txBody>
          <a:bodyPr/>
          <a:lstStyle/>
          <a:p>
            <a:r>
              <a:rPr lang="en-US" dirty="0"/>
              <a:t>The velocity rows the ANN writes to (</a:t>
            </a:r>
            <a:r>
              <a:rPr lang="en-US" dirty="0" err="1"/>
              <a:t>dX</a:t>
            </a:r>
            <a:r>
              <a:rPr lang="en-US" dirty="0"/>
              <a:t>, </a:t>
            </a:r>
            <a:r>
              <a:rPr lang="en-US" dirty="0" err="1"/>
              <a:t>dY</a:t>
            </a:r>
            <a:r>
              <a:rPr lang="en-US" dirty="0"/>
              <a:t>) carry a DC bias — |mean|/rms = 1.0 on </a:t>
            </a:r>
            <a:r>
              <a:rPr lang="en-US" dirty="0" err="1"/>
              <a:t>dY</a:t>
            </a:r>
            <a:r>
              <a:rPr lang="en-US" dirty="0"/>
              <a:t> means that channel is nothing but a constant offset. Adding a constant to a velocity state every step is exactly the persistent "force" that a free position integrator turns into drift.</a:t>
            </a:r>
            <a:endParaRPr lang="en-NL" dirty="0"/>
          </a:p>
        </p:txBody>
      </p:sp>
    </p:spTree>
    <p:extLst>
      <p:ext uri="{BB962C8B-B14F-4D97-AF65-F5344CB8AC3E}">
        <p14:creationId xmlns:p14="http://schemas.microsoft.com/office/powerpoint/2010/main" val="14563361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FFCB2-71BB-24B9-1FB3-FBD269471BC5}"/>
              </a:ext>
            </a:extLst>
          </p:cNvPr>
          <p:cNvSpPr>
            <a:spLocks noGrp="1"/>
          </p:cNvSpPr>
          <p:nvPr>
            <p:ph type="title"/>
          </p:nvPr>
        </p:nvSpPr>
        <p:spPr/>
        <p:txBody>
          <a:bodyPr/>
          <a:lstStyle/>
          <a:p>
            <a:r>
              <a:rPr lang="en-US" dirty="0"/>
              <a:t>Coulomb friction does not solve the issue?</a:t>
            </a:r>
            <a:endParaRPr lang="en-NL" dirty="0"/>
          </a:p>
        </p:txBody>
      </p:sp>
      <p:sp>
        <p:nvSpPr>
          <p:cNvPr id="3" name="Content Placeholder 2">
            <a:extLst>
              <a:ext uri="{FF2B5EF4-FFF2-40B4-BE49-F238E27FC236}">
                <a16:creationId xmlns:a16="http://schemas.microsoft.com/office/drawing/2014/main" id="{3F64025E-4645-923B-8A61-1B9BAC3ABB07}"/>
              </a:ext>
            </a:extLst>
          </p:cNvPr>
          <p:cNvSpPr>
            <a:spLocks noGrp="1"/>
          </p:cNvSpPr>
          <p:nvPr>
            <p:ph idx="1"/>
          </p:nvPr>
        </p:nvSpPr>
        <p:spPr/>
        <p:txBody>
          <a:bodyPr/>
          <a:lstStyle/>
          <a:p>
            <a:r>
              <a:rPr lang="en-US" dirty="0"/>
              <a:t>So it's a useful real-data ingredient — but on its own it can't be the guarantee, because it doesn't remove the free-integrator nature or the training pathology</a:t>
            </a:r>
            <a:endParaRPr lang="en-NL" dirty="0"/>
          </a:p>
        </p:txBody>
      </p:sp>
    </p:spTree>
    <p:extLst>
      <p:ext uri="{BB962C8B-B14F-4D97-AF65-F5344CB8AC3E}">
        <p14:creationId xmlns:p14="http://schemas.microsoft.com/office/powerpoint/2010/main" val="13620114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CE11D-DC31-6154-B313-D5C476E1B518}"/>
              </a:ext>
            </a:extLst>
          </p:cNvPr>
          <p:cNvSpPr>
            <a:spLocks noGrp="1"/>
          </p:cNvSpPr>
          <p:nvPr>
            <p:ph type="title"/>
          </p:nvPr>
        </p:nvSpPr>
        <p:spPr/>
        <p:txBody>
          <a:bodyPr/>
          <a:lstStyle/>
          <a:p>
            <a:r>
              <a:rPr lang="en-US" dirty="0" err="1"/>
              <a:t>Dissipativite</a:t>
            </a:r>
            <a:r>
              <a:rPr lang="en-US" dirty="0"/>
              <a:t> force</a:t>
            </a:r>
            <a:endParaRPr lang="en-NL" dirty="0"/>
          </a:p>
        </p:txBody>
      </p:sp>
      <p:sp>
        <p:nvSpPr>
          <p:cNvPr id="3" name="Content Placeholder 2">
            <a:extLst>
              <a:ext uri="{FF2B5EF4-FFF2-40B4-BE49-F238E27FC236}">
                <a16:creationId xmlns:a16="http://schemas.microsoft.com/office/drawing/2014/main" id="{FA9BF862-2E3A-0272-A1AC-E2E53310448D}"/>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A87E8534-7EF0-79DD-20A0-A72F62753122}"/>
              </a:ext>
            </a:extLst>
          </p:cNvPr>
          <p:cNvSpPr txBox="1"/>
          <p:nvPr/>
        </p:nvSpPr>
        <p:spPr>
          <a:xfrm>
            <a:off x="3048000" y="-7833164"/>
            <a:ext cx="6096000" cy="22529244"/>
          </a:xfrm>
          <a:prstGeom prst="rect">
            <a:avLst/>
          </a:prstGeom>
          <a:noFill/>
        </p:spPr>
        <p:txBody>
          <a:bodyPr wrap="square">
            <a:spAutoFit/>
          </a:bodyPr>
          <a:lstStyle/>
          <a:p>
            <a:r>
              <a:rPr lang="en-NL" dirty="0"/>
              <a:t>and where do we base this approach </a:t>
            </a:r>
            <a:r>
              <a:rPr lang="en-NL" dirty="0" err="1"/>
              <a:t>of?Honest</a:t>
            </a:r>
            <a:r>
              <a:rPr lang="en-NL" dirty="0"/>
              <a:t> provenance, separating bedrock, literature, and our synthesis — because this matters for the thesis.1. The core principle: classical passivity/</a:t>
            </a:r>
            <a:r>
              <a:rPr lang="en-NL" dirty="0" err="1"/>
              <a:t>dissipativity</a:t>
            </a:r>
            <a:r>
              <a:rPr lang="en-NL" dirty="0"/>
              <a:t> theory (bedrock, verified)The idea "constrain the added component to be passive → it can't produce energy → the interconnection stays bounded" is standard control theory: Willems (</a:t>
            </a:r>
            <a:r>
              <a:rPr lang="en-NL" dirty="0" err="1"/>
              <a:t>dissipativity</a:t>
            </a:r>
            <a:r>
              <a:rPr lang="en-NL" dirty="0"/>
              <a:t>, 1972), van der Schaft, Khalil's passivity chapter. The energy inequality ∫</a:t>
            </a:r>
            <a:r>
              <a:rPr lang="en-NL" dirty="0" err="1"/>
              <a:t>F·v</a:t>
            </a:r>
            <a:r>
              <a:rPr lang="en-NL" dirty="0"/>
              <a:t> ≤ storage and passive-interconnection stability are textbook. This is solid, decades old, not from the ML papers.2. The specific fit to our system: Negative-Imaginary free-body theory (verified)The reason passivity/NI is the right framework for our plant specifically: Negative-Imaginary systems theory, and critically its free-body extension — </a:t>
            </a:r>
            <a:r>
              <a:rPr lang="en-NL" dirty="0" err="1"/>
              <a:t>Mabrok</a:t>
            </a:r>
            <a:r>
              <a:rPr lang="en-NL" dirty="0"/>
              <a:t>, </a:t>
            </a:r>
            <a:r>
              <a:rPr lang="en-NL" dirty="0" err="1"/>
              <a:t>Kallapur</a:t>
            </a:r>
            <a:r>
              <a:rPr lang="en-NL" dirty="0"/>
              <a:t>, Petersen &amp; Lanzon, "Generalizing Negative Imaginary Systems Theory to Include Free Body Dynamics," IEEE TAC 2014 (arXiv:1305.1079). It's built for exactly force-to-position </a:t>
            </a:r>
            <a:r>
              <a:rPr lang="en-NL" dirty="0" err="1"/>
              <a:t>colocated</a:t>
            </a:r>
            <a:r>
              <a:rPr lang="en-NL" dirty="0"/>
              <a:t> mechanical systems with poles at the origin (free-body/integrator modes), and it admits up to two poles at the origin. I verified this at the source. It's the only classical framework native to our marginal case.3. The neural realization: the parametrization machinery exists, but forces strict </a:t>
            </a:r>
            <a:r>
              <a:rPr lang="en-NL" dirty="0" err="1"/>
              <a:t>stabilityHow</a:t>
            </a:r>
            <a:r>
              <a:rPr lang="en-NL" dirty="0"/>
              <a:t> to make a neural network passive/dissipative: Recurrent Equilibrium Networks (Revay-Wang-Manchester, arXiv:2104.05942), dissipative/passive neural </a:t>
            </a:r>
            <a:r>
              <a:rPr lang="en-NL" dirty="0" err="1"/>
              <a:t>ODEs</a:t>
            </a:r>
            <a:r>
              <a:rPr lang="en-NL" dirty="0"/>
              <a:t> (Cheng et al. 2404.12554), KYP-projection nets (Okamoto-Kojima 2408.11479). I verified </a:t>
            </a:r>
            <a:r>
              <a:rPr lang="en-NL" dirty="0" err="1"/>
              <a:t>RENs</a:t>
            </a:r>
            <a:r>
              <a:rPr lang="en-NL" dirty="0"/>
              <a:t>: passivity is available but bundled with strict contraction (PD storage), which excludes the marginal (integrator) mode. Same for the others — they force strict positive-definite storage for trainability. So they give the machinery but not our case as-published.4. The gap = the contribution (our synthesis, not a citation)The precise object we need — a positive-</a:t>
            </a:r>
            <a:r>
              <a:rPr lang="en-NL" dirty="0" err="1"/>
              <a:t>SEMIdefinite</a:t>
            </a:r>
            <a:r>
              <a:rPr lang="en-NL" dirty="0"/>
              <a:t>-storage passive/NI neural block (storage flat along the rigid-body coordinate → pole stays at the origin) — is exactly what the neural constructions regressed away (they use strict PD). The deep-research survey flagged this as a genuine gap, a synthesis of building blocks, not a citable result. So the passivity-constrained-ANN-that-preserves-the-marginal-mode is our contribution, based on classical NI theory + the neural parametrization literature, but not itself published.5. Friction </a:t>
            </a:r>
            <a:r>
              <a:rPr lang="en-NL" dirty="0" err="1"/>
              <a:t>specificallyFor</a:t>
            </a:r>
            <a:r>
              <a:rPr lang="en-NL" dirty="0"/>
              <a:t> the nonzero-at-rest dissipative friction: maximal-monotone / set-valued operator nets (Combettes-Pesquet-style monotone nets; constrained-monotonic nets) and recent "dissipative neural networks" (arXiv:2509.09899) — dissipative </a:t>
            </a:r>
            <a:r>
              <a:rPr lang="en-NL" dirty="0" err="1"/>
              <a:t>F·v</a:t>
            </a:r>
            <a:r>
              <a:rPr lang="en-NL" dirty="0"/>
              <a:t> ≤ 0 by construction, nonzero at rest. These are agent-reported/unverified — leads, not </a:t>
            </a:r>
            <a:r>
              <a:rPr lang="en-NL" dirty="0" err="1"/>
              <a:t>confirmed.Verification</a:t>
            </a:r>
            <a:r>
              <a:rPr lang="en-NL" dirty="0"/>
              <a:t> honesty- Verified at source: classical passivity/NI (</a:t>
            </a:r>
            <a:r>
              <a:rPr lang="en-NL" dirty="0" err="1"/>
              <a:t>Mabrok</a:t>
            </a:r>
            <a:r>
              <a:rPr lang="en-NL" dirty="0"/>
              <a:t> 2014 free-body), </a:t>
            </a:r>
            <a:r>
              <a:rPr lang="en-NL" dirty="0" err="1"/>
              <a:t>RENs</a:t>
            </a:r>
            <a:r>
              <a:rPr lang="en-NL" dirty="0"/>
              <a:t> forcing strict PD (excludes marginal), Györök 2026 contraction (our framework, excludes marginal).- Agent-reported/unverified: the 2025/2026 dissipative-NN and maximal-monotone friction-net papers, and the "semidefinite storage" nonlinear-NI definition (Ghallab-Petersen). Verify before thesis use.- Our synthesis (unbuilt): the marginal-preserving passive neural block itself, and the bounded-integral trick we built (deep-research self-flagged as synthesis).All of this is recorded in docs/drift-diagnosis-status.md §5b (the construction) and §9 (the verified/unverified literature map).Summary- Bedrock: classical passivity/</a:t>
            </a:r>
            <a:r>
              <a:rPr lang="en-NL" dirty="0" err="1"/>
              <a:t>dissipativity</a:t>
            </a:r>
            <a:r>
              <a:rPr lang="en-NL" dirty="0"/>
              <a:t> (Willems/van der Schaft/Khalil) + NI free-body theory (</a:t>
            </a:r>
            <a:r>
              <a:rPr lang="en-NL" dirty="0" err="1"/>
              <a:t>Mabrok</a:t>
            </a:r>
            <a:r>
              <a:rPr lang="en-NL" dirty="0"/>
              <a:t> et al. 2014, verified) — the classical framework for force-to-position systems with integrator poles.- Machinery: neural passivity/</a:t>
            </a:r>
            <a:r>
              <a:rPr lang="en-NL" dirty="0" err="1"/>
              <a:t>dissipativity</a:t>
            </a:r>
            <a:r>
              <a:rPr lang="en-NL" dirty="0"/>
              <a:t> constructions (</a:t>
            </a:r>
            <a:r>
              <a:rPr lang="en-NL" dirty="0" err="1"/>
              <a:t>RENs</a:t>
            </a:r>
            <a:r>
              <a:rPr lang="en-NL" dirty="0"/>
              <a:t>, dissipative </a:t>
            </a:r>
            <a:r>
              <a:rPr lang="en-NL" dirty="0" err="1"/>
              <a:t>NODEs</a:t>
            </a:r>
            <a:r>
              <a:rPr lang="en-NL" dirty="0"/>
              <a:t>, KYP) — but all force strict stability, excluding our marginal mode.- The gap = the contribution: a positive-semidefinite-storage passive/NI neural block that preserves the integrator — our synthesis, not a citable method.- Friction: maximal-monotone/dissipative nets (agent-reported, unverified).- Documented in §5b / §9, with verified-vs-unverified </a:t>
            </a:r>
            <a:r>
              <a:rPr lang="en-NL" dirty="0" err="1"/>
              <a:t>flags.So</a:t>
            </a:r>
            <a:r>
              <a:rPr lang="en-NL" dirty="0"/>
              <a:t> the approach rests on solid classical passivity + NI free-body theory, uses existing neural-passivity machinery, and its novel piece (marginal-preserving) is the contribution — not something we're taking on faith from an unverified paper. Want me to verify the two load-bearing unverified pieces next (the semidefinite-storage nonlinear-NI definition, Ghallab-Petersen; and a maximal-monotone friction net), since those are what the friction-capable version leans on?</a:t>
            </a:r>
          </a:p>
        </p:txBody>
      </p:sp>
    </p:spTree>
    <p:extLst>
      <p:ext uri="{BB962C8B-B14F-4D97-AF65-F5344CB8AC3E}">
        <p14:creationId xmlns:p14="http://schemas.microsoft.com/office/powerpoint/2010/main" val="9425686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357A0-3BA1-436E-5A47-AF2CAB96ED6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1072812-B471-7F8A-EC6A-221DCBE6B20A}"/>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BD6082A8-1C70-1804-6CB6-A6C649D2324F}"/>
              </a:ext>
            </a:extLst>
          </p:cNvPr>
          <p:cNvSpPr txBox="1"/>
          <p:nvPr/>
        </p:nvSpPr>
        <p:spPr>
          <a:xfrm>
            <a:off x="3048000" y="-7833164"/>
            <a:ext cx="6096000" cy="22529244"/>
          </a:xfrm>
          <a:prstGeom prst="rect">
            <a:avLst/>
          </a:prstGeom>
          <a:noFill/>
        </p:spPr>
        <p:txBody>
          <a:bodyPr wrap="square">
            <a:spAutoFit/>
          </a:bodyPr>
          <a:lstStyle/>
          <a:p>
            <a:r>
              <a:rPr lang="en-NL" dirty="0"/>
              <a:t>❯ and how does this extend to real nonlinear data where we </a:t>
            </a:r>
            <a:r>
              <a:rPr lang="en-NL" dirty="0" err="1"/>
              <a:t>dont</a:t>
            </a:r>
            <a:r>
              <a:rPr lang="en-NL" dirty="0"/>
              <a:t> know the model </a:t>
            </a:r>
            <a:r>
              <a:rPr lang="en-NL" dirty="0" err="1"/>
              <a:t>exactly?Recorded</a:t>
            </a:r>
            <a:r>
              <a:rPr lang="en-NL" dirty="0"/>
              <a:t> in §5e.2 (cross-coupling hard constraints + the bound's status). Now the new question, which is the deeper one: does this MIMO-integral-passivity reasoning survive on real data where we don't know the </a:t>
            </a:r>
            <a:r>
              <a:rPr lang="en-NL" dirty="0" err="1"/>
              <a:t>model?The</a:t>
            </a:r>
            <a:r>
              <a:rPr lang="en-NL" dirty="0"/>
              <a:t> honest answer: the constraint transfers cleanly, but one assumption becomes </a:t>
            </a:r>
            <a:r>
              <a:rPr lang="en-NL" dirty="0" err="1"/>
              <a:t>unverifiableLet</a:t>
            </a:r>
            <a:r>
              <a:rPr lang="en-NL" dirty="0"/>
              <a:t> me separate what's knowledge-free from what relied on knowing the sim </a:t>
            </a:r>
            <a:r>
              <a:rPr lang="en-NL" dirty="0" err="1"/>
              <a:t>model.What</a:t>
            </a:r>
            <a:r>
              <a:rPr lang="en-NL" dirty="0"/>
              <a:t> transfers cleanly (knowledge-free):- The MIMO integral passivity constraint itself is a structural property of the ANN block — it holds regardless of the true dynamics. You enforce ∫(</a:t>
            </a:r>
            <a:r>
              <a:rPr lang="en-NL" dirty="0" err="1"/>
              <a:t>F_X·v_X</a:t>
            </a:r>
            <a:r>
              <a:rPr lang="en-NL" dirty="0"/>
              <a:t> + </a:t>
            </a:r>
            <a:r>
              <a:rPr lang="en-NL" dirty="0" err="1"/>
              <a:t>F_Y·v_Y</a:t>
            </a:r>
            <a:r>
              <a:rPr lang="en-NL" dirty="0"/>
              <a:t>) ≤ storage by construction; it needs no model. So on real data, the constraint forbids drift and allows cross-axis transfer exactly as on sim. ✓- Passivity is the right frame precisely because real systems are passive. A real mechanical stage (masses, dampers, friction, cross-coupling) is a passive physical system — it can't produce net energy. So whatever the unknown real coupling is, it's passive, and a passive ANN can represent a passive residual. This is the deep reason the approach is more robust on real data, not less: you're imposing a property the real system genuinely </a:t>
            </a:r>
            <a:r>
              <a:rPr lang="en-NL" dirty="0" err="1"/>
              <a:t>has.What</a:t>
            </a:r>
            <a:r>
              <a:rPr lang="en-NL" dirty="0"/>
              <a:t> becomes unverifiable (the assumption I used):- On sim I checked "the true X+Y coupling is net-dissipative" using D-A (which computes truth − baseline — needs the known model). On real data there's no truth, so I </a:t>
            </a:r>
            <a:r>
              <a:rPr lang="en-NL" dirty="0" err="1"/>
              <a:t>cansidual</a:t>
            </a:r>
            <a:r>
              <a:rPr lang="en-NL" dirty="0"/>
              <a:t> is passivity-compatible. I'm relying </a:t>
            </a:r>
            <a:r>
              <a:rPr lang="en-NL" dirty="0" err="1"/>
              <a:t>onthe</a:t>
            </a:r>
            <a:r>
              <a:rPr lang="en-NL" dirty="0"/>
              <a:t> physical argument (real systems are passive) instead of a measurement.- The risk this creates: if the real residual has a component that is not representable as a passive force </a:t>
            </a:r>
            <a:r>
              <a:rPr lang="en-NL" dirty="0" err="1"/>
              <a:t>w.r.t.</a:t>
            </a:r>
            <a:r>
              <a:rPr lang="en-NL" dirty="0"/>
              <a:t> the (X,Y)collocated pair — e.g. energy entering X/Y </a:t>
            </a:r>
            <a:r>
              <a:rPr lang="en-NL" dirty="0" err="1"/>
              <a:t>fromconstrained</a:t>
            </a:r>
            <a:r>
              <a:rPr lang="en-NL" dirty="0"/>
              <a:t> pair (Θ, or an unmodeled resonance)— then MIMO-X/Y passivity could be too tight and refuse it, leaving a bounded error. On sim I could check X+Y was net-dissipative; on real data I can't, so I'd only find out from the fit </a:t>
            </a:r>
            <a:r>
              <a:rPr lang="en-NL" dirty="0" err="1"/>
              <a:t>residual.So</a:t>
            </a:r>
            <a:r>
              <a:rPr lang="en-NL" dirty="0"/>
              <a:t> the honest position for real data                                                                                       - The constraint is knowledge-free and physically well-motivated (real stages are passive), so it should hold and prevent  drift without knowing the model — that's the </a:t>
            </a:r>
            <a:r>
              <a:rPr lang="en-NL" dirty="0" err="1"/>
              <a:t>whty</a:t>
            </a:r>
            <a:r>
              <a:rPr lang="en-NL" dirty="0"/>
              <a:t> over a model-based fix.- But "can the passive ANN represent the real coupling" cannot be pre-verified on real data (no truth). You verify it      empirically, post-fit: does the passivity-</a:t>
            </a:r>
            <a:r>
              <a:rPr lang="en-NL" dirty="0" err="1"/>
              <a:t>constal</a:t>
            </a:r>
            <a:r>
              <a:rPr lang="en-NL" dirty="0"/>
              <a:t> free-run well, or does it leave a </a:t>
            </a:r>
            <a:r>
              <a:rPr lang="en-NL" dirty="0" err="1"/>
              <a:t>systematicresidual</a:t>
            </a:r>
            <a:r>
              <a:rPr lang="en-NL" dirty="0"/>
              <a:t> (a sign the constraint is too tight)? That's the real-data analogue of D-D1.- Scoping caveat that matters more on real data: because energy can flow from unconstrained axes (Θ, unmodeled modes) into X/Y, the safe choice may be to make the </a:t>
            </a:r>
            <a:r>
              <a:rPr lang="en-NL" dirty="0" err="1"/>
              <a:t>passiviaugmented</a:t>
            </a:r>
            <a:r>
              <a:rPr lang="en-NL" dirty="0"/>
              <a:t> output (X, Θ, Y, </a:t>
            </a:r>
            <a:r>
              <a:rPr lang="en-NL" dirty="0" err="1"/>
              <a:t>δ_a</a:t>
            </a:r>
            <a:r>
              <a:rPr lang="en-NL" dirty="0"/>
              <a:t>) jointly, or </a:t>
            </a:r>
            <a:r>
              <a:rPr lang="en-NL" dirty="0" err="1"/>
              <a:t>atleast</a:t>
            </a:r>
            <a:r>
              <a:rPr lang="en-NL" dirty="0"/>
              <a:t> verify the X/Y pair is closed enough. This is a design decision to settle on the injected-friction sim first (where we can check), then carry to real data.                                                                                        How you'd actually validate it on real data (no model)                                                                                                                            1. Fit the passivity-constrained augmented modea.2. Check free-run fidelity (BFR) on held-out real data — is it bounded and accurate? (drift gone = constraint working; large systematic residual = constraint too tight).                                                                                3. Energy audit on the fitted model's </a:t>
            </a:r>
            <a:r>
              <a:rPr lang="en-NL" dirty="0" err="1"/>
              <a:t>free-run:ill</a:t>
            </a:r>
            <a:r>
              <a:rPr lang="en-NL" dirty="0"/>
              <a:t>, by construction) — and check the </a:t>
            </a:r>
            <a:r>
              <a:rPr lang="en-NL" dirty="0" err="1"/>
              <a:t>residualisn't</a:t>
            </a:r>
            <a:r>
              <a:rPr lang="en-NL" dirty="0"/>
              <a:t> concentrated where the constraint bites.4. Compare against the bounded-integral and Coulomb-in-</a:t>
            </a:r>
            <a:r>
              <a:rPr lang="en-NL" dirty="0" err="1"/>
              <a:t>f_base</a:t>
            </a:r>
            <a:r>
              <a:rPr lang="en-NL" dirty="0"/>
              <a:t> versions on the same real data — the one with lowest held-out free-run error </a:t>
            </a:r>
            <a:r>
              <a:rPr lang="en-NL" dirty="0" err="1"/>
              <a:t>wins.Summary</a:t>
            </a:r>
            <a:r>
              <a:rPr lang="en-NL" dirty="0"/>
              <a:t>- The MIMO-integral-passivity constraint transfers to real data knowledge-free — you enforce it structurally, no model needed, and it prevents drift + allows cross-coupling exactly as on sim.- It's actually well-suited to real data because real stages are passive — you're imposing a true physical property.- What you lose: the pre-check that the residual is passivity-compatible (D-A needs the model; no truth on real data). You verify that post-fit (held-out free-run </a:t>
            </a:r>
            <a:r>
              <a:rPr lang="en-NL" dirty="0" err="1"/>
              <a:t>fidelit</a:t>
            </a:r>
            <a:r>
              <a:rPr lang="en-NL" dirty="0"/>
              <a:t>- Sharpened risk for real data: energy inflow from unconstrained axes/modes (Θ, resonances) could make X/Y-only passivity too tight → the safe design may span the whole augmented output; settle this on the injected-friction sim (where you can check), then carry </a:t>
            </a:r>
            <a:r>
              <a:rPr lang="en-NL" dirty="0" err="1"/>
              <a:t>over.So</a:t>
            </a:r>
            <a:r>
              <a:rPr lang="en-NL" dirty="0"/>
              <a:t> it extends to real data as a constraint cleanly and is the right physical frame, but "can it represent the real coupling" is only verifiable empirically after fitting — ant me to record this real-data extension(constraint transfers knowledge-free; representability only post-fit-verifiable; possibly widen the constraint to the whole augmented output) in the doc alongside §5e.2?</a:t>
            </a:r>
          </a:p>
        </p:txBody>
      </p:sp>
    </p:spTree>
    <p:extLst>
      <p:ext uri="{BB962C8B-B14F-4D97-AF65-F5344CB8AC3E}">
        <p14:creationId xmlns:p14="http://schemas.microsoft.com/office/powerpoint/2010/main" val="14540167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B66AF-07B6-D9EB-CC2E-0C6111E726D8}"/>
              </a:ext>
            </a:extLst>
          </p:cNvPr>
          <p:cNvSpPr>
            <a:spLocks noGrp="1"/>
          </p:cNvSpPr>
          <p:nvPr>
            <p:ph type="title"/>
          </p:nvPr>
        </p:nvSpPr>
        <p:spPr/>
        <p:txBody>
          <a:bodyPr/>
          <a:lstStyle/>
          <a:p>
            <a:r>
              <a:rPr lang="en-US" dirty="0"/>
              <a:t>port-Hamiltonian construction</a:t>
            </a:r>
            <a:endParaRPr lang="en-NL" dirty="0"/>
          </a:p>
        </p:txBody>
      </p:sp>
      <p:sp>
        <p:nvSpPr>
          <p:cNvPr id="3" name="Content Placeholder 2">
            <a:extLst>
              <a:ext uri="{FF2B5EF4-FFF2-40B4-BE49-F238E27FC236}">
                <a16:creationId xmlns:a16="http://schemas.microsoft.com/office/drawing/2014/main" id="{2D4E212F-1397-0747-AC79-067FD8621D43}"/>
              </a:ext>
            </a:extLst>
          </p:cNvPr>
          <p:cNvSpPr>
            <a:spLocks noGrp="1"/>
          </p:cNvSpPr>
          <p:nvPr>
            <p:ph idx="1"/>
          </p:nvPr>
        </p:nvSpPr>
        <p:spPr/>
        <p:txBody>
          <a:bodyPr/>
          <a:lstStyle/>
          <a:p>
            <a:r>
              <a:rPr lang="en-US" dirty="0"/>
              <a:t>Short version: for a mechanical system the two are essentially equivalent (related by a Legendre transform, H = </a:t>
            </a:r>
            <a:r>
              <a:rPr lang="en-US" dirty="0" err="1"/>
              <a:t>pᵀq</a:t>
            </a:r>
            <a:r>
              <a:rPr lang="en-US" dirty="0"/>
              <a:t>̇ − L), so it is not that Euler-Lagrange (EL) can't express this. The point is that port-Hamiltonian (PH) is EL already rewritten into the coordinates that expose exactly the three things we need to constrain and certify: a power port, a storage function, and native dissipation. With EL you would have to transform to the Hamiltonian anyway to get the energy certificate. Concretely:</a:t>
            </a:r>
            <a:endParaRPr lang="en-NL" dirty="0"/>
          </a:p>
        </p:txBody>
      </p:sp>
      <p:sp>
        <p:nvSpPr>
          <p:cNvPr id="5" name="TextBox 4">
            <a:extLst>
              <a:ext uri="{FF2B5EF4-FFF2-40B4-BE49-F238E27FC236}">
                <a16:creationId xmlns:a16="http://schemas.microsoft.com/office/drawing/2014/main" id="{612A0620-2506-E1F0-1932-9037BD97C853}"/>
              </a:ext>
            </a:extLst>
          </p:cNvPr>
          <p:cNvSpPr txBox="1"/>
          <p:nvPr/>
        </p:nvSpPr>
        <p:spPr>
          <a:xfrm>
            <a:off x="12545962" y="-4775838"/>
            <a:ext cx="6096000" cy="19482256"/>
          </a:xfrm>
          <a:prstGeom prst="rect">
            <a:avLst/>
          </a:prstGeom>
          <a:noFill/>
        </p:spPr>
        <p:txBody>
          <a:bodyPr wrap="square">
            <a:spAutoFit/>
          </a:bodyPr>
          <a:lstStyle/>
          <a:p>
            <a:r>
              <a:rPr lang="en-NL" dirty="0"/>
              <a:t>why are we using port-Hamiltonian construction and not for example </a:t>
            </a:r>
            <a:r>
              <a:rPr lang="en-NL" dirty="0" err="1"/>
              <a:t>euler</a:t>
            </a:r>
            <a:r>
              <a:rPr lang="en-NL" dirty="0"/>
              <a:t> </a:t>
            </a:r>
            <a:r>
              <a:rPr lang="en-NL" dirty="0" err="1"/>
              <a:t>lagrange?Good</a:t>
            </a:r>
            <a:r>
              <a:rPr lang="en-NL" dirty="0"/>
              <a:t> question, and worth answering properly. Let me address it while the audit finishes (its output is buffered, so it will land all at once when the process exits; I'll report it then).Why port-Hamiltonian and not Euler-</a:t>
            </a:r>
            <a:r>
              <a:rPr lang="en-NL" dirty="0" err="1"/>
              <a:t>LagrangeShort</a:t>
            </a:r>
            <a:r>
              <a:rPr lang="en-NL" dirty="0"/>
              <a:t> version: for a mechanical system the two are essentially equivalent (related by a Legendre transform, H = </a:t>
            </a:r>
            <a:r>
              <a:rPr lang="en-NL" dirty="0" err="1"/>
              <a:t>pᵀq</a:t>
            </a:r>
            <a:r>
              <a:rPr lang="en-NL" dirty="0"/>
              <a:t>̇ − L), so it is not that Euler-Lagrange (EL) can't express this. The point is that port-Hamiltonian (PH) is EL already rewritten into the coordinates that expose exactly the three things we need to constrain and certify: a power port, a storage function, and native dissipation. With EL you would have to transform to the Hamiltonian anyway to get the energy certificate. Concretely:1. We need a port with a passivity certificate on the (F, v) pair, and PH is built around exactly that. PH's native objects are the power-conjugate pair (effort F, flow v), a storage H, and the supply rate Fᵀv. Passivity is one line: </a:t>
            </a:r>
            <a:r>
              <a:rPr lang="en-NL" dirty="0" err="1"/>
              <a:t>dH</a:t>
            </a:r>
            <a:r>
              <a:rPr lang="en-NL" dirty="0"/>
              <a:t>/dt ≤ Fᵀv. The constrained parametrization (J skew, R ⪰ 0, H ≥ 0) gives it by construction. </a:t>
            </a:r>
            <a:r>
              <a:rPr lang="en-NL" dirty="0" err="1"/>
              <a:t>EL's</a:t>
            </a:r>
            <a:r>
              <a:rPr lang="en-NL" dirty="0"/>
              <a:t> native object is d/dt(∂L/∂q̇) − ∂L/∂q = τ, which does not expose a port or a supply </a:t>
            </a:r>
            <a:r>
              <a:rPr lang="en-NL" dirty="0" err="1"/>
              <a:t>ratto</a:t>
            </a:r>
            <a:r>
              <a:rPr lang="en-NL" dirty="0"/>
              <a:t> certify passivity, i.e. convert to PH.2. EL forces a position potential V(q); that is exactly the stiffness fork 2 forbids. In EL, energy storage lives in L = T(q̇) − V(q), so storage that is not purely kinetic is a potential in the configuration q = a spring on q. On our free X/Y axes a potential in the machine position moves the pole off the origin (violates marginal preservation, A3). PH lets storage live in the block's internal states ξ via H(ξ),ion, so we get spring-like storage and </a:t>
            </a:r>
            <a:r>
              <a:rPr lang="en-NL" dirty="0" err="1"/>
              <a:t>stillread</a:t>
            </a:r>
            <a:r>
              <a:rPr lang="en-NL" dirty="0"/>
              <a:t> only velocity at the port. This alone is close to decisive.3. Dissipation and friction are native in PH, bolt-on in EL. EL is conservative by construction; dissipation enters only </a:t>
            </a:r>
            <a:r>
              <a:rPr lang="en-NL" dirty="0" err="1"/>
              <a:t>viaan</a:t>
            </a:r>
            <a:r>
              <a:rPr lang="en-NL" dirty="0"/>
              <a:t> added Rayleigh function and is not part of t whole R3 point) is dissipative and, for </a:t>
            </a:r>
            <a:r>
              <a:rPr lang="en-NL" dirty="0" err="1"/>
              <a:t>LuGre</a:t>
            </a:r>
            <a:r>
              <a:rPr lang="en-NL" dirty="0"/>
              <a:t>, </a:t>
            </a:r>
            <a:r>
              <a:rPr lang="en-NL" dirty="0" err="1"/>
              <a:t>nonsmooth</a:t>
            </a:r>
            <a:r>
              <a:rPr lang="en-NL" dirty="0"/>
              <a:t> with an internal bristle state. PH has R ⪰ 0 built into the structure and the passivity proof, and </a:t>
            </a:r>
            <a:r>
              <a:rPr lang="en-NL" dirty="0" err="1"/>
              <a:t>LuGre</a:t>
            </a:r>
            <a:r>
              <a:rPr lang="en-NL" dirty="0"/>
              <a:t> is standardly a passive/PH operator with a bristle state that maps directly onto our ξ (§5h). So the nonlinear friction case isa config change in PH, not a re-derivation.4. Interconnection compositionality (needed for the augmented-system theorem, A2). We are adding this block to an </a:t>
            </a:r>
            <a:r>
              <a:rPr lang="en-NL" dirty="0" err="1"/>
              <a:t>LFRinterconnect</a:t>
            </a:r>
            <a:r>
              <a:rPr lang="en-NL" dirty="0"/>
              <a:t>. PH systems compose: a power-</a:t>
            </a:r>
            <a:r>
              <a:rPr lang="en-NL" dirty="0" err="1"/>
              <a:t>preseive</a:t>
            </a:r>
            <a:r>
              <a:rPr lang="en-NL" dirty="0"/>
              <a:t> subsystems is passive. That is precisely the machinery for "baseline (passive) + passive ANN → bounded augmented interconnection." EL has no comparable native interconnection algebra.5. Neural recipes and semidefinite storage. Learnable PH / dissipative-node parametrizations (J skew, R PSD, H a nonnegative net) are established and give passivity by construction. Neural-</a:t>
            </a:r>
            <a:r>
              <a:rPr lang="en-NL" dirty="0" err="1"/>
              <a:t>Lagrangian</a:t>
            </a:r>
            <a:r>
              <a:rPr lang="en-NL" dirty="0"/>
              <a:t> networks (</a:t>
            </a:r>
            <a:r>
              <a:rPr lang="en-NL" dirty="0" err="1"/>
              <a:t>Lagrangian</a:t>
            </a:r>
            <a:r>
              <a:rPr lang="en-NL" dirty="0"/>
              <a:t> NNs) exist but are </a:t>
            </a:r>
            <a:r>
              <a:rPr lang="en-NL" dirty="0" err="1"/>
              <a:t>builtfor</a:t>
            </a:r>
            <a:r>
              <a:rPr lang="en-NL" dirty="0"/>
              <a:t> energy conservation (no dissipation) and </a:t>
            </a:r>
            <a:r>
              <a:rPr lang="en-NL" dirty="0" err="1"/>
              <a:t>woboth</a:t>
            </a:r>
            <a:r>
              <a:rPr lang="en-NL" dirty="0"/>
              <a:t> friction and the port/</a:t>
            </a:r>
            <a:r>
              <a:rPr lang="en-NL" dirty="0" err="1"/>
              <a:t>passivitycertificate</a:t>
            </a:r>
            <a:r>
              <a:rPr lang="en-NL" dirty="0"/>
              <a:t>. And we specifically want positive-semidefinite storage (flat along the rigid-body coordinate, pole at origin) which is natural to state on H, awkward on V(q).Honest note on consistency with the truth model. The plant data is generated in </a:t>
            </a:r>
            <a:r>
              <a:rPr lang="en-NL" dirty="0" err="1"/>
              <a:t>Lagrangian</a:t>
            </a:r>
            <a:r>
              <a:rPr lang="en-NL" dirty="0"/>
              <a:t>/EL form (</a:t>
            </a:r>
            <a:r>
              <a:rPr lang="en-NL" dirty="0" err="1"/>
              <a:t>gantrySystemExtended.m</a:t>
            </a:r>
            <a:r>
              <a:rPr lang="en-NL" dirty="0"/>
              <a:t>, </a:t>
            </a:r>
            <a:r>
              <a:rPr lang="en-NL" dirty="0" err="1"/>
              <a:t>additional_state_lagrangian.m</a:t>
            </a:r>
            <a:r>
              <a:rPr lang="en-NL" dirty="0"/>
              <a:t>: </a:t>
            </a:r>
            <a:r>
              <a:rPr lang="en-NL" dirty="0" err="1"/>
              <a:t>Mq</a:t>
            </a:r>
            <a:r>
              <a:rPr lang="en-NL" dirty="0"/>
              <a:t>̈ + </a:t>
            </a:r>
            <a:r>
              <a:rPr lang="en-NL" dirty="0" err="1"/>
              <a:t>Cq</a:t>
            </a:r>
            <a:r>
              <a:rPr lang="en-NL" dirty="0"/>
              <a:t>̇ + </a:t>
            </a:r>
            <a:r>
              <a:rPr lang="en-NL" dirty="0" err="1"/>
              <a:t>Kq</a:t>
            </a:r>
            <a:r>
              <a:rPr lang="en-NL" dirty="0"/>
              <a:t> = f). That is fine and not a conflict: the absorber is a passive </a:t>
            </a:r>
            <a:r>
              <a:rPr lang="en-NL" dirty="0" err="1"/>
              <a:t>ELmass</a:t>
            </a:r>
            <a:r>
              <a:rPr lang="en-NL" dirty="0"/>
              <a:t>-spring-damper, and every passive EL </a:t>
            </a:r>
            <a:r>
              <a:rPr lang="en-NL" dirty="0" err="1"/>
              <a:t>subsysthe</a:t>
            </a:r>
            <a:r>
              <a:rPr lang="en-NL" dirty="0"/>
              <a:t> PH block can represent the EL-</a:t>
            </a:r>
            <a:r>
              <a:rPr lang="en-NL" dirty="0" err="1"/>
              <a:t>generatedpassive</a:t>
            </a:r>
            <a:r>
              <a:rPr lang="en-NL" dirty="0"/>
              <a:t> dynamics; we just choose the PH form for the augmentation block because it is the one where the constraint we care about is structural and the certificate is one </a:t>
            </a:r>
            <a:r>
              <a:rPr lang="en-NL" dirty="0" err="1"/>
              <a:t>line.Bottom</a:t>
            </a:r>
            <a:r>
              <a:rPr lang="en-NL" dirty="0"/>
              <a:t> line: PH and EL are equivalent for mechanics, but PH is the frame where our exact requirements (a certified passive F-v port, storage in internal states rather than a machine-position potential, native dissipation for friction, and passive interconnection) are all structural rather </a:t>
            </a:r>
            <a:r>
              <a:rPr lang="en-NL" dirty="0" err="1"/>
              <a:t>thanrage</a:t>
            </a:r>
            <a:r>
              <a:rPr lang="en-NL" dirty="0"/>
              <a:t> into a position potential, which is </a:t>
            </a:r>
            <a:r>
              <a:rPr lang="en-NL" dirty="0" err="1"/>
              <a:t>thevery</a:t>
            </a:r>
            <a:r>
              <a:rPr lang="en-NL" dirty="0"/>
              <a:t> stiffness we must keep off the free X/Y pole.</a:t>
            </a:r>
          </a:p>
        </p:txBody>
      </p:sp>
    </p:spTree>
    <p:extLst>
      <p:ext uri="{BB962C8B-B14F-4D97-AF65-F5344CB8AC3E}">
        <p14:creationId xmlns:p14="http://schemas.microsoft.com/office/powerpoint/2010/main" val="8732648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C881E-476C-5B4C-CED6-E76EF7E30D2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336E4A1-686A-6635-107C-622D6C7AD870}"/>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89C30661-AB29-9250-A9A4-AC86B1CE478E}"/>
              </a:ext>
            </a:extLst>
          </p:cNvPr>
          <p:cNvSpPr txBox="1"/>
          <p:nvPr/>
        </p:nvSpPr>
        <p:spPr>
          <a:xfrm>
            <a:off x="3048000" y="-631192"/>
            <a:ext cx="6096000" cy="8125301"/>
          </a:xfrm>
          <a:prstGeom prst="rect">
            <a:avLst/>
          </a:prstGeom>
          <a:noFill/>
        </p:spPr>
        <p:txBody>
          <a:bodyPr wrap="square">
            <a:spAutoFit/>
          </a:bodyPr>
          <a:lstStyle/>
          <a:p>
            <a:r>
              <a:rPr lang="en-NL"/>
              <a:t>Full sweep is in, and it settles the question cleanly:dt0    = 1.25e-4 :  </a:t>
            </a:r>
            <a:r>
              <a:rPr lang="en-NL" dirty="0" err="1"/>
              <a:t>rel</a:t>
            </a:r>
            <a:r>
              <a:rPr lang="en-NL" dirty="0"/>
              <a:t>=1.176,   </a:t>
            </a:r>
            <a:r>
              <a:rPr lang="en-NL" dirty="0" err="1"/>
              <a:t>max_r_rest</a:t>
            </a:r>
            <a:r>
              <a:rPr lang="en-NL" dirty="0"/>
              <a:t>=5.593e-8dt0/2  = 6.25e-5 :  </a:t>
            </a:r>
            <a:r>
              <a:rPr lang="en-NL" dirty="0" err="1"/>
              <a:t>rel</a:t>
            </a:r>
            <a:r>
              <a:rPr lang="en-NL" dirty="0"/>
              <a:t>=0.539,   </a:t>
            </a:r>
            <a:r>
              <a:rPr lang="en-NL" dirty="0" err="1"/>
              <a:t>max_r_rest</a:t>
            </a:r>
            <a:r>
              <a:rPr lang="en-NL" dirty="0"/>
              <a:t>=2.447e-8dt0/4  = 3.125e-5:  </a:t>
            </a:r>
            <a:r>
              <a:rPr lang="en-NL" dirty="0" err="1"/>
              <a:t>rel</a:t>
            </a:r>
            <a:r>
              <a:rPr lang="en-NL" dirty="0"/>
              <a:t>=0.221,   </a:t>
            </a:r>
            <a:r>
              <a:rPr lang="en-NL" dirty="0" err="1"/>
              <a:t>max_r_rest</a:t>
            </a:r>
            <a:r>
              <a:rPr lang="en-NL" dirty="0"/>
              <a:t>=9.585e-9dt0/10 = 1.25e-5 :  </a:t>
            </a:r>
            <a:r>
              <a:rPr lang="en-NL" dirty="0" err="1"/>
              <a:t>rel</a:t>
            </a:r>
            <a:r>
              <a:rPr lang="en-NL" dirty="0"/>
              <a:t>=0.051,   </a:t>
            </a:r>
            <a:r>
              <a:rPr lang="en-NL" dirty="0" err="1"/>
              <a:t>max_r_rest</a:t>
            </a:r>
            <a:r>
              <a:rPr lang="en-NL" dirty="0"/>
              <a:t>=2.186e-9The absolute violation falls monotonically toward zero as Δt→0 (slope ~1.4 in log-log), so this is a real discretization defect, not worst-num/mean-</a:t>
            </a:r>
            <a:r>
              <a:rPr lang="en-NL" dirty="0" err="1"/>
              <a:t>denom</a:t>
            </a:r>
            <a:r>
              <a:rPr lang="en-NL" dirty="0"/>
              <a:t> noise — which means my "maybe the metric is artifactual" hedge was wrong and the FAIL is genuine: explicit Euler at the pipeline </a:t>
            </a:r>
            <a:r>
              <a:rPr lang="en-NL" dirty="0" err="1"/>
              <a:t>Δt</a:t>
            </a:r>
            <a:r>
              <a:rPr lang="en-NL" dirty="0"/>
              <a:t> is not passivity-tight for the 150 Hz band (worst-case near-lossless weights create ~1.2× the energy they process over 0.1 s). The parametrization is structurally passive (the Δt→0 limit confirms it), but explicit Euler is the wrong integrator at the operating </a:t>
            </a:r>
            <a:r>
              <a:rPr lang="en-NL" dirty="0" err="1"/>
              <a:t>Δt.This</a:t>
            </a:r>
            <a:r>
              <a:rPr lang="en-NL" dirty="0"/>
              <a:t> matters for us specifically: on the full 12 s free-run the block's ξ is not re-seeded, so even a small per-step net injection would accumulate = exactly the drift we are trying to forbid. So we cannot accept an approximate discrete defect; we need the discrete passivity to be </a:t>
            </a:r>
            <a:r>
              <a:rPr lang="en-NL" dirty="0" err="1"/>
              <a:t>structural.The</a:t>
            </a:r>
            <a:r>
              <a:rPr lang="en-NL" dirty="0"/>
              <a:t> fix (flagged in doc §5i): a structure-preserving integrator. For the linear/quadratic H, the implicit midpoint rule with a midpoint force readout is exactly discrete-passive (Σ </a:t>
            </a:r>
            <a:r>
              <a:rPr lang="en-NL" dirty="0" err="1"/>
              <a:t>F·v</a:t>
            </a:r>
            <a:r>
              <a:rPr lang="en-NL" dirty="0"/>
              <a:t> </a:t>
            </a:r>
            <a:r>
              <a:rPr lang="en-NL" dirty="0" err="1"/>
              <a:t>Δt</a:t>
            </a:r>
            <a:r>
              <a:rPr lang="en-NL" dirty="0"/>
              <a:t> ≤ H(0)−H(T) with equality up to R, no </a:t>
            </a:r>
            <a:r>
              <a:rPr lang="en-NL" dirty="0" err="1"/>
              <a:t>Δt</a:t>
            </a:r>
            <a:r>
              <a:rPr lang="en-NL" dirty="0"/>
              <a:t> defect at all). I verified the discrete energy balance by hand: H(ξ_{k+1})−H(</a:t>
            </a:r>
            <a:r>
              <a:rPr lang="en-NL" dirty="0" err="1"/>
              <a:t>ξ_k</a:t>
            </a:r>
            <a:r>
              <a:rPr lang="en-NL" dirty="0"/>
              <a:t>) = </a:t>
            </a:r>
            <a:r>
              <a:rPr lang="en-NL" dirty="0" err="1"/>
              <a:t>Δt</a:t>
            </a:r>
            <a:r>
              <a:rPr lang="en-NL" dirty="0"/>
              <a:t>[−∇</a:t>
            </a:r>
            <a:r>
              <a:rPr lang="en-NL" dirty="0" err="1"/>
              <a:t>H_mid</a:t>
            </a:r>
            <a:r>
              <a:rPr lang="en-NL" dirty="0"/>
              <a:t>ᵀ R ∇</a:t>
            </a:r>
            <a:r>
              <a:rPr lang="en-NL" dirty="0" err="1"/>
              <a:t>H_mid</a:t>
            </a:r>
            <a:r>
              <a:rPr lang="en-NL" dirty="0"/>
              <a:t> − </a:t>
            </a:r>
            <a:r>
              <a:rPr lang="en-NL" dirty="0" err="1"/>
              <a:t>F_k·v_k</a:t>
            </a:r>
            <a:r>
              <a:rPr lang="en-NL" dirty="0"/>
              <a:t>], so the audit residual should drop to machine-eps. It is a cheap </a:t>
            </a:r>
            <a:r>
              <a:rPr lang="en-NL" dirty="0" err="1"/>
              <a:t>m×m</a:t>
            </a:r>
            <a:r>
              <a:rPr lang="en-NL" dirty="0"/>
              <a:t> (m=3) linear solve, fully differentiable for </a:t>
            </a:r>
            <a:r>
              <a:rPr lang="en-NL" dirty="0" err="1"/>
              <a:t>BPTT.Let</a:t>
            </a:r>
            <a:r>
              <a:rPr lang="en-NL" dirty="0"/>
              <a:t> me implement the midpoint integrator in the block (keeping Euler available so the audit shows the contrast), then re-run the audit.</a:t>
            </a:r>
          </a:p>
        </p:txBody>
      </p:sp>
    </p:spTree>
    <p:extLst>
      <p:ext uri="{BB962C8B-B14F-4D97-AF65-F5344CB8AC3E}">
        <p14:creationId xmlns:p14="http://schemas.microsoft.com/office/powerpoint/2010/main" val="24426642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3A3E2-6E50-6B45-E111-43E593245DC5}"/>
              </a:ext>
            </a:extLst>
          </p:cNvPr>
          <p:cNvSpPr>
            <a:spLocks noGrp="1"/>
          </p:cNvSpPr>
          <p:nvPr>
            <p:ph type="title"/>
          </p:nvPr>
        </p:nvSpPr>
        <p:spPr/>
        <p:txBody>
          <a:bodyPr/>
          <a:lstStyle/>
          <a:p>
            <a:r>
              <a:rPr lang="en-US" dirty="0"/>
              <a:t>Closed-loop alternative </a:t>
            </a:r>
            <a:endParaRPr lang="en-NL" dirty="0"/>
          </a:p>
        </p:txBody>
      </p:sp>
      <p:sp>
        <p:nvSpPr>
          <p:cNvPr id="3" name="Content Placeholder 2">
            <a:extLst>
              <a:ext uri="{FF2B5EF4-FFF2-40B4-BE49-F238E27FC236}">
                <a16:creationId xmlns:a16="http://schemas.microsoft.com/office/drawing/2014/main" id="{CAD6245F-6B6A-9798-3229-EFC28A25D17A}"/>
              </a:ext>
            </a:extLst>
          </p:cNvPr>
          <p:cNvSpPr>
            <a:spLocks noGrp="1"/>
          </p:cNvSpPr>
          <p:nvPr>
            <p:ph idx="1"/>
          </p:nvPr>
        </p:nvSpPr>
        <p:spPr/>
        <p:txBody>
          <a:bodyPr/>
          <a:lstStyle/>
          <a:p>
            <a:r>
              <a:rPr lang="en-US" dirty="0"/>
              <a:t>Closed-loop simulation can hide bad model during training? Increase runtime</a:t>
            </a:r>
          </a:p>
          <a:p>
            <a:pPr lvl="1"/>
            <a:r>
              <a:rPr lang="en-US" dirty="0"/>
              <a:t>But acceptable for ASMPT?</a:t>
            </a:r>
          </a:p>
          <a:p>
            <a:pPr lvl="1"/>
            <a:r>
              <a:rPr lang="en-US" dirty="0"/>
              <a:t>Metrics for this:</a:t>
            </a:r>
          </a:p>
          <a:p>
            <a:pPr lvl="1"/>
            <a:r>
              <a:rPr lang="en-US" dirty="0"/>
              <a:t>Reference papers</a:t>
            </a:r>
          </a:p>
          <a:p>
            <a:r>
              <a:rPr lang="en-US" dirty="0"/>
              <a:t>Options</a:t>
            </a:r>
            <a:endParaRPr lang="en-NL" dirty="0"/>
          </a:p>
        </p:txBody>
      </p:sp>
    </p:spTree>
    <p:extLst>
      <p:ext uri="{BB962C8B-B14F-4D97-AF65-F5344CB8AC3E}">
        <p14:creationId xmlns:p14="http://schemas.microsoft.com/office/powerpoint/2010/main" val="3238317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7D03C-F2FE-ED85-8FB7-3A07D156CDF9}"/>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AB7E7B08-22AE-58F9-FDB3-DBB4379FC391}"/>
              </a:ext>
            </a:extLst>
          </p:cNvPr>
          <p:cNvSpPr>
            <a:spLocks noGrp="1"/>
          </p:cNvSpPr>
          <p:nvPr>
            <p:ph idx="1"/>
          </p:nvPr>
        </p:nvSpPr>
        <p:spPr/>
        <p:txBody>
          <a:bodyPr/>
          <a:lstStyle/>
          <a:p>
            <a:r>
              <a:rPr lang="en-US" dirty="0"/>
              <a:t>Hoe laten </a:t>
            </a:r>
            <a:r>
              <a:rPr lang="en-US" dirty="0" err="1"/>
              <a:t>zien</a:t>
            </a:r>
            <a:r>
              <a:rPr lang="en-US" dirty="0"/>
              <a:t> </a:t>
            </a:r>
            <a:r>
              <a:rPr lang="en-US" dirty="0" err="1"/>
              <a:t>dat</a:t>
            </a:r>
            <a:r>
              <a:rPr lang="en-US" dirty="0"/>
              <a:t> de drift inherent is</a:t>
            </a:r>
          </a:p>
          <a:p>
            <a:r>
              <a:rPr lang="en-US" dirty="0"/>
              <a:t>Hoe </a:t>
            </a:r>
            <a:r>
              <a:rPr lang="en-US" dirty="0" err="1"/>
              <a:t>bewijs</a:t>
            </a:r>
            <a:r>
              <a:rPr lang="en-US" dirty="0"/>
              <a:t> </a:t>
            </a:r>
            <a:r>
              <a:rPr lang="en-US" dirty="0" err="1"/>
              <a:t>ik</a:t>
            </a:r>
            <a:r>
              <a:rPr lang="en-US" dirty="0"/>
              <a:t> </a:t>
            </a:r>
            <a:r>
              <a:rPr lang="en-US" dirty="0" err="1"/>
              <a:t>dit</a:t>
            </a:r>
            <a:r>
              <a:rPr lang="en-US" dirty="0"/>
              <a:t>?</a:t>
            </a:r>
            <a:endParaRPr lang="en-NL" dirty="0"/>
          </a:p>
        </p:txBody>
      </p:sp>
    </p:spTree>
    <p:extLst>
      <p:ext uri="{BB962C8B-B14F-4D97-AF65-F5344CB8AC3E}">
        <p14:creationId xmlns:p14="http://schemas.microsoft.com/office/powerpoint/2010/main" val="25772856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F772F-454A-B130-9008-6B7E291FCDF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F34C358-E232-6ADC-4650-16929DC2225E}"/>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361E005C-A04E-6D54-72EC-65EB47874877}"/>
              </a:ext>
            </a:extLst>
          </p:cNvPr>
          <p:cNvSpPr txBox="1"/>
          <p:nvPr/>
        </p:nvSpPr>
        <p:spPr>
          <a:xfrm>
            <a:off x="3048000" y="-215694"/>
            <a:ext cx="6096000" cy="7294305"/>
          </a:xfrm>
          <a:prstGeom prst="rect">
            <a:avLst/>
          </a:prstGeom>
          <a:noFill/>
        </p:spPr>
        <p:txBody>
          <a:bodyPr wrap="square">
            <a:spAutoFit/>
          </a:bodyPr>
          <a:lstStyle/>
          <a:p>
            <a:r>
              <a:rPr lang="en-NL" dirty="0"/>
              <a:t>Condition 1, universal and independent of our method: </a:t>
            </a:r>
            <a:r>
              <a:rPr lang="en-NL" dirty="0" err="1"/>
              <a:t>excitationNo</a:t>
            </a:r>
            <a:r>
              <a:rPr lang="en-NL" dirty="0"/>
              <a:t> method can learn dynamics the data doesn't excite. The real Telica data is fixed closed-loop logs; we cannot re-excite the machine. Content in genuinely unexcited directions is unlearnable from that data for any estimator — our penalty just makes the estimate in those directions explicitly minimum-norm instead of arbitrary. This is the limits doc's E1: class-free, but excitation-limited. "All dynamics" always meant "all dynamics the data carries information </a:t>
            </a:r>
            <a:r>
              <a:rPr lang="en-NL" dirty="0" err="1"/>
              <a:t>about."Condition</a:t>
            </a:r>
            <a:r>
              <a:rPr lang="en-NL" dirty="0"/>
              <a:t> 2, specific to Layer 2: the friction–DC </a:t>
            </a:r>
            <a:r>
              <a:rPr lang="en-NL" dirty="0" err="1"/>
              <a:t>collisionThis</a:t>
            </a:r>
            <a:r>
              <a:rPr lang="en-NL" dirty="0"/>
              <a:t> is the honest risk, documented since §5c and not yet resolved: real friction carries DC-like content, and Layer 2 pins DC-like directions. The concept's </a:t>
            </a:r>
            <a:r>
              <a:rPr lang="en-NL" dirty="0" err="1"/>
              <a:t>defense</a:t>
            </a:r>
            <a:r>
              <a:rPr lang="en-NL" dirty="0"/>
              <a:t> is that friction is velocity-dependent — under varied, direction-switching motion it produces informed, sign-alternating force content that the data defends, so the soft penalty vanishes there and only genuinely silent components get pinned. That argument is plausible and unproven, and d14 just taught us the loss-sensitivity structure is subtler than the concept assumed. Concretely where it can bite: data segments with monotone or one-directional motion, where Coulomb friction locally looks like a constant force — exactly the shape we pin. In that regime, an over-aggressive β or a badly derived cutoff would suppress real friction (the B1 bias-variance trade; the mistuning failure mode is explicitly on record).</a:t>
            </a:r>
          </a:p>
        </p:txBody>
      </p:sp>
    </p:spTree>
    <p:extLst>
      <p:ext uri="{BB962C8B-B14F-4D97-AF65-F5344CB8AC3E}">
        <p14:creationId xmlns:p14="http://schemas.microsoft.com/office/powerpoint/2010/main" val="40794471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698A9-4959-A9E6-9223-646B5E01CD8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C702C18-5290-593E-B24F-62926D7342B4}"/>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312A7DB7-61D1-5DF4-418C-97C4B9C6D96E}"/>
              </a:ext>
            </a:extLst>
          </p:cNvPr>
          <p:cNvSpPr txBox="1"/>
          <p:nvPr/>
        </p:nvSpPr>
        <p:spPr>
          <a:xfrm>
            <a:off x="3048000" y="-5063175"/>
            <a:ext cx="6096000" cy="16989266"/>
          </a:xfrm>
          <a:prstGeom prst="rect">
            <a:avLst/>
          </a:prstGeom>
          <a:noFill/>
        </p:spPr>
        <p:txBody>
          <a:bodyPr wrap="square">
            <a:spAutoFit/>
          </a:bodyPr>
          <a:lstStyle/>
          <a:p>
            <a:r>
              <a:rPr lang="en-NL" dirty="0"/>
              <a:t>and even for our real nonlinear data we will still be able to capture all </a:t>
            </a:r>
            <a:r>
              <a:rPr lang="en-NL" dirty="0" err="1"/>
              <a:t>dynamics?Honest</a:t>
            </a:r>
            <a:r>
              <a:rPr lang="en-NL" dirty="0"/>
              <a:t> answer: the model will remain able to represent all dynamics, but "capture" has two more conditions on real data, one universal and one specific to our fix — and there is one known collision we've deliberately left for a dedicated </a:t>
            </a:r>
            <a:r>
              <a:rPr lang="en-NL" dirty="0" err="1"/>
              <a:t>experiment.What</a:t>
            </a:r>
            <a:r>
              <a:rPr lang="en-NL" dirty="0"/>
              <a:t> is guaranteed: </a:t>
            </a:r>
            <a:r>
              <a:rPr lang="en-NL" dirty="0" err="1"/>
              <a:t>representabilityLayers</a:t>
            </a:r>
            <a:r>
              <a:rPr lang="en-NL" dirty="0"/>
              <a:t> 1+2 are estimator-side only. No dynamics class is forbidden, ever — that was the non-negotiable that killed the passivity/NI family. Whatever the real residual is (Coulomb, cogging, preload, unmodeled coupling), the ANN can express it. That part is safe by </a:t>
            </a:r>
            <a:r>
              <a:rPr lang="en-NL" dirty="0" err="1"/>
              <a:t>construction.Condition</a:t>
            </a:r>
            <a:r>
              <a:rPr lang="en-NL" dirty="0"/>
              <a:t> 1, universal and independent of our method: </a:t>
            </a:r>
            <a:r>
              <a:rPr lang="en-NL" dirty="0" err="1"/>
              <a:t>excitationNo</a:t>
            </a:r>
            <a:r>
              <a:rPr lang="en-NL" dirty="0"/>
              <a:t> method can learn dynamics the data doesn't excite. The real Telica data is fixed closed-loop logs; we cannot re-excite the machine. Content in genuinely unexcited directions is unlearnable from that data for any estimator — our penalty just makes the estimate in those directions explicitly minimum-norm instead of arbitrary. This is the limits doc's E1: class-free, but excitation-limited. "All dynamics" always meant "all dynamics the data carries information </a:t>
            </a:r>
            <a:r>
              <a:rPr lang="en-NL" dirty="0" err="1"/>
              <a:t>about."Condition</a:t>
            </a:r>
            <a:r>
              <a:rPr lang="en-NL" dirty="0"/>
              <a:t> 2, specific to Layer 2: the friction–DC </a:t>
            </a:r>
            <a:r>
              <a:rPr lang="en-NL" dirty="0" err="1"/>
              <a:t>collisionThis</a:t>
            </a:r>
            <a:r>
              <a:rPr lang="en-NL" dirty="0"/>
              <a:t> is the honest risk, documented since §5c and not yet resolved: real friction carries DC-like content, and Layer 2 pins DC-like directions. The concept's </a:t>
            </a:r>
            <a:r>
              <a:rPr lang="en-NL" dirty="0" err="1"/>
              <a:t>defense</a:t>
            </a:r>
            <a:r>
              <a:rPr lang="en-NL" dirty="0"/>
              <a:t> is that friction is velocity-dependent — under varied, direction-switching motion it produces informed, sign-alternating force content that the data defends, so the soft penalty vanishes there and only genuinely silent components get pinned. That argument is plausible and unproven, and d14 just taught us the loss-sensitivity structure is subtler than the concept assumed. Concretely where it can bite: data segments with monotone or one-directional motion, where Coulomb friction locally looks like a constant force — exactly the shape we pin. In that regime, an over-aggressive β or a badly derived cutoff would suppress real friction (the B1 bias-variance trade; the mistuning failure mode is explicitly on record).What stands between us and that failure1. The injected-friction experiment is the gate before real data (concept §9, the construction spec's Phase 3): inject known friction into the sim, train with Layer 2, and verify the ANN learns it while the drift stays pinned. If that discriminator fails, we do not proceed to real data with this configuration — that's precisely the test it exists for.2. The penalty is soft and the data wins where it pushes: informed content generates gradient against the penalty; only near-silent content yields.3. The documented fallback if the collision proves real: the grey-box route (§5d / Route A) — put a parametric friction structure (Coulomb/</a:t>
            </a:r>
            <a:r>
              <a:rPr lang="en-NL" dirty="0" err="1"/>
              <a:t>LuGre</a:t>
            </a:r>
            <a:r>
              <a:rPr lang="en-NL" dirty="0"/>
              <a:t>) into </a:t>
            </a:r>
            <a:r>
              <a:rPr lang="en-NL" dirty="0" err="1"/>
              <a:t>f_base</a:t>
            </a:r>
            <a:r>
              <a:rPr lang="en-NL" dirty="0"/>
              <a:t> so the physics carries the DC-prone part, and the </a:t>
            </a:r>
            <a:r>
              <a:rPr lang="en-NL" dirty="0" err="1"/>
              <a:t>ANN's</a:t>
            </a:r>
            <a:r>
              <a:rPr lang="en-NL" dirty="0"/>
              <a:t> residual is legitimately DC-free. That trades some model-class generality for a clean separation, and it stays on the shelf unless </a:t>
            </a:r>
            <a:r>
              <a:rPr lang="en-NL" dirty="0" err="1"/>
              <a:t>needed.So</a:t>
            </a:r>
            <a:r>
              <a:rPr lang="en-NL" dirty="0"/>
              <a:t> the truthful sentence is: on real data we keep full representability, we capture everything the excitation informs, and the single known threat to "capturing all dynamics" — friction content that mimics the pinned direction — has a pre-designed discriminating experiment before any real-data commitment, plus a documented fallback if it fails. What I won't claim is that the injected-friction gate is a formality; it's a genuine test, and it's the right order to run things in.</a:t>
            </a:r>
          </a:p>
        </p:txBody>
      </p:sp>
    </p:spTree>
    <p:extLst>
      <p:ext uri="{BB962C8B-B14F-4D97-AF65-F5344CB8AC3E}">
        <p14:creationId xmlns:p14="http://schemas.microsoft.com/office/powerpoint/2010/main" val="5257463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B8562-8571-971F-0FAC-4534712C8DE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222BD22-8971-0A1C-B728-D5FAAF65861F}"/>
              </a:ext>
            </a:extLst>
          </p:cNvPr>
          <p:cNvSpPr>
            <a:spLocks noGrp="1"/>
          </p:cNvSpPr>
          <p:nvPr>
            <p:ph idx="1"/>
          </p:nvPr>
        </p:nvSpPr>
        <p:spPr/>
        <p:txBody>
          <a:bodyPr/>
          <a:lstStyle/>
          <a:p>
            <a:r>
              <a:rPr lang="en-US" dirty="0"/>
              <a:t>Telica data</a:t>
            </a:r>
          </a:p>
          <a:p>
            <a:r>
              <a:rPr lang="en-US" dirty="0"/>
              <a:t>Closed-loop </a:t>
            </a:r>
            <a:r>
              <a:rPr lang="en-US" dirty="0" err="1"/>
              <a:t>runnen</a:t>
            </a:r>
            <a:endParaRPr lang="en-US" dirty="0"/>
          </a:p>
          <a:p>
            <a:r>
              <a:rPr lang="en-US" dirty="0"/>
              <a:t>Moet </a:t>
            </a:r>
            <a:r>
              <a:rPr lang="en-US" dirty="0" err="1"/>
              <a:t>snel</a:t>
            </a:r>
            <a:r>
              <a:rPr lang="en-US" dirty="0"/>
              <a:t> </a:t>
            </a:r>
            <a:r>
              <a:rPr lang="en-US" dirty="0" err="1"/>
              <a:t>kunnen</a:t>
            </a:r>
            <a:r>
              <a:rPr lang="en-US" dirty="0"/>
              <a:t> 2000 epochs of </a:t>
            </a:r>
            <a:r>
              <a:rPr lang="en-US" dirty="0" err="1"/>
              <a:t>meer</a:t>
            </a:r>
            <a:r>
              <a:rPr lang="en-US" dirty="0"/>
              <a:t>…?</a:t>
            </a:r>
            <a:endParaRPr lang="en-NL" dirty="0"/>
          </a:p>
        </p:txBody>
      </p:sp>
    </p:spTree>
    <p:extLst>
      <p:ext uri="{BB962C8B-B14F-4D97-AF65-F5344CB8AC3E}">
        <p14:creationId xmlns:p14="http://schemas.microsoft.com/office/powerpoint/2010/main" val="42393783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9EB7-23C6-800F-73CB-ECA374D7F3A1}"/>
              </a:ext>
            </a:extLst>
          </p:cNvPr>
          <p:cNvSpPr>
            <a:spLocks noGrp="1"/>
          </p:cNvSpPr>
          <p:nvPr>
            <p:ph type="title"/>
          </p:nvPr>
        </p:nvSpPr>
        <p:spPr/>
        <p:txBody>
          <a:bodyPr/>
          <a:lstStyle/>
          <a:p>
            <a:r>
              <a:rPr lang="en-US" dirty="0"/>
              <a:t>Orthogonality only Theta</a:t>
            </a:r>
            <a:endParaRPr lang="en-NL" dirty="0"/>
          </a:p>
        </p:txBody>
      </p:sp>
      <p:sp>
        <p:nvSpPr>
          <p:cNvPr id="3" name="Content Placeholder 2">
            <a:extLst>
              <a:ext uri="{FF2B5EF4-FFF2-40B4-BE49-F238E27FC236}">
                <a16:creationId xmlns:a16="http://schemas.microsoft.com/office/drawing/2014/main" id="{54F83B18-995B-2BAE-AA16-8BD1FEDCB030}"/>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7342837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3F39C-F67A-4576-349D-D7F964512A4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6202013-C5B3-B69B-33B4-1509B1313E89}"/>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111476B3-AE2B-6FEE-4A1F-BCBCFC4FF445}"/>
              </a:ext>
            </a:extLst>
          </p:cNvPr>
          <p:cNvSpPr txBox="1"/>
          <p:nvPr/>
        </p:nvSpPr>
        <p:spPr>
          <a:xfrm>
            <a:off x="3048000" y="1030801"/>
            <a:ext cx="6096000" cy="4801314"/>
          </a:xfrm>
          <a:prstGeom prst="rect">
            <a:avLst/>
          </a:prstGeom>
          <a:noFill/>
        </p:spPr>
        <p:txBody>
          <a:bodyPr wrap="square">
            <a:spAutoFit/>
          </a:bodyPr>
          <a:lstStyle/>
          <a:p>
            <a:r>
              <a:rPr lang="en-NL" dirty="0"/>
              <a:t>Three decisions I want your eyes on specifically:1. D7.5, </a:t>
            </a:r>
            <a:r>
              <a:rPr lang="en-NL" dirty="0" err="1"/>
              <a:t>theta_bar</a:t>
            </a:r>
            <a:r>
              <a:rPr lang="en-NL" dirty="0"/>
              <a:t> = the run's </a:t>
            </a:r>
            <a:r>
              <a:rPr lang="en-NL" dirty="0" err="1"/>
              <a:t>params_init</a:t>
            </a:r>
            <a:r>
              <a:rPr lang="en-NL" dirty="0"/>
              <a:t>, never the simulation truth. In the Stage C detuned-recovery test, the </a:t>
            </a:r>
            <a:r>
              <a:rPr lang="en-NL" dirty="0" err="1"/>
              <a:t>regularizer</a:t>
            </a:r>
            <a:r>
              <a:rPr lang="en-NL" dirty="0"/>
              <a:t> must be built from the experimenter's knowledge (the detuned </a:t>
            </a:r>
            <a:r>
              <a:rPr lang="en-NL" dirty="0" err="1"/>
              <a:t>init</a:t>
            </a:r>
            <a:r>
              <a:rPr lang="en-NL" dirty="0"/>
              <a:t>); building it at the true values would smuggle oracle information into the method and make the recovery result indefensible. This mirrors </a:t>
            </a:r>
            <a:r>
              <a:rPr lang="en-NL" dirty="0" err="1"/>
              <a:t>Gyorok's</a:t>
            </a:r>
            <a:r>
              <a:rPr lang="en-NL" dirty="0"/>
              <a:t> "theta_0 from datasheets."2. D7.6, loss scaling: the reference repo divides the penalty by batches-per-epoch; our Λ precedent adds per batch undivided. I follow our precedent (constant absorbed into the swept beta), which also means </a:t>
            </a:r>
            <a:r>
              <a:rPr lang="en-NL" dirty="0" err="1"/>
              <a:t>Gyorok's</a:t>
            </a:r>
            <a:r>
              <a:rPr lang="en-NL" dirty="0"/>
              <a:t> beta range is explicitly not transferable, only a bracket for the sweep.3. D7.1 placement in </a:t>
            </a:r>
            <a:r>
              <a:rPr lang="en-NL" dirty="0" err="1"/>
              <a:t>model_augmentation</a:t>
            </a:r>
            <a:r>
              <a:rPr lang="en-NL" dirty="0"/>
              <a:t>/ as an added file (vs keeping it in scripts/gantry/</a:t>
            </a:r>
            <a:r>
              <a:rPr lang="en-NL" dirty="0" err="1"/>
              <a:t>gantry_dynamic</a:t>
            </a:r>
            <a:r>
              <a:rPr lang="en-NL" dirty="0"/>
              <a:t>/). Rationale: it is generic augmentation machinery, and the added-file marker keeps ownership unambiguous per the CLAUDE.md tracking rules.</a:t>
            </a:r>
          </a:p>
        </p:txBody>
      </p:sp>
    </p:spTree>
    <p:extLst>
      <p:ext uri="{BB962C8B-B14F-4D97-AF65-F5344CB8AC3E}">
        <p14:creationId xmlns:p14="http://schemas.microsoft.com/office/powerpoint/2010/main" val="3560050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5314</TotalTime>
  <Words>11435</Words>
  <Application>Microsoft Office PowerPoint</Application>
  <PresentationFormat>Widescreen</PresentationFormat>
  <Paragraphs>243</Paragraphs>
  <Slides>63</Slides>
  <Notes>7</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Aptos</vt:lpstr>
      <vt:lpstr>Aptos Display</vt:lpstr>
      <vt:lpstr>Arial</vt:lpstr>
      <vt:lpstr>Wingdings</vt:lpstr>
      <vt:lpstr>Office Theme</vt:lpstr>
      <vt:lpstr>Meeting Week 24</vt:lpstr>
      <vt:lpstr>PowerPoint Presentation</vt:lpstr>
      <vt:lpstr>PowerPoint Presentation</vt:lpstr>
      <vt:lpstr>Initial problem</vt:lpstr>
      <vt:lpstr>PowerPoint Presentation</vt:lpstr>
      <vt:lpstr>PowerPoint Presentation</vt:lpstr>
      <vt:lpstr>Only theta routing not sufficient Model is coupled</vt:lpstr>
      <vt:lpstr>Drift with ANN</vt:lpstr>
      <vt:lpstr>Drift with ANN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issue:</vt:lpstr>
      <vt:lpstr>PowerPoint Presentation</vt:lpstr>
      <vt:lpstr>PowerPoint Presentation</vt:lpstr>
      <vt:lpstr>PowerPoint Presentation</vt:lpstr>
      <vt:lpstr>PowerPoint Presentation</vt:lpstr>
      <vt:lpstr>DC drift and Encoder issue?</vt:lpstr>
      <vt:lpstr>Plots roland</vt:lpstr>
      <vt:lpstr>PowerPoint Presentation</vt:lpstr>
      <vt:lpstr>PowerPoint Presentation</vt:lpstr>
      <vt:lpstr>PowerPoint Presentation</vt:lpstr>
      <vt:lpstr>PowerPoint Presentation</vt:lpstr>
      <vt:lpstr>Zero mean fix?</vt:lpstr>
      <vt:lpstr>Drift with ANN</vt:lpstr>
      <vt:lpstr>Drift with ANN</vt:lpstr>
      <vt:lpstr>Question</vt:lpstr>
      <vt:lpstr>New data</vt:lpstr>
      <vt:lpstr>PowerPoint Presentation</vt:lpstr>
      <vt:lpstr>PowerPoint Presentation</vt:lpstr>
      <vt:lpstr>PowerPoint Presentation</vt:lpstr>
      <vt:lpstr>Runtime Stride</vt:lpstr>
      <vt:lpstr>Real data – Parameter recovery</vt:lpstr>
      <vt:lpstr>PowerPoint Presentation</vt:lpstr>
      <vt:lpstr>PowerPoint Presentation</vt:lpstr>
      <vt:lpstr>Orthogonality</vt:lpstr>
      <vt:lpstr>Outline next week</vt:lpstr>
      <vt:lpstr>PowerPoint Presentation</vt:lpstr>
      <vt:lpstr>PowerPoint Presentation</vt:lpstr>
      <vt:lpstr>PowerPoint Presentation</vt:lpstr>
      <vt:lpstr>Routing S</vt:lpstr>
      <vt:lpstr>Unexcited null-direction</vt:lpstr>
      <vt:lpstr>Orthogonality</vt:lpstr>
      <vt:lpstr>PowerPoint Presentation</vt:lpstr>
      <vt:lpstr>PowerPoint Presentation</vt:lpstr>
      <vt:lpstr>PowerPoint Presentation</vt:lpstr>
      <vt:lpstr>Coulomb friction does not solve the issue?</vt:lpstr>
      <vt:lpstr>Dissipativite force</vt:lpstr>
      <vt:lpstr>PowerPoint Presentation</vt:lpstr>
      <vt:lpstr>port-Hamiltonian construction</vt:lpstr>
      <vt:lpstr>PowerPoint Presentation</vt:lpstr>
      <vt:lpstr>Closed-loop alternative </vt:lpstr>
      <vt:lpstr>PowerPoint Presentation</vt:lpstr>
      <vt:lpstr>PowerPoint Presentation</vt:lpstr>
      <vt:lpstr>PowerPoint Presentation</vt:lpstr>
      <vt:lpstr>PowerPoint Presentation</vt:lpstr>
      <vt:lpstr>Orthogonality only Theta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2026-07-09T17:10:17Z</dcterms:created>
  <dcterms:modified xsi:type="dcterms:W3CDTF">2026-07-14T09:40:36Z</dcterms:modified>
</cp:coreProperties>
</file>