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81" r:id="rId2"/>
    <p:sldId id="500" r:id="rId3"/>
    <p:sldId id="533" r:id="rId4"/>
    <p:sldId id="490" r:id="rId5"/>
    <p:sldId id="528" r:id="rId6"/>
    <p:sldId id="527" r:id="rId7"/>
    <p:sldId id="519" r:id="rId8"/>
    <p:sldId id="523" r:id="rId9"/>
    <p:sldId id="524" r:id="rId10"/>
    <p:sldId id="532" r:id="rId11"/>
    <p:sldId id="548" r:id="rId12"/>
    <p:sldId id="549" r:id="rId13"/>
    <p:sldId id="551" r:id="rId14"/>
    <p:sldId id="522" r:id="rId15"/>
    <p:sldId id="554" r:id="rId16"/>
    <p:sldId id="521" r:id="rId17"/>
    <p:sldId id="525" r:id="rId18"/>
    <p:sldId id="526" r:id="rId19"/>
    <p:sldId id="553" r:id="rId20"/>
    <p:sldId id="555" r:id="rId21"/>
    <p:sldId id="556" r:id="rId22"/>
    <p:sldId id="499" r:id="rId23"/>
    <p:sldId id="498" r:id="rId24"/>
    <p:sldId id="256" r:id="rId25"/>
    <p:sldId id="273" r:id="rId26"/>
    <p:sldId id="275" r:id="rId27"/>
    <p:sldId id="559" r:id="rId28"/>
    <p:sldId id="557" r:id="rId29"/>
    <p:sldId id="558" r:id="rId30"/>
    <p:sldId id="560" r:id="rId31"/>
    <p:sldId id="561" r:id="rId32"/>
    <p:sldId id="562" r:id="rId33"/>
    <p:sldId id="570" r:id="rId34"/>
    <p:sldId id="572" r:id="rId35"/>
    <p:sldId id="573" r:id="rId36"/>
    <p:sldId id="564" r:id="rId37"/>
    <p:sldId id="565" r:id="rId38"/>
    <p:sldId id="566" r:id="rId39"/>
    <p:sldId id="567" r:id="rId40"/>
    <p:sldId id="568" r:id="rId41"/>
    <p:sldId id="277" r:id="rId42"/>
    <p:sldId id="569" r:id="rId43"/>
    <p:sldId id="563" r:id="rId44"/>
    <p:sldId id="276" r:id="rId45"/>
    <p:sldId id="274" r:id="rId46"/>
    <p:sldId id="279" r:id="rId47"/>
    <p:sldId id="280" r:id="rId48"/>
    <p:sldId id="278" r:id="rId49"/>
    <p:sldId id="257" r:id="rId50"/>
    <p:sldId id="258" r:id="rId51"/>
    <p:sldId id="259" r:id="rId52"/>
    <p:sldId id="260" r:id="rId53"/>
    <p:sldId id="261" r:id="rId54"/>
    <p:sldId id="262" r:id="rId55"/>
    <p:sldId id="263" r:id="rId56"/>
    <p:sldId id="264" r:id="rId57"/>
    <p:sldId id="265" r:id="rId58"/>
    <p:sldId id="266" r:id="rId59"/>
    <p:sldId id="267" r:id="rId60"/>
    <p:sldId id="268" r:id="rId61"/>
    <p:sldId id="269" r:id="rId62"/>
    <p:sldId id="270" r:id="rId63"/>
    <p:sldId id="271" r:id="rId64"/>
    <p:sldId id="272" r:id="rId6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custSel addSld modSld sldOrd">
      <pc:chgData name="Berg, Dirk van den" userId="035ecb32-01d9-4b47-a105-eacf059a4647" providerId="ADAL" clId="{F7FF961E-CF96-44AC-93C2-93612F62D46D}" dt="2026-07-28T12:38:43.476" v="50" actId="478"/>
      <pc:docMkLst>
        <pc:docMk/>
      </pc:docMkLst>
      <pc:sldChg chg="modSp">
        <pc:chgData name="Berg, Dirk van den" userId="035ecb32-01d9-4b47-a105-eacf059a4647" providerId="ADAL" clId="{F7FF961E-CF96-44AC-93C2-93612F62D46D}" dt="2026-07-26T15:58:28.193" v="0"/>
        <pc:sldMkLst>
          <pc:docMk/>
          <pc:sldMk cId="3474350549" sldId="264"/>
        </pc:sldMkLst>
        <pc:spChg chg="mod">
          <ac:chgData name="Berg, Dirk van den" userId="035ecb32-01d9-4b47-a105-eacf059a4647" providerId="ADAL" clId="{F7FF961E-CF96-44AC-93C2-93612F62D46D}" dt="2026-07-26T15:58:28.193" v="0"/>
          <ac:spMkLst>
            <pc:docMk/>
            <pc:sldMk cId="3474350549" sldId="264"/>
            <ac:spMk id="3" creationId="{E6D306B8-F687-2903-B0DC-F39989D19565}"/>
          </ac:spMkLst>
        </pc:spChg>
      </pc:sldChg>
      <pc:sldChg chg="modSp">
        <pc:chgData name="Berg, Dirk van den" userId="035ecb32-01d9-4b47-a105-eacf059a4647" providerId="ADAL" clId="{F7FF961E-CF96-44AC-93C2-93612F62D46D}" dt="2026-07-26T17:06:48.977" v="1"/>
        <pc:sldMkLst>
          <pc:docMk/>
          <pc:sldMk cId="2229779543" sldId="265"/>
        </pc:sldMkLst>
        <pc:spChg chg="mod">
          <ac:chgData name="Berg, Dirk van den" userId="035ecb32-01d9-4b47-a105-eacf059a4647" providerId="ADAL" clId="{F7FF961E-CF96-44AC-93C2-93612F62D46D}" dt="2026-07-26T17:06:48.977" v="1"/>
          <ac:spMkLst>
            <pc:docMk/>
            <pc:sldMk cId="2229779543" sldId="265"/>
            <ac:spMk id="3" creationId="{A2B8353B-6BB6-744F-B580-01002D8F68F4}"/>
          </ac:spMkLst>
        </pc:spChg>
      </pc:sldChg>
      <pc:sldChg chg="modSp">
        <pc:chgData name="Berg, Dirk van den" userId="035ecb32-01d9-4b47-a105-eacf059a4647" providerId="ADAL" clId="{F7FF961E-CF96-44AC-93C2-93612F62D46D}" dt="2026-07-26T17:19:59.380" v="2"/>
        <pc:sldMkLst>
          <pc:docMk/>
          <pc:sldMk cId="2301037743" sldId="266"/>
        </pc:sldMkLst>
        <pc:spChg chg="mod">
          <ac:chgData name="Berg, Dirk van den" userId="035ecb32-01d9-4b47-a105-eacf059a4647" providerId="ADAL" clId="{F7FF961E-CF96-44AC-93C2-93612F62D46D}" dt="2026-07-26T17:19:59.380" v="2"/>
          <ac:spMkLst>
            <pc:docMk/>
            <pc:sldMk cId="2301037743" sldId="266"/>
            <ac:spMk id="3" creationId="{A4ECC2EE-E04F-9AE9-C27A-F241BB0021F0}"/>
          </ac:spMkLst>
        </pc:spChg>
      </pc:sldChg>
      <pc:sldChg chg="modSp">
        <pc:chgData name="Berg, Dirk van den" userId="035ecb32-01d9-4b47-a105-eacf059a4647" providerId="ADAL" clId="{F7FF961E-CF96-44AC-93C2-93612F62D46D}" dt="2026-07-26T20:19:08.346" v="3"/>
        <pc:sldMkLst>
          <pc:docMk/>
          <pc:sldMk cId="2030926590" sldId="270"/>
        </pc:sldMkLst>
        <pc:spChg chg="mod">
          <ac:chgData name="Berg, Dirk van den" userId="035ecb32-01d9-4b47-a105-eacf059a4647" providerId="ADAL" clId="{F7FF961E-CF96-44AC-93C2-93612F62D46D}" dt="2026-07-26T20:19:08.346" v="3"/>
          <ac:spMkLst>
            <pc:docMk/>
            <pc:sldMk cId="2030926590" sldId="270"/>
            <ac:spMk id="3" creationId="{7FDA276A-1A4C-0773-4722-4F53272A727F}"/>
          </ac:spMkLst>
        </pc:spChg>
      </pc:sldChg>
      <pc:sldChg chg="modSp">
        <pc:chgData name="Berg, Dirk van den" userId="035ecb32-01d9-4b47-a105-eacf059a4647" providerId="ADAL" clId="{F7FF961E-CF96-44AC-93C2-93612F62D46D}" dt="2026-07-27T07:18:50.798" v="4"/>
        <pc:sldMkLst>
          <pc:docMk/>
          <pc:sldMk cId="4070395963" sldId="271"/>
        </pc:sldMkLst>
        <pc:spChg chg="mod">
          <ac:chgData name="Berg, Dirk van den" userId="035ecb32-01d9-4b47-a105-eacf059a4647" providerId="ADAL" clId="{F7FF961E-CF96-44AC-93C2-93612F62D46D}" dt="2026-07-27T07:18:50.798" v="4"/>
          <ac:spMkLst>
            <pc:docMk/>
            <pc:sldMk cId="4070395963" sldId="271"/>
            <ac:spMk id="3" creationId="{44122672-C484-9036-5F2C-BC8FF71D7F24}"/>
          </ac:spMkLst>
        </pc:spChg>
      </pc:sldChg>
      <pc:sldChg chg="addSp modSp ord">
        <pc:chgData name="Berg, Dirk van den" userId="035ecb32-01d9-4b47-a105-eacf059a4647" providerId="ADAL" clId="{F7FF961E-CF96-44AC-93C2-93612F62D46D}" dt="2026-07-27T11:05:24.865" v="19"/>
        <pc:sldMkLst>
          <pc:docMk/>
          <pc:sldMk cId="1117149007" sldId="273"/>
        </pc:sldMkLst>
        <pc:picChg chg="add mod">
          <ac:chgData name="Berg, Dirk van den" userId="035ecb32-01d9-4b47-a105-eacf059a4647" providerId="ADAL" clId="{F7FF961E-CF96-44AC-93C2-93612F62D46D}" dt="2026-07-27T11:05:24.865" v="19"/>
          <ac:picMkLst>
            <pc:docMk/>
            <pc:sldMk cId="1117149007" sldId="273"/>
            <ac:picMk id="4" creationId="{7CD112C6-0B31-5DEC-7739-CDDEF341AA34}"/>
          </ac:picMkLst>
        </pc:picChg>
      </pc:sldChg>
      <pc:sldChg chg="addSp delSp modSp ord">
        <pc:chgData name="Berg, Dirk van den" userId="035ecb32-01d9-4b47-a105-eacf059a4647" providerId="ADAL" clId="{F7FF961E-CF96-44AC-93C2-93612F62D46D}" dt="2026-07-27T11:05:06.393" v="17"/>
        <pc:sldMkLst>
          <pc:docMk/>
          <pc:sldMk cId="3906183548" sldId="275"/>
        </pc:sldMkLst>
        <pc:spChg chg="del">
          <ac:chgData name="Berg, Dirk van den" userId="035ecb32-01d9-4b47-a105-eacf059a4647" providerId="ADAL" clId="{F7FF961E-CF96-44AC-93C2-93612F62D46D}" dt="2026-07-27T08:11:15.877" v="5"/>
          <ac:spMkLst>
            <pc:docMk/>
            <pc:sldMk cId="3906183548" sldId="275"/>
            <ac:spMk id="3" creationId="{85FC388A-FB70-7F45-C993-6BF5E9867FB5}"/>
          </ac:spMkLst>
        </pc:spChg>
        <pc:picChg chg="add mod">
          <ac:chgData name="Berg, Dirk van den" userId="035ecb32-01d9-4b47-a105-eacf059a4647" providerId="ADAL" clId="{F7FF961E-CF96-44AC-93C2-93612F62D46D}" dt="2026-07-27T08:11:15.877" v="5"/>
          <ac:picMkLst>
            <pc:docMk/>
            <pc:sldMk cId="3906183548" sldId="275"/>
            <ac:picMk id="5" creationId="{6CA124A6-1344-2E99-9306-CE5854072477}"/>
          </ac:picMkLst>
        </pc:picChg>
        <pc:picChg chg="add">
          <ac:chgData name="Berg, Dirk van den" userId="035ecb32-01d9-4b47-a105-eacf059a4647" providerId="ADAL" clId="{F7FF961E-CF96-44AC-93C2-93612F62D46D}" dt="2026-07-27T08:11:40.888" v="6"/>
          <ac:picMkLst>
            <pc:docMk/>
            <pc:sldMk cId="3906183548" sldId="275"/>
            <ac:picMk id="7" creationId="{5986604F-5BF0-40F9-B050-FDB99AF934EC}"/>
          </ac:picMkLst>
        </pc:picChg>
      </pc:sldChg>
      <pc:sldChg chg="modSp">
        <pc:chgData name="Berg, Dirk van den" userId="035ecb32-01d9-4b47-a105-eacf059a4647" providerId="ADAL" clId="{F7FF961E-CF96-44AC-93C2-93612F62D46D}" dt="2026-07-27T08:53:34.994" v="8"/>
        <pc:sldMkLst>
          <pc:docMk/>
          <pc:sldMk cId="234902307" sldId="276"/>
        </pc:sldMkLst>
        <pc:spChg chg="mod">
          <ac:chgData name="Berg, Dirk van den" userId="035ecb32-01d9-4b47-a105-eacf059a4647" providerId="ADAL" clId="{F7FF961E-CF96-44AC-93C2-93612F62D46D}" dt="2026-07-27T08:53:34.994" v="8"/>
          <ac:spMkLst>
            <pc:docMk/>
            <pc:sldMk cId="234902307" sldId="276"/>
            <ac:spMk id="3" creationId="{ADB366C3-5BB7-18DA-E2E6-D425B787D0DF}"/>
          </ac:spMkLst>
        </pc:spChg>
      </pc:sldChg>
      <pc:sldChg chg="ord">
        <pc:chgData name="Berg, Dirk van den" userId="035ecb32-01d9-4b47-a105-eacf059a4647" providerId="ADAL" clId="{F7FF961E-CF96-44AC-93C2-93612F62D46D}" dt="2026-07-27T11:23:52.934" v="33"/>
        <pc:sldMkLst>
          <pc:docMk/>
          <pc:sldMk cId="3291243368" sldId="277"/>
        </pc:sldMkLst>
      </pc:sldChg>
      <pc:sldChg chg="modSp">
        <pc:chgData name="Berg, Dirk van den" userId="035ecb32-01d9-4b47-a105-eacf059a4647" providerId="ADAL" clId="{F7FF961E-CF96-44AC-93C2-93612F62D46D}" dt="2026-07-27T09:14:03.587" v="11"/>
        <pc:sldMkLst>
          <pc:docMk/>
          <pc:sldMk cId="434498793" sldId="279"/>
        </pc:sldMkLst>
        <pc:spChg chg="mod">
          <ac:chgData name="Berg, Dirk van den" userId="035ecb32-01d9-4b47-a105-eacf059a4647" providerId="ADAL" clId="{F7FF961E-CF96-44AC-93C2-93612F62D46D}" dt="2026-07-27T09:14:03.587" v="11"/>
          <ac:spMkLst>
            <pc:docMk/>
            <pc:sldMk cId="434498793" sldId="279"/>
            <ac:spMk id="2" creationId="{89978A62-5744-D042-FA64-F7C233FB2DC4}"/>
          </ac:spMkLst>
        </pc:spChg>
        <pc:spChg chg="mod">
          <ac:chgData name="Berg, Dirk van den" userId="035ecb32-01d9-4b47-a105-eacf059a4647" providerId="ADAL" clId="{F7FF961E-CF96-44AC-93C2-93612F62D46D}" dt="2026-07-27T09:13:59.409" v="10"/>
          <ac:spMkLst>
            <pc:docMk/>
            <pc:sldMk cId="434498793" sldId="279"/>
            <ac:spMk id="3" creationId="{53774252-AC89-C787-C153-86D8C48F4C1A}"/>
          </ac:spMkLst>
        </pc:spChg>
      </pc:sldChg>
      <pc:sldChg chg="add">
        <pc:chgData name="Berg, Dirk van den" userId="035ecb32-01d9-4b47-a105-eacf059a4647" providerId="ADAL" clId="{F7FF961E-CF96-44AC-93C2-93612F62D46D}" dt="2026-07-27T10:52:16.872" v="12"/>
        <pc:sldMkLst>
          <pc:docMk/>
          <pc:sldMk cId="3353821366" sldId="281"/>
        </pc:sldMkLst>
      </pc:sldChg>
      <pc:sldChg chg="add">
        <pc:chgData name="Berg, Dirk van den" userId="035ecb32-01d9-4b47-a105-eacf059a4647" providerId="ADAL" clId="{F7FF961E-CF96-44AC-93C2-93612F62D46D}" dt="2026-07-27T10:52:32.525" v="13"/>
        <pc:sldMkLst>
          <pc:docMk/>
          <pc:sldMk cId="1954554956" sldId="490"/>
        </pc:sldMkLst>
      </pc:sldChg>
      <pc:sldChg chg="add">
        <pc:chgData name="Berg, Dirk van den" userId="035ecb32-01d9-4b47-a105-eacf059a4647" providerId="ADAL" clId="{F7FF961E-CF96-44AC-93C2-93612F62D46D}" dt="2026-07-27T10:55:45.417" v="16"/>
        <pc:sldMkLst>
          <pc:docMk/>
          <pc:sldMk cId="3575875465" sldId="498"/>
        </pc:sldMkLst>
      </pc:sldChg>
      <pc:sldChg chg="add">
        <pc:chgData name="Berg, Dirk van den" userId="035ecb32-01d9-4b47-a105-eacf059a4647" providerId="ADAL" clId="{F7FF961E-CF96-44AC-93C2-93612F62D46D}" dt="2026-07-27T10:55:45.417" v="16"/>
        <pc:sldMkLst>
          <pc:docMk/>
          <pc:sldMk cId="1994623342" sldId="499"/>
        </pc:sldMkLst>
      </pc:sldChg>
      <pc:sldChg chg="add">
        <pc:chgData name="Berg, Dirk van den" userId="035ecb32-01d9-4b47-a105-eacf059a4647" providerId="ADAL" clId="{F7FF961E-CF96-44AC-93C2-93612F62D46D}" dt="2026-07-27T10:52:16.872" v="12"/>
        <pc:sldMkLst>
          <pc:docMk/>
          <pc:sldMk cId="2870383988" sldId="500"/>
        </pc:sldMkLst>
      </pc:sldChg>
      <pc:sldChg chg="add">
        <pc:chgData name="Berg, Dirk van den" userId="035ecb32-01d9-4b47-a105-eacf059a4647" providerId="ADAL" clId="{F7FF961E-CF96-44AC-93C2-93612F62D46D}" dt="2026-07-27T10:53:31.410" v="14"/>
        <pc:sldMkLst>
          <pc:docMk/>
          <pc:sldMk cId="2015213794" sldId="519"/>
        </pc:sldMkLst>
      </pc:sldChg>
      <pc:sldChg chg="add">
        <pc:chgData name="Berg, Dirk van den" userId="035ecb32-01d9-4b47-a105-eacf059a4647" providerId="ADAL" clId="{F7FF961E-CF96-44AC-93C2-93612F62D46D}" dt="2026-07-27T10:53:31.410" v="14"/>
        <pc:sldMkLst>
          <pc:docMk/>
          <pc:sldMk cId="1591776639" sldId="521"/>
        </pc:sldMkLst>
      </pc:sldChg>
      <pc:sldChg chg="add">
        <pc:chgData name="Berg, Dirk van den" userId="035ecb32-01d9-4b47-a105-eacf059a4647" providerId="ADAL" clId="{F7FF961E-CF96-44AC-93C2-93612F62D46D}" dt="2026-07-27T10:53:31.410" v="14"/>
        <pc:sldMkLst>
          <pc:docMk/>
          <pc:sldMk cId="3485612497" sldId="522"/>
        </pc:sldMkLst>
      </pc:sldChg>
      <pc:sldChg chg="add">
        <pc:chgData name="Berg, Dirk van den" userId="035ecb32-01d9-4b47-a105-eacf059a4647" providerId="ADAL" clId="{F7FF961E-CF96-44AC-93C2-93612F62D46D}" dt="2026-07-27T10:53:31.410" v="14"/>
        <pc:sldMkLst>
          <pc:docMk/>
          <pc:sldMk cId="1091783874" sldId="523"/>
        </pc:sldMkLst>
      </pc:sldChg>
      <pc:sldChg chg="add">
        <pc:chgData name="Berg, Dirk van den" userId="035ecb32-01d9-4b47-a105-eacf059a4647" providerId="ADAL" clId="{F7FF961E-CF96-44AC-93C2-93612F62D46D}" dt="2026-07-27T10:53:31.410" v="14"/>
        <pc:sldMkLst>
          <pc:docMk/>
          <pc:sldMk cId="759864762" sldId="524"/>
        </pc:sldMkLst>
      </pc:sldChg>
      <pc:sldChg chg="add">
        <pc:chgData name="Berg, Dirk van den" userId="035ecb32-01d9-4b47-a105-eacf059a4647" providerId="ADAL" clId="{F7FF961E-CF96-44AC-93C2-93612F62D46D}" dt="2026-07-27T10:53:31.410" v="14"/>
        <pc:sldMkLst>
          <pc:docMk/>
          <pc:sldMk cId="230696571" sldId="525"/>
        </pc:sldMkLst>
      </pc:sldChg>
      <pc:sldChg chg="add">
        <pc:chgData name="Berg, Dirk van den" userId="035ecb32-01d9-4b47-a105-eacf059a4647" providerId="ADAL" clId="{F7FF961E-CF96-44AC-93C2-93612F62D46D}" dt="2026-07-27T10:53:31.410" v="14"/>
        <pc:sldMkLst>
          <pc:docMk/>
          <pc:sldMk cId="317071242" sldId="526"/>
        </pc:sldMkLst>
      </pc:sldChg>
      <pc:sldChg chg="add">
        <pc:chgData name="Berg, Dirk van den" userId="035ecb32-01d9-4b47-a105-eacf059a4647" providerId="ADAL" clId="{F7FF961E-CF96-44AC-93C2-93612F62D46D}" dt="2026-07-27T10:53:31.410" v="14"/>
        <pc:sldMkLst>
          <pc:docMk/>
          <pc:sldMk cId="1468910438" sldId="527"/>
        </pc:sldMkLst>
      </pc:sldChg>
      <pc:sldChg chg="add">
        <pc:chgData name="Berg, Dirk van den" userId="035ecb32-01d9-4b47-a105-eacf059a4647" providerId="ADAL" clId="{F7FF961E-CF96-44AC-93C2-93612F62D46D}" dt="2026-07-27T10:53:31.410" v="14"/>
        <pc:sldMkLst>
          <pc:docMk/>
          <pc:sldMk cId="2634551995" sldId="528"/>
        </pc:sldMkLst>
      </pc:sldChg>
      <pc:sldChg chg="add">
        <pc:chgData name="Berg, Dirk van den" userId="035ecb32-01d9-4b47-a105-eacf059a4647" providerId="ADAL" clId="{F7FF961E-CF96-44AC-93C2-93612F62D46D}" dt="2026-07-27T10:53:31.410" v="14"/>
        <pc:sldMkLst>
          <pc:docMk/>
          <pc:sldMk cId="1547116052" sldId="532"/>
        </pc:sldMkLst>
      </pc:sldChg>
      <pc:sldChg chg="add">
        <pc:chgData name="Berg, Dirk van den" userId="035ecb32-01d9-4b47-a105-eacf059a4647" providerId="ADAL" clId="{F7FF961E-CF96-44AC-93C2-93612F62D46D}" dt="2026-07-27T10:52:16.872" v="12"/>
        <pc:sldMkLst>
          <pc:docMk/>
          <pc:sldMk cId="2897838017" sldId="533"/>
        </pc:sldMkLst>
      </pc:sldChg>
      <pc:sldChg chg="add">
        <pc:chgData name="Berg, Dirk van den" userId="035ecb32-01d9-4b47-a105-eacf059a4647" providerId="ADAL" clId="{F7FF961E-CF96-44AC-93C2-93612F62D46D}" dt="2026-07-27T10:53:31.410" v="14"/>
        <pc:sldMkLst>
          <pc:docMk/>
          <pc:sldMk cId="1189821286" sldId="548"/>
        </pc:sldMkLst>
      </pc:sldChg>
      <pc:sldChg chg="add">
        <pc:chgData name="Berg, Dirk van den" userId="035ecb32-01d9-4b47-a105-eacf059a4647" providerId="ADAL" clId="{F7FF961E-CF96-44AC-93C2-93612F62D46D}" dt="2026-07-27T10:53:31.410" v="14"/>
        <pc:sldMkLst>
          <pc:docMk/>
          <pc:sldMk cId="3111693306" sldId="549"/>
        </pc:sldMkLst>
      </pc:sldChg>
      <pc:sldChg chg="add">
        <pc:chgData name="Berg, Dirk van den" userId="035ecb32-01d9-4b47-a105-eacf059a4647" providerId="ADAL" clId="{F7FF961E-CF96-44AC-93C2-93612F62D46D}" dt="2026-07-27T10:53:31.410" v="14"/>
        <pc:sldMkLst>
          <pc:docMk/>
          <pc:sldMk cId="2437670174" sldId="550"/>
        </pc:sldMkLst>
      </pc:sldChg>
      <pc:sldChg chg="add">
        <pc:chgData name="Berg, Dirk van den" userId="035ecb32-01d9-4b47-a105-eacf059a4647" providerId="ADAL" clId="{F7FF961E-CF96-44AC-93C2-93612F62D46D}" dt="2026-07-27T10:53:31.410" v="14"/>
        <pc:sldMkLst>
          <pc:docMk/>
          <pc:sldMk cId="1338525682" sldId="551"/>
        </pc:sldMkLst>
      </pc:sldChg>
      <pc:sldChg chg="add">
        <pc:chgData name="Berg, Dirk van den" userId="035ecb32-01d9-4b47-a105-eacf059a4647" providerId="ADAL" clId="{F7FF961E-CF96-44AC-93C2-93612F62D46D}" dt="2026-07-27T10:53:31.410" v="14"/>
        <pc:sldMkLst>
          <pc:docMk/>
          <pc:sldMk cId="2952552767" sldId="553"/>
        </pc:sldMkLst>
      </pc:sldChg>
      <pc:sldChg chg="add">
        <pc:chgData name="Berg, Dirk van den" userId="035ecb32-01d9-4b47-a105-eacf059a4647" providerId="ADAL" clId="{F7FF961E-CF96-44AC-93C2-93612F62D46D}" dt="2026-07-27T10:53:31.410" v="14"/>
        <pc:sldMkLst>
          <pc:docMk/>
          <pc:sldMk cId="3225033071" sldId="554"/>
        </pc:sldMkLst>
      </pc:sldChg>
      <pc:sldChg chg="add">
        <pc:chgData name="Berg, Dirk van den" userId="035ecb32-01d9-4b47-a105-eacf059a4647" providerId="ADAL" clId="{F7FF961E-CF96-44AC-93C2-93612F62D46D}" dt="2026-07-27T10:55:12.889" v="15"/>
        <pc:sldMkLst>
          <pc:docMk/>
          <pc:sldMk cId="1231481927" sldId="555"/>
        </pc:sldMkLst>
      </pc:sldChg>
      <pc:sldChg chg="add">
        <pc:chgData name="Berg, Dirk van den" userId="035ecb32-01d9-4b47-a105-eacf059a4647" providerId="ADAL" clId="{F7FF961E-CF96-44AC-93C2-93612F62D46D}" dt="2026-07-27T10:55:12.889" v="15"/>
        <pc:sldMkLst>
          <pc:docMk/>
          <pc:sldMk cId="1046019709" sldId="556"/>
        </pc:sldMkLst>
      </pc:sldChg>
      <pc:sldChg chg="addSp delSp modSp">
        <pc:chgData name="Berg, Dirk van den" userId="035ecb32-01d9-4b47-a105-eacf059a4647" providerId="ADAL" clId="{F7FF961E-CF96-44AC-93C2-93612F62D46D}" dt="2026-07-27T11:06:12.795" v="21"/>
        <pc:sldMkLst>
          <pc:docMk/>
          <pc:sldMk cId="2767120911" sldId="557"/>
        </pc:sldMkLst>
        <pc:spChg chg="del">
          <ac:chgData name="Berg, Dirk van den" userId="035ecb32-01d9-4b47-a105-eacf059a4647" providerId="ADAL" clId="{F7FF961E-CF96-44AC-93C2-93612F62D46D}" dt="2026-07-27T11:06:12.795" v="21"/>
          <ac:spMkLst>
            <pc:docMk/>
            <pc:sldMk cId="2767120911" sldId="557"/>
            <ac:spMk id="3" creationId="{C83ED928-B249-804B-08A4-050D7C0C4085}"/>
          </ac:spMkLst>
        </pc:spChg>
        <pc:picChg chg="add mod">
          <ac:chgData name="Berg, Dirk van den" userId="035ecb32-01d9-4b47-a105-eacf059a4647" providerId="ADAL" clId="{F7FF961E-CF96-44AC-93C2-93612F62D46D}" dt="2026-07-27T11:06:12.795" v="21"/>
          <ac:picMkLst>
            <pc:docMk/>
            <pc:sldMk cId="2767120911" sldId="557"/>
            <ac:picMk id="5" creationId="{2D8403C0-DBA1-805A-E00D-3FD58807950C}"/>
          </ac:picMkLst>
        </pc:picChg>
      </pc:sldChg>
      <pc:sldChg chg="addSp delSp modSp">
        <pc:chgData name="Berg, Dirk van den" userId="035ecb32-01d9-4b47-a105-eacf059a4647" providerId="ADAL" clId="{F7FF961E-CF96-44AC-93C2-93612F62D46D}" dt="2026-07-27T11:06:52.980" v="22"/>
        <pc:sldMkLst>
          <pc:docMk/>
          <pc:sldMk cId="541708217" sldId="558"/>
        </pc:sldMkLst>
        <pc:spChg chg="del">
          <ac:chgData name="Berg, Dirk van den" userId="035ecb32-01d9-4b47-a105-eacf059a4647" providerId="ADAL" clId="{F7FF961E-CF96-44AC-93C2-93612F62D46D}" dt="2026-07-27T11:06:52.980" v="22"/>
          <ac:spMkLst>
            <pc:docMk/>
            <pc:sldMk cId="541708217" sldId="558"/>
            <ac:spMk id="3" creationId="{52D9675C-4D22-D3D2-2B45-145718180E21}"/>
          </ac:spMkLst>
        </pc:spChg>
        <pc:picChg chg="add mod">
          <ac:chgData name="Berg, Dirk van den" userId="035ecb32-01d9-4b47-a105-eacf059a4647" providerId="ADAL" clId="{F7FF961E-CF96-44AC-93C2-93612F62D46D}" dt="2026-07-27T11:06:52.980" v="22"/>
          <ac:picMkLst>
            <pc:docMk/>
            <pc:sldMk cId="541708217" sldId="558"/>
            <ac:picMk id="5" creationId="{D1D034B3-B46A-9BF5-15C2-0F3B4F12575D}"/>
          </ac:picMkLst>
        </pc:picChg>
      </pc:sldChg>
      <pc:sldChg chg="addSp delSp modSp">
        <pc:chgData name="Berg, Dirk van den" userId="035ecb32-01d9-4b47-a105-eacf059a4647" providerId="ADAL" clId="{F7FF961E-CF96-44AC-93C2-93612F62D46D}" dt="2026-07-27T11:05:50.830" v="20"/>
        <pc:sldMkLst>
          <pc:docMk/>
          <pc:sldMk cId="1781459241" sldId="559"/>
        </pc:sldMkLst>
        <pc:spChg chg="del">
          <ac:chgData name="Berg, Dirk van den" userId="035ecb32-01d9-4b47-a105-eacf059a4647" providerId="ADAL" clId="{F7FF961E-CF96-44AC-93C2-93612F62D46D}" dt="2026-07-27T11:05:50.830" v="20"/>
          <ac:spMkLst>
            <pc:docMk/>
            <pc:sldMk cId="1781459241" sldId="559"/>
            <ac:spMk id="3" creationId="{3BE1828E-3557-44BB-D36F-D678C0C94461}"/>
          </ac:spMkLst>
        </pc:spChg>
        <pc:picChg chg="add mod">
          <ac:chgData name="Berg, Dirk van den" userId="035ecb32-01d9-4b47-a105-eacf059a4647" providerId="ADAL" clId="{F7FF961E-CF96-44AC-93C2-93612F62D46D}" dt="2026-07-27T11:05:50.830" v="20"/>
          <ac:picMkLst>
            <pc:docMk/>
            <pc:sldMk cId="1781459241" sldId="559"/>
            <ac:picMk id="5" creationId="{648F695B-424B-3A99-94DF-7E8236ADE314}"/>
          </ac:picMkLst>
        </pc:picChg>
      </pc:sldChg>
      <pc:sldChg chg="addSp delSp modSp">
        <pc:chgData name="Berg, Dirk van den" userId="035ecb32-01d9-4b47-a105-eacf059a4647" providerId="ADAL" clId="{F7FF961E-CF96-44AC-93C2-93612F62D46D}" dt="2026-07-27T11:07:11.340" v="23"/>
        <pc:sldMkLst>
          <pc:docMk/>
          <pc:sldMk cId="3693381828" sldId="560"/>
        </pc:sldMkLst>
        <pc:spChg chg="del">
          <ac:chgData name="Berg, Dirk van den" userId="035ecb32-01d9-4b47-a105-eacf059a4647" providerId="ADAL" clId="{F7FF961E-CF96-44AC-93C2-93612F62D46D}" dt="2026-07-27T11:07:11.340" v="23"/>
          <ac:spMkLst>
            <pc:docMk/>
            <pc:sldMk cId="3693381828" sldId="560"/>
            <ac:spMk id="3" creationId="{6EB24F5D-4E73-DECF-CB07-206AF6983E25}"/>
          </ac:spMkLst>
        </pc:spChg>
        <pc:picChg chg="add mod">
          <ac:chgData name="Berg, Dirk van den" userId="035ecb32-01d9-4b47-a105-eacf059a4647" providerId="ADAL" clId="{F7FF961E-CF96-44AC-93C2-93612F62D46D}" dt="2026-07-27T11:07:11.340" v="23"/>
          <ac:picMkLst>
            <pc:docMk/>
            <pc:sldMk cId="3693381828" sldId="560"/>
            <ac:picMk id="5" creationId="{48022AAB-631D-E6AB-8B5D-F762C4CE789B}"/>
          </ac:picMkLst>
        </pc:picChg>
      </pc:sldChg>
      <pc:sldChg chg="addSp delSp modSp">
        <pc:chgData name="Berg, Dirk van den" userId="035ecb32-01d9-4b47-a105-eacf059a4647" providerId="ADAL" clId="{F7FF961E-CF96-44AC-93C2-93612F62D46D}" dt="2026-07-27T11:07:24.322" v="24"/>
        <pc:sldMkLst>
          <pc:docMk/>
          <pc:sldMk cId="2815947893" sldId="561"/>
        </pc:sldMkLst>
        <pc:spChg chg="del">
          <ac:chgData name="Berg, Dirk van den" userId="035ecb32-01d9-4b47-a105-eacf059a4647" providerId="ADAL" clId="{F7FF961E-CF96-44AC-93C2-93612F62D46D}" dt="2026-07-27T11:07:24.322" v="24"/>
          <ac:spMkLst>
            <pc:docMk/>
            <pc:sldMk cId="2815947893" sldId="561"/>
            <ac:spMk id="3" creationId="{0515A919-CED3-98B2-5714-2977C9528C18}"/>
          </ac:spMkLst>
        </pc:spChg>
        <pc:picChg chg="add mod">
          <ac:chgData name="Berg, Dirk van den" userId="035ecb32-01d9-4b47-a105-eacf059a4647" providerId="ADAL" clId="{F7FF961E-CF96-44AC-93C2-93612F62D46D}" dt="2026-07-27T11:07:24.322" v="24"/>
          <ac:picMkLst>
            <pc:docMk/>
            <pc:sldMk cId="2815947893" sldId="561"/>
            <ac:picMk id="5" creationId="{90874EA2-2F4B-0331-CCAD-D822F6A336EB}"/>
          </ac:picMkLst>
        </pc:picChg>
      </pc:sldChg>
      <pc:sldChg chg="addSp delSp modSp">
        <pc:chgData name="Berg, Dirk van den" userId="035ecb32-01d9-4b47-a105-eacf059a4647" providerId="ADAL" clId="{F7FF961E-CF96-44AC-93C2-93612F62D46D}" dt="2026-07-27T11:09:56.995" v="25"/>
        <pc:sldMkLst>
          <pc:docMk/>
          <pc:sldMk cId="218295120" sldId="562"/>
        </pc:sldMkLst>
        <pc:spChg chg="del">
          <ac:chgData name="Berg, Dirk van den" userId="035ecb32-01d9-4b47-a105-eacf059a4647" providerId="ADAL" clId="{F7FF961E-CF96-44AC-93C2-93612F62D46D}" dt="2026-07-27T11:09:56.995" v="25"/>
          <ac:spMkLst>
            <pc:docMk/>
            <pc:sldMk cId="218295120" sldId="562"/>
            <ac:spMk id="3" creationId="{23D0B120-F4DD-8008-08CD-FFBD3D0D9809}"/>
          </ac:spMkLst>
        </pc:spChg>
        <pc:picChg chg="add mod">
          <ac:chgData name="Berg, Dirk van den" userId="035ecb32-01d9-4b47-a105-eacf059a4647" providerId="ADAL" clId="{F7FF961E-CF96-44AC-93C2-93612F62D46D}" dt="2026-07-27T11:09:56.995" v="25"/>
          <ac:picMkLst>
            <pc:docMk/>
            <pc:sldMk cId="218295120" sldId="562"/>
            <ac:picMk id="5" creationId="{A701E7C0-C326-63F2-3E9C-3082C2D4F3BD}"/>
          </ac:picMkLst>
        </pc:picChg>
      </pc:sldChg>
      <pc:sldChg chg="addSp delSp modSp">
        <pc:chgData name="Berg, Dirk van den" userId="035ecb32-01d9-4b47-a105-eacf059a4647" providerId="ADAL" clId="{F7FF961E-CF96-44AC-93C2-93612F62D46D}" dt="2026-07-27T11:10:15.781" v="26"/>
        <pc:sldMkLst>
          <pc:docMk/>
          <pc:sldMk cId="1475022375" sldId="564"/>
        </pc:sldMkLst>
        <pc:spChg chg="del">
          <ac:chgData name="Berg, Dirk van den" userId="035ecb32-01d9-4b47-a105-eacf059a4647" providerId="ADAL" clId="{F7FF961E-CF96-44AC-93C2-93612F62D46D}" dt="2026-07-27T11:10:15.781" v="26"/>
          <ac:spMkLst>
            <pc:docMk/>
            <pc:sldMk cId="1475022375" sldId="564"/>
            <ac:spMk id="3" creationId="{61CA3B2B-67DB-7ED0-EB1C-1B398D1F6381}"/>
          </ac:spMkLst>
        </pc:spChg>
        <pc:picChg chg="add mod">
          <ac:chgData name="Berg, Dirk van den" userId="035ecb32-01d9-4b47-a105-eacf059a4647" providerId="ADAL" clId="{F7FF961E-CF96-44AC-93C2-93612F62D46D}" dt="2026-07-27T11:10:15.781" v="26"/>
          <ac:picMkLst>
            <pc:docMk/>
            <pc:sldMk cId="1475022375" sldId="564"/>
            <ac:picMk id="5" creationId="{344F7617-817F-2D08-481B-6D6346D6B5F5}"/>
          </ac:picMkLst>
        </pc:picChg>
      </pc:sldChg>
      <pc:sldChg chg="addSp delSp modSp">
        <pc:chgData name="Berg, Dirk van den" userId="035ecb32-01d9-4b47-a105-eacf059a4647" providerId="ADAL" clId="{F7FF961E-CF96-44AC-93C2-93612F62D46D}" dt="2026-07-27T11:11:14.224" v="27"/>
        <pc:sldMkLst>
          <pc:docMk/>
          <pc:sldMk cId="3692331427" sldId="565"/>
        </pc:sldMkLst>
        <pc:spChg chg="del">
          <ac:chgData name="Berg, Dirk van den" userId="035ecb32-01d9-4b47-a105-eacf059a4647" providerId="ADAL" clId="{F7FF961E-CF96-44AC-93C2-93612F62D46D}" dt="2026-07-27T11:11:14.224" v="27"/>
          <ac:spMkLst>
            <pc:docMk/>
            <pc:sldMk cId="3692331427" sldId="565"/>
            <ac:spMk id="3" creationId="{28050E40-6E9D-150F-A6F5-CC7D9A0914B3}"/>
          </ac:spMkLst>
        </pc:spChg>
        <pc:picChg chg="add mod">
          <ac:chgData name="Berg, Dirk van den" userId="035ecb32-01d9-4b47-a105-eacf059a4647" providerId="ADAL" clId="{F7FF961E-CF96-44AC-93C2-93612F62D46D}" dt="2026-07-27T11:11:14.224" v="27"/>
          <ac:picMkLst>
            <pc:docMk/>
            <pc:sldMk cId="3692331427" sldId="565"/>
            <ac:picMk id="5" creationId="{E10DC802-6FFD-2A45-8E61-77A5F0FCFF3F}"/>
          </ac:picMkLst>
        </pc:picChg>
      </pc:sldChg>
      <pc:sldChg chg="addSp delSp modSp">
        <pc:chgData name="Berg, Dirk van den" userId="035ecb32-01d9-4b47-a105-eacf059a4647" providerId="ADAL" clId="{F7FF961E-CF96-44AC-93C2-93612F62D46D}" dt="2026-07-27T11:11:27.646" v="28"/>
        <pc:sldMkLst>
          <pc:docMk/>
          <pc:sldMk cId="1418067410" sldId="566"/>
        </pc:sldMkLst>
        <pc:spChg chg="del">
          <ac:chgData name="Berg, Dirk van den" userId="035ecb32-01d9-4b47-a105-eacf059a4647" providerId="ADAL" clId="{F7FF961E-CF96-44AC-93C2-93612F62D46D}" dt="2026-07-27T11:11:27.646" v="28"/>
          <ac:spMkLst>
            <pc:docMk/>
            <pc:sldMk cId="1418067410" sldId="566"/>
            <ac:spMk id="3" creationId="{10EA7FFF-17D8-0C4E-35DB-A58303E86204}"/>
          </ac:spMkLst>
        </pc:spChg>
        <pc:picChg chg="add mod">
          <ac:chgData name="Berg, Dirk van den" userId="035ecb32-01d9-4b47-a105-eacf059a4647" providerId="ADAL" clId="{F7FF961E-CF96-44AC-93C2-93612F62D46D}" dt="2026-07-27T11:11:27.646" v="28"/>
          <ac:picMkLst>
            <pc:docMk/>
            <pc:sldMk cId="1418067410" sldId="566"/>
            <ac:picMk id="5" creationId="{2B565FBB-B03C-9063-EBE3-5ACCC9051A69}"/>
          </ac:picMkLst>
        </pc:picChg>
      </pc:sldChg>
      <pc:sldChg chg="addSp delSp modSp">
        <pc:chgData name="Berg, Dirk van den" userId="035ecb32-01d9-4b47-a105-eacf059a4647" providerId="ADAL" clId="{F7FF961E-CF96-44AC-93C2-93612F62D46D}" dt="2026-07-27T11:11:38.890" v="29"/>
        <pc:sldMkLst>
          <pc:docMk/>
          <pc:sldMk cId="294478428" sldId="567"/>
        </pc:sldMkLst>
        <pc:spChg chg="del">
          <ac:chgData name="Berg, Dirk van den" userId="035ecb32-01d9-4b47-a105-eacf059a4647" providerId="ADAL" clId="{F7FF961E-CF96-44AC-93C2-93612F62D46D}" dt="2026-07-27T11:11:38.890" v="29"/>
          <ac:spMkLst>
            <pc:docMk/>
            <pc:sldMk cId="294478428" sldId="567"/>
            <ac:spMk id="3" creationId="{8122E7DC-E0FC-775F-4FB9-33827B42969D}"/>
          </ac:spMkLst>
        </pc:spChg>
        <pc:picChg chg="add mod">
          <ac:chgData name="Berg, Dirk van den" userId="035ecb32-01d9-4b47-a105-eacf059a4647" providerId="ADAL" clId="{F7FF961E-CF96-44AC-93C2-93612F62D46D}" dt="2026-07-27T11:11:38.890" v="29"/>
          <ac:picMkLst>
            <pc:docMk/>
            <pc:sldMk cId="294478428" sldId="567"/>
            <ac:picMk id="5" creationId="{ECA0F598-1E77-C274-C8AE-32F11FCDC615}"/>
          </ac:picMkLst>
        </pc:picChg>
      </pc:sldChg>
      <pc:sldChg chg="addSp delSp modSp">
        <pc:chgData name="Berg, Dirk van den" userId="035ecb32-01d9-4b47-a105-eacf059a4647" providerId="ADAL" clId="{F7FF961E-CF96-44AC-93C2-93612F62D46D}" dt="2026-07-27T11:11:56.219" v="30"/>
        <pc:sldMkLst>
          <pc:docMk/>
          <pc:sldMk cId="106766601" sldId="568"/>
        </pc:sldMkLst>
        <pc:spChg chg="del">
          <ac:chgData name="Berg, Dirk van den" userId="035ecb32-01d9-4b47-a105-eacf059a4647" providerId="ADAL" clId="{F7FF961E-CF96-44AC-93C2-93612F62D46D}" dt="2026-07-27T11:11:56.219" v="30"/>
          <ac:spMkLst>
            <pc:docMk/>
            <pc:sldMk cId="106766601" sldId="568"/>
            <ac:spMk id="3" creationId="{AABE1B54-EF95-1CB4-78BE-D32580A39207}"/>
          </ac:spMkLst>
        </pc:spChg>
        <pc:picChg chg="add mod">
          <ac:chgData name="Berg, Dirk van den" userId="035ecb32-01d9-4b47-a105-eacf059a4647" providerId="ADAL" clId="{F7FF961E-CF96-44AC-93C2-93612F62D46D}" dt="2026-07-27T11:11:56.219" v="30"/>
          <ac:picMkLst>
            <pc:docMk/>
            <pc:sldMk cId="106766601" sldId="568"/>
            <ac:picMk id="5" creationId="{88B974D3-C952-A3DD-FE01-5A2E343E0155}"/>
          </ac:picMkLst>
        </pc:picChg>
      </pc:sldChg>
      <pc:sldChg chg="addSp delSp modSp">
        <pc:chgData name="Berg, Dirk van den" userId="035ecb32-01d9-4b47-a105-eacf059a4647" providerId="ADAL" clId="{F7FF961E-CF96-44AC-93C2-93612F62D46D}" dt="2026-07-27T11:23:56.341" v="34"/>
        <pc:sldMkLst>
          <pc:docMk/>
          <pc:sldMk cId="3683015037" sldId="569"/>
        </pc:sldMkLst>
        <pc:spChg chg="del">
          <ac:chgData name="Berg, Dirk van den" userId="035ecb32-01d9-4b47-a105-eacf059a4647" providerId="ADAL" clId="{F7FF961E-CF96-44AC-93C2-93612F62D46D}" dt="2026-07-27T11:23:56.341" v="34"/>
          <ac:spMkLst>
            <pc:docMk/>
            <pc:sldMk cId="3683015037" sldId="569"/>
            <ac:spMk id="3" creationId="{4E2DBC98-8DC1-7C31-B0F3-0362D2576675}"/>
          </ac:spMkLst>
        </pc:spChg>
        <pc:picChg chg="add mod">
          <ac:chgData name="Berg, Dirk van den" userId="035ecb32-01d9-4b47-a105-eacf059a4647" providerId="ADAL" clId="{F7FF961E-CF96-44AC-93C2-93612F62D46D}" dt="2026-07-27T11:23:56.341" v="34"/>
          <ac:picMkLst>
            <pc:docMk/>
            <pc:sldMk cId="3683015037" sldId="569"/>
            <ac:picMk id="5" creationId="{2CB479C1-C8F9-300B-6FEE-065F5BE071D8}"/>
          </ac:picMkLst>
        </pc:picChg>
      </pc:sldChg>
      <pc:sldChg chg="addSp modSp">
        <pc:chgData name="Berg, Dirk van den" userId="035ecb32-01d9-4b47-a105-eacf059a4647" providerId="ADAL" clId="{F7FF961E-CF96-44AC-93C2-93612F62D46D}" dt="2026-07-27T11:38:38.416" v="35" actId="767"/>
        <pc:sldMkLst>
          <pc:docMk/>
          <pc:sldMk cId="2076527359" sldId="570"/>
        </pc:sldMkLst>
        <pc:spChg chg="add mod">
          <ac:chgData name="Berg, Dirk van den" userId="035ecb32-01d9-4b47-a105-eacf059a4647" providerId="ADAL" clId="{F7FF961E-CF96-44AC-93C2-93612F62D46D}" dt="2026-07-27T11:38:38.416" v="35" actId="767"/>
          <ac:spMkLst>
            <pc:docMk/>
            <pc:sldMk cId="2076527359" sldId="570"/>
            <ac:spMk id="3" creationId="{8ADFCBF5-ED3F-BA4D-94C3-2B61531212FC}"/>
          </ac:spMkLst>
        </pc:spChg>
      </pc:sldChg>
      <pc:sldChg chg="modSp">
        <pc:chgData name="Berg, Dirk van den" userId="035ecb32-01d9-4b47-a105-eacf059a4647" providerId="ADAL" clId="{F7FF961E-CF96-44AC-93C2-93612F62D46D}" dt="2026-07-27T11:47:31.165" v="47"/>
        <pc:sldMkLst>
          <pc:docMk/>
          <pc:sldMk cId="4225888270" sldId="571"/>
        </pc:sldMkLst>
        <pc:graphicFrameChg chg="mod">
          <ac:chgData name="Berg, Dirk van den" userId="035ecb32-01d9-4b47-a105-eacf059a4647" providerId="ADAL" clId="{F7FF961E-CF96-44AC-93C2-93612F62D46D}" dt="2026-07-27T11:47:31.165" v="47"/>
          <ac:graphicFrameMkLst>
            <pc:docMk/>
            <pc:sldMk cId="4225888270" sldId="571"/>
            <ac:graphicFrameMk id="4" creationId="{7170263F-CFFB-73F3-E025-9ECC9724623A}"/>
          </ac:graphicFrameMkLst>
        </pc:graphicFrameChg>
      </pc:sldChg>
      <pc:sldChg chg="delSp modSp mod">
        <pc:chgData name="Berg, Dirk van den" userId="035ecb32-01d9-4b47-a105-eacf059a4647" providerId="ADAL" clId="{F7FF961E-CF96-44AC-93C2-93612F62D46D}" dt="2026-07-28T12:38:43.476" v="50" actId="478"/>
        <pc:sldMkLst>
          <pc:docMk/>
          <pc:sldMk cId="640542424" sldId="572"/>
        </pc:sldMkLst>
        <pc:spChg chg="del">
          <ac:chgData name="Berg, Dirk van den" userId="035ecb32-01d9-4b47-a105-eacf059a4647" providerId="ADAL" clId="{F7FF961E-CF96-44AC-93C2-93612F62D46D}" dt="2026-07-28T12:38:43.476" v="50" actId="478"/>
          <ac:spMkLst>
            <pc:docMk/>
            <pc:sldMk cId="640542424" sldId="572"/>
            <ac:spMk id="7" creationId="{02944026-4EC4-CD54-DD12-3D0C92117C85}"/>
          </ac:spMkLst>
        </pc:spChg>
        <pc:graphicFrameChg chg="mod">
          <ac:chgData name="Berg, Dirk van den" userId="035ecb32-01d9-4b47-a105-eacf059a4647" providerId="ADAL" clId="{F7FF961E-CF96-44AC-93C2-93612F62D46D}" dt="2026-07-27T11:56:05.608" v="48"/>
          <ac:graphicFrameMkLst>
            <pc:docMk/>
            <pc:sldMk cId="640542424" sldId="572"/>
            <ac:graphicFrameMk id="5" creationId="{99566B4E-15E2-1D0D-ACCA-651444247D9F}"/>
          </ac:graphicFrameMkLst>
        </pc:graphicFrameChg>
      </pc:sldChg>
      <pc:sldChg chg="modSp">
        <pc:chgData name="Berg, Dirk van den" userId="035ecb32-01d9-4b47-a105-eacf059a4647" providerId="ADAL" clId="{F7FF961E-CF96-44AC-93C2-93612F62D46D}" dt="2026-07-27T11:41:15.598" v="39"/>
        <pc:sldMkLst>
          <pc:docMk/>
          <pc:sldMk cId="3683257859" sldId="572"/>
        </pc:sldMkLst>
        <pc:spChg chg="mod">
          <ac:chgData name="Berg, Dirk van den" userId="035ecb32-01d9-4b47-a105-eacf059a4647" providerId="ADAL" clId="{F7FF961E-CF96-44AC-93C2-93612F62D46D}" dt="2026-07-27T11:41:15.598" v="39"/>
          <ac:spMkLst>
            <pc:docMk/>
            <pc:sldMk cId="3683257859" sldId="572"/>
            <ac:spMk id="3" creationId="{541600CC-9E2C-926E-A477-491E6EE8D58B}"/>
          </ac:spMkLst>
        </pc:spChg>
      </pc:sldChg>
      <pc:sldChg chg="addSp">
        <pc:chgData name="Berg, Dirk van den" userId="035ecb32-01d9-4b47-a105-eacf059a4647" providerId="ADAL" clId="{F7FF961E-CF96-44AC-93C2-93612F62D46D}" dt="2026-07-27T11:59:28.963" v="49"/>
        <pc:sldMkLst>
          <pc:docMk/>
          <pc:sldMk cId="87247452" sldId="573"/>
        </pc:sldMkLst>
        <pc:picChg chg="add">
          <ac:chgData name="Berg, Dirk van den" userId="035ecb32-01d9-4b47-a105-eacf059a4647" providerId="ADAL" clId="{F7FF961E-CF96-44AC-93C2-93612F62D46D}" dt="2026-07-27T11:59:28.963" v="49"/>
          <ac:picMkLst>
            <pc:docMk/>
            <pc:sldMk cId="87247452" sldId="573"/>
            <ac:picMk id="5" creationId="{BE44BA71-E3CF-A55B-E0F5-B165854F63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D0FD88-93C9-434F-AEE7-CE5F44021E10}" type="datetimeFigureOut">
              <a:rPr lang="en-NL" smtClean="0"/>
              <a:t>28/07/2026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62E99-F54D-4453-8A12-3E4B61D3F704}" type="slidenum">
              <a:rPr lang="en-NL" smtClean="0"/>
              <a:t>‹#›</a:t>
            </a:fld>
            <a:endParaRPr lang="en-NL"/>
          </a:p>
        </p:txBody>
      </p:sp>
    </p:spTree>
    <p:extLst>
      <p:ext uri="{BB962C8B-B14F-4D97-AF65-F5344CB8AC3E}">
        <p14:creationId xmlns:p14="http://schemas.microsoft.com/office/powerpoint/2010/main" val="48305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a:t>
            </a:fld>
            <a:endParaRPr lang="en-NL"/>
          </a:p>
        </p:txBody>
      </p:sp>
    </p:spTree>
    <p:extLst>
      <p:ext uri="{BB962C8B-B14F-4D97-AF65-F5344CB8AC3E}">
        <p14:creationId xmlns:p14="http://schemas.microsoft.com/office/powerpoint/2010/main" val="1357056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10</a:t>
            </a:fld>
            <a:endParaRPr lang="en-NL"/>
          </a:p>
        </p:txBody>
      </p:sp>
    </p:spTree>
    <p:extLst>
      <p:ext uri="{BB962C8B-B14F-4D97-AF65-F5344CB8AC3E}">
        <p14:creationId xmlns:p14="http://schemas.microsoft.com/office/powerpoint/2010/main" val="658476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11</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12</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20</a:t>
            </a:fld>
            <a:endParaRPr lang="en-NL"/>
          </a:p>
        </p:txBody>
      </p:sp>
    </p:spTree>
    <p:extLst>
      <p:ext uri="{BB962C8B-B14F-4D97-AF65-F5344CB8AC3E}">
        <p14:creationId xmlns:p14="http://schemas.microsoft.com/office/powerpoint/2010/main" val="266828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trained-ANN free-run position error from f01 (the red drifting curves) and differentiate it in time</a:t>
            </a:r>
            <a:br>
              <a:rPr lang="en-US" dirty="0"/>
            </a:br>
            <a:br>
              <a:rPr lang="en-US" dirty="0"/>
            </a:br>
            <a:r>
              <a:rPr lang="en-US" dirty="0"/>
              <a:t>At t = 0 the free-run starts from the encoder's estimated state, not the true one. The estimate is good but not exact, and its velocity components are the weakest part:</a:t>
            </a:r>
          </a:p>
          <a:p>
            <a:endParaRPr lang="en-US" dirty="0"/>
          </a:p>
          <a:p>
            <a:endParaRPr lang="en-US" dirty="0"/>
          </a:p>
          <a:p>
            <a:r>
              <a:rPr lang="en-US" dirty="0"/>
              <a:t>f08 — is it energy? (d/dt of the drifting run's error)- Shows: the error velocity of the same trained-ANN free-run as f01, with the settled terminal rate dashed. (t = 0 spike = the encoder's initial velocity estimate error decaying with each axis's time constant — an IC transient, not drift.)- Hypothesis: if the drift were energy accumulation/instability, velocity (and kinetic energy) would grow without bound.- Conclusion: every velocity saturates at a finite terminal value while position ramps — the exact signature of a constant force balanced by damping. Energy is bounded (injection = dissipation); Jan's "no energy drift" intuition is confirmed, and an energy constraint targets nothing that is failing.</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23</a:t>
            </a:fld>
            <a:endParaRPr lang="en-NL"/>
          </a:p>
        </p:txBody>
      </p:sp>
    </p:spTree>
    <p:extLst>
      <p:ext uri="{BB962C8B-B14F-4D97-AF65-F5344CB8AC3E}">
        <p14:creationId xmlns:p14="http://schemas.microsoft.com/office/powerpoint/2010/main" val="1887289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9F98-D794-A736-BE50-C126B1A110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DEFCCAB-0704-001E-E94A-B97C4E1951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BA4B58CF-5E87-0907-95E1-F35E4AAB0D96}"/>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4E86BB8E-C4A0-95E0-C365-9E93C63A4A1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76C5C64-369A-8BB0-80D9-8219294EFAEE}"/>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936296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CB1E-C66E-A084-2853-65337C1B8F1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16F0E3A7-712C-F29F-9948-C40A039C7F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173A45C-F43B-261C-595C-EB269D3A74C1}"/>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2924523E-8CE9-B4FB-8D71-B5883D07E64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7EAF779-309C-053D-14BE-1493A0ED45D4}"/>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16030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D9B3-81F3-3827-516A-794BF1C3D2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E9030514-67FB-03B0-2AD9-77E31F8F3F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ACCD7B-EF73-58E6-0A5B-4F2AC14A1086}"/>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FD8D4EB2-3442-8A04-FDBD-BC7524CFA8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0BCA8C0-7989-6509-221D-A8ED74F7B897}"/>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368059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C96E-CB5D-E9C0-E993-DA94BF5136DA}"/>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14C422C-541C-50E5-1A44-1AE138B623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45855DA4-ACD7-7E59-35E3-A10684E2B8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1B4A68D-BDE5-906D-032F-B83C2A67F2BD}"/>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6" name="Footer Placeholder 5">
            <a:extLst>
              <a:ext uri="{FF2B5EF4-FFF2-40B4-BE49-F238E27FC236}">
                <a16:creationId xmlns:a16="http://schemas.microsoft.com/office/drawing/2014/main" id="{29BF95F4-A5F2-550C-7313-53C9D594608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D2360EC1-4626-A219-77E6-48BA6E9525F8}"/>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3924528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50881-434D-6C42-20C4-04DAECBBE7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23D083A-D160-65BD-19D4-B74C8BC674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0C65A-BBC2-14FB-B50E-DC4F6670C2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48322E6-31EC-C6AA-7764-58DC6C3156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353241-7238-666E-E963-1016EA1748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A1E273E-068F-20C2-D619-E85B5A96F6F8}"/>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8" name="Footer Placeholder 7">
            <a:extLst>
              <a:ext uri="{FF2B5EF4-FFF2-40B4-BE49-F238E27FC236}">
                <a16:creationId xmlns:a16="http://schemas.microsoft.com/office/drawing/2014/main" id="{FF7027CD-42D5-CFDC-6958-921EFE499E0D}"/>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B4CCA9B4-9B72-CD99-8EDD-C980BE96527E}"/>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64313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32B9D-9618-DA46-F518-1F855773658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7F70145-0A5F-F76E-31F6-D1F938D24E32}"/>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4" name="Footer Placeholder 3">
            <a:extLst>
              <a:ext uri="{FF2B5EF4-FFF2-40B4-BE49-F238E27FC236}">
                <a16:creationId xmlns:a16="http://schemas.microsoft.com/office/drawing/2014/main" id="{DD2D3661-1A14-516E-5524-D9B51E29659B}"/>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F2FE360E-3327-6372-DC21-48327C550AB4}"/>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3019290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134F4-1D88-EE56-2BB9-623A8BA6E107}"/>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3" name="Footer Placeholder 2">
            <a:extLst>
              <a:ext uri="{FF2B5EF4-FFF2-40B4-BE49-F238E27FC236}">
                <a16:creationId xmlns:a16="http://schemas.microsoft.com/office/drawing/2014/main" id="{5A29AB0A-A91A-D061-A187-FB12ABEB8C2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7A697421-A5E0-6313-1100-5D345843DDC3}"/>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301711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6B010-2AA5-0EF8-06CF-FC46C8276B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8118B75-4DB6-F2CC-FAFF-96C3E891A3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E8080091-0C20-50E9-555F-768FAC1BE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FE5970-C895-CDF2-776D-07141AF57328}"/>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6" name="Footer Placeholder 5">
            <a:extLst>
              <a:ext uri="{FF2B5EF4-FFF2-40B4-BE49-F238E27FC236}">
                <a16:creationId xmlns:a16="http://schemas.microsoft.com/office/drawing/2014/main" id="{1D69F6F7-63E7-D6DE-3FF9-82042DF9D44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074E9D2-E210-03E9-E8EC-3786606F4372}"/>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135928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1823-5704-818D-E2BC-F112FE9AF4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6F23A0B4-2049-C105-403D-4FE4F58907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B363888F-DED1-9DDC-9AB7-B0EBA1E94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F23F5-F3A8-6863-1B0A-C070265A6382}"/>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6" name="Footer Placeholder 5">
            <a:extLst>
              <a:ext uri="{FF2B5EF4-FFF2-40B4-BE49-F238E27FC236}">
                <a16:creationId xmlns:a16="http://schemas.microsoft.com/office/drawing/2014/main" id="{8F4221BC-7A12-4D94-38F4-6831B585327C}"/>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953768F-CDC0-A631-E4AC-E4AB4FA92A77}"/>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969648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D9B2-E9BF-B381-F338-9CF3A71CC709}"/>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BFBC46D-DECD-5BA2-2388-6A6651A06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9CB9D38-B335-E411-E064-534AFB83693C}"/>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239CECC9-D9A7-710B-0C39-4594D6C1786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08E8A78-413A-53C9-FEC2-84D0D42597A5}"/>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050923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4A89D-078A-68BA-5E22-6DEF3EDB58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0E0AB254-354D-7386-8CD2-1BBCCDBBB3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622C49C-F3BA-BE1F-C321-D506D85B2FDB}"/>
              </a:ext>
            </a:extLst>
          </p:cNvPr>
          <p:cNvSpPr>
            <a:spLocks noGrp="1"/>
          </p:cNvSpPr>
          <p:nvPr>
            <p:ph type="dt" sz="half" idx="10"/>
          </p:nvPr>
        </p:nvSpPr>
        <p:spPr/>
        <p:txBody>
          <a:body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ABF69DD9-7338-B773-0FB3-237F27C3BC5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08F6B76-D3F2-BFF4-CBF3-890003CFA019}"/>
              </a:ext>
            </a:extLst>
          </p:cNvPr>
          <p:cNvSpPr>
            <a:spLocks noGrp="1"/>
          </p:cNvSpPr>
          <p:nvPr>
            <p:ph type="sldNum" sz="quarter" idx="12"/>
          </p:nvPr>
        </p:nvSpPr>
        <p:spPr/>
        <p:txBody>
          <a:bodyPr/>
          <a:lstStyle/>
          <a:p>
            <a:fld id="{503C93D8-4C8C-437B-9907-21308D7B7EE6}" type="slidenum">
              <a:rPr lang="en-NL" smtClean="0"/>
              <a:t>‹#›</a:t>
            </a:fld>
            <a:endParaRPr lang="en-NL"/>
          </a:p>
        </p:txBody>
      </p:sp>
    </p:spTree>
    <p:extLst>
      <p:ext uri="{BB962C8B-B14F-4D97-AF65-F5344CB8AC3E}">
        <p14:creationId xmlns:p14="http://schemas.microsoft.com/office/powerpoint/2010/main" val="215928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1CE55-2D93-1B0D-D2FE-591DA80106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59A16DA-F42A-B14C-5FFF-856C3CC972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D2BC3DD5-8D22-495E-B95E-21A32D10C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40E9E6-9977-4280-BD87-D25EF4F665FA}" type="datetimeFigureOut">
              <a:rPr lang="en-NL" smtClean="0"/>
              <a:t>28/07/2026</a:t>
            </a:fld>
            <a:endParaRPr lang="en-NL"/>
          </a:p>
        </p:txBody>
      </p:sp>
      <p:sp>
        <p:nvSpPr>
          <p:cNvPr id="5" name="Footer Placeholder 4">
            <a:extLst>
              <a:ext uri="{FF2B5EF4-FFF2-40B4-BE49-F238E27FC236}">
                <a16:creationId xmlns:a16="http://schemas.microsoft.com/office/drawing/2014/main" id="{B162062B-7538-307A-71D8-CDA67BEABD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03B01FA4-21C2-40D7-BECC-F5057792F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3C93D8-4C8C-437B-9907-21308D7B7EE6}" type="slidenum">
              <a:rPr lang="en-NL" smtClean="0"/>
              <a:t>‹#›</a:t>
            </a:fld>
            <a:endParaRPr lang="en-NL"/>
          </a:p>
        </p:txBody>
      </p:sp>
    </p:spTree>
    <p:extLst>
      <p:ext uri="{BB962C8B-B14F-4D97-AF65-F5344CB8AC3E}">
        <p14:creationId xmlns:p14="http://schemas.microsoft.com/office/powerpoint/2010/main" val="2431150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9CF97-0F78-AFB9-AB17-60C5C7810236}"/>
              </a:ext>
            </a:extLst>
          </p:cNvPr>
          <p:cNvSpPr>
            <a:spLocks noGrp="1"/>
          </p:cNvSpPr>
          <p:nvPr>
            <p:ph type="ctrTitle"/>
          </p:nvPr>
        </p:nvSpPr>
        <p:spPr/>
        <p:txBody>
          <a:bodyPr/>
          <a:lstStyle/>
          <a:p>
            <a:r>
              <a:rPr lang="en-US" dirty="0"/>
              <a:t>Problem: ANN correction adds non zero-mean</a:t>
            </a:r>
            <a:endParaRPr lang="en-NL" dirty="0"/>
          </a:p>
        </p:txBody>
      </p:sp>
      <p:sp>
        <p:nvSpPr>
          <p:cNvPr id="3" name="Subtitle 2">
            <a:extLst>
              <a:ext uri="{FF2B5EF4-FFF2-40B4-BE49-F238E27FC236}">
                <a16:creationId xmlns:a16="http://schemas.microsoft.com/office/drawing/2014/main" id="{8C279518-7A6D-EC81-011D-4B9931CD3AEE}"/>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3353821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a:xfrm>
            <a:off x="85845" y="72520"/>
            <a:ext cx="5909841" cy="1432189"/>
          </a:xfrm>
        </p:spPr>
        <p:txBody>
          <a:bodyPr>
            <a:normAutofit fontScale="90000"/>
          </a:bodyPr>
          <a:lstStyle/>
          <a:p>
            <a:r>
              <a:rPr lang="en-US" dirty="0"/>
              <a:t>Compare ANN output against perfect correction</a:t>
            </a:r>
            <a:endParaRPr lang="en-NL" dirty="0"/>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3822"/>
          <a:stretch>
            <a:fillRect/>
          </a:stretch>
        </p:blipFill>
        <p:spPr>
          <a:xfrm>
            <a:off x="6096000" y="0"/>
            <a:ext cx="6096000" cy="6801107"/>
          </a:xfrm>
          <a:prstGeom prst="rect">
            <a:avLst/>
          </a:prstGeom>
        </p:spPr>
      </p:pic>
      <p:sp>
        <p:nvSpPr>
          <p:cNvPr id="3" name="TextBox 2">
            <a:extLst>
              <a:ext uri="{FF2B5EF4-FFF2-40B4-BE49-F238E27FC236}">
                <a16:creationId xmlns:a16="http://schemas.microsoft.com/office/drawing/2014/main" id="{E563A7E4-53D1-A69D-2F7A-1172001DDD11}"/>
              </a:ext>
            </a:extLst>
          </p:cNvPr>
          <p:cNvSpPr txBox="1"/>
          <p:nvPr/>
        </p:nvSpPr>
        <p:spPr>
          <a:xfrm>
            <a:off x="0" y="1504709"/>
            <a:ext cx="6667018"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t>For reference: </a:t>
            </a:r>
          </a:p>
          <a:p>
            <a:pPr marL="742950" lvl="1" indent="-285750">
              <a:buFont typeface="Arial" panose="020B0604020202020204" pitchFamily="34" charset="0"/>
              <a:buChar char="•"/>
            </a:pPr>
            <a:r>
              <a:rPr lang="en-US" sz="3200" dirty="0"/>
              <a:t>The correct correction for the ANN is zero-mean</a:t>
            </a:r>
          </a:p>
          <a:p>
            <a:pPr marL="285750" indent="-285750">
              <a:buFont typeface="Arial" panose="020B0604020202020204" pitchFamily="34" charset="0"/>
              <a:buChar char="•"/>
            </a:pPr>
            <a:r>
              <a:rPr lang="en-US" sz="3200" dirty="0"/>
              <a:t>Truth - baseline = zero-mean</a:t>
            </a:r>
          </a:p>
          <a:p>
            <a:endParaRPr lang="en-US" sz="3200" dirty="0"/>
          </a:p>
          <a:p>
            <a:endParaRPr lang="en-NL" sz="3200" dirty="0"/>
          </a:p>
        </p:txBody>
      </p:sp>
    </p:spTree>
    <p:extLst>
      <p:ext uri="{BB962C8B-B14F-4D97-AF65-F5344CB8AC3E}">
        <p14:creationId xmlns:p14="http://schemas.microsoft.com/office/powerpoint/2010/main" val="287038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CDCD-F685-5D91-E98C-9D6671A2DD3B}"/>
              </a:ext>
            </a:extLst>
          </p:cNvPr>
          <p:cNvSpPr>
            <a:spLocks noGrp="1"/>
          </p:cNvSpPr>
          <p:nvPr>
            <p:ph type="title"/>
          </p:nvPr>
        </p:nvSpPr>
        <p:spPr>
          <a:xfrm>
            <a:off x="-1" y="-185482"/>
            <a:ext cx="10515600" cy="1325563"/>
          </a:xfrm>
        </p:spPr>
        <p:txBody>
          <a:bodyPr/>
          <a:lstStyle/>
          <a:p>
            <a:r>
              <a:rPr lang="en-NL" dirty="0"/>
              <a:t>Is the data informative enough?</a:t>
            </a:r>
          </a:p>
        </p:txBody>
      </p:sp>
      <p:pic>
        <p:nvPicPr>
          <p:cNvPr id="5" name="Content Placeholder 4">
            <a:extLst>
              <a:ext uri="{FF2B5EF4-FFF2-40B4-BE49-F238E27FC236}">
                <a16:creationId xmlns:a16="http://schemas.microsoft.com/office/drawing/2014/main" id="{3D464E4C-6DCA-18E8-465B-2DB0F8A625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290"/>
          <a:stretch>
            <a:fillRect/>
          </a:stretch>
        </p:blipFill>
        <p:spPr>
          <a:xfrm>
            <a:off x="0" y="852097"/>
            <a:ext cx="12192001" cy="4172188"/>
          </a:xfrm>
          <a:prstGeom prst="rect">
            <a:avLst/>
          </a:prstGeom>
        </p:spPr>
      </p:pic>
    </p:spTree>
    <p:extLst>
      <p:ext uri="{BB962C8B-B14F-4D97-AF65-F5344CB8AC3E}">
        <p14:creationId xmlns:p14="http://schemas.microsoft.com/office/powerpoint/2010/main" val="289783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6370-98DE-2992-7AD3-29F0557F7AD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E761CF9-D5E0-381B-FCF8-A82781629E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669" y="0"/>
            <a:ext cx="10220661" cy="6815336"/>
          </a:xfrm>
          <a:prstGeom prst="rect">
            <a:avLst/>
          </a:prstGeom>
        </p:spPr>
      </p:pic>
      <p:sp>
        <p:nvSpPr>
          <p:cNvPr id="3" name="TextBox 2">
            <a:extLst>
              <a:ext uri="{FF2B5EF4-FFF2-40B4-BE49-F238E27FC236}">
                <a16:creationId xmlns:a16="http://schemas.microsoft.com/office/drawing/2014/main" id="{D5DAED49-F1CE-3B59-8E90-C1447995BDE8}"/>
              </a:ext>
            </a:extLst>
          </p:cNvPr>
          <p:cNvSpPr txBox="1"/>
          <p:nvPr/>
        </p:nvSpPr>
        <p:spPr>
          <a:xfrm>
            <a:off x="127322" y="5185458"/>
            <a:ext cx="3397661" cy="646331"/>
          </a:xfrm>
          <a:prstGeom prst="rect">
            <a:avLst/>
          </a:prstGeom>
          <a:noFill/>
        </p:spPr>
        <p:txBody>
          <a:bodyPr wrap="none" rtlCol="0">
            <a:spAutoFit/>
          </a:bodyPr>
          <a:lstStyle/>
          <a:p>
            <a:r>
              <a:rPr lang="en-US" dirty="0"/>
              <a:t>For context:</a:t>
            </a:r>
          </a:p>
          <a:p>
            <a:r>
              <a:rPr lang="en-US" dirty="0"/>
              <a:t>The data used for coming figures</a:t>
            </a:r>
            <a:endParaRPr lang="en-NL" dirty="0"/>
          </a:p>
        </p:txBody>
      </p:sp>
    </p:spTree>
    <p:extLst>
      <p:ext uri="{BB962C8B-B14F-4D97-AF65-F5344CB8AC3E}">
        <p14:creationId xmlns:p14="http://schemas.microsoft.com/office/powerpoint/2010/main" val="1954554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F64A-D15F-F26D-FF44-96F33F7C7C05}"/>
              </a:ext>
            </a:extLst>
          </p:cNvPr>
          <p:cNvSpPr>
            <a:spLocks noGrp="1"/>
          </p:cNvSpPr>
          <p:nvPr>
            <p:ph type="title"/>
          </p:nvPr>
        </p:nvSpPr>
        <p:spPr/>
        <p:txBody>
          <a:bodyPr/>
          <a:lstStyle/>
          <a:p>
            <a:r>
              <a:rPr lang="en-US" dirty="0"/>
              <a:t>To be discussed</a:t>
            </a:r>
            <a:endParaRPr lang="en-NL" dirty="0"/>
          </a:p>
        </p:txBody>
      </p:sp>
      <p:sp>
        <p:nvSpPr>
          <p:cNvPr id="3" name="Content Placeholder 2">
            <a:extLst>
              <a:ext uri="{FF2B5EF4-FFF2-40B4-BE49-F238E27FC236}">
                <a16:creationId xmlns:a16="http://schemas.microsoft.com/office/drawing/2014/main" id="{423700CA-0918-2AF4-9E03-2442A0EF30DC}"/>
              </a:ext>
            </a:extLst>
          </p:cNvPr>
          <p:cNvSpPr>
            <a:spLocks noGrp="1"/>
          </p:cNvSpPr>
          <p:nvPr>
            <p:ph idx="1"/>
          </p:nvPr>
        </p:nvSpPr>
        <p:spPr/>
        <p:txBody>
          <a:bodyPr/>
          <a:lstStyle/>
          <a:p>
            <a:r>
              <a:rPr lang="en-US" dirty="0"/>
              <a:t>Issue in the code creating the offset?</a:t>
            </a:r>
          </a:p>
          <a:p>
            <a:r>
              <a:rPr lang="en-US" dirty="0"/>
              <a:t>Training: flat landscape </a:t>
            </a:r>
            <a:endParaRPr lang="en-NL" dirty="0"/>
          </a:p>
        </p:txBody>
      </p:sp>
    </p:spTree>
    <p:extLst>
      <p:ext uri="{BB962C8B-B14F-4D97-AF65-F5344CB8AC3E}">
        <p14:creationId xmlns:p14="http://schemas.microsoft.com/office/powerpoint/2010/main" val="2634551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6C5C-1A52-2AF6-4174-24238F56EFBE}"/>
              </a:ext>
            </a:extLst>
          </p:cNvPr>
          <p:cNvSpPr>
            <a:spLocks noGrp="1"/>
          </p:cNvSpPr>
          <p:nvPr>
            <p:ph type="title"/>
          </p:nvPr>
        </p:nvSpPr>
        <p:spPr/>
        <p:txBody>
          <a:bodyPr/>
          <a:lstStyle/>
          <a:p>
            <a:r>
              <a:rPr lang="en-US" dirty="0"/>
              <a:t>Offset in the code</a:t>
            </a:r>
            <a:endParaRPr lang="en-NL" dirty="0"/>
          </a:p>
        </p:txBody>
      </p:sp>
      <p:sp>
        <p:nvSpPr>
          <p:cNvPr id="3" name="Content Placeholder 2">
            <a:extLst>
              <a:ext uri="{FF2B5EF4-FFF2-40B4-BE49-F238E27FC236}">
                <a16:creationId xmlns:a16="http://schemas.microsoft.com/office/drawing/2014/main" id="{E7CBD090-A4E6-B049-DAF7-42E9C80930EA}"/>
              </a:ext>
            </a:extLst>
          </p:cNvPr>
          <p:cNvSpPr>
            <a:spLocks noGrp="1"/>
          </p:cNvSpPr>
          <p:nvPr>
            <p:ph idx="1"/>
          </p:nvPr>
        </p:nvSpPr>
        <p:spPr/>
        <p:txBody>
          <a:bodyPr>
            <a:normAutofit fontScale="92500" lnSpcReduction="10000"/>
          </a:bodyPr>
          <a:lstStyle/>
          <a:p>
            <a:r>
              <a:rPr lang="en-US" dirty="0"/>
              <a:t>Does the code implementation cause an offset?</a:t>
            </a:r>
          </a:p>
          <a:p>
            <a:pPr lvl="1"/>
            <a:r>
              <a:rPr lang="en-US" dirty="0"/>
              <a:t>Currently not found any issues in the code</a:t>
            </a:r>
          </a:p>
          <a:p>
            <a:r>
              <a:rPr lang="en-US" dirty="0"/>
              <a:t>Compare ANN output for baseline (without MSD) and compare against the system with MSD</a:t>
            </a:r>
          </a:p>
          <a:p>
            <a:r>
              <a:rPr lang="en-US" dirty="0"/>
              <a:t>Intentionally inject a known offset and see whether the ANN recovers this</a:t>
            </a:r>
          </a:p>
          <a:p>
            <a:pPr lvl="1"/>
            <a:r>
              <a:rPr lang="en-US" dirty="0"/>
              <a:t>If we only see this </a:t>
            </a:r>
            <a:r>
              <a:rPr lang="en-US" dirty="0" err="1"/>
              <a:t>behaviour</a:t>
            </a:r>
            <a:r>
              <a:rPr lang="en-US" dirty="0"/>
              <a:t> for the injected offset and not in “offset free” baseline this would indicate it is not a code issue</a:t>
            </a:r>
          </a:p>
          <a:p>
            <a:r>
              <a:rPr lang="en-US" dirty="0"/>
              <a:t>Y and X are the states without stiffness (K=0)</a:t>
            </a:r>
          </a:p>
          <a:p>
            <a:pPr lvl="1"/>
            <a:r>
              <a:rPr lang="en-US" dirty="0" err="1"/>
              <a:t>dY</a:t>
            </a:r>
            <a:r>
              <a:rPr lang="en-US" dirty="0"/>
              <a:t> carries the dominant DC</a:t>
            </a:r>
          </a:p>
          <a:p>
            <a:pPr lvl="2"/>
            <a:r>
              <a:rPr lang="en-US" dirty="0"/>
              <a:t>I also added single panels for </a:t>
            </a:r>
            <a:r>
              <a:rPr lang="en-US" dirty="0" err="1"/>
              <a:t>dY</a:t>
            </a:r>
            <a:r>
              <a:rPr lang="en-US" dirty="0"/>
              <a:t> to see it more clearly</a:t>
            </a:r>
          </a:p>
          <a:p>
            <a:pPr lvl="1"/>
            <a:r>
              <a:rPr lang="en-US" dirty="0"/>
              <a:t>(The hidden absorber MSD is coupled to Y)</a:t>
            </a:r>
            <a:endParaRPr lang="en-NL" dirty="0"/>
          </a:p>
        </p:txBody>
      </p:sp>
    </p:spTree>
    <p:extLst>
      <p:ext uri="{BB962C8B-B14F-4D97-AF65-F5344CB8AC3E}">
        <p14:creationId xmlns:p14="http://schemas.microsoft.com/office/powerpoint/2010/main" val="146891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705C-8D4A-EBBA-6C05-898957F3531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FEDD07A-9D3C-D9C6-7239-CF35D2408DFF}"/>
              </a:ext>
            </a:extLst>
          </p:cNvPr>
          <p:cNvSpPr>
            <a:spLocks noGrp="1"/>
          </p:cNvSpPr>
          <p:nvPr>
            <p:ph idx="1"/>
          </p:nvPr>
        </p:nvSpPr>
        <p:spPr/>
        <p:txBody>
          <a:bodyPr/>
          <a:lstStyle/>
          <a:p>
            <a:r>
              <a:rPr lang="en-US" dirty="0"/>
              <a:t>System == model:</a:t>
            </a:r>
          </a:p>
          <a:p>
            <a:pPr lvl="1"/>
            <a:r>
              <a:rPr lang="en-US" dirty="0"/>
              <a:t>means the data was created in python with ANN-off</a:t>
            </a:r>
          </a:p>
          <a:p>
            <a:pPr lvl="1"/>
            <a:r>
              <a:rPr lang="en-US" dirty="0"/>
              <a:t>“clean pipeline” also uses this data</a:t>
            </a:r>
          </a:p>
          <a:p>
            <a:r>
              <a:rPr lang="en-US" dirty="0" err="1"/>
              <a:t>Matlab</a:t>
            </a:r>
            <a:r>
              <a:rPr lang="en-US" dirty="0"/>
              <a:t> no-MSD data:</a:t>
            </a:r>
          </a:p>
          <a:p>
            <a:pPr lvl="1"/>
            <a:r>
              <a:rPr lang="en-US" dirty="0"/>
              <a:t>Simulink closed-loop run without the added MSD</a:t>
            </a:r>
            <a:endParaRPr lang="en-NL" dirty="0"/>
          </a:p>
        </p:txBody>
      </p:sp>
    </p:spTree>
    <p:extLst>
      <p:ext uri="{BB962C8B-B14F-4D97-AF65-F5344CB8AC3E}">
        <p14:creationId xmlns:p14="http://schemas.microsoft.com/office/powerpoint/2010/main" val="2015213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B7AAF-9352-E638-6107-F630C2B00464}"/>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B95EF7A1-070E-8C5E-5607-0C1332FDDE9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2174"/>
          <a:stretch>
            <a:fillRect/>
          </a:stretch>
        </p:blipFill>
        <p:spPr>
          <a:xfrm>
            <a:off x="0" y="-153035"/>
            <a:ext cx="12192000" cy="5088829"/>
          </a:xfrm>
          <a:prstGeom prst="rect">
            <a:avLst/>
          </a:prstGeom>
        </p:spPr>
      </p:pic>
      <p:sp>
        <p:nvSpPr>
          <p:cNvPr id="8" name="TextBox 7">
            <a:extLst>
              <a:ext uri="{FF2B5EF4-FFF2-40B4-BE49-F238E27FC236}">
                <a16:creationId xmlns:a16="http://schemas.microsoft.com/office/drawing/2014/main" id="{5BD7AD13-2D61-45FB-750F-8BB3C81B1F19}"/>
              </a:ext>
            </a:extLst>
          </p:cNvPr>
          <p:cNvSpPr txBox="1"/>
          <p:nvPr/>
        </p:nvSpPr>
        <p:spPr>
          <a:xfrm>
            <a:off x="71120" y="4935794"/>
            <a:ext cx="10046274" cy="1938992"/>
          </a:xfrm>
          <a:prstGeom prst="rect">
            <a:avLst/>
          </a:prstGeom>
          <a:noFill/>
        </p:spPr>
        <p:txBody>
          <a:bodyPr wrap="square">
            <a:spAutoFit/>
          </a:bodyPr>
          <a:lstStyle/>
          <a:p>
            <a:pPr marL="342900" indent="-342900">
              <a:buFont typeface="Arial" panose="020B0604020202020204" pitchFamily="34" charset="0"/>
              <a:buChar char="•"/>
            </a:pPr>
            <a:r>
              <a:rPr lang="en-NL" sz="2400" i="0" dirty="0">
                <a:solidFill>
                  <a:srgbClr val="1A1A1A"/>
                </a:solidFill>
                <a:effectLst/>
                <a:latin typeface="Segoe UI" panose="020B0502040204020203" pitchFamily="34" charset="0"/>
              </a:rPr>
              <a:t>Identical training </a:t>
            </a:r>
            <a:r>
              <a:rPr lang="en-US" sz="2400" i="0" dirty="0">
                <a:solidFill>
                  <a:srgbClr val="1A1A1A"/>
                </a:solidFill>
                <a:effectLst/>
                <a:latin typeface="Segoe UI" panose="020B0502040204020203" pitchFamily="34" charset="0"/>
              </a:rPr>
              <a:t>for all 3 methods. Need to look at t</a:t>
            </a:r>
            <a:r>
              <a:rPr lang="en-NL" sz="2400" i="0" dirty="0">
                <a:solidFill>
                  <a:srgbClr val="1A1A1A"/>
                </a:solidFill>
                <a:effectLst/>
                <a:latin typeface="Segoe UI" panose="020B0502040204020203" pitchFamily="34" charset="0"/>
              </a:rPr>
              <a:t>he K=0 rows (X, Y, </a:t>
            </a:r>
            <a:r>
              <a:rPr lang="en-NL" sz="2400" i="0" dirty="0" err="1">
                <a:solidFill>
                  <a:srgbClr val="1A1A1A"/>
                </a:solidFill>
                <a:effectLst/>
                <a:latin typeface="Segoe UI" panose="020B0502040204020203" pitchFamily="34" charset="0"/>
              </a:rPr>
              <a:t>dX</a:t>
            </a:r>
            <a:r>
              <a:rPr lang="en-NL" sz="2400" i="0" dirty="0">
                <a:solidFill>
                  <a:srgbClr val="1A1A1A"/>
                </a:solidFill>
                <a:effectLst/>
                <a:latin typeface="Segoe UI" panose="020B0502040204020203" pitchFamily="34" charset="0"/>
              </a:rPr>
              <a:t>, </a:t>
            </a:r>
            <a:r>
              <a:rPr lang="en-NL" sz="2400" i="0" dirty="0" err="1">
                <a:solidFill>
                  <a:srgbClr val="1A1A1A"/>
                </a:solidFill>
                <a:effectLst/>
                <a:latin typeface="Segoe UI" panose="020B0502040204020203" pitchFamily="34" charset="0"/>
              </a:rPr>
              <a:t>dY</a:t>
            </a:r>
            <a:r>
              <a:rPr lang="en-NL" sz="2400" i="0" dirty="0">
                <a:solidFill>
                  <a:srgbClr val="1A1A1A"/>
                </a:solidFill>
                <a:effectLst/>
                <a:latin typeface="Segoe UI" panose="020B0502040204020203" pitchFamily="34" charset="0"/>
              </a:rPr>
              <a:t>): with the real absorber residual (red) the </a:t>
            </a:r>
            <a:r>
              <a:rPr lang="en-NL" sz="2400" i="0" dirty="0" err="1">
                <a:solidFill>
                  <a:srgbClr val="1A1A1A"/>
                </a:solidFill>
                <a:effectLst/>
                <a:latin typeface="Segoe UI" panose="020B0502040204020203" pitchFamily="34" charset="0"/>
              </a:rPr>
              <a:t>dY</a:t>
            </a:r>
            <a:r>
              <a:rPr lang="en-NL" sz="2400" i="0" dirty="0">
                <a:solidFill>
                  <a:srgbClr val="1A1A1A"/>
                </a:solidFill>
                <a:effectLst/>
                <a:latin typeface="Segoe UI" panose="020B0502040204020203" pitchFamily="34" charset="0"/>
              </a:rPr>
              <a:t> DC locks negative and grows to </a:t>
            </a:r>
            <a:r>
              <a:rPr lang="en-US" sz="2400" i="0" dirty="0">
                <a:solidFill>
                  <a:srgbClr val="1A1A1A"/>
                </a:solidFill>
                <a:effectLst/>
                <a:latin typeface="Segoe UI" panose="020B0502040204020203" pitchFamily="34" charset="0"/>
              </a:rPr>
              <a:t>~-</a:t>
            </a:r>
            <a:r>
              <a:rPr lang="en-NL" sz="2400" i="0" dirty="0">
                <a:solidFill>
                  <a:srgbClr val="1A1A1A"/>
                </a:solidFill>
                <a:effectLst/>
                <a:latin typeface="Segoe UI" panose="020B0502040204020203" pitchFamily="34" charset="0"/>
              </a:rPr>
              <a:t>4e-6</a:t>
            </a:r>
            <a:r>
              <a:rPr lang="en-US" sz="2400" i="0" dirty="0">
                <a:solidFill>
                  <a:srgbClr val="1A1A1A"/>
                </a:solidFill>
                <a:effectLst/>
                <a:latin typeface="Segoe UI" panose="020B0502040204020203" pitchFamily="34" charset="0"/>
              </a:rPr>
              <a:t>.</a:t>
            </a:r>
            <a:endParaRPr lang="en-US" sz="2400" dirty="0">
              <a:solidFill>
                <a:srgbClr val="1A1A1A"/>
              </a:solidFill>
              <a:latin typeface="Segoe UI" panose="020B0502040204020203" pitchFamily="34" charset="0"/>
            </a:endParaRPr>
          </a:p>
          <a:p>
            <a:pPr marL="342900" indent="-342900">
              <a:buFont typeface="Arial" panose="020B0604020202020204" pitchFamily="34" charset="0"/>
              <a:buChar char="•"/>
            </a:pPr>
            <a:r>
              <a:rPr lang="en-US" sz="2400" dirty="0">
                <a:solidFill>
                  <a:srgbClr val="1A1A1A"/>
                </a:solidFill>
                <a:latin typeface="Segoe UI" panose="020B0502040204020203" pitchFamily="34" charset="0"/>
              </a:rPr>
              <a:t>T</a:t>
            </a:r>
            <a:r>
              <a:rPr lang="en-NL" sz="2400" i="0" dirty="0">
                <a:solidFill>
                  <a:srgbClr val="1A1A1A"/>
                </a:solidFill>
                <a:effectLst/>
                <a:latin typeface="Segoe UI" panose="020B0502040204020203" pitchFamily="34" charset="0"/>
              </a:rPr>
              <a:t>he stiff Theta rows</a:t>
            </a:r>
            <a:r>
              <a:rPr lang="en-US" sz="2400" i="0" dirty="0">
                <a:solidFill>
                  <a:srgbClr val="1A1A1A"/>
                </a:solidFill>
                <a:effectLst/>
                <a:latin typeface="Segoe UI" panose="020B0502040204020203" pitchFamily="34" charset="0"/>
              </a:rPr>
              <a:t> show that</a:t>
            </a:r>
            <a:r>
              <a:rPr lang="en-NL" sz="2400" i="0" dirty="0">
                <a:solidFill>
                  <a:srgbClr val="1A1A1A"/>
                </a:solidFill>
                <a:effectLst/>
                <a:latin typeface="Segoe UI" panose="020B0502040204020203" pitchFamily="34" charset="0"/>
              </a:rPr>
              <a:t> a </a:t>
            </a:r>
            <a:r>
              <a:rPr lang="en-US" sz="2400" i="0" dirty="0">
                <a:solidFill>
                  <a:srgbClr val="1A1A1A"/>
                </a:solidFill>
                <a:effectLst/>
                <a:latin typeface="Segoe UI" panose="020B0502040204020203" pitchFamily="34" charset="0"/>
              </a:rPr>
              <a:t>co</a:t>
            </a:r>
            <a:r>
              <a:rPr lang="en-NL" sz="2400" i="0" dirty="0" err="1">
                <a:solidFill>
                  <a:srgbClr val="1A1A1A"/>
                </a:solidFill>
                <a:effectLst/>
                <a:latin typeface="Segoe UI" panose="020B0502040204020203" pitchFamily="34" charset="0"/>
              </a:rPr>
              <a:t>nstant</a:t>
            </a:r>
            <a:r>
              <a:rPr lang="en-NL" sz="2400" i="0" dirty="0">
                <a:solidFill>
                  <a:srgbClr val="1A1A1A"/>
                </a:solidFill>
                <a:effectLst/>
                <a:latin typeface="Segoe UI" panose="020B0502040204020203" pitchFamily="34" charset="0"/>
              </a:rPr>
              <a:t> forms in ALL </a:t>
            </a:r>
            <a:r>
              <a:rPr lang="en-US" sz="2400" dirty="0">
                <a:solidFill>
                  <a:srgbClr val="1A1A1A"/>
                </a:solidFill>
                <a:latin typeface="Segoe UI" panose="020B0502040204020203" pitchFamily="34" charset="0"/>
              </a:rPr>
              <a:t>3,</a:t>
            </a:r>
            <a:r>
              <a:rPr lang="en-NL" sz="2400" i="0" dirty="0">
                <a:solidFill>
                  <a:srgbClr val="1A1A1A"/>
                </a:solidFill>
                <a:effectLst/>
                <a:latin typeface="Segoe UI" panose="020B0502040204020203" pitchFamily="34" charset="0"/>
              </a:rPr>
              <a:t> its output effect is bounded by the Theta stiffness and produces no drift</a:t>
            </a:r>
            <a:r>
              <a:rPr lang="en-US" sz="2400" dirty="0">
                <a:solidFill>
                  <a:srgbClr val="1A1A1A"/>
                </a:solidFill>
                <a:latin typeface="Segoe UI" panose="020B0502040204020203" pitchFamily="34" charset="0"/>
              </a:rPr>
              <a:t>.</a:t>
            </a:r>
            <a:endParaRPr lang="en-NL" sz="4400" dirty="0"/>
          </a:p>
        </p:txBody>
      </p:sp>
    </p:spTree>
    <p:extLst>
      <p:ext uri="{BB962C8B-B14F-4D97-AF65-F5344CB8AC3E}">
        <p14:creationId xmlns:p14="http://schemas.microsoft.com/office/powerpoint/2010/main" val="109178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DA62B-817F-13DD-94C5-99C9B07038E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7936F39-9F8B-D28F-3599-A4820F158F1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766"/>
          <a:stretch>
            <a:fillRect/>
          </a:stretch>
        </p:blipFill>
        <p:spPr>
          <a:xfrm>
            <a:off x="0" y="0"/>
            <a:ext cx="12192000" cy="4399916"/>
          </a:xfrm>
          <a:prstGeom prst="rect">
            <a:avLst/>
          </a:prstGeom>
        </p:spPr>
      </p:pic>
      <p:sp>
        <p:nvSpPr>
          <p:cNvPr id="7" name="TextBox 6">
            <a:extLst>
              <a:ext uri="{FF2B5EF4-FFF2-40B4-BE49-F238E27FC236}">
                <a16:creationId xmlns:a16="http://schemas.microsoft.com/office/drawing/2014/main" id="{E86C92D3-2B1D-666C-6357-300F46177BE4}"/>
              </a:ext>
            </a:extLst>
          </p:cNvPr>
          <p:cNvSpPr txBox="1"/>
          <p:nvPr/>
        </p:nvSpPr>
        <p:spPr>
          <a:xfrm>
            <a:off x="71120" y="4935794"/>
            <a:ext cx="12120880"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Y and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stand out. But the added MSD is also added to the payload Y and the original payload mass is split over MSD and the new payload mass, 10 and 90 percent respectively. It should only affect the center of mass.</a:t>
            </a: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But looking at the actual system (next page) the system is zero-mean, and the earlier image for the correct ANN (truth-baseline) also showed this </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75986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B314-9EF0-F2F4-1B67-60A453E3141F}"/>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0FC4D47-9A6F-F699-0445-190BDB7E1B70}"/>
              </a:ext>
            </a:extLst>
          </p:cNvPr>
          <p:cNvSpPr>
            <a:spLocks noGrp="1"/>
          </p:cNvSpPr>
          <p:nvPr>
            <p:ph idx="1"/>
          </p:nvPr>
        </p:nvSpPr>
        <p:spPr>
          <a:xfrm>
            <a:off x="0" y="4601497"/>
            <a:ext cx="13664879" cy="4351338"/>
          </a:xfrm>
        </p:spPr>
        <p:txBody>
          <a:bodyPr/>
          <a:lstStyle/>
          <a:p>
            <a:r>
              <a:rPr lang="en-US" dirty="0"/>
              <a:t>Note: minus the setpoint; NOT the signal’s own time-mean</a:t>
            </a:r>
          </a:p>
          <a:p>
            <a:r>
              <a:rPr lang="en-US" dirty="0"/>
              <a:t>Standstill operating points: T1_standstill_Ym30, T2_standstill_Ym15, T3_standstill_Y000, T4_standstill_Yp15, T5_standstill_Yp30</a:t>
            </a:r>
            <a:endParaRPr lang="en-NL" dirty="0"/>
          </a:p>
        </p:txBody>
      </p:sp>
      <p:pic>
        <p:nvPicPr>
          <p:cNvPr id="7" name="Picture 6">
            <a:extLst>
              <a:ext uri="{FF2B5EF4-FFF2-40B4-BE49-F238E27FC236}">
                <a16:creationId xmlns:a16="http://schemas.microsoft.com/office/drawing/2014/main" id="{EE008423-C766-CC84-17B8-F760405D2D2C}"/>
              </a:ext>
            </a:extLst>
          </p:cNvPr>
          <p:cNvPicPr>
            <a:picLocks noChangeAspect="1"/>
          </p:cNvPicPr>
          <p:nvPr/>
        </p:nvPicPr>
        <p:blipFill>
          <a:blip r:embed="rId3">
            <a:extLst>
              <a:ext uri="{28A0092B-C50C-407E-A947-70E740481C1C}">
                <a14:useLocalDpi xmlns:a14="http://schemas.microsoft.com/office/drawing/2010/main" val="0"/>
              </a:ext>
            </a:extLst>
          </a:blip>
          <a:srcRect b="5423"/>
          <a:stretch>
            <a:fillRect/>
          </a:stretch>
        </p:blipFill>
        <p:spPr>
          <a:xfrm>
            <a:off x="0" y="757903"/>
            <a:ext cx="12192000" cy="3843594"/>
          </a:xfrm>
          <a:prstGeom prst="rect">
            <a:avLst/>
          </a:prstGeom>
        </p:spPr>
      </p:pic>
    </p:spTree>
    <p:extLst>
      <p:ext uri="{BB962C8B-B14F-4D97-AF65-F5344CB8AC3E}">
        <p14:creationId xmlns:p14="http://schemas.microsoft.com/office/powerpoint/2010/main" val="1547116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F14A6-4F37-FEC7-E766-9A4F8431C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3342A-6B6A-EA91-7BBF-9C5FC8AEF58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84B004C-2EE5-248D-34AC-07BBC75B6D3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2174"/>
          <a:stretch>
            <a:fillRect/>
          </a:stretch>
        </p:blipFill>
        <p:spPr>
          <a:xfrm>
            <a:off x="0" y="-153035"/>
            <a:ext cx="12192000" cy="5088829"/>
          </a:xfrm>
          <a:prstGeom prst="rect">
            <a:avLst/>
          </a:prstGeom>
        </p:spPr>
      </p:pic>
      <p:sp>
        <p:nvSpPr>
          <p:cNvPr id="8" name="TextBox 7">
            <a:extLst>
              <a:ext uri="{FF2B5EF4-FFF2-40B4-BE49-F238E27FC236}">
                <a16:creationId xmlns:a16="http://schemas.microsoft.com/office/drawing/2014/main" id="{EB538182-F418-5632-6B69-47C2020F5DE7}"/>
              </a:ext>
            </a:extLst>
          </p:cNvPr>
          <p:cNvSpPr txBox="1"/>
          <p:nvPr/>
        </p:nvSpPr>
        <p:spPr>
          <a:xfrm>
            <a:off x="71120" y="4935795"/>
            <a:ext cx="11788648"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The Y seems to find a new offset point and not grow further but oscillate around the new point, but the system seems to be zero-mean. Unless minus set point is biase</a:t>
            </a:r>
            <a:r>
              <a:rPr lang="en-US" sz="2400" dirty="0">
                <a:solidFill>
                  <a:srgbClr val="1A1A1A"/>
                </a:solidFill>
                <a:latin typeface="Segoe UI" panose="020B0502040204020203" pitchFamily="34" charset="0"/>
              </a:rPr>
              <a:t>d.</a:t>
            </a:r>
          </a:p>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Question: If it’s a next state issue it should keep getting worse no?</a:t>
            </a: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Since the Y is being scheduled each update step, so error keeps growing.</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133852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91103-1AA5-26CF-AEAB-8BD7E74C2E0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6EECF59-A75F-6FC7-7C55-DF03B82D2E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793"/>
          <a:stretch>
            <a:fillRect/>
          </a:stretch>
        </p:blipFill>
        <p:spPr>
          <a:xfrm>
            <a:off x="0" y="0"/>
            <a:ext cx="12192000" cy="5004619"/>
          </a:xfrm>
          <a:prstGeom prst="rect">
            <a:avLst/>
          </a:prstGeom>
        </p:spPr>
      </p:pic>
      <p:sp>
        <p:nvSpPr>
          <p:cNvPr id="7" name="TextBox 6">
            <a:extLst>
              <a:ext uri="{FF2B5EF4-FFF2-40B4-BE49-F238E27FC236}">
                <a16:creationId xmlns:a16="http://schemas.microsoft.com/office/drawing/2014/main" id="{47CC485D-D56C-CFBC-B856-172F5E8127FD}"/>
              </a:ext>
            </a:extLst>
          </p:cNvPr>
          <p:cNvSpPr txBox="1"/>
          <p:nvPr/>
        </p:nvSpPr>
        <p:spPr>
          <a:xfrm>
            <a:off x="71120" y="4935794"/>
            <a:ext cx="10046274"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Inject a constant planted on 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row</a:t>
            </a:r>
          </a:p>
          <a:p>
            <a:pPr marL="342900" indent="-342900">
              <a:buFont typeface="Arial" panose="020B0604020202020204" pitchFamily="34" charset="0"/>
              <a:buChar char="•"/>
            </a:pPr>
            <a:r>
              <a:rPr lang="en-US" sz="2400" dirty="0">
                <a:solidFill>
                  <a:srgbClr val="1A1A1A"/>
                </a:solidFill>
                <a:latin typeface="Segoe UI" panose="020B0502040204020203" pitchFamily="34" charset="0"/>
              </a:rPr>
              <a:t>E</a:t>
            </a:r>
            <a:r>
              <a:rPr lang="en-US" sz="2400" i="0" dirty="0">
                <a:solidFill>
                  <a:srgbClr val="1A1A1A"/>
                </a:solidFill>
                <a:effectLst/>
                <a:latin typeface="Segoe UI" panose="020B0502040204020203" pitchFamily="34" charset="0"/>
              </a:rPr>
              <a:t>very single timestep, +ε is added to 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(Y-velocity) component of the model's state, on top of whatever the baseline and ANN computed. Nothing is added to the other 7 rows, nothing to the input u, nothing to the output y.</a:t>
            </a:r>
            <a:endParaRPr lang="en-NL" sz="4400" dirty="0"/>
          </a:p>
        </p:txBody>
      </p:sp>
    </p:spTree>
    <p:extLst>
      <p:ext uri="{BB962C8B-B14F-4D97-AF65-F5344CB8AC3E}">
        <p14:creationId xmlns:p14="http://schemas.microsoft.com/office/powerpoint/2010/main" val="3485612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615F-50E2-4707-135F-5D8C4D399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56118-756E-B6CA-B84A-6EF376E80C8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120D316F-DA79-593A-5C99-E859E93B815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793"/>
          <a:stretch>
            <a:fillRect/>
          </a:stretch>
        </p:blipFill>
        <p:spPr>
          <a:xfrm>
            <a:off x="0" y="0"/>
            <a:ext cx="12192000" cy="5004619"/>
          </a:xfrm>
          <a:prstGeom prst="rect">
            <a:avLst/>
          </a:prstGeom>
        </p:spPr>
      </p:pic>
      <p:sp>
        <p:nvSpPr>
          <p:cNvPr id="7" name="TextBox 6">
            <a:extLst>
              <a:ext uri="{FF2B5EF4-FFF2-40B4-BE49-F238E27FC236}">
                <a16:creationId xmlns:a16="http://schemas.microsoft.com/office/drawing/2014/main" id="{8FA5890C-87D4-22DF-E1BC-9C508F399BC4}"/>
              </a:ext>
            </a:extLst>
          </p:cNvPr>
          <p:cNvSpPr txBox="1"/>
          <p:nvPr/>
        </p:nvSpPr>
        <p:spPr>
          <a:xfrm>
            <a:off x="71120" y="4935794"/>
            <a:ext cx="10046274" cy="1200329"/>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row keeps growing, but Y gets back to 0.</a:t>
            </a:r>
            <a:endParaRPr lang="en-US" sz="4400" i="0" dirty="0">
              <a:solidFill>
                <a:srgbClr val="1A1A1A"/>
              </a:solidFill>
              <a:effectLst/>
              <a:latin typeface="Segoe UI" panose="020B0502040204020203" pitchFamily="34" charset="0"/>
            </a:endParaRP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But with the MSD data mismatch with the model and we keep propagating the wrong Y.</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3225033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B4E8B-108E-9531-A2ED-A3C74E945AB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B745E4F4-C291-E9CF-CAF6-AD428C545D7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620"/>
          <a:stretch>
            <a:fillRect/>
          </a:stretch>
        </p:blipFill>
        <p:spPr>
          <a:xfrm>
            <a:off x="0" y="-1"/>
            <a:ext cx="12192000" cy="4114801"/>
          </a:xfrm>
          <a:prstGeom prst="rect">
            <a:avLst/>
          </a:prstGeom>
        </p:spPr>
      </p:pic>
      <p:sp>
        <p:nvSpPr>
          <p:cNvPr id="7" name="TextBox 6">
            <a:extLst>
              <a:ext uri="{FF2B5EF4-FFF2-40B4-BE49-F238E27FC236}">
                <a16:creationId xmlns:a16="http://schemas.microsoft.com/office/drawing/2014/main" id="{15325774-8E4D-394D-3417-4F05423EE8E3}"/>
              </a:ext>
            </a:extLst>
          </p:cNvPr>
          <p:cNvSpPr txBox="1"/>
          <p:nvPr/>
        </p:nvSpPr>
        <p:spPr>
          <a:xfrm>
            <a:off x="81280" y="4114800"/>
            <a:ext cx="11968480" cy="1569660"/>
          </a:xfrm>
          <a:prstGeom prst="rect">
            <a:avLst/>
          </a:prstGeom>
          <a:noFill/>
        </p:spPr>
        <p:txBody>
          <a:bodyPr wrap="square">
            <a:spAutoFit/>
          </a:bodyPr>
          <a:lstStyle/>
          <a:p>
            <a:r>
              <a:rPr lang="en-NL" sz="2400" b="0" i="0" dirty="0" err="1">
                <a:solidFill>
                  <a:srgbClr val="1A1A1A"/>
                </a:solidFill>
                <a:effectLst/>
                <a:latin typeface="Segoe UI" panose="020B0502040204020203" pitchFamily="34" charset="0"/>
              </a:rPr>
              <a:t>dY</a:t>
            </a:r>
            <a:r>
              <a:rPr lang="en-US" sz="2400" dirty="0">
                <a:solidFill>
                  <a:srgbClr val="1A1A1A"/>
                </a:solidFill>
                <a:latin typeface="Segoe UI" panose="020B0502040204020203" pitchFamily="34" charset="0"/>
              </a:rPr>
              <a:t> with</a:t>
            </a:r>
            <a:r>
              <a:rPr lang="en-NL" sz="2400" b="0" i="0" dirty="0">
                <a:solidFill>
                  <a:srgbClr val="1A1A1A"/>
                </a:solidFill>
                <a:effectLst/>
                <a:latin typeface="Segoe UI" panose="020B0502040204020203" pitchFamily="34" charset="0"/>
              </a:rPr>
              <a:t> K=0</a:t>
            </a:r>
            <a:r>
              <a:rPr lang="en-US" sz="2400" b="0" i="0" dirty="0">
                <a:solidFill>
                  <a:srgbClr val="1A1A1A"/>
                </a:solidFill>
                <a:effectLst/>
                <a:latin typeface="Segoe UI" panose="020B0502040204020203" pitchFamily="34" charset="0"/>
              </a:rPr>
              <a:t>, for this</a:t>
            </a:r>
            <a:r>
              <a:rPr lang="en-NL" sz="2400" b="0" i="0" dirty="0">
                <a:solidFill>
                  <a:srgbClr val="1A1A1A"/>
                </a:solidFill>
                <a:effectLst/>
                <a:latin typeface="Segoe UI" panose="020B0502040204020203" pitchFamily="34" charset="0"/>
              </a:rPr>
              <a:t> velocity a constant integrates into position drift. </a:t>
            </a:r>
            <a:endParaRPr lang="en-US" sz="2400" b="0" i="0" dirty="0">
              <a:solidFill>
                <a:srgbClr val="1A1A1A"/>
              </a:solidFill>
              <a:effectLst/>
              <a:latin typeface="Segoe UI" panose="020B0502040204020203" pitchFamily="34" charset="0"/>
            </a:endParaRPr>
          </a:p>
          <a:p>
            <a:r>
              <a:rPr lang="en-NL" sz="2400" b="0" i="0" dirty="0">
                <a:solidFill>
                  <a:srgbClr val="1A1A1A"/>
                </a:solidFill>
                <a:effectLst/>
                <a:latin typeface="Segoe UI" panose="020B0502040204020203" pitchFamily="34" charset="0"/>
              </a:rPr>
              <a:t>Left: the DC forms only when the real absorber residual is in the loss</a:t>
            </a:r>
            <a:r>
              <a:rPr lang="en-US" sz="2400" dirty="0">
                <a:solidFill>
                  <a:srgbClr val="1A1A1A"/>
                </a:solidFill>
                <a:latin typeface="Segoe UI" panose="020B0502040204020203" pitchFamily="34" charset="0"/>
              </a:rPr>
              <a:t>.</a:t>
            </a:r>
            <a:endParaRPr lang="en-US" sz="2400" b="0" i="0" dirty="0">
              <a:solidFill>
                <a:srgbClr val="1A1A1A"/>
              </a:solidFill>
              <a:effectLst/>
              <a:latin typeface="Segoe UI" panose="020B0502040204020203" pitchFamily="34" charset="0"/>
            </a:endParaRPr>
          </a:p>
          <a:p>
            <a:r>
              <a:rPr lang="en-NL" sz="2400" b="0" i="0" dirty="0">
                <a:solidFill>
                  <a:srgbClr val="1A1A1A"/>
                </a:solidFill>
                <a:effectLst/>
                <a:latin typeface="Segoe UI" panose="020B0502040204020203" pitchFamily="34" charset="0"/>
              </a:rPr>
              <a:t>Right: planted offsets are recovered to their targets (95/86/64%), and the clean pipeline stays flat. </a:t>
            </a:r>
            <a:endParaRPr lang="en-NL" sz="2400" dirty="0"/>
          </a:p>
        </p:txBody>
      </p:sp>
    </p:spTree>
    <p:extLst>
      <p:ext uri="{BB962C8B-B14F-4D97-AF65-F5344CB8AC3E}">
        <p14:creationId xmlns:p14="http://schemas.microsoft.com/office/powerpoint/2010/main" val="1591776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55AB-614E-C886-9DF3-897DCF5BAB64}"/>
              </a:ext>
            </a:extLst>
          </p:cNvPr>
          <p:cNvSpPr>
            <a:spLocks noGrp="1"/>
          </p:cNvSpPr>
          <p:nvPr>
            <p:ph type="title"/>
          </p:nvPr>
        </p:nvSpPr>
        <p:spPr>
          <a:xfrm>
            <a:off x="76200" y="-203835"/>
            <a:ext cx="10515600" cy="1325563"/>
          </a:xfrm>
        </p:spPr>
        <p:txBody>
          <a:bodyPr/>
          <a:lstStyle/>
          <a:p>
            <a:r>
              <a:rPr lang="en-US" dirty="0"/>
              <a:t>The loss landscape</a:t>
            </a:r>
            <a:endParaRPr lang="en-NL" dirty="0"/>
          </a:p>
        </p:txBody>
      </p:sp>
      <p:sp>
        <p:nvSpPr>
          <p:cNvPr id="7" name="TextBox 6">
            <a:extLst>
              <a:ext uri="{FF2B5EF4-FFF2-40B4-BE49-F238E27FC236}">
                <a16:creationId xmlns:a16="http://schemas.microsoft.com/office/drawing/2014/main" id="{8007F380-5F49-AF8D-5481-E193C8E4E4A7}"/>
              </a:ext>
            </a:extLst>
          </p:cNvPr>
          <p:cNvSpPr txBox="1"/>
          <p:nvPr/>
        </p:nvSpPr>
        <p:spPr>
          <a:xfrm>
            <a:off x="76200" y="5059681"/>
            <a:ext cx="11968480" cy="1569660"/>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A1A1A"/>
                </a:solidFill>
                <a:effectLst/>
                <a:latin typeface="Segoe UI" panose="020B0502040204020203" pitchFamily="34" charset="0"/>
              </a:rPr>
              <a:t>Evaluation sweep, not training: no gradients and no optimizer.</a:t>
            </a:r>
          </a:p>
          <a:p>
            <a:pPr marL="342900" indent="-342900">
              <a:buFont typeface="Arial" panose="020B0604020202020204" pitchFamily="34" charset="0"/>
              <a:buChar char="•"/>
            </a:pPr>
            <a:r>
              <a:rPr lang="en-US" sz="2400" dirty="0"/>
              <a:t>We take the fixed baseline model and simply measure the loss for each candidate value of the constant.</a:t>
            </a:r>
          </a:p>
          <a:p>
            <a:pPr marL="342900" indent="-342900">
              <a:buFont typeface="Arial" panose="020B0604020202020204" pitchFamily="34" charset="0"/>
              <a:buChar char="•"/>
            </a:pPr>
            <a:r>
              <a:rPr lang="en-US" sz="2400" dirty="0"/>
              <a:t>Flat loss landscape, Adam is free to wander. The loss does not pin it.</a:t>
            </a:r>
            <a:endParaRPr lang="en-NL" sz="2400" dirty="0"/>
          </a:p>
        </p:txBody>
      </p:sp>
      <p:pic>
        <p:nvPicPr>
          <p:cNvPr id="9" name="Picture 8">
            <a:extLst>
              <a:ext uri="{FF2B5EF4-FFF2-40B4-BE49-F238E27FC236}">
                <a16:creationId xmlns:a16="http://schemas.microsoft.com/office/drawing/2014/main" id="{7767A514-5986-B2B0-E113-0501D73C62E7}"/>
              </a:ext>
            </a:extLst>
          </p:cNvPr>
          <p:cNvPicPr>
            <a:picLocks noChangeAspect="1"/>
          </p:cNvPicPr>
          <p:nvPr/>
        </p:nvPicPr>
        <p:blipFill>
          <a:blip r:embed="rId2">
            <a:extLst>
              <a:ext uri="{28A0092B-C50C-407E-A947-70E740481C1C}">
                <a14:useLocalDpi xmlns:a14="http://schemas.microsoft.com/office/drawing/2010/main" val="0"/>
              </a:ext>
            </a:extLst>
          </a:blip>
          <a:srcRect b="3848"/>
          <a:stretch>
            <a:fillRect/>
          </a:stretch>
        </p:blipFill>
        <p:spPr>
          <a:xfrm>
            <a:off x="0" y="681037"/>
            <a:ext cx="12142205" cy="4490403"/>
          </a:xfrm>
          <a:prstGeom prst="rect">
            <a:avLst/>
          </a:prstGeom>
        </p:spPr>
      </p:pic>
    </p:spTree>
    <p:extLst>
      <p:ext uri="{BB962C8B-B14F-4D97-AF65-F5344CB8AC3E}">
        <p14:creationId xmlns:p14="http://schemas.microsoft.com/office/powerpoint/2010/main" val="230696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0169-D234-E7A6-2C1E-B6E91CD3640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5C53C5F-A016-CEB7-DAA8-2E7CA91BC2A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119"/>
          <a:stretch>
            <a:fillRect/>
          </a:stretch>
        </p:blipFill>
        <p:spPr>
          <a:xfrm>
            <a:off x="0" y="1"/>
            <a:ext cx="12192000" cy="3429000"/>
          </a:xfrm>
          <a:prstGeom prst="rect">
            <a:avLst/>
          </a:prstGeom>
        </p:spPr>
      </p:pic>
      <p:sp>
        <p:nvSpPr>
          <p:cNvPr id="7" name="TextBox 6">
            <a:extLst>
              <a:ext uri="{FF2B5EF4-FFF2-40B4-BE49-F238E27FC236}">
                <a16:creationId xmlns:a16="http://schemas.microsoft.com/office/drawing/2014/main" id="{E7016DBE-0241-DFF4-CF7B-E8EFFC617EBE}"/>
              </a:ext>
            </a:extLst>
          </p:cNvPr>
          <p:cNvSpPr txBox="1"/>
          <p:nvPr/>
        </p:nvSpPr>
        <p:spPr>
          <a:xfrm>
            <a:off x="0" y="3517842"/>
            <a:ext cx="12260826" cy="2677656"/>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1A1A1A"/>
                </a:solidFill>
                <a:latin typeface="Segoe UI" panose="020B0502040204020203" pitchFamily="34" charset="0"/>
              </a:rPr>
              <a:t>The </a:t>
            </a:r>
            <a:r>
              <a:rPr lang="en-US" sz="2400" dirty="0" err="1">
                <a:solidFill>
                  <a:srgbClr val="1A1A1A"/>
                </a:solidFill>
                <a:latin typeface="Segoe UI" panose="020B0502040204020203" pitchFamily="34" charset="0"/>
              </a:rPr>
              <a:t>behaviour</a:t>
            </a:r>
            <a:r>
              <a:rPr lang="en-US" sz="2400" dirty="0">
                <a:solidFill>
                  <a:srgbClr val="1A1A1A"/>
                </a:solidFill>
                <a:latin typeface="Segoe UI" panose="020B0502040204020203" pitchFamily="34" charset="0"/>
              </a:rPr>
              <a:t> </a:t>
            </a:r>
            <a:r>
              <a:rPr lang="en-NL" sz="2400" b="0" i="0" dirty="0">
                <a:solidFill>
                  <a:srgbClr val="1A1A1A"/>
                </a:solidFill>
                <a:effectLst/>
                <a:latin typeface="Segoe UI" panose="020B0502040204020203" pitchFamily="34" charset="0"/>
              </a:rPr>
              <a:t>is systematic.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Left: every seed learns the same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DC.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Middle: the running-mean gradient on the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constant stays positive in all seeds (a positive gradient drives the DC negative under descent), so the drive is systematic, not random.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Right: the epoch-mean gradient per row agrees in sign across seeds on the K=0 rows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especially</a:t>
            </a:r>
            <a:r>
              <a:rPr lang="en-US" sz="2400" b="0" i="0" dirty="0">
                <a:solidFill>
                  <a:srgbClr val="1A1A1A"/>
                </a:solidFill>
                <a:effectLst/>
                <a:latin typeface="Segoe UI" panose="020B0502040204020203" pitchFamily="34" charset="0"/>
              </a:rPr>
              <a:t>)</a:t>
            </a:r>
          </a:p>
        </p:txBody>
      </p:sp>
    </p:spTree>
    <p:extLst>
      <p:ext uri="{BB962C8B-B14F-4D97-AF65-F5344CB8AC3E}">
        <p14:creationId xmlns:p14="http://schemas.microsoft.com/office/powerpoint/2010/main" val="317071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AF51F-2EA6-60F2-ED26-5A167B7CD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EF19-2B5D-0E1C-7890-2821E3862A7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0833E32-E7D6-0847-B882-E1F81D9CB6D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119"/>
          <a:stretch>
            <a:fillRect/>
          </a:stretch>
        </p:blipFill>
        <p:spPr>
          <a:xfrm>
            <a:off x="0" y="1"/>
            <a:ext cx="12192000" cy="3429000"/>
          </a:xfrm>
          <a:prstGeom prst="rect">
            <a:avLst/>
          </a:prstGeom>
        </p:spPr>
      </p:pic>
      <p:sp>
        <p:nvSpPr>
          <p:cNvPr id="7" name="TextBox 6">
            <a:extLst>
              <a:ext uri="{FF2B5EF4-FFF2-40B4-BE49-F238E27FC236}">
                <a16:creationId xmlns:a16="http://schemas.microsoft.com/office/drawing/2014/main" id="{351285AF-B1F3-01F1-23EA-AB68F87CA30E}"/>
              </a:ext>
            </a:extLst>
          </p:cNvPr>
          <p:cNvSpPr txBox="1"/>
          <p:nvPr/>
        </p:nvSpPr>
        <p:spPr>
          <a:xfrm>
            <a:off x="0" y="3517842"/>
            <a:ext cx="12260826"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1A1A1A"/>
                </a:solidFill>
                <a:latin typeface="Segoe UI" panose="020B0502040204020203" pitchFamily="34" charset="0"/>
              </a:rPr>
              <a:t>Question: S</a:t>
            </a:r>
            <a:r>
              <a:rPr lang="en-NL" sz="2400" b="0" i="0" dirty="0" err="1">
                <a:solidFill>
                  <a:srgbClr val="1A1A1A"/>
                </a:solidFill>
                <a:effectLst/>
                <a:latin typeface="Segoe UI" panose="020B0502040204020203" pitchFamily="34" charset="0"/>
              </a:rPr>
              <a:t>ystematic</a:t>
            </a:r>
            <a:r>
              <a:rPr lang="en-NL" sz="2400" b="0" i="0" dirty="0">
                <a:solidFill>
                  <a:srgbClr val="1A1A1A"/>
                </a:solidFill>
                <a:effectLst/>
                <a:latin typeface="Segoe UI" panose="020B0502040204020203" pitchFamily="34" charset="0"/>
              </a:rPr>
              <a:t> gradient </a:t>
            </a:r>
            <a:r>
              <a:rPr lang="en-US" sz="2400" dirty="0">
                <a:solidFill>
                  <a:srgbClr val="1A1A1A"/>
                </a:solidFill>
                <a:latin typeface="Segoe UI" panose="020B0502040204020203" pitchFamily="34" charset="0"/>
              </a:rPr>
              <a:t>caused by</a:t>
            </a:r>
            <a:r>
              <a:rPr lang="en-NL" sz="2400" b="0" i="0" dirty="0">
                <a:solidFill>
                  <a:srgbClr val="1A1A1A"/>
                </a:solidFill>
                <a:effectLst/>
                <a:latin typeface="Segoe UI" panose="020B0502040204020203" pitchFamily="34" charset="0"/>
              </a:rPr>
              <a:t> the truncated-BPTT bias</a:t>
            </a:r>
            <a:r>
              <a:rPr lang="en-US" sz="2400" b="0" i="0" dirty="0">
                <a:solidFill>
                  <a:srgbClr val="1A1A1A"/>
                </a:solidFill>
                <a:effectLst/>
                <a:latin typeface="Segoe UI" panose="020B0502040204020203" pitchFamily="34" charset="0"/>
              </a:rPr>
              <a:t>? Increasing </a:t>
            </a:r>
            <a:r>
              <a:rPr lang="en-US" sz="2400" b="0" i="0" dirty="0" err="1">
                <a:solidFill>
                  <a:srgbClr val="1A1A1A"/>
                </a:solidFill>
                <a:effectLst/>
                <a:latin typeface="Segoe UI" panose="020B0502040204020203" pitchFamily="34" charset="0"/>
              </a:rPr>
              <a:t>nf</a:t>
            </a:r>
            <a:r>
              <a:rPr lang="en-US" sz="2400" b="0" i="0" dirty="0">
                <a:solidFill>
                  <a:srgbClr val="1A1A1A"/>
                </a:solidFill>
                <a:effectLst/>
                <a:latin typeface="Segoe UI" panose="020B0502040204020203" pitchFamily="34" charset="0"/>
              </a:rPr>
              <a:t> did not help.</a:t>
            </a:r>
            <a:endParaRPr lang="en-NL" sz="2400" dirty="0"/>
          </a:p>
        </p:txBody>
      </p:sp>
    </p:spTree>
    <p:extLst>
      <p:ext uri="{BB962C8B-B14F-4D97-AF65-F5344CB8AC3E}">
        <p14:creationId xmlns:p14="http://schemas.microsoft.com/office/powerpoint/2010/main" val="2952552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2A6-FD95-59AD-3E0A-E18D67F6EC50}"/>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2DEE4E0-362C-84BF-505C-1EA1FD7C42E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
        <p:nvSpPr>
          <p:cNvPr id="3" name="TextBox 2">
            <a:extLst>
              <a:ext uri="{FF2B5EF4-FFF2-40B4-BE49-F238E27FC236}">
                <a16:creationId xmlns:a16="http://schemas.microsoft.com/office/drawing/2014/main" id="{6921682C-BD0D-423D-36D7-D18D4B347DD7}"/>
              </a:ext>
            </a:extLst>
          </p:cNvPr>
          <p:cNvSpPr txBox="1"/>
          <p:nvPr/>
        </p:nvSpPr>
        <p:spPr>
          <a:xfrm>
            <a:off x="181335" y="5707456"/>
            <a:ext cx="5868365" cy="1200329"/>
          </a:xfrm>
          <a:prstGeom prst="rect">
            <a:avLst/>
          </a:prstGeom>
          <a:noFill/>
        </p:spPr>
        <p:txBody>
          <a:bodyPr wrap="square" rtlCol="0">
            <a:spAutoFit/>
          </a:bodyPr>
          <a:lstStyle/>
          <a:p>
            <a:r>
              <a:rPr lang="en-US" dirty="0"/>
              <a:t>Hyperparameter search:</a:t>
            </a:r>
          </a:p>
          <a:p>
            <a:r>
              <a:rPr lang="en-US" dirty="0"/>
              <a:t>Learning rate and number of samples used for training (training window)</a:t>
            </a:r>
          </a:p>
          <a:p>
            <a:r>
              <a:rPr lang="en-US" dirty="0"/>
              <a:t>Conclusion: it is not a hyperparameter problem</a:t>
            </a:r>
            <a:endParaRPr lang="en-NL" dirty="0"/>
          </a:p>
        </p:txBody>
      </p:sp>
    </p:spTree>
    <p:extLst>
      <p:ext uri="{BB962C8B-B14F-4D97-AF65-F5344CB8AC3E}">
        <p14:creationId xmlns:p14="http://schemas.microsoft.com/office/powerpoint/2010/main" val="1231481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C75E-256E-52CA-4060-A6D536BDA5C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43F1F5D-BBDB-FE12-E30C-26CA028911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409"/>
          <a:stretch>
            <a:fillRect/>
          </a:stretch>
        </p:blipFill>
        <p:spPr>
          <a:xfrm>
            <a:off x="0" y="0"/>
            <a:ext cx="11447038" cy="6127750"/>
          </a:xfrm>
          <a:prstGeom prst="rect">
            <a:avLst/>
          </a:prstGeom>
        </p:spPr>
      </p:pic>
      <p:sp>
        <p:nvSpPr>
          <p:cNvPr id="4" name="TextBox 3">
            <a:extLst>
              <a:ext uri="{FF2B5EF4-FFF2-40B4-BE49-F238E27FC236}">
                <a16:creationId xmlns:a16="http://schemas.microsoft.com/office/drawing/2014/main" id="{64686530-9500-22AA-F9B1-D2C389997501}"/>
              </a:ext>
            </a:extLst>
          </p:cNvPr>
          <p:cNvSpPr txBox="1"/>
          <p:nvPr/>
        </p:nvSpPr>
        <p:spPr>
          <a:xfrm>
            <a:off x="8494514" y="4402402"/>
            <a:ext cx="3786223" cy="2862322"/>
          </a:xfrm>
          <a:prstGeom prst="rect">
            <a:avLst/>
          </a:prstGeom>
          <a:noFill/>
        </p:spPr>
        <p:txBody>
          <a:bodyPr wrap="square" rtlCol="0">
            <a:spAutoFit/>
          </a:bodyPr>
          <a:lstStyle/>
          <a:p>
            <a:r>
              <a:rPr lang="en-US" b="1" dirty="0"/>
              <a:t>Look at train and validation loss for the training window</a:t>
            </a:r>
          </a:p>
          <a:p>
            <a:endParaRPr lang="en-US" b="1" dirty="0"/>
          </a:p>
          <a:p>
            <a:r>
              <a:rPr lang="en-US" b="1" dirty="0"/>
              <a:t>Why:</a:t>
            </a:r>
          </a:p>
          <a:p>
            <a:r>
              <a:rPr lang="en-US" b="1" dirty="0"/>
              <a:t>For validation we use sim-RMS, which is the full 12s validation open-loop free run and now 0.1 s </a:t>
            </a:r>
          </a:p>
          <a:p>
            <a:endParaRPr lang="en-US" b="1" dirty="0"/>
          </a:p>
          <a:p>
            <a:endParaRPr lang="en-US" b="1" dirty="0"/>
          </a:p>
          <a:p>
            <a:endParaRPr lang="en-NL" b="1" dirty="0"/>
          </a:p>
        </p:txBody>
      </p:sp>
    </p:spTree>
    <p:extLst>
      <p:ext uri="{BB962C8B-B14F-4D97-AF65-F5344CB8AC3E}">
        <p14:creationId xmlns:p14="http://schemas.microsoft.com/office/powerpoint/2010/main" val="1046019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B64E-F55F-9292-2E71-7CF05BDF5A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FF0C2E-3ED6-674A-5035-35050A252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8943EB93-FEA8-A2D0-A992-7D354299AC1C}"/>
              </a:ext>
            </a:extLst>
          </p:cNvPr>
          <p:cNvSpPr>
            <a:spLocks noGrp="1"/>
          </p:cNvSpPr>
          <p:nvPr>
            <p:ph idx="1"/>
          </p:nvPr>
        </p:nvSpPr>
        <p:spPr>
          <a:xfrm>
            <a:off x="0" y="209483"/>
            <a:ext cx="2657438" cy="5975063"/>
          </a:xfrm>
        </p:spPr>
        <p:txBody>
          <a:bodyPr/>
          <a:lstStyle/>
          <a:p>
            <a:r>
              <a:rPr lang="en-US" dirty="0"/>
              <a:t>Take the derivative of the trained-ANN free-run</a:t>
            </a:r>
          </a:p>
          <a:p>
            <a:r>
              <a:rPr lang="en-US" dirty="0"/>
              <a:t>Position-error is the red line</a:t>
            </a:r>
          </a:p>
          <a:p>
            <a:r>
              <a:rPr lang="en-US" dirty="0"/>
              <a:t>Answer: is it an energy problem?</a:t>
            </a:r>
          </a:p>
          <a:p>
            <a:endParaRPr lang="en-NL" dirty="0"/>
          </a:p>
        </p:txBody>
      </p:sp>
    </p:spTree>
    <p:extLst>
      <p:ext uri="{BB962C8B-B14F-4D97-AF65-F5344CB8AC3E}">
        <p14:creationId xmlns:p14="http://schemas.microsoft.com/office/powerpoint/2010/main" val="1994623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13D6-4EEE-EBCE-8C4E-80559AC8185D}"/>
              </a:ext>
            </a:extLst>
          </p:cNvPr>
          <p:cNvSpPr>
            <a:spLocks noGrp="1"/>
          </p:cNvSpPr>
          <p:nvPr>
            <p:ph type="title"/>
          </p:nvPr>
        </p:nvSpPr>
        <p:spPr/>
        <p:txBody>
          <a:bodyPr/>
          <a:lstStyle/>
          <a:p>
            <a:endParaRPr lang="en-NL"/>
          </a:p>
        </p:txBody>
      </p:sp>
      <p:pic>
        <p:nvPicPr>
          <p:cNvPr id="9" name="Picture 8">
            <a:extLst>
              <a:ext uri="{FF2B5EF4-FFF2-40B4-BE49-F238E27FC236}">
                <a16:creationId xmlns:a16="http://schemas.microsoft.com/office/drawing/2014/main" id="{B3DC464C-741F-E2EC-2078-A859B197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206" y="228600"/>
            <a:ext cx="9412942" cy="6400800"/>
          </a:xfrm>
          <a:prstGeom prst="rect">
            <a:avLst/>
          </a:prstGeom>
        </p:spPr>
      </p:pic>
      <p:sp>
        <p:nvSpPr>
          <p:cNvPr id="3" name="Content Placeholder 2">
            <a:extLst>
              <a:ext uri="{FF2B5EF4-FFF2-40B4-BE49-F238E27FC236}">
                <a16:creationId xmlns:a16="http://schemas.microsoft.com/office/drawing/2014/main" id="{A7BD40E6-C594-6F70-0DDD-662E8B124447}"/>
              </a:ext>
            </a:extLst>
          </p:cNvPr>
          <p:cNvSpPr>
            <a:spLocks noGrp="1"/>
          </p:cNvSpPr>
          <p:nvPr>
            <p:ph idx="1"/>
          </p:nvPr>
        </p:nvSpPr>
        <p:spPr>
          <a:xfrm>
            <a:off x="0" y="228600"/>
            <a:ext cx="3611880" cy="5741035"/>
          </a:xfrm>
        </p:spPr>
        <p:txBody>
          <a:bodyPr/>
          <a:lstStyle/>
          <a:p>
            <a:pPr marL="0" indent="0">
              <a:buNone/>
            </a:pPr>
            <a:r>
              <a:rPr lang="en-US" dirty="0"/>
              <a:t>Conclusion:</a:t>
            </a:r>
          </a:p>
          <a:p>
            <a:pPr marL="0" indent="0">
              <a:buNone/>
            </a:pPr>
            <a:r>
              <a:rPr lang="en-US" dirty="0"/>
              <a:t>Not an energy problem velocity seems to settle </a:t>
            </a:r>
            <a:endParaRPr lang="en-NL" dirty="0"/>
          </a:p>
        </p:txBody>
      </p:sp>
    </p:spTree>
    <p:extLst>
      <p:ext uri="{BB962C8B-B14F-4D97-AF65-F5344CB8AC3E}">
        <p14:creationId xmlns:p14="http://schemas.microsoft.com/office/powerpoint/2010/main" val="3575875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5740-99CC-C4B2-6C70-1F342695C3B7}"/>
              </a:ext>
            </a:extLst>
          </p:cNvPr>
          <p:cNvSpPr>
            <a:spLocks noGrp="1"/>
          </p:cNvSpPr>
          <p:nvPr>
            <p:ph type="ctrTitle"/>
          </p:nvPr>
        </p:nvSpPr>
        <p:spPr/>
        <p:txBody>
          <a:bodyPr/>
          <a:lstStyle/>
          <a:p>
            <a:endParaRPr lang="en-NL"/>
          </a:p>
        </p:txBody>
      </p:sp>
      <p:sp>
        <p:nvSpPr>
          <p:cNvPr id="3" name="Subtitle 2">
            <a:extLst>
              <a:ext uri="{FF2B5EF4-FFF2-40B4-BE49-F238E27FC236}">
                <a16:creationId xmlns:a16="http://schemas.microsoft.com/office/drawing/2014/main" id="{BE220DB1-DE69-E9D1-88C6-DAF1FCD20D38}"/>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522882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B010-F627-4C9B-9B6D-5E6AC4F7CB10}"/>
              </a:ext>
            </a:extLst>
          </p:cNvPr>
          <p:cNvSpPr>
            <a:spLocks noGrp="1"/>
          </p:cNvSpPr>
          <p:nvPr>
            <p:ph type="title"/>
          </p:nvPr>
        </p:nvSpPr>
        <p:spPr/>
        <p:txBody>
          <a:bodyPr/>
          <a:lstStyle/>
          <a:p>
            <a:r>
              <a:rPr lang="en-US" dirty="0"/>
              <a:t>Mismatch system</a:t>
            </a:r>
            <a:br>
              <a:rPr lang="en-US" dirty="0"/>
            </a:br>
            <a:r>
              <a:rPr lang="en-US" dirty="0"/>
              <a:t>Position offset</a:t>
            </a:r>
            <a:endParaRPr lang="en-NL" dirty="0"/>
          </a:p>
        </p:txBody>
      </p:sp>
      <p:sp>
        <p:nvSpPr>
          <p:cNvPr id="3" name="Content Placeholder 2">
            <a:extLst>
              <a:ext uri="{FF2B5EF4-FFF2-40B4-BE49-F238E27FC236}">
                <a16:creationId xmlns:a16="http://schemas.microsoft.com/office/drawing/2014/main" id="{7613B656-5625-6D24-B7EC-97168EF1EB99}"/>
              </a:ext>
            </a:extLst>
          </p:cNvPr>
          <p:cNvSpPr>
            <a:spLocks noGrp="1"/>
          </p:cNvSpPr>
          <p:nvPr>
            <p:ph idx="1"/>
          </p:nvPr>
        </p:nvSpPr>
        <p:spPr/>
        <p:txBody>
          <a:bodyPr/>
          <a:lstStyle/>
          <a:p>
            <a:r>
              <a:rPr lang="en-US" dirty="0"/>
              <a:t>Data v1 standstill</a:t>
            </a:r>
            <a:endParaRPr lang="en-NL" dirty="0"/>
          </a:p>
        </p:txBody>
      </p:sp>
      <p:pic>
        <p:nvPicPr>
          <p:cNvPr id="4" name="Content Placeholder 4">
            <a:extLst>
              <a:ext uri="{FF2B5EF4-FFF2-40B4-BE49-F238E27FC236}">
                <a16:creationId xmlns:a16="http://schemas.microsoft.com/office/drawing/2014/main" id="{7CD112C6-0B31-5DEC-7739-CDDEF341AA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1131" y="1690688"/>
            <a:ext cx="7173359" cy="4783335"/>
          </a:xfrm>
          <a:prstGeom prst="rect">
            <a:avLst/>
          </a:prstGeom>
        </p:spPr>
      </p:pic>
    </p:spTree>
    <p:extLst>
      <p:ext uri="{BB962C8B-B14F-4D97-AF65-F5344CB8AC3E}">
        <p14:creationId xmlns:p14="http://schemas.microsoft.com/office/powerpoint/2010/main" val="1117149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FC388A-FB70-7F45-C993-6BF5E9867FB5}"/>
              </a:ext>
            </a:extLst>
          </p:cNvPr>
          <p:cNvSpPr>
            <a:spLocks noGrp="1"/>
          </p:cNvSpPr>
          <p:nvPr>
            <p:ph idx="1"/>
          </p:nvPr>
        </p:nvSpPr>
        <p:spPr>
          <a:xfrm>
            <a:off x="228600" y="333693"/>
            <a:ext cx="4363720" cy="4725988"/>
          </a:xfrm>
        </p:spPr>
        <p:txBody>
          <a:bodyPr/>
          <a:lstStyle/>
          <a:p>
            <a:r>
              <a:rPr lang="en-US" dirty="0"/>
              <a:t>Mismatch model and data from system with MSD</a:t>
            </a:r>
            <a:endParaRPr lang="en-NL" dirty="0"/>
          </a:p>
        </p:txBody>
      </p:sp>
      <p:pic>
        <p:nvPicPr>
          <p:cNvPr id="7" name="Picture 6">
            <a:extLst>
              <a:ext uri="{FF2B5EF4-FFF2-40B4-BE49-F238E27FC236}">
                <a16:creationId xmlns:a16="http://schemas.microsoft.com/office/drawing/2014/main" id="{5986604F-5BF0-40F9-B050-FDB99AF93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51" y="0"/>
            <a:ext cx="7715249" cy="6858000"/>
          </a:xfrm>
          <a:prstGeom prst="rect">
            <a:avLst/>
          </a:prstGeom>
        </p:spPr>
      </p:pic>
    </p:spTree>
    <p:extLst>
      <p:ext uri="{BB962C8B-B14F-4D97-AF65-F5344CB8AC3E}">
        <p14:creationId xmlns:p14="http://schemas.microsoft.com/office/powerpoint/2010/main" val="3906183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07169-4DF4-1A98-304E-F6C5C26BDD2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648F695B-424B-3A99-94DF-7E8236ADE3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7364" y="0"/>
            <a:ext cx="5157271" cy="6876362"/>
          </a:xfrm>
          <a:prstGeom prst="rect">
            <a:avLst/>
          </a:prstGeom>
        </p:spPr>
      </p:pic>
    </p:spTree>
    <p:extLst>
      <p:ext uri="{BB962C8B-B14F-4D97-AF65-F5344CB8AC3E}">
        <p14:creationId xmlns:p14="http://schemas.microsoft.com/office/powerpoint/2010/main" val="1781459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5B4BA-83A3-E4DB-36BD-E945D611F1F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2D8403C0-DBA1-805A-E00D-3FD5880795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2160" y="31308"/>
            <a:ext cx="7680027" cy="6826692"/>
          </a:xfrm>
          <a:prstGeom prst="rect">
            <a:avLst/>
          </a:prstGeom>
        </p:spPr>
      </p:pic>
    </p:spTree>
    <p:extLst>
      <p:ext uri="{BB962C8B-B14F-4D97-AF65-F5344CB8AC3E}">
        <p14:creationId xmlns:p14="http://schemas.microsoft.com/office/powerpoint/2010/main" val="2767120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2D1B-B435-97FA-3C13-7C3DDE5961BD}"/>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D1D034B3-B46A-9BF5-15C2-0F3B4F1257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3120" y="31308"/>
            <a:ext cx="7680027" cy="6826692"/>
          </a:xfrm>
          <a:prstGeom prst="rect">
            <a:avLst/>
          </a:prstGeom>
        </p:spPr>
      </p:pic>
    </p:spTree>
    <p:extLst>
      <p:ext uri="{BB962C8B-B14F-4D97-AF65-F5344CB8AC3E}">
        <p14:creationId xmlns:p14="http://schemas.microsoft.com/office/powerpoint/2010/main" val="541708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6BA6-714C-E4C7-3A01-93BCAAE5B908}"/>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8022AAB-631D-E6AB-8B5D-F762C4CE78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640" y="0"/>
            <a:ext cx="7670800" cy="6818490"/>
          </a:xfrm>
          <a:prstGeom prst="rect">
            <a:avLst/>
          </a:prstGeom>
        </p:spPr>
      </p:pic>
    </p:spTree>
    <p:extLst>
      <p:ext uri="{BB962C8B-B14F-4D97-AF65-F5344CB8AC3E}">
        <p14:creationId xmlns:p14="http://schemas.microsoft.com/office/powerpoint/2010/main" val="3693381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5440-7E9B-5D85-1C81-C9AAB47B36D8}"/>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0874EA2-2F4B-0331-CCAD-D822F6A336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8880" y="49371"/>
            <a:ext cx="6808629" cy="6808629"/>
          </a:xfrm>
          <a:prstGeom prst="rect">
            <a:avLst/>
          </a:prstGeom>
        </p:spPr>
      </p:pic>
    </p:spTree>
    <p:extLst>
      <p:ext uri="{BB962C8B-B14F-4D97-AF65-F5344CB8AC3E}">
        <p14:creationId xmlns:p14="http://schemas.microsoft.com/office/powerpoint/2010/main" val="2815947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B49A-0B6A-151A-37C5-A1746EE912E8}"/>
              </a:ext>
            </a:extLst>
          </p:cNvPr>
          <p:cNvSpPr>
            <a:spLocks noGrp="1"/>
          </p:cNvSpPr>
          <p:nvPr>
            <p:ph type="title"/>
          </p:nvPr>
        </p:nvSpPr>
        <p:spPr>
          <a:xfrm>
            <a:off x="0" y="111125"/>
            <a:ext cx="4804670" cy="3190875"/>
          </a:xfrm>
        </p:spPr>
        <p:txBody>
          <a:bodyPr/>
          <a:lstStyle/>
          <a:p>
            <a:r>
              <a:rPr lang="en-US" dirty="0"/>
              <a:t>Model matches system</a:t>
            </a:r>
            <a:br>
              <a:rPr lang="en-US" dirty="0"/>
            </a:br>
            <a:r>
              <a:rPr lang="en-US" dirty="0"/>
              <a:t>No MSD in the data</a:t>
            </a:r>
            <a:endParaRPr lang="en-NL" dirty="0"/>
          </a:p>
        </p:txBody>
      </p:sp>
      <p:pic>
        <p:nvPicPr>
          <p:cNvPr id="5" name="Content Placeholder 4">
            <a:extLst>
              <a:ext uri="{FF2B5EF4-FFF2-40B4-BE49-F238E27FC236}">
                <a16:creationId xmlns:a16="http://schemas.microsoft.com/office/drawing/2014/main" id="{A701E7C0-C326-63F2-3E9C-3082C2D4F3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04670" y="35560"/>
            <a:ext cx="7264477" cy="6457315"/>
          </a:xfrm>
          <a:prstGeom prst="rect">
            <a:avLst/>
          </a:prstGeom>
        </p:spPr>
      </p:pic>
      <p:sp>
        <p:nvSpPr>
          <p:cNvPr id="6" name="Rectangle 5">
            <a:extLst>
              <a:ext uri="{FF2B5EF4-FFF2-40B4-BE49-F238E27FC236}">
                <a16:creationId xmlns:a16="http://schemas.microsoft.com/office/drawing/2014/main" id="{DF55D772-C36B-0727-D96C-F03C67D52215}"/>
              </a:ext>
            </a:extLst>
          </p:cNvPr>
          <p:cNvSpPr/>
          <p:nvPr/>
        </p:nvSpPr>
        <p:spPr>
          <a:xfrm>
            <a:off x="5715000" y="4076700"/>
            <a:ext cx="640080" cy="1066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8295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036F-850B-DC09-4F0F-D0E9C16AE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2AA27-C9C7-0FFE-FA2D-4B96CF25E861}"/>
              </a:ext>
            </a:extLst>
          </p:cNvPr>
          <p:cNvSpPr>
            <a:spLocks noGrp="1"/>
          </p:cNvSpPr>
          <p:nvPr>
            <p:ph type="title"/>
          </p:nvPr>
        </p:nvSpPr>
        <p:spPr>
          <a:xfrm>
            <a:off x="0" y="111125"/>
            <a:ext cx="4804670" cy="3190875"/>
          </a:xfrm>
        </p:spPr>
        <p:txBody>
          <a:bodyPr/>
          <a:lstStyle/>
          <a:p>
            <a:r>
              <a:rPr lang="en-US" dirty="0"/>
              <a:t>Model matches system</a:t>
            </a:r>
            <a:br>
              <a:rPr lang="en-US" dirty="0"/>
            </a:br>
            <a:r>
              <a:rPr lang="en-US" dirty="0"/>
              <a:t>No MSD in the data</a:t>
            </a:r>
            <a:endParaRPr lang="en-NL" dirty="0"/>
          </a:p>
        </p:txBody>
      </p:sp>
      <p:pic>
        <p:nvPicPr>
          <p:cNvPr id="5" name="Content Placeholder 4">
            <a:extLst>
              <a:ext uri="{FF2B5EF4-FFF2-40B4-BE49-F238E27FC236}">
                <a16:creationId xmlns:a16="http://schemas.microsoft.com/office/drawing/2014/main" id="{E821FC6F-2B04-4C3E-EE4E-DF77634975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04670" y="35560"/>
            <a:ext cx="7264477" cy="6457315"/>
          </a:xfrm>
          <a:prstGeom prst="rect">
            <a:avLst/>
          </a:prstGeom>
        </p:spPr>
      </p:pic>
      <p:sp>
        <p:nvSpPr>
          <p:cNvPr id="6" name="Rectangle 5">
            <a:extLst>
              <a:ext uri="{FF2B5EF4-FFF2-40B4-BE49-F238E27FC236}">
                <a16:creationId xmlns:a16="http://schemas.microsoft.com/office/drawing/2014/main" id="{9715CECC-13C0-B685-6EBE-95E4338FD8F5}"/>
              </a:ext>
            </a:extLst>
          </p:cNvPr>
          <p:cNvSpPr/>
          <p:nvPr/>
        </p:nvSpPr>
        <p:spPr>
          <a:xfrm>
            <a:off x="5715000" y="4076700"/>
            <a:ext cx="640080" cy="1066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TextBox 2">
            <a:extLst>
              <a:ext uri="{FF2B5EF4-FFF2-40B4-BE49-F238E27FC236}">
                <a16:creationId xmlns:a16="http://schemas.microsoft.com/office/drawing/2014/main" id="{8ADFCBF5-ED3F-BA4D-94C3-2B61531212FC}"/>
              </a:ext>
            </a:extLst>
          </p:cNvPr>
          <p:cNvSpPr txBox="1"/>
          <p:nvPr/>
        </p:nvSpPr>
        <p:spPr>
          <a:xfrm>
            <a:off x="1" y="2759947"/>
            <a:ext cx="4653280" cy="1754326"/>
          </a:xfrm>
          <a:prstGeom prst="rect">
            <a:avLst/>
          </a:prstGeom>
          <a:noFill/>
        </p:spPr>
        <p:txBody>
          <a:bodyPr wrap="square" rtlCol="0">
            <a:spAutoFit/>
          </a:bodyPr>
          <a:lstStyle/>
          <a:p>
            <a:r>
              <a:rPr lang="en-US" dirty="0"/>
              <a:t>Note: this is with the ANN, but it has nothing to learn.</a:t>
            </a:r>
          </a:p>
          <a:p>
            <a:endParaRPr lang="en-US" dirty="0"/>
          </a:p>
          <a:p>
            <a:r>
              <a:rPr lang="en-US" dirty="0"/>
              <a:t>Was the offset identification wrong and maybe an issue with the model?</a:t>
            </a:r>
          </a:p>
          <a:p>
            <a:r>
              <a:rPr lang="en-US" dirty="0">
                <a:sym typeface="Wingdings" panose="05000000000000000000" pitchFamily="2" charset="2"/>
              </a:rPr>
              <a:t> Next slide</a:t>
            </a:r>
            <a:endParaRPr lang="en-US" dirty="0"/>
          </a:p>
        </p:txBody>
      </p:sp>
    </p:spTree>
    <p:extLst>
      <p:ext uri="{BB962C8B-B14F-4D97-AF65-F5344CB8AC3E}">
        <p14:creationId xmlns:p14="http://schemas.microsoft.com/office/powerpoint/2010/main" val="2076527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18E77-B179-2007-0BEB-8B7FE5DF0F0D}"/>
              </a:ext>
            </a:extLst>
          </p:cNvPr>
          <p:cNvSpPr>
            <a:spLocks noGrp="1"/>
          </p:cNvSpPr>
          <p:nvPr>
            <p:ph type="title"/>
          </p:nvPr>
        </p:nvSpPr>
        <p:spPr/>
        <p:txBody>
          <a:bodyPr/>
          <a:lstStyle/>
          <a:p>
            <a:endParaRPr lang="en-NL"/>
          </a:p>
        </p:txBody>
      </p:sp>
      <p:graphicFrame>
        <p:nvGraphicFramePr>
          <p:cNvPr id="5" name="Table 4">
            <a:extLst>
              <a:ext uri="{FF2B5EF4-FFF2-40B4-BE49-F238E27FC236}">
                <a16:creationId xmlns:a16="http://schemas.microsoft.com/office/drawing/2014/main" id="{99566B4E-15E2-1D0D-ACCA-651444247D9F}"/>
              </a:ext>
            </a:extLst>
          </p:cNvPr>
          <p:cNvGraphicFramePr>
            <a:graphicFrameLocks noGrp="1"/>
          </p:cNvGraphicFramePr>
          <p:nvPr>
            <p:extLst>
              <p:ext uri="{D42A27DB-BD31-4B8C-83A1-F6EECF244321}">
                <p14:modId xmlns:p14="http://schemas.microsoft.com/office/powerpoint/2010/main" val="585610349"/>
              </p:ext>
            </p:extLst>
          </p:nvPr>
        </p:nvGraphicFramePr>
        <p:xfrm>
          <a:off x="1899920" y="2509520"/>
          <a:ext cx="8128000" cy="25958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003168682"/>
                    </a:ext>
                  </a:extLst>
                </a:gridCol>
                <a:gridCol w="1625600">
                  <a:extLst>
                    <a:ext uri="{9D8B030D-6E8A-4147-A177-3AD203B41FA5}">
                      <a16:colId xmlns:a16="http://schemas.microsoft.com/office/drawing/2014/main" val="1691669702"/>
                    </a:ext>
                  </a:extLst>
                </a:gridCol>
                <a:gridCol w="1625600">
                  <a:extLst>
                    <a:ext uri="{9D8B030D-6E8A-4147-A177-3AD203B41FA5}">
                      <a16:colId xmlns:a16="http://schemas.microsoft.com/office/drawing/2014/main" val="1960129165"/>
                    </a:ext>
                  </a:extLst>
                </a:gridCol>
                <a:gridCol w="1625600">
                  <a:extLst>
                    <a:ext uri="{9D8B030D-6E8A-4147-A177-3AD203B41FA5}">
                      <a16:colId xmlns:a16="http://schemas.microsoft.com/office/drawing/2014/main" val="4122391324"/>
                    </a:ext>
                  </a:extLst>
                </a:gridCol>
                <a:gridCol w="1625600">
                  <a:extLst>
                    <a:ext uri="{9D8B030D-6E8A-4147-A177-3AD203B41FA5}">
                      <a16:colId xmlns:a16="http://schemas.microsoft.com/office/drawing/2014/main" val="3612880971"/>
                    </a:ext>
                  </a:extLst>
                </a:gridCol>
              </a:tblGrid>
              <a:tr h="370840">
                <a:tc>
                  <a:txBody>
                    <a:bodyPr/>
                    <a:lstStyle/>
                    <a:p>
                      <a:pPr>
                        <a:buNone/>
                      </a:pPr>
                      <a:r>
                        <a:rPr lang="en-NL" dirty="0"/>
                        <a:t>Channel</a:t>
                      </a:r>
                    </a:p>
                  </a:txBody>
                  <a:tcPr anchor="ctr"/>
                </a:tc>
                <a:tc>
                  <a:txBody>
                    <a:bodyPr/>
                    <a:lstStyle/>
                    <a:p>
                      <a:pPr algn="r">
                        <a:buNone/>
                      </a:pPr>
                      <a:r>
                        <a:rPr lang="en-NL"/>
                        <a:t>Data Type</a:t>
                      </a:r>
                    </a:p>
                  </a:txBody>
                  <a:tcPr anchor="ctr"/>
                </a:tc>
                <a:tc>
                  <a:txBody>
                    <a:bodyPr/>
                    <a:lstStyle/>
                    <a:p>
                      <a:pPr algn="r">
                        <a:buNone/>
                      </a:pPr>
                      <a:r>
                        <a:rPr lang="en-NL"/>
                        <a:t>RMS Error [m]</a:t>
                      </a:r>
                    </a:p>
                  </a:txBody>
                  <a:tcPr anchor="ctr"/>
                </a:tc>
                <a:tc>
                  <a:txBody>
                    <a:bodyPr/>
                    <a:lstStyle/>
                    <a:p>
                      <a:pPr algn="r">
                        <a:buNone/>
                      </a:pPr>
                      <a:r>
                        <a:rPr lang="en-NL"/>
                        <a:t>Max |e| [m]</a:t>
                      </a:r>
                    </a:p>
                  </a:txBody>
                  <a:tcPr anchor="ctr"/>
                </a:tc>
                <a:tc>
                  <a:txBody>
                    <a:bodyPr/>
                    <a:lstStyle/>
                    <a:p>
                      <a:pPr algn="r">
                        <a:buNone/>
                      </a:pPr>
                      <a:r>
                        <a:rPr lang="en-NL"/>
                        <a:t>Final |e| [m]</a:t>
                      </a:r>
                    </a:p>
                  </a:txBody>
                  <a:tcPr anchor="ctr"/>
                </a:tc>
                <a:extLst>
                  <a:ext uri="{0D108BD9-81ED-4DB2-BD59-A6C34878D82A}">
                    <a16:rowId xmlns:a16="http://schemas.microsoft.com/office/drawing/2014/main" val="910143302"/>
                  </a:ext>
                </a:extLst>
              </a:tr>
              <a:tr h="370840">
                <a:tc>
                  <a:txBody>
                    <a:bodyPr/>
                    <a:lstStyle/>
                    <a:p>
                      <a:pPr>
                        <a:buNone/>
                      </a:pPr>
                      <a:r>
                        <a:rPr lang="en-NL"/>
                        <a:t>X1</a:t>
                      </a:r>
                    </a:p>
                  </a:txBody>
                  <a:tcPr anchor="ctr"/>
                </a:tc>
                <a:tc>
                  <a:txBody>
                    <a:bodyPr/>
                    <a:lstStyle/>
                    <a:p>
                      <a:pPr algn="r">
                        <a:buNone/>
                      </a:pPr>
                      <a:r>
                        <a:rPr lang="en-NL"/>
                        <a:t>float64</a:t>
                      </a:r>
                    </a:p>
                  </a:txBody>
                  <a:tcPr anchor="ctr"/>
                </a:tc>
                <a:tc>
                  <a:txBody>
                    <a:bodyPr/>
                    <a:lstStyle/>
                    <a:p>
                      <a:pPr algn="r">
                        <a:buNone/>
                      </a:pPr>
                      <a:r>
                        <a:rPr lang="en-NL"/>
                        <a:t>1.373 × 10⁻⁹</a:t>
                      </a:r>
                    </a:p>
                  </a:txBody>
                  <a:tcPr anchor="ctr"/>
                </a:tc>
                <a:tc>
                  <a:txBody>
                    <a:bodyPr/>
                    <a:lstStyle/>
                    <a:p>
                      <a:pPr algn="r">
                        <a:buNone/>
                      </a:pPr>
                      <a:r>
                        <a:rPr lang="en-NL"/>
                        <a:t>6.878 × 10⁻⁹</a:t>
                      </a:r>
                    </a:p>
                  </a:txBody>
                  <a:tcPr anchor="ctr"/>
                </a:tc>
                <a:tc>
                  <a:txBody>
                    <a:bodyPr/>
                    <a:lstStyle/>
                    <a:p>
                      <a:pPr algn="r">
                        <a:buNone/>
                      </a:pPr>
                      <a:r>
                        <a:rPr lang="en-NL"/>
                        <a:t>8.032 × 10⁻¹⁰</a:t>
                      </a:r>
                    </a:p>
                  </a:txBody>
                  <a:tcPr anchor="ctr"/>
                </a:tc>
                <a:extLst>
                  <a:ext uri="{0D108BD9-81ED-4DB2-BD59-A6C34878D82A}">
                    <a16:rowId xmlns:a16="http://schemas.microsoft.com/office/drawing/2014/main" val="1844158237"/>
                  </a:ext>
                </a:extLst>
              </a:tr>
              <a:tr h="370840">
                <a:tc>
                  <a:txBody>
                    <a:bodyPr/>
                    <a:lstStyle/>
                    <a:p>
                      <a:pPr>
                        <a:buNone/>
                      </a:pPr>
                      <a:r>
                        <a:rPr lang="en-NL"/>
                        <a:t>X1</a:t>
                      </a:r>
                    </a:p>
                  </a:txBody>
                  <a:tcPr anchor="ctr"/>
                </a:tc>
                <a:tc>
                  <a:txBody>
                    <a:bodyPr/>
                    <a:lstStyle/>
                    <a:p>
                      <a:pPr algn="r">
                        <a:buNone/>
                      </a:pPr>
                      <a:r>
                        <a:rPr lang="en-NL"/>
                        <a:t>float32</a:t>
                      </a:r>
                    </a:p>
                  </a:txBody>
                  <a:tcPr anchor="ctr"/>
                </a:tc>
                <a:tc>
                  <a:txBody>
                    <a:bodyPr/>
                    <a:lstStyle/>
                    <a:p>
                      <a:pPr algn="r">
                        <a:buNone/>
                      </a:pPr>
                      <a:r>
                        <a:rPr lang="en-NL"/>
                        <a:t>1.244 × 10⁻⁹</a:t>
                      </a:r>
                    </a:p>
                  </a:txBody>
                  <a:tcPr anchor="ctr"/>
                </a:tc>
                <a:tc>
                  <a:txBody>
                    <a:bodyPr/>
                    <a:lstStyle/>
                    <a:p>
                      <a:pPr algn="r">
                        <a:buNone/>
                      </a:pPr>
                      <a:r>
                        <a:rPr lang="en-NL"/>
                        <a:t>6.867 × 10⁻⁹</a:t>
                      </a:r>
                    </a:p>
                  </a:txBody>
                  <a:tcPr anchor="ctr"/>
                </a:tc>
                <a:tc>
                  <a:txBody>
                    <a:bodyPr/>
                    <a:lstStyle/>
                    <a:p>
                      <a:pPr algn="r">
                        <a:buNone/>
                      </a:pPr>
                      <a:r>
                        <a:rPr lang="en-NL"/>
                        <a:t>3.724 × 10⁻¹⁰</a:t>
                      </a:r>
                    </a:p>
                  </a:txBody>
                  <a:tcPr anchor="ctr"/>
                </a:tc>
                <a:extLst>
                  <a:ext uri="{0D108BD9-81ED-4DB2-BD59-A6C34878D82A}">
                    <a16:rowId xmlns:a16="http://schemas.microsoft.com/office/drawing/2014/main" val="2544341939"/>
                  </a:ext>
                </a:extLst>
              </a:tr>
              <a:tr h="370840">
                <a:tc>
                  <a:txBody>
                    <a:bodyPr/>
                    <a:lstStyle/>
                    <a:p>
                      <a:pPr>
                        <a:buNone/>
                      </a:pPr>
                      <a:r>
                        <a:rPr lang="en-NL"/>
                        <a:t>X2</a:t>
                      </a:r>
                    </a:p>
                  </a:txBody>
                  <a:tcPr anchor="ctr"/>
                </a:tc>
                <a:tc>
                  <a:txBody>
                    <a:bodyPr/>
                    <a:lstStyle/>
                    <a:p>
                      <a:pPr algn="r">
                        <a:buNone/>
                      </a:pPr>
                      <a:r>
                        <a:rPr lang="en-NL"/>
                        <a:t>float64</a:t>
                      </a:r>
                    </a:p>
                  </a:txBody>
                  <a:tcPr anchor="ctr"/>
                </a:tc>
                <a:tc>
                  <a:txBody>
                    <a:bodyPr/>
                    <a:lstStyle/>
                    <a:p>
                      <a:pPr algn="r">
                        <a:buNone/>
                      </a:pPr>
                      <a:r>
                        <a:rPr lang="en-NL"/>
                        <a:t>1.373 × 10⁻⁹</a:t>
                      </a:r>
                    </a:p>
                  </a:txBody>
                  <a:tcPr anchor="ctr"/>
                </a:tc>
                <a:tc>
                  <a:txBody>
                    <a:bodyPr/>
                    <a:lstStyle/>
                    <a:p>
                      <a:pPr algn="r">
                        <a:buNone/>
                      </a:pPr>
                      <a:r>
                        <a:rPr lang="en-NL"/>
                        <a:t>1.080 × 10⁻⁸</a:t>
                      </a:r>
                    </a:p>
                  </a:txBody>
                  <a:tcPr anchor="ctr"/>
                </a:tc>
                <a:tc>
                  <a:txBody>
                    <a:bodyPr/>
                    <a:lstStyle/>
                    <a:p>
                      <a:pPr algn="r">
                        <a:buNone/>
                      </a:pPr>
                      <a:r>
                        <a:rPr lang="en-NL"/>
                        <a:t>7.899 × 10⁻¹⁰</a:t>
                      </a:r>
                    </a:p>
                  </a:txBody>
                  <a:tcPr anchor="ctr"/>
                </a:tc>
                <a:extLst>
                  <a:ext uri="{0D108BD9-81ED-4DB2-BD59-A6C34878D82A}">
                    <a16:rowId xmlns:a16="http://schemas.microsoft.com/office/drawing/2014/main" val="3340753422"/>
                  </a:ext>
                </a:extLst>
              </a:tr>
              <a:tr h="370840">
                <a:tc>
                  <a:txBody>
                    <a:bodyPr/>
                    <a:lstStyle/>
                    <a:p>
                      <a:pPr>
                        <a:buNone/>
                      </a:pPr>
                      <a:r>
                        <a:rPr lang="en-NL"/>
                        <a:t>X2</a:t>
                      </a:r>
                    </a:p>
                  </a:txBody>
                  <a:tcPr anchor="ctr"/>
                </a:tc>
                <a:tc>
                  <a:txBody>
                    <a:bodyPr/>
                    <a:lstStyle/>
                    <a:p>
                      <a:pPr algn="r">
                        <a:buNone/>
                      </a:pPr>
                      <a:r>
                        <a:rPr lang="en-NL"/>
                        <a:t>float32</a:t>
                      </a:r>
                    </a:p>
                  </a:txBody>
                  <a:tcPr anchor="ctr"/>
                </a:tc>
                <a:tc>
                  <a:txBody>
                    <a:bodyPr/>
                    <a:lstStyle/>
                    <a:p>
                      <a:pPr algn="r">
                        <a:buNone/>
                      </a:pPr>
                      <a:r>
                        <a:rPr lang="en-NL"/>
                        <a:t>1.249 × 10⁻⁹</a:t>
                      </a:r>
                    </a:p>
                  </a:txBody>
                  <a:tcPr anchor="ctr"/>
                </a:tc>
                <a:tc>
                  <a:txBody>
                    <a:bodyPr/>
                    <a:lstStyle/>
                    <a:p>
                      <a:pPr algn="r">
                        <a:buNone/>
                      </a:pPr>
                      <a:r>
                        <a:rPr lang="en-NL"/>
                        <a:t>1.080 × 10⁻⁸</a:t>
                      </a:r>
                    </a:p>
                  </a:txBody>
                  <a:tcPr anchor="ctr"/>
                </a:tc>
                <a:tc>
                  <a:txBody>
                    <a:bodyPr/>
                    <a:lstStyle/>
                    <a:p>
                      <a:pPr algn="r">
                        <a:buNone/>
                      </a:pPr>
                      <a:r>
                        <a:rPr lang="en-NL"/>
                        <a:t>3.353 × 10⁻¹⁰</a:t>
                      </a:r>
                    </a:p>
                  </a:txBody>
                  <a:tcPr anchor="ctr"/>
                </a:tc>
                <a:extLst>
                  <a:ext uri="{0D108BD9-81ED-4DB2-BD59-A6C34878D82A}">
                    <a16:rowId xmlns:a16="http://schemas.microsoft.com/office/drawing/2014/main" val="1033471536"/>
                  </a:ext>
                </a:extLst>
              </a:tr>
              <a:tr h="370840">
                <a:tc>
                  <a:txBody>
                    <a:bodyPr/>
                    <a:lstStyle/>
                    <a:p>
                      <a:pPr>
                        <a:buNone/>
                      </a:pPr>
                      <a:r>
                        <a:rPr lang="en-NL"/>
                        <a:t>Y</a:t>
                      </a:r>
                    </a:p>
                  </a:txBody>
                  <a:tcPr anchor="ctr"/>
                </a:tc>
                <a:tc>
                  <a:txBody>
                    <a:bodyPr/>
                    <a:lstStyle/>
                    <a:p>
                      <a:pPr algn="r">
                        <a:buNone/>
                      </a:pPr>
                      <a:r>
                        <a:rPr lang="en-NL"/>
                        <a:t>float64</a:t>
                      </a:r>
                    </a:p>
                  </a:txBody>
                  <a:tcPr anchor="ctr"/>
                </a:tc>
                <a:tc>
                  <a:txBody>
                    <a:bodyPr/>
                    <a:lstStyle/>
                    <a:p>
                      <a:pPr algn="r">
                        <a:buNone/>
                      </a:pPr>
                      <a:r>
                        <a:rPr lang="en-NL"/>
                        <a:t>1.068 × 10⁻⁸</a:t>
                      </a:r>
                    </a:p>
                  </a:txBody>
                  <a:tcPr anchor="ctr"/>
                </a:tc>
                <a:tc>
                  <a:txBody>
                    <a:bodyPr/>
                    <a:lstStyle/>
                    <a:p>
                      <a:pPr algn="r">
                        <a:buNone/>
                      </a:pPr>
                      <a:r>
                        <a:rPr lang="en-NL"/>
                        <a:t>4.137 × 10⁻⁸</a:t>
                      </a:r>
                    </a:p>
                  </a:txBody>
                  <a:tcPr anchor="ctr"/>
                </a:tc>
                <a:tc>
                  <a:txBody>
                    <a:bodyPr/>
                    <a:lstStyle/>
                    <a:p>
                      <a:pPr algn="r">
                        <a:buNone/>
                      </a:pPr>
                      <a:r>
                        <a:rPr lang="en-NL"/>
                        <a:t>3.665 × 10⁻¹⁰</a:t>
                      </a:r>
                    </a:p>
                  </a:txBody>
                  <a:tcPr anchor="ctr"/>
                </a:tc>
                <a:extLst>
                  <a:ext uri="{0D108BD9-81ED-4DB2-BD59-A6C34878D82A}">
                    <a16:rowId xmlns:a16="http://schemas.microsoft.com/office/drawing/2014/main" val="2016262671"/>
                  </a:ext>
                </a:extLst>
              </a:tr>
              <a:tr h="370840">
                <a:tc>
                  <a:txBody>
                    <a:bodyPr/>
                    <a:lstStyle/>
                    <a:p>
                      <a:pPr>
                        <a:buNone/>
                      </a:pPr>
                      <a:r>
                        <a:rPr lang="en-NL"/>
                        <a:t>Y</a:t>
                      </a:r>
                    </a:p>
                  </a:txBody>
                  <a:tcPr anchor="ctr"/>
                </a:tc>
                <a:tc>
                  <a:txBody>
                    <a:bodyPr/>
                    <a:lstStyle/>
                    <a:p>
                      <a:pPr algn="r">
                        <a:buNone/>
                      </a:pPr>
                      <a:r>
                        <a:rPr lang="en-NL"/>
                        <a:t>float32</a:t>
                      </a:r>
                    </a:p>
                  </a:txBody>
                  <a:tcPr anchor="ctr"/>
                </a:tc>
                <a:tc>
                  <a:txBody>
                    <a:bodyPr/>
                    <a:lstStyle/>
                    <a:p>
                      <a:pPr algn="r">
                        <a:buNone/>
                      </a:pPr>
                      <a:r>
                        <a:rPr lang="en-NL"/>
                        <a:t>7.435 × 10⁻⁷</a:t>
                      </a:r>
                    </a:p>
                  </a:txBody>
                  <a:tcPr anchor="ctr"/>
                </a:tc>
                <a:tc>
                  <a:txBody>
                    <a:bodyPr/>
                    <a:lstStyle/>
                    <a:p>
                      <a:pPr algn="r">
                        <a:buNone/>
                      </a:pPr>
                      <a:r>
                        <a:rPr lang="en-NL"/>
                        <a:t>1.732 × 10⁻⁶</a:t>
                      </a:r>
                    </a:p>
                  </a:txBody>
                  <a:tcPr anchor="ctr"/>
                </a:tc>
                <a:tc>
                  <a:txBody>
                    <a:bodyPr/>
                    <a:lstStyle/>
                    <a:p>
                      <a:pPr algn="r">
                        <a:buNone/>
                      </a:pPr>
                      <a:r>
                        <a:rPr lang="en-NL" dirty="0"/>
                        <a:t>1.732 × 10⁻⁶</a:t>
                      </a:r>
                    </a:p>
                  </a:txBody>
                  <a:tcPr anchor="ctr"/>
                </a:tc>
                <a:extLst>
                  <a:ext uri="{0D108BD9-81ED-4DB2-BD59-A6C34878D82A}">
                    <a16:rowId xmlns:a16="http://schemas.microsoft.com/office/drawing/2014/main" val="2026661393"/>
                  </a:ext>
                </a:extLst>
              </a:tr>
            </a:tbl>
          </a:graphicData>
        </a:graphic>
      </p:graphicFrame>
    </p:spTree>
    <p:extLst>
      <p:ext uri="{BB962C8B-B14F-4D97-AF65-F5344CB8AC3E}">
        <p14:creationId xmlns:p14="http://schemas.microsoft.com/office/powerpoint/2010/main" val="640542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403D-16BF-F893-D3B4-2A47DD066FC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C5E746E-6C2B-85A7-3036-1837B8188C81}"/>
              </a:ext>
            </a:extLst>
          </p:cNvPr>
          <p:cNvSpPr>
            <a:spLocks noGrp="1"/>
          </p:cNvSpPr>
          <p:nvPr>
            <p:ph idx="1"/>
          </p:nvPr>
        </p:nvSpPr>
        <p:spPr>
          <a:xfrm>
            <a:off x="0" y="5666105"/>
            <a:ext cx="10515600" cy="4351338"/>
          </a:xfrm>
        </p:spPr>
        <p:txBody>
          <a:bodyPr/>
          <a:lstStyle/>
          <a:p>
            <a:r>
              <a:rPr lang="en-US" dirty="0"/>
              <a:t>Not sure about the initial spike</a:t>
            </a:r>
          </a:p>
          <a:p>
            <a:pPr lvl="1"/>
            <a:r>
              <a:rPr lang="en-US" dirty="0"/>
              <a:t>Could be due to </a:t>
            </a:r>
            <a:r>
              <a:rPr lang="en-US" dirty="0" err="1"/>
              <a:t>downsampling</a:t>
            </a:r>
            <a:r>
              <a:rPr lang="en-US" dirty="0"/>
              <a:t> from 20khz to 4khz</a:t>
            </a:r>
            <a:endParaRPr lang="en-NL" dirty="0"/>
          </a:p>
        </p:txBody>
      </p:sp>
      <p:pic>
        <p:nvPicPr>
          <p:cNvPr id="5" name="Picture 4">
            <a:extLst>
              <a:ext uri="{FF2B5EF4-FFF2-40B4-BE49-F238E27FC236}">
                <a16:creationId xmlns:a16="http://schemas.microsoft.com/office/drawing/2014/main" id="{BE44BA71-E3CF-A55B-E0F5-B165854F6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8800"/>
            <a:ext cx="12192000" cy="3200400"/>
          </a:xfrm>
          <a:prstGeom prst="rect">
            <a:avLst/>
          </a:prstGeom>
        </p:spPr>
      </p:pic>
    </p:spTree>
    <p:extLst>
      <p:ext uri="{BB962C8B-B14F-4D97-AF65-F5344CB8AC3E}">
        <p14:creationId xmlns:p14="http://schemas.microsoft.com/office/powerpoint/2010/main" val="87247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0C033-6FDC-9EA4-4CA8-BAA99113046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44F7617-817F-2D08-481B-6D6346D6B5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4240" y="0"/>
            <a:ext cx="4655832" cy="6725092"/>
          </a:xfrm>
          <a:prstGeom prst="rect">
            <a:avLst/>
          </a:prstGeom>
        </p:spPr>
      </p:pic>
    </p:spTree>
    <p:extLst>
      <p:ext uri="{BB962C8B-B14F-4D97-AF65-F5344CB8AC3E}">
        <p14:creationId xmlns:p14="http://schemas.microsoft.com/office/powerpoint/2010/main" val="1475022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2377-0F43-5A9F-B45A-068F060383D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10DC802-6FFD-2A45-8E61-77A5F0FCFF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7364" y="0"/>
            <a:ext cx="5157272" cy="6876363"/>
          </a:xfrm>
          <a:prstGeom prst="rect">
            <a:avLst/>
          </a:prstGeom>
        </p:spPr>
      </p:pic>
    </p:spTree>
    <p:extLst>
      <p:ext uri="{BB962C8B-B14F-4D97-AF65-F5344CB8AC3E}">
        <p14:creationId xmlns:p14="http://schemas.microsoft.com/office/powerpoint/2010/main" val="3692331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08454-74A2-E84A-191F-34060B333535}"/>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2B565FBB-B03C-9063-EBE3-5ACCC9051A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413" y="0"/>
            <a:ext cx="11687174" cy="6492875"/>
          </a:xfrm>
          <a:prstGeom prst="rect">
            <a:avLst/>
          </a:prstGeom>
        </p:spPr>
      </p:pic>
    </p:spTree>
    <p:extLst>
      <p:ext uri="{BB962C8B-B14F-4D97-AF65-F5344CB8AC3E}">
        <p14:creationId xmlns:p14="http://schemas.microsoft.com/office/powerpoint/2010/main" val="1418067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9C02-A461-EB95-D829-4008C978198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CA0F598-1E77-C274-C8AE-32F11FCDC6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0320" y="0"/>
            <a:ext cx="6842760" cy="6842760"/>
          </a:xfrm>
          <a:prstGeom prst="rect">
            <a:avLst/>
          </a:prstGeom>
        </p:spPr>
      </p:pic>
    </p:spTree>
    <p:extLst>
      <p:ext uri="{BB962C8B-B14F-4D97-AF65-F5344CB8AC3E}">
        <p14:creationId xmlns:p14="http://schemas.microsoft.com/office/powerpoint/2010/main" val="294478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F2F5-C1BC-28C3-88B3-8B9E5E753828}"/>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8B974D3-C952-A3DD-FE01-5A2E343E01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2400" y="0"/>
            <a:ext cx="4761236" cy="6877342"/>
          </a:xfrm>
          <a:prstGeom prst="rect">
            <a:avLst/>
          </a:prstGeom>
        </p:spPr>
      </p:pic>
    </p:spTree>
    <p:extLst>
      <p:ext uri="{BB962C8B-B14F-4D97-AF65-F5344CB8AC3E}">
        <p14:creationId xmlns:p14="http://schemas.microsoft.com/office/powerpoint/2010/main" val="106766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FD4BF-35B9-AD98-AC17-0B84AAD32887}"/>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E520BD49-BD44-1959-F197-BD3586C721B4}"/>
              </a:ext>
            </a:extLst>
          </p:cNvPr>
          <p:cNvSpPr>
            <a:spLocks noGrp="1"/>
          </p:cNvSpPr>
          <p:nvPr>
            <p:ph idx="1"/>
          </p:nvPr>
        </p:nvSpPr>
        <p:spPr/>
        <p:txBody>
          <a:bodyPr/>
          <a:lstStyle/>
          <a:p>
            <a:r>
              <a:rPr lang="en-US" dirty="0"/>
              <a:t>Only black box training: pure ANN</a:t>
            </a:r>
          </a:p>
          <a:p>
            <a:r>
              <a:rPr lang="en-US" dirty="0"/>
              <a:t>Keep increasing </a:t>
            </a:r>
            <a:r>
              <a:rPr lang="en-US" dirty="0" err="1"/>
              <a:t>nf</a:t>
            </a:r>
            <a:r>
              <a:rPr lang="en-US" dirty="0"/>
              <a:t> till entire trajectory length</a:t>
            </a:r>
          </a:p>
          <a:p>
            <a:pPr lvl="1"/>
            <a:r>
              <a:rPr lang="en-US" dirty="0"/>
              <a:t>Not realistic to run</a:t>
            </a:r>
            <a:endParaRPr lang="en-NL" dirty="0"/>
          </a:p>
        </p:txBody>
      </p:sp>
    </p:spTree>
    <p:extLst>
      <p:ext uri="{BB962C8B-B14F-4D97-AF65-F5344CB8AC3E}">
        <p14:creationId xmlns:p14="http://schemas.microsoft.com/office/powerpoint/2010/main" val="3291243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D0E2-5842-E34C-B431-0456345AF4B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2CB479C1-C8F9-300B-6FEE-065F5BE071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0"/>
            <a:ext cx="9897678" cy="6789317"/>
          </a:xfrm>
          <a:prstGeom prst="rect">
            <a:avLst/>
          </a:prstGeom>
        </p:spPr>
      </p:pic>
    </p:spTree>
    <p:extLst>
      <p:ext uri="{BB962C8B-B14F-4D97-AF65-F5344CB8AC3E}">
        <p14:creationId xmlns:p14="http://schemas.microsoft.com/office/powerpoint/2010/main" val="3683015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1DCA-843B-0DDB-9109-ACCDE38E367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C1902E3-6703-A71D-A397-F905387A001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8100244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286B-46F6-D79C-5DC9-38D4BB39021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DB366C3-5BB7-18DA-E2E6-D425B787D0DF}"/>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E958F9A9-57E4-0831-68B0-4F6E996A71AB}"/>
              </a:ext>
            </a:extLst>
          </p:cNvPr>
          <p:cNvSpPr txBox="1"/>
          <p:nvPr/>
        </p:nvSpPr>
        <p:spPr>
          <a:xfrm>
            <a:off x="3048000" y="-218152"/>
            <a:ext cx="6096000" cy="7294305"/>
          </a:xfrm>
          <a:prstGeom prst="rect">
            <a:avLst/>
          </a:prstGeom>
          <a:noFill/>
        </p:spPr>
        <p:txBody>
          <a:bodyPr wrap="square">
            <a:spAutoFit/>
          </a:bodyPr>
          <a:lstStyle/>
          <a:p>
            <a:r>
              <a:rPr lang="en-NL" dirty="0"/>
              <a:t>- Data: the MATLAB augmentation track, 14 train / 4 </a:t>
            </a:r>
            <a:r>
              <a:rPr lang="en-NL" dirty="0" err="1"/>
              <a:t>val</a:t>
            </a:r>
            <a:r>
              <a:rPr lang="en-NL" dirty="0"/>
              <a:t> / 4 test records, 12 s each, decimated 20 kHz to 4 kHz. The truth contains the hidden MSD absorber (</a:t>
            </a:r>
            <a:r>
              <a:rPr lang="en-NL" dirty="0" err="1"/>
              <a:t>ma_frac</a:t>
            </a:r>
            <a:r>
              <a:rPr lang="en-NL" dirty="0"/>
              <a:t> = 0.10, tuned 150 Hz); the physics baseline does not. Representing that absorber is the </a:t>
            </a:r>
            <a:r>
              <a:rPr lang="en-NL" dirty="0" err="1"/>
              <a:t>ANN's</a:t>
            </a:r>
            <a:r>
              <a:rPr lang="en-NL" dirty="0"/>
              <a:t> entire job.- Model: the 6-state LPV-LFR baseline plus 2 augmented latent states, so 8 states, with a static tanh ANN (2 hidden layers, 16 nodes, about 600 parameters) writing additive corrections to all 8 rows, and a SUBNET encoder (</a:t>
            </a:r>
            <a:r>
              <a:rPr lang="en-NL" dirty="0" err="1"/>
              <a:t>linear_map</a:t>
            </a:r>
            <a:r>
              <a:rPr lang="en-NL" dirty="0"/>
              <a:t> </a:t>
            </a:r>
            <a:r>
              <a:rPr lang="en-NL" dirty="0" err="1"/>
              <a:t>init</a:t>
            </a:r>
            <a:r>
              <a:rPr lang="en-NL" dirty="0"/>
              <a:t>, </a:t>
            </a:r>
            <a:r>
              <a:rPr lang="en-NL" dirty="0" err="1"/>
              <a:t>na</a:t>
            </a:r>
            <a:r>
              <a:rPr lang="en-NL" dirty="0"/>
              <a:t> = </a:t>
            </a:r>
            <a:r>
              <a:rPr lang="en-NL" dirty="0" err="1"/>
              <a:t>nb</a:t>
            </a:r>
            <a:r>
              <a:rPr lang="en-NL" dirty="0"/>
              <a:t> = 17) setting the initial state from past inputs and outputs.- Training: windowed simulation error, </a:t>
            </a:r>
            <a:r>
              <a:rPr lang="en-NL" dirty="0" err="1"/>
              <a:t>nf</a:t>
            </a:r>
            <a:r>
              <a:rPr lang="en-NL" dirty="0"/>
              <a:t> = 400 steps = 0.1 s windows, batch 256, Adam </a:t>
            </a:r>
            <a:r>
              <a:rPr lang="en-NL" dirty="0" err="1"/>
              <a:t>lr</a:t>
            </a:r>
            <a:r>
              <a:rPr lang="en-NL" dirty="0"/>
              <a:t> = 1e-7, 20 epochs = 5200 updates, seed 42, </a:t>
            </a:r>
            <a:r>
              <a:rPr lang="en-NL" dirty="0" err="1"/>
              <a:t>up_sample</a:t>
            </a:r>
            <a:r>
              <a:rPr lang="en-NL" dirty="0"/>
              <a:t> = 1.- Selection: best checkpoint on the 12 s free-run validation RMS. </a:t>
            </a:r>
            <a:r>
              <a:rPr lang="en-NL" dirty="0" err="1"/>
              <a:t>argmin</a:t>
            </a:r>
            <a:r>
              <a:rPr lang="en-NL" dirty="0"/>
              <a:t> came out 0.- Outcome: 1.661e-04 m at epoch 0, 2.109e-02 after one epoch, 1.951e-02 at epoch 20, while the 0.1 s validation error falls 14 </a:t>
            </a:r>
            <a:r>
              <a:rPr lang="en-NL" dirty="0" err="1"/>
              <a:t>percent.Two</a:t>
            </a:r>
            <a:r>
              <a:rPr lang="en-NL" dirty="0"/>
              <a:t> settings worth knowing, because they define what this run does and does not test: </a:t>
            </a:r>
            <a:r>
              <a:rPr lang="en-NL" dirty="0" err="1"/>
              <a:t>joint_estimation</a:t>
            </a:r>
            <a:r>
              <a:rPr lang="en-NL" dirty="0"/>
              <a:t> = False, so the physical parameters are frozen and only the ANN and encoder train; and </a:t>
            </a:r>
            <a:r>
              <a:rPr lang="en-NL" dirty="0" err="1"/>
              <a:t>orth_beta</a:t>
            </a:r>
            <a:r>
              <a:rPr lang="en-NL" dirty="0"/>
              <a:t> = 0 with </a:t>
            </a:r>
            <a:r>
              <a:rPr lang="en-NL" dirty="0" err="1"/>
              <a:t>orth_observe</a:t>
            </a:r>
            <a:r>
              <a:rPr lang="en-NL" dirty="0"/>
              <a:t> = True, so the orthogonal projection penalty is off and merely observed. That means the run our entire diagnosis rests on does not exercise the thesis's actual contribution at all. It is the clean augmentation-training experiment, which is why it is the right one for the deck, but it is worth stating out loud in the meeting.</a:t>
            </a:r>
          </a:p>
        </p:txBody>
      </p:sp>
    </p:spTree>
    <p:extLst>
      <p:ext uri="{BB962C8B-B14F-4D97-AF65-F5344CB8AC3E}">
        <p14:creationId xmlns:p14="http://schemas.microsoft.com/office/powerpoint/2010/main" val="234902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522A-A7F5-1A8E-0EA3-2254C62C116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7F8CE93-3685-9F1E-598B-6370DE712D1E}"/>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1445070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78A62-5744-D042-FA64-F7C233FB2DC4}"/>
              </a:ext>
            </a:extLst>
          </p:cNvPr>
          <p:cNvSpPr>
            <a:spLocks noGrp="1"/>
          </p:cNvSpPr>
          <p:nvPr>
            <p:ph type="title"/>
          </p:nvPr>
        </p:nvSpPr>
        <p:spPr/>
        <p:txBody>
          <a:bodyPr>
            <a:normAutofit fontScale="90000"/>
          </a:bodyPr>
          <a:lstStyle/>
          <a:p>
            <a:r>
              <a:rPr lang="en-US" dirty="0"/>
              <a:t>Previous question:</a:t>
            </a:r>
            <a:br>
              <a:rPr lang="en-US" dirty="0"/>
            </a:br>
            <a:r>
              <a:rPr lang="en-US" dirty="0"/>
              <a:t>why does Adam put a constant in a direction the loss does not constrain". </a:t>
            </a:r>
            <a:endParaRPr lang="en-NL" dirty="0"/>
          </a:p>
        </p:txBody>
      </p:sp>
      <p:sp>
        <p:nvSpPr>
          <p:cNvPr id="3" name="Content Placeholder 2">
            <a:extLst>
              <a:ext uri="{FF2B5EF4-FFF2-40B4-BE49-F238E27FC236}">
                <a16:creationId xmlns:a16="http://schemas.microsoft.com/office/drawing/2014/main" id="{53774252-AC89-C787-C153-86D8C48F4C1A}"/>
              </a:ext>
            </a:extLst>
          </p:cNvPr>
          <p:cNvSpPr>
            <a:spLocks noGrp="1"/>
          </p:cNvSpPr>
          <p:nvPr>
            <p:ph idx="1"/>
          </p:nvPr>
        </p:nvSpPr>
        <p:spPr/>
        <p:txBody>
          <a:bodyPr/>
          <a:lstStyle/>
          <a:p>
            <a:r>
              <a:rPr lang="en-US" dirty="0"/>
              <a:t>That framing is dead, because the loss does constrain it and measurably prefers it removed.</a:t>
            </a:r>
            <a:endParaRPr lang="en-NL" dirty="0"/>
          </a:p>
        </p:txBody>
      </p:sp>
    </p:spTree>
    <p:extLst>
      <p:ext uri="{BB962C8B-B14F-4D97-AF65-F5344CB8AC3E}">
        <p14:creationId xmlns:p14="http://schemas.microsoft.com/office/powerpoint/2010/main" val="4344987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2A518-612F-79D6-CFC7-4EBA7E081B9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7FD3B4-CEE5-3BCF-14F4-4EBC268CB895}"/>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2157024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47D9-4247-1F57-87BB-B379930438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AEF6A3-A943-96B2-5906-6A4A2079A85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491824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12DA-38F0-B4D0-F7D0-5247DA51160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D48BE80-FA4B-5396-3BBB-E22B92468079}"/>
              </a:ext>
            </a:extLst>
          </p:cNvPr>
          <p:cNvSpPr>
            <a:spLocks noGrp="1"/>
          </p:cNvSpPr>
          <p:nvPr>
            <p:ph idx="1"/>
          </p:nvPr>
        </p:nvSpPr>
        <p:spPr/>
        <p:txBody>
          <a:bodyPr/>
          <a:lstStyle/>
          <a:p>
            <a:r>
              <a:rPr lang="en-US" dirty="0"/>
              <a:t>One thing that was not already nailed: a direct, exactly-verified measurement that the constant output-DC direction is stiff, not flat. That legitimately removes the DC-pin option (it targets a direction the loss already over-constrains) and it puts pressure on the zero-mean "loss-flat DC direction" language (that was inferred from SGD-vs-Adam, not measured). That's the one option this test eliminated. It did not change the destination.</a:t>
            </a:r>
            <a:endParaRPr lang="en-NL" dirty="0"/>
          </a:p>
        </p:txBody>
      </p:sp>
    </p:spTree>
    <p:extLst>
      <p:ext uri="{BB962C8B-B14F-4D97-AF65-F5344CB8AC3E}">
        <p14:creationId xmlns:p14="http://schemas.microsoft.com/office/powerpoint/2010/main" val="2511973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23BA-45E6-9984-700D-54C4FB78142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DFE5E94-1989-1748-9989-04D3D3445109}"/>
              </a:ext>
            </a:extLst>
          </p:cNvPr>
          <p:cNvSpPr>
            <a:spLocks noGrp="1"/>
          </p:cNvSpPr>
          <p:nvPr>
            <p:ph idx="1"/>
          </p:nvPr>
        </p:nvSpPr>
        <p:spPr/>
        <p:txBody>
          <a:bodyPr/>
          <a:lstStyle/>
          <a:p>
            <a:r>
              <a:rPr lang="en-US" dirty="0"/>
              <a:t>Your two normalizations are already tied: model.py builds the encoder matrices with </a:t>
            </a:r>
            <a:r>
              <a:rPr lang="en-US" dirty="0" err="1"/>
              <a:t>normalize_linear_ss_matrices</a:t>
            </a:r>
            <a:r>
              <a:rPr lang="en-US" dirty="0"/>
              <a:t>(..., </a:t>
            </a:r>
            <a:r>
              <a:rPr lang="en-US" dirty="0" err="1"/>
              <a:t>sys_data_with_x</a:t>
            </a:r>
            <a:r>
              <a:rPr lang="en-US" dirty="0"/>
              <a:t>) where </a:t>
            </a:r>
            <a:r>
              <a:rPr lang="en-US" dirty="0" err="1"/>
              <a:t>sys_data_with_x.x</a:t>
            </a:r>
            <a:r>
              <a:rPr lang="en-US" dirty="0"/>
              <a:t> = </a:t>
            </a:r>
            <a:r>
              <a:rPr lang="en-US" dirty="0" err="1"/>
              <a:t>norm.x_all</a:t>
            </a:r>
            <a:r>
              <a:rPr lang="en-US" dirty="0"/>
              <a:t>, i.e. the same array that defines </a:t>
            </a:r>
            <a:r>
              <a:rPr lang="en-US" dirty="0" err="1"/>
              <a:t>x_mean</a:t>
            </a:r>
            <a:r>
              <a:rPr lang="en-US" dirty="0"/>
              <a:t>/</a:t>
            </a:r>
            <a:r>
              <a:rPr lang="en-US" dirty="0" err="1"/>
              <a:t>std_x</a:t>
            </a:r>
            <a:r>
              <a:rPr lang="en-US" dirty="0"/>
              <a:t> for the rollout (that is what D-119 fixed). So </a:t>
            </a:r>
            <a:r>
              <a:rPr lang="en-US" dirty="0" err="1"/>
              <a:t>std_x</a:t>
            </a:r>
            <a:r>
              <a:rPr lang="en-US" dirty="0"/>
              <a:t>/</a:t>
            </a:r>
            <a:r>
              <a:rPr lang="en-US" dirty="0" err="1"/>
              <a:t>x_mean</a:t>
            </a:r>
            <a:r>
              <a:rPr lang="en-US" dirty="0"/>
              <a:t> is one frame, not </a:t>
            </a:r>
            <a:r>
              <a:rPr lang="en-US" dirty="0" err="1"/>
              <a:t>two.The</a:t>
            </a:r>
            <a:r>
              <a:rPr lang="en-US" dirty="0"/>
              <a:t> mismatch is one level below that. </a:t>
            </a:r>
            <a:r>
              <a:rPr lang="en-US" dirty="0" err="1"/>
              <a:t>gantry_linearize_and_discretize</a:t>
            </a:r>
            <a:r>
              <a:rPr lang="en-US" dirty="0"/>
              <a:t> is hard-coded to </a:t>
            </a:r>
            <a:r>
              <a:rPr lang="en-US" dirty="0" err="1"/>
              <a:t>Y_op</a:t>
            </a:r>
            <a:r>
              <a:rPr lang="en-US" dirty="0"/>
              <a:t> = 0.0 and raises </a:t>
            </a:r>
            <a:r>
              <a:rPr lang="en-US" dirty="0" err="1"/>
              <a:t>NotImplementedError</a:t>
            </a:r>
            <a:r>
              <a:rPr lang="en-US" dirty="0"/>
              <a:t> for anything else, so the encoder's </a:t>
            </a:r>
            <a:r>
              <a:rPr lang="en-US" dirty="0" err="1"/>
              <a:t>reconstructability</a:t>
            </a:r>
            <a:r>
              <a:rPr lang="en-US" dirty="0"/>
              <a:t> map is LTI at Y = 0. The rollout is the nonlinear LPV block with M(Y) self-scheduled on x[2]. Your training set sits at Y = -30, -15, 0, +15, +30 mm plus </a:t>
            </a:r>
            <a:r>
              <a:rPr lang="en-US" dirty="0" err="1"/>
              <a:t>ysweeps</a:t>
            </a:r>
            <a:r>
              <a:rPr lang="en-US" dirty="0"/>
              <a:t> over roughly ±0.3 m.</a:t>
            </a:r>
            <a:endParaRPr lang="en-NL" dirty="0"/>
          </a:p>
        </p:txBody>
      </p:sp>
    </p:spTree>
    <p:extLst>
      <p:ext uri="{BB962C8B-B14F-4D97-AF65-F5344CB8AC3E}">
        <p14:creationId xmlns:p14="http://schemas.microsoft.com/office/powerpoint/2010/main" val="936969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060F-8098-04A1-CF6D-434B78B86A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333BD58-5426-155B-FD63-5F4834C509F2}"/>
              </a:ext>
            </a:extLst>
          </p:cNvPr>
          <p:cNvSpPr>
            <a:spLocks noGrp="1"/>
          </p:cNvSpPr>
          <p:nvPr>
            <p:ph idx="1"/>
          </p:nvPr>
        </p:nvSpPr>
        <p:spPr/>
        <p:txBody>
          <a:bodyPr/>
          <a:lstStyle/>
          <a:p>
            <a:r>
              <a:rPr lang="en-US"/>
              <a:t>The ANN's target is the absorber force. Over a 0.1 s training window that force's position consequence is below the loss's resolution — drift-visual/f09 puts the drift contribution at 0.79x the floor at 0.1 s and 784x at 12 s.</a:t>
            </a:r>
            <a:endParaRPr lang="en-NL"/>
          </a:p>
        </p:txBody>
      </p:sp>
    </p:spTree>
    <p:extLst>
      <p:ext uri="{BB962C8B-B14F-4D97-AF65-F5344CB8AC3E}">
        <p14:creationId xmlns:p14="http://schemas.microsoft.com/office/powerpoint/2010/main" val="747976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4BB0-C4F6-6707-62A6-19A026D0159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CBC1DB8-E497-C6C1-54B2-E021A9BD2652}"/>
              </a:ext>
            </a:extLst>
          </p:cNvPr>
          <p:cNvSpPr>
            <a:spLocks noGrp="1"/>
          </p:cNvSpPr>
          <p:nvPr>
            <p:ph idx="1"/>
          </p:nvPr>
        </p:nvSpPr>
        <p:spPr/>
        <p:txBody>
          <a:bodyPr/>
          <a:lstStyle/>
          <a:p>
            <a:r>
              <a:rPr lang="en-US" dirty="0"/>
              <a:t>The problem is not the window length. It is that the windows are independent. Every window is re-anchored to measured data at its start, so no window is ever held responsible for the state it hands to the next one. The objective is a sum of decoupled short problems, and lengthening them does not change that structure — it just makes each decoupled problem longer. That is why the </a:t>
            </a:r>
            <a:r>
              <a:rPr lang="en-US" dirty="0" err="1"/>
              <a:t>nf</a:t>
            </a:r>
            <a:r>
              <a:rPr lang="en-US" dirty="0"/>
              <a:t> sweeps failed: the DC only falls as 1/</a:t>
            </a:r>
            <a:r>
              <a:rPr lang="en-US" dirty="0" err="1"/>
              <a:t>nf</a:t>
            </a:r>
            <a:r>
              <a:rPr lang="en-US" dirty="0"/>
              <a:t>, so you would need an absurd horizon, and meanwhile the gradient through a marginal mode degrades as O(N^3) (Ribeiro </a:t>
            </a:r>
            <a:r>
              <a:rPr lang="en-US" dirty="0" err="1"/>
              <a:t>Thm</a:t>
            </a:r>
            <a:r>
              <a:rPr lang="en-US" dirty="0"/>
              <a:t> 1 at </a:t>
            </a:r>
            <a:r>
              <a:rPr lang="en-US" dirty="0" err="1"/>
              <a:t>L_h</a:t>
            </a:r>
            <a:r>
              <a:rPr lang="en-US" dirty="0"/>
              <a:t> = 1), which is exactly the NF=900 divergence.</a:t>
            </a:r>
            <a:endParaRPr lang="en-NL" dirty="0"/>
          </a:p>
        </p:txBody>
      </p:sp>
    </p:spTree>
    <p:extLst>
      <p:ext uri="{BB962C8B-B14F-4D97-AF65-F5344CB8AC3E}">
        <p14:creationId xmlns:p14="http://schemas.microsoft.com/office/powerpoint/2010/main" val="16812519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7755-A0D3-8AC6-4A7A-68A3F5EBC1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ECFBBFD-5329-771C-7334-DCB1F38C11E7}"/>
              </a:ext>
            </a:extLst>
          </p:cNvPr>
          <p:cNvSpPr>
            <a:spLocks noGrp="1"/>
          </p:cNvSpPr>
          <p:nvPr>
            <p:ph idx="1"/>
          </p:nvPr>
        </p:nvSpPr>
        <p:spPr/>
        <p:txBody>
          <a:bodyPr>
            <a:normAutofit fontScale="92500" lnSpcReduction="20000"/>
          </a:bodyPr>
          <a:lstStyle/>
          <a:p>
            <a:r>
              <a:rPr lang="en-US" dirty="0"/>
              <a:t>❯ you got this from a paper </a:t>
            </a:r>
            <a:r>
              <a:rPr lang="en-US" dirty="0" err="1"/>
              <a:t>right?Yes</a:t>
            </a:r>
            <a:r>
              <a:rPr lang="en-US" dirty="0"/>
              <a:t> — but via a repo document, not from my own reading, and that distinction matters </a:t>
            </a:r>
            <a:r>
              <a:rPr lang="en-US" dirty="0" err="1"/>
              <a:t>here.The</a:t>
            </a:r>
            <a:r>
              <a:rPr lang="en-US" dirty="0"/>
              <a:t> source is docs/multiple-shooting-sweep-2026-07-25.md, a deep-research sweep run by an earlier session yesterday. Four papers carry it:- Ribeiro, </a:t>
            </a:r>
            <a:r>
              <a:rPr lang="en-US" dirty="0" err="1"/>
              <a:t>Tiels</a:t>
            </a:r>
            <a:r>
              <a:rPr lang="en-US" dirty="0"/>
              <a:t>, </a:t>
            </a:r>
            <a:r>
              <a:rPr lang="en-US" dirty="0" err="1"/>
              <a:t>Umenberger</a:t>
            </a:r>
            <a:r>
              <a:rPr lang="en-US" dirty="0"/>
              <a:t>, Schön, Aguirre, On the smoothness of nonlinear system identification, </a:t>
            </a:r>
            <a:r>
              <a:rPr lang="en-US" dirty="0" err="1"/>
              <a:t>Automatica</a:t>
            </a:r>
            <a:r>
              <a:rPr lang="en-US" dirty="0"/>
              <a:t> 121:109158, 2020 (arXiv:1905.00820) — </a:t>
            </a:r>
            <a:r>
              <a:rPr lang="en-US" dirty="0" err="1"/>
              <a:t>Thm</a:t>
            </a:r>
            <a:r>
              <a:rPr lang="en-US" dirty="0"/>
              <a:t> 2 / Cor 3 (equivalence holds </a:t>
            </a:r>
            <a:r>
              <a:rPr lang="en-US" dirty="0" err="1"/>
              <a:t>iff</a:t>
            </a:r>
            <a:r>
              <a:rPr lang="en-US" dirty="0"/>
              <a:t> defects vanish, regardless of segment length) and </a:t>
            </a:r>
            <a:r>
              <a:rPr lang="en-US" dirty="0" err="1"/>
              <a:t>Thm</a:t>
            </a:r>
            <a:r>
              <a:rPr lang="en-US" dirty="0"/>
              <a:t> 1 (O(N^3) beta-smoothness at </a:t>
            </a:r>
            <a:r>
              <a:rPr lang="en-US" dirty="0" err="1"/>
              <a:t>L_h</a:t>
            </a:r>
            <a:r>
              <a:rPr lang="en-US" dirty="0"/>
              <a:t> = 1).- Turan &amp; </a:t>
            </a:r>
            <a:r>
              <a:rPr lang="en-US" dirty="0" err="1"/>
              <a:t>Jäschke</a:t>
            </a:r>
            <a:r>
              <a:rPr lang="en-US" dirty="0"/>
              <a:t>, IEEE L-CSS 6:1897-1902, 2022 (arXiv:2109.06786) — the penalty form, and the exact-penalty property of the non-squared norms.- Beintema, Tóth, Schoukens, L4DC/PMLR 144, 2021 (arXiv:2012.07697) — the finding that SUBNET is multiple shooting with the encoder as node elimination.- Fisher et al., ECMWF weak-constraint 4D-Var, 2011 — Q^-1 as the principled defect weight.</a:t>
            </a:r>
            <a:endParaRPr lang="en-NL" dirty="0"/>
          </a:p>
        </p:txBody>
      </p:sp>
    </p:spTree>
    <p:extLst>
      <p:ext uri="{BB962C8B-B14F-4D97-AF65-F5344CB8AC3E}">
        <p14:creationId xmlns:p14="http://schemas.microsoft.com/office/powerpoint/2010/main" val="22607961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A94E3-0873-F6F1-F4AD-7B8B328B7B9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AF3EF3-105F-9C8D-1E33-9177FF04878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E91A2C4F-4A26-ED48-95B7-5C7099019224}"/>
              </a:ext>
            </a:extLst>
          </p:cNvPr>
          <p:cNvSpPr txBox="1"/>
          <p:nvPr/>
        </p:nvSpPr>
        <p:spPr>
          <a:xfrm>
            <a:off x="3048000" y="-2988141"/>
            <a:ext cx="6096000" cy="12834283"/>
          </a:xfrm>
          <a:prstGeom prst="rect">
            <a:avLst/>
          </a:prstGeom>
          <a:noFill/>
        </p:spPr>
        <p:txBody>
          <a:bodyPr wrap="square">
            <a:spAutoFit/>
          </a:bodyPr>
          <a:lstStyle/>
          <a:p>
            <a:r>
              <a:rPr lang="en-NL" dirty="0"/>
              <a:t> so where are we now.  </a:t>
            </a:r>
            <a:r>
              <a:rPr lang="en-NL" dirty="0" err="1"/>
              <a:t>i</a:t>
            </a:r>
            <a:r>
              <a:rPr lang="en-NL" dirty="0"/>
              <a:t> feel we have tried EVERYTHING :(Not everything — and today is actually the first day this project got a mechanism instead of another failed candidate. Let me lay it out </a:t>
            </a:r>
            <a:r>
              <a:rPr lang="en-NL" dirty="0" err="1"/>
              <a:t>plainly.What</a:t>
            </a:r>
            <a:r>
              <a:rPr lang="en-NL" dirty="0"/>
              <a:t> today established, none of which was known this morning:- The failure is now precisely characterised (MS5, read off your own production run): train loss -19%, train windowed -13%, </a:t>
            </a:r>
            <a:r>
              <a:rPr lang="en-NL" dirty="0" err="1"/>
              <a:t>val</a:t>
            </a:r>
            <a:r>
              <a:rPr lang="en-NL" dirty="0"/>
              <a:t> windowed -14% — all improving — while 12 s free-run degrades 127x at epoch 1. The validation-windowed number is the load-bearing one: it rules out overfitting. Same data, same model, better at 0.1 s, 127x worse at 12 s. It is purely horizon.- The encoder is not the mechanism (MS2): it settles to a bounded offset, late slope collapses 92x from 2 s to 12 s.- But the encoder is badly built (MS1): error scales with |Y| at </a:t>
            </a:r>
            <a:r>
              <a:rPr lang="en-NL" dirty="0" err="1"/>
              <a:t>corr</a:t>
            </a:r>
            <a:r>
              <a:rPr lang="en-NL" dirty="0"/>
              <a:t> = +0.995 because the </a:t>
            </a:r>
            <a:r>
              <a:rPr lang="en-NL" dirty="0" err="1"/>
              <a:t>reconstructability</a:t>
            </a:r>
            <a:r>
              <a:rPr lang="en-NL" dirty="0"/>
              <a:t> map is LTI at </a:t>
            </a:r>
            <a:r>
              <a:rPr lang="en-NL" dirty="0" err="1"/>
              <a:t>Y_op</a:t>
            </a:r>
            <a:r>
              <a:rPr lang="en-NL" dirty="0"/>
              <a:t> = 0. That's concrete and fixable, and it explains why diag20's </a:t>
            </a:r>
            <a:r>
              <a:rPr lang="en-NL" dirty="0" err="1"/>
              <a:t>na</a:t>
            </a:r>
            <a:r>
              <a:rPr lang="en-NL" dirty="0"/>
              <a:t> sweep never found a trend.- And the defect is blind, with a reason (MS6): the failure is narrowband at DC; the defect is a broadband RMS. Averaging over the spectrum destroys the component that </a:t>
            </a:r>
            <a:r>
              <a:rPr lang="en-NL" dirty="0" err="1"/>
              <a:t>matters.That</a:t>
            </a:r>
            <a:r>
              <a:rPr lang="en-NL" dirty="0"/>
              <a:t> last point is bigger than one dead candidate. Look at what drift-conclusions §4 already ruled out: longer </a:t>
            </a:r>
            <a:r>
              <a:rPr lang="en-NL" dirty="0" err="1"/>
              <a:t>nf</a:t>
            </a:r>
            <a:r>
              <a:rPr lang="en-NL" dirty="0"/>
              <a:t>, ARTBP and unbiased truncation, preconditioning, </a:t>
            </a:r>
            <a:r>
              <a:rPr lang="en-NL" dirty="0" err="1"/>
              <a:t>lr</a:t>
            </a:r>
            <a:r>
              <a:rPr lang="en-NL" dirty="0"/>
              <a:t> tuning, </a:t>
            </a:r>
            <a:r>
              <a:rPr lang="en-NL" dirty="0" err="1"/>
              <a:t>Adam→SGD</a:t>
            </a:r>
            <a:r>
              <a:rPr lang="en-NL" dirty="0"/>
              <a:t>. Every one of those is a broadband intervention aimed at a narrowband failure. Today's result is a single explanation for why the entire campaign's candidate list failed — they were all aimed at the wrong part of the spectrum. That's not a dead end, it's the first unifying diagnosis this project has </a:t>
            </a:r>
            <a:r>
              <a:rPr lang="en-NL" dirty="0" err="1"/>
              <a:t>had.And</a:t>
            </a:r>
            <a:r>
              <a:rPr lang="en-NL" dirty="0"/>
              <a:t> it converges on your actual contribution. The thing that survives is a term that selects the DC component specifically. That is the orthogonal projection, re-aimed — which is the thesis's scientific contribution, now with a measured justification instead of an assumed </a:t>
            </a:r>
            <a:r>
              <a:rPr lang="en-NL" dirty="0" err="1"/>
              <a:t>one.One</a:t>
            </a:r>
            <a:r>
              <a:rPr lang="en-NL" dirty="0"/>
              <a:t> concrete next step, and it's cheap. Penalise the running sum of defects across boundaries rather than each one's RMS. The reason it should work is derivable: if each defect is DC + ripple, then summing over n boundaries gives </a:t>
            </a:r>
            <a:r>
              <a:rPr lang="en-NL" dirty="0" err="1"/>
              <a:t>n·DC</a:t>
            </a:r>
            <a:r>
              <a:rPr lang="en-NL" dirty="0"/>
              <a:t> + O(√n)·ripple — the DC adds coherently, the ripple averages down, so SNR improves as √n. MS6's own data predicts a large ratio where RMS gave 1.01x.It's a few lines on the implementation that already passes 5/5 method tests, and I can test the prediction in the MS6 harness — no training — before anything expensive. If the ratio jumps, we have a live term. If it stays at 1x, we've learned the DC isn't coherent across boundaries, which is itself </a:t>
            </a:r>
            <a:r>
              <a:rPr lang="en-NL" dirty="0" err="1"/>
              <a:t>decisive.Want</a:t>
            </a:r>
            <a:r>
              <a:rPr lang="en-NL" dirty="0"/>
              <a:t> me to run that?</a:t>
            </a:r>
          </a:p>
        </p:txBody>
      </p:sp>
    </p:spTree>
    <p:extLst>
      <p:ext uri="{BB962C8B-B14F-4D97-AF65-F5344CB8AC3E}">
        <p14:creationId xmlns:p14="http://schemas.microsoft.com/office/powerpoint/2010/main" val="3224330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D376-F3BB-A5AE-FDDF-2BFC450F761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213A60-8028-F610-62D3-FCBFFE43ED19}"/>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BFBBDEF9-D168-020D-7D92-1175C2F63476}"/>
              </a:ext>
            </a:extLst>
          </p:cNvPr>
          <p:cNvSpPr txBox="1"/>
          <p:nvPr/>
        </p:nvSpPr>
        <p:spPr>
          <a:xfrm>
            <a:off x="3047238" y="-4650135"/>
            <a:ext cx="6094476" cy="16158270"/>
          </a:xfrm>
          <a:prstGeom prst="rect">
            <a:avLst/>
          </a:prstGeom>
          <a:noFill/>
        </p:spPr>
        <p:txBody>
          <a:bodyPr wrap="square">
            <a:spAutoFit/>
          </a:bodyPr>
          <a:lstStyle/>
          <a:p>
            <a:r>
              <a:rPr lang="en-NL" dirty="0"/>
              <a:t>Decisive. Both tests agree, and the α-sweep confirms we're in the linear regime this </a:t>
            </a:r>
            <a:r>
              <a:rPr lang="en-NL" dirty="0" err="1"/>
              <a:t>time.Test</a:t>
            </a:r>
            <a:r>
              <a:rPr lang="en-NL" dirty="0"/>
              <a:t> B — twin perturbation (drift cancels exactly, isolates the propagator)┌──────────┬──────┬────────┬────────────────┬────────────────┐│   arm    │  α   │ growth │ poly-exp (R²)  │ exp-rate (R²)  │├──────────┼──────┼────────┼────────────────┼────────────────┤│ INIT     │ 1e-6 │ 4.85x  │ +0.342 (0.930) │ +0.078 (0.586) │├──────────┼──────┼────────┼────────────────┼────────────────┤│ INIT     │ 1e-5 │ 4.32x  │ +0.336 (0.874) │ +0.072 (0.476) │├──────────┼──────┼────────┼────────────────┼────────────────┤│ DEGRADED │ 1e-6 │ 6.28x  │ +0.422 (0.961) │ +0.104 (0.693) │├──────────┼──────┼────────┼────────────────┼────────────────┤│ DEGRADED │ 1e-5 │ 5.92x  │ +0.415 (0.952) │ +0.099 (0.656) │└──────────┴──────┴────────┴────────────────┴────────────────┘Polynomial in every case — R² 0.87–0.96 for the power law against 0.48–0.69 for exponential. The exponent is sub-linear (~0.34–0.42): perturbations grow slower than linearly, which is a marginal system with damping, not an instability. The exponent is α-invariant (0.342 vs 0.336; 0.422 vs 0.415), so Orrell's step (c) passes and we are in the linear regime — unlike MS10.The INIT arm is the control that matters: its ANN output is identically zero, so it has no ANN-induced dynamics at all, and it still grows 4.85x. The degraded model adds only 1.29x on top of </a:t>
            </a:r>
            <a:r>
              <a:rPr lang="en-NL" dirty="0" err="1"/>
              <a:t>that.Test</a:t>
            </a:r>
            <a:r>
              <a:rPr lang="en-NL" dirty="0"/>
              <a:t> B refutes reading 6.2. There is no diverging </a:t>
            </a:r>
            <a:r>
              <a:rPr lang="en-NL" dirty="0" err="1"/>
              <a:t>mode.Test</a:t>
            </a:r>
            <a:r>
              <a:rPr lang="en-NL" dirty="0"/>
              <a:t> A — shape from e(0) = 0 exactly┌──────────┬─────┬───────────┬────────────────┐│   arm    │ row │ final |e| │ poly-exp (R²)  │├──────────┼─────┼───────────┼────────────────┤│ INIT     │ X   │ 9.94e-05  │ +0.479 (0.809) │├──────────┼─────┼───────────┼────────────────┤│ DEGRADED │ X   │ 2.192e-01 │ +1.484 (0.997) │├──────────┼─────┼───────────┼────────────────┤│ DEGRADED │ Y   │ 1.295e-01 │ +1.677 (0.931) │└──────────┴─────┴───────────┴────────────────┘R² = 0.997 on the X row is an exceptionally clean power law. An exponent between 1 and 2 is exactly the signature of a constant force on a lightly damped axis: t²/2 early, transitioning toward </a:t>
            </a:r>
            <a:r>
              <a:rPr lang="en-NL" dirty="0" err="1"/>
              <a:t>t·f·τ</a:t>
            </a:r>
            <a:r>
              <a:rPr lang="en-NL" dirty="0"/>
              <a:t> late, with </a:t>
            </a:r>
            <a:r>
              <a:rPr lang="en-NL" dirty="0" err="1"/>
              <a:t>τ_X</a:t>
            </a:r>
            <a:r>
              <a:rPr lang="en-NL" dirty="0"/>
              <a:t> = 1.546 s over a 12 s window. And it's 2200x the </a:t>
            </a:r>
            <a:r>
              <a:rPr lang="en-NL" dirty="0" err="1"/>
              <a:t>init's</a:t>
            </a:r>
            <a:r>
              <a:rPr lang="en-NL" dirty="0"/>
              <a:t>.                                                            Verdict: reading 5 (accumulated tendency / constant force error) is confirmed; reading 6.2 (slowly diverging mode) is refuted.                                       That resolves the question I flagged as the most serious unexcluded alternative, and it settles the fix family: DC-selective and bias-aware routes are the right     direction, and the anti-damping/stabilisation family is not </a:t>
            </a:r>
            <a:r>
              <a:rPr lang="en-NL" dirty="0" err="1"/>
              <a:t>needed.One</a:t>
            </a:r>
            <a:r>
              <a:rPr lang="en-NL" dirty="0"/>
              <a:t> correction to my own script: its auto-verdict printed "mixed / inconclusive" because I coded a crude absolute threshold (growth &lt; 2x) instead of comparing arms. The measurement is clean; the verdict logic was too blunt. Caveats </a:t>
            </a:r>
            <a:r>
              <a:rPr lang="en-NL" dirty="0" err="1"/>
              <a:t>ngle</a:t>
            </a:r>
            <a:r>
              <a:rPr lang="en-NL" dirty="0"/>
              <a:t> seed, and Test A's reference is MATLAB's truth rather than </a:t>
            </a:r>
            <a:r>
              <a:rPr lang="en-NL" dirty="0" err="1"/>
              <a:t>thePython</a:t>
            </a:r>
            <a:r>
              <a:rPr lang="en-NL" dirty="0"/>
              <a:t> model's own </a:t>
            </a:r>
            <a:r>
              <a:rPr lang="en-NL" dirty="0" err="1"/>
              <a:t>state.Let</a:t>
            </a:r>
            <a:r>
              <a:rPr lang="en-NL" dirty="0"/>
              <a:t> me log this.</a:t>
            </a:r>
          </a:p>
        </p:txBody>
      </p:sp>
    </p:spTree>
    <p:extLst>
      <p:ext uri="{BB962C8B-B14F-4D97-AF65-F5344CB8AC3E}">
        <p14:creationId xmlns:p14="http://schemas.microsoft.com/office/powerpoint/2010/main" val="2157008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CC35-58D7-67E9-CE7C-D35A15981A3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6D306B8-F687-2903-B0DC-F39989D19565}"/>
              </a:ext>
            </a:extLst>
          </p:cNvPr>
          <p:cNvSpPr>
            <a:spLocks noGrp="1"/>
          </p:cNvSpPr>
          <p:nvPr>
            <p:ph idx="1"/>
          </p:nvPr>
        </p:nvSpPr>
        <p:spPr/>
        <p:txBody>
          <a:bodyPr/>
          <a:lstStyle/>
          <a:p>
            <a:r>
              <a:rPr lang="en-US" dirty="0"/>
              <a:t>Replacing the entire trained ANN with eight constants reproduces the whole failure — slightly overshoots it. The network's state-dependent </a:t>
            </a:r>
            <a:r>
              <a:rPr lang="en-US" dirty="0" err="1"/>
              <a:t>behaviour</a:t>
            </a:r>
            <a:r>
              <a:rPr lang="en-US" dirty="0"/>
              <a:t> contributes essentially nothing to the 12 s error. Removing just the mean cuts the error 2.7x.</a:t>
            </a:r>
            <a:endParaRPr lang="en-NL" dirty="0"/>
          </a:p>
        </p:txBody>
      </p:sp>
    </p:spTree>
    <p:extLst>
      <p:ext uri="{BB962C8B-B14F-4D97-AF65-F5344CB8AC3E}">
        <p14:creationId xmlns:p14="http://schemas.microsoft.com/office/powerpoint/2010/main" val="34743505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66E2-5CA7-FFE7-0948-0BFF1AA9284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2B8353B-6BB6-744F-B580-01002D8F68F4}"/>
              </a:ext>
            </a:extLst>
          </p:cNvPr>
          <p:cNvSpPr>
            <a:spLocks noGrp="1"/>
          </p:cNvSpPr>
          <p:nvPr>
            <p:ph idx="1"/>
          </p:nvPr>
        </p:nvSpPr>
        <p:spPr/>
        <p:txBody>
          <a:bodyPr/>
          <a:lstStyle/>
          <a:p>
            <a:r>
              <a:rPr lang="en-US" dirty="0"/>
              <a:t>That run — baseline-null/curvature_sensitivity.py, 2026-07-24 — pre-registered my link 3 as its hypothesis, verbatim: "the windowed loss is BLIND/FLAT on the marginal (K=0) integrator output-DC... so 0 is a non-restoring valley the optimizer walks -&gt; drift". Outcome: REFUTED. The windowed loss is STIFFEST, not flattest, on that direction — d²L/db² = 7.084e4 on X, 3.542e4 on Y, positive-definite Hessian, </a:t>
            </a:r>
            <a:r>
              <a:rPr lang="en-US" dirty="0" err="1"/>
              <a:t>autograd</a:t>
            </a:r>
            <a:r>
              <a:rPr lang="en-US" dirty="0"/>
              <a:t> matching finite difference.</a:t>
            </a:r>
            <a:endParaRPr lang="en-NL" dirty="0"/>
          </a:p>
        </p:txBody>
      </p:sp>
    </p:spTree>
    <p:extLst>
      <p:ext uri="{BB962C8B-B14F-4D97-AF65-F5344CB8AC3E}">
        <p14:creationId xmlns:p14="http://schemas.microsoft.com/office/powerpoint/2010/main" val="22297795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7719-CA1A-4B59-22EA-35E2036EFBA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ECC2EE-E04F-9AE9-C27A-F241BB0021F0}"/>
              </a:ext>
            </a:extLst>
          </p:cNvPr>
          <p:cNvSpPr>
            <a:spLocks noGrp="1"/>
          </p:cNvSpPr>
          <p:nvPr>
            <p:ph idx="1"/>
          </p:nvPr>
        </p:nvSpPr>
        <p:spPr/>
        <p:txBody>
          <a:bodyPr/>
          <a:lstStyle/>
          <a:p>
            <a:r>
              <a:rPr lang="en-US" dirty="0"/>
              <a:t>A4: </a:t>
            </a:r>
            <a:r>
              <a:rPr lang="en-US" dirty="0" err="1"/>
              <a:t>ystd</a:t>
            </a:r>
            <a:r>
              <a:rPr lang="en-US" dirty="0"/>
              <a:t> ratio 5.88. Y is </a:t>
            </a:r>
            <a:r>
              <a:rPr lang="en-US" dirty="0" err="1"/>
              <a:t>normalised</a:t>
            </a:r>
            <a:r>
              <a:rPr lang="en-US" dirty="0"/>
              <a:t> by 1.90e-01 against X's 3.23e-02. The training loss divides by these; the selector doesn't. So Y errors are down-weighted 5.9x in amplitude, 34x in squared error, relative to the metric that judges them.</a:t>
            </a:r>
            <a:endParaRPr lang="en-NL" dirty="0"/>
          </a:p>
        </p:txBody>
      </p:sp>
    </p:spTree>
    <p:extLst>
      <p:ext uri="{BB962C8B-B14F-4D97-AF65-F5344CB8AC3E}">
        <p14:creationId xmlns:p14="http://schemas.microsoft.com/office/powerpoint/2010/main" val="23010377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966DA-1D34-FC9C-4731-6C51405C780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A90BDD9-F110-FD8B-6B6C-CA6F58DEE050}"/>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0064263F-17C6-0223-A294-84F2F585F50C}"/>
              </a:ext>
            </a:extLst>
          </p:cNvPr>
          <p:cNvSpPr txBox="1"/>
          <p:nvPr/>
        </p:nvSpPr>
        <p:spPr>
          <a:xfrm>
            <a:off x="3047238" y="1582341"/>
            <a:ext cx="6094476" cy="3693319"/>
          </a:xfrm>
          <a:prstGeom prst="rect">
            <a:avLst/>
          </a:prstGeom>
          <a:noFill/>
        </p:spPr>
        <p:txBody>
          <a:bodyPr wrap="square">
            <a:spAutoFit/>
          </a:bodyPr>
          <a:lstStyle/>
          <a:p>
            <a:r>
              <a:rPr lang="en-NL" dirty="0"/>
              <a:t>Both decisive, and together they produce something new.A3: ratio 2.27e12. My objection doesn't just stand, it's overwhelming — adjoint weighting for a long-horizon position functional weights DC 2.3 trillion times more than 150 Hz. That wouldn't trade G2 for G1, it would forbid learning the absorber outright.A4: </a:t>
            </a:r>
            <a:r>
              <a:rPr lang="en-NL" dirty="0" err="1"/>
              <a:t>ystd</a:t>
            </a:r>
            <a:r>
              <a:rPr lang="en-NL" dirty="0"/>
              <a:t> ratio 5.88. Y is normalised by 1.90e-01 against X's 3.23e-02. The training loss divides by these; the selector doesn't. So Y errors are down-weighted 5.9x in amplitude, 34x in squared error, relative to the metric that judges </a:t>
            </a:r>
            <a:r>
              <a:rPr lang="en-NL" dirty="0" err="1"/>
              <a:t>them.And</a:t>
            </a:r>
            <a:r>
              <a:rPr lang="en-NL" dirty="0"/>
              <a:t> A1 found the systematic drift is on Y and </a:t>
            </a:r>
            <a:r>
              <a:rPr lang="en-NL" dirty="0" err="1"/>
              <a:t>dY</a:t>
            </a:r>
            <a:r>
              <a:rPr lang="en-NL" dirty="0"/>
              <a:t> specifically. The axis the loss under-weights 34x is the axis that acquires a systematic DC. Let me chase that immediately.</a:t>
            </a:r>
          </a:p>
        </p:txBody>
      </p:sp>
    </p:spTree>
    <p:extLst>
      <p:ext uri="{BB962C8B-B14F-4D97-AF65-F5344CB8AC3E}">
        <p14:creationId xmlns:p14="http://schemas.microsoft.com/office/powerpoint/2010/main" val="19878990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5260B-45AA-676C-9793-1DE1F86B6886}"/>
              </a:ext>
            </a:extLst>
          </p:cNvPr>
          <p:cNvSpPr>
            <a:spLocks noGrp="1"/>
          </p:cNvSpPr>
          <p:nvPr>
            <p:ph type="title"/>
          </p:nvPr>
        </p:nvSpPr>
        <p:spPr/>
        <p:txBody>
          <a:bodyPr/>
          <a:lstStyle/>
          <a:p>
            <a:r>
              <a:rPr lang="en-US" dirty="0"/>
              <a:t>Conclusion of </a:t>
            </a:r>
            <a:r>
              <a:rPr lang="en-US" dirty="0" err="1"/>
              <a:t>sunday</a:t>
            </a:r>
            <a:endParaRPr lang="en-NL" dirty="0"/>
          </a:p>
        </p:txBody>
      </p:sp>
      <p:sp>
        <p:nvSpPr>
          <p:cNvPr id="3" name="Content Placeholder 2">
            <a:extLst>
              <a:ext uri="{FF2B5EF4-FFF2-40B4-BE49-F238E27FC236}">
                <a16:creationId xmlns:a16="http://schemas.microsoft.com/office/drawing/2014/main" id="{70095E47-8684-09DC-5649-6CDF53AB9391}"/>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654D4A6A-30D0-E62E-EED6-9FF9520E428A}"/>
              </a:ext>
            </a:extLst>
          </p:cNvPr>
          <p:cNvSpPr txBox="1"/>
          <p:nvPr/>
        </p:nvSpPr>
        <p:spPr>
          <a:xfrm>
            <a:off x="3047238" y="-1464647"/>
            <a:ext cx="6094476" cy="9787295"/>
          </a:xfrm>
          <a:prstGeom prst="rect">
            <a:avLst/>
          </a:prstGeom>
          <a:noFill/>
        </p:spPr>
        <p:txBody>
          <a:bodyPr wrap="square">
            <a:spAutoFit/>
          </a:bodyPr>
          <a:lstStyle/>
          <a:p>
            <a:r>
              <a:rPr lang="en-NL" dirty="0"/>
              <a:t>You're right to push, and I over-concluded. Let me correct </a:t>
            </a:r>
            <a:r>
              <a:rPr lang="en-NL" dirty="0" err="1"/>
              <a:t>it.The</a:t>
            </a:r>
            <a:r>
              <a:rPr lang="en-NL" dirty="0"/>
              <a:t> production record contradicts non-convergence, and I should have applied that immediately. MS5's dose-response is the killer: 130 batches → 9.5x, 5200 batches → 127x. The failure grows with optimiser steps. A transient that converges away does the opposite. Add to that: 10 independent checkpoints all carry a DC; SLURM 71013 swept </a:t>
            </a:r>
            <a:r>
              <a:rPr lang="en-NL" dirty="0" err="1"/>
              <a:t>nf</a:t>
            </a:r>
            <a:r>
              <a:rPr lang="en-NL" dirty="0"/>
              <a:t> 800–3200 and found it on all 9; the curriculum run warm-started through 4 rungs and never beat epoch 0. More steps have never once </a:t>
            </a:r>
            <a:r>
              <a:rPr lang="en-NL" dirty="0" err="1"/>
              <a:t>helped.So</a:t>
            </a:r>
            <a:r>
              <a:rPr lang="en-NL" dirty="0"/>
              <a:t> no — I do not think this is an epoch issue, and I shouldn't have presented it as the leading explanation an hour </a:t>
            </a:r>
            <a:r>
              <a:rPr lang="en-NL" dirty="0" err="1"/>
              <a:t>ago.Where</a:t>
            </a:r>
            <a:r>
              <a:rPr lang="en-NL" dirty="0"/>
              <a:t> A9 misled me. It showed a descent direction exists at one point, over 12 steps, on 12 windows of V1, using normalised gradients on a different objective (Σ mean²) than the training loss. That is a local existence claim. It says nothing about where Adam goes on the real objective across 6664 training windows — and the 5200-step record says Adam demonstrably doesn't go there. A7 has the same weakness: 40 windows of one training record against a 6664-window </a:t>
            </a:r>
            <a:r>
              <a:rPr lang="en-NL" dirty="0" err="1"/>
              <a:t>bank.I'm</a:t>
            </a:r>
            <a:r>
              <a:rPr lang="en-NL" dirty="0"/>
              <a:t> leaving B0 running because it's a real test and I've pre-declared the readings, but I now expect it to refute my own hypothesis — mean flat or rising. If so, that's branch three: the descent direction exists and Adam won't follow it, which points at the optimiser rather than the </a:t>
            </a:r>
            <a:r>
              <a:rPr lang="en-NL" dirty="0" err="1"/>
              <a:t>objective.On</a:t>
            </a:r>
            <a:r>
              <a:rPr lang="en-NL" dirty="0"/>
              <a:t> whether the day was worth anything. The honest ledger: the failure is now precisely characterised — accumulated constant force, 17–23 </a:t>
            </a:r>
            <a:r>
              <a:rPr lang="en-NL" dirty="0" err="1"/>
              <a:t>mN</a:t>
            </a:r>
            <a:r>
              <a:rPr lang="en-NL" dirty="0"/>
              <a:t>, eight constants reproducing 112.8% of it, with a clean R² = 0.997 signature. That's real and it wasn't known this morning. What I do not have is a working fix, and five candidate mechanisms have been killed, three of them </a:t>
            </a:r>
            <a:r>
              <a:rPr lang="en-NL" dirty="0" err="1"/>
              <a:t>mine.That's</a:t>
            </a:r>
            <a:r>
              <a:rPr lang="en-NL" dirty="0"/>
              <a:t> genuine progress by elimination, not a solved problem. I'd rather say that plainly than hand you a false resolution — and "just train longer" would have been exactly that.</a:t>
            </a:r>
          </a:p>
        </p:txBody>
      </p:sp>
    </p:spTree>
    <p:extLst>
      <p:ext uri="{BB962C8B-B14F-4D97-AF65-F5344CB8AC3E}">
        <p14:creationId xmlns:p14="http://schemas.microsoft.com/office/powerpoint/2010/main" val="10043083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4810-2E01-D077-F5E7-F41A85DA434D}"/>
              </a:ext>
            </a:extLst>
          </p:cNvPr>
          <p:cNvSpPr>
            <a:spLocks noGrp="1"/>
          </p:cNvSpPr>
          <p:nvPr>
            <p:ph type="title"/>
          </p:nvPr>
        </p:nvSpPr>
        <p:spPr/>
        <p:txBody>
          <a:bodyPr/>
          <a:lstStyle/>
          <a:p>
            <a:r>
              <a:rPr lang="en-US" dirty="0"/>
              <a:t>Adding values to the K=0 X and Y</a:t>
            </a:r>
            <a:endParaRPr lang="en-NL" dirty="0"/>
          </a:p>
        </p:txBody>
      </p:sp>
      <p:sp>
        <p:nvSpPr>
          <p:cNvPr id="3" name="Content Placeholder 2">
            <a:extLst>
              <a:ext uri="{FF2B5EF4-FFF2-40B4-BE49-F238E27FC236}">
                <a16:creationId xmlns:a16="http://schemas.microsoft.com/office/drawing/2014/main" id="{AFC07AE7-CE1A-7283-05E4-A8251BA6E1C9}"/>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A8E3D5B8-D390-D688-2C70-1EA51933F539}"/>
              </a:ext>
            </a:extLst>
          </p:cNvPr>
          <p:cNvSpPr txBox="1"/>
          <p:nvPr/>
        </p:nvSpPr>
        <p:spPr>
          <a:xfrm>
            <a:off x="3047238" y="1582341"/>
            <a:ext cx="6094476" cy="3693319"/>
          </a:xfrm>
          <a:prstGeom prst="rect">
            <a:avLst/>
          </a:prstGeom>
          <a:noFill/>
        </p:spPr>
        <p:txBody>
          <a:bodyPr wrap="square">
            <a:spAutoFit/>
          </a:bodyPr>
          <a:lstStyle/>
          <a:p>
            <a:r>
              <a:rPr lang="en-NL" dirty="0"/>
              <a:t>Your test answers its question, and the answer is: K=0 is purely an </a:t>
            </a:r>
            <a:r>
              <a:rPr lang="en-NL" dirty="0" err="1"/>
              <a:t>amplifier.At</a:t>
            </a:r>
            <a:r>
              <a:rPr lang="en-NL" dirty="0"/>
              <a:t> </a:t>
            </a:r>
            <a:r>
              <a:rPr lang="en-NL" dirty="0" err="1"/>
              <a:t>ωn</a:t>
            </a:r>
            <a:r>
              <a:rPr lang="en-NL" dirty="0"/>
              <a:t> = 1 Hz the </a:t>
            </a:r>
            <a:r>
              <a:rPr lang="en-NL" dirty="0" err="1"/>
              <a:t>ANN's</a:t>
            </a:r>
            <a:r>
              <a:rPr lang="en-NL" dirty="0"/>
              <a:t> output is an almost perfect constant — purity 0.998, the most DC-dominated arm in the sweep — and yet the free run is only 1.059x ANN-off. The network still acquires the DC; with a spring it simply no longer integrates. By 10 Hz the free ratio is 0.998, i.e. the ANN does no harm at </a:t>
            </a:r>
            <a:r>
              <a:rPr lang="en-NL" dirty="0" err="1"/>
              <a:t>all.So</a:t>
            </a:r>
            <a:r>
              <a:rPr lang="en-NL" dirty="0"/>
              <a:t> adding stiffness would make the symptom disappear while leaving the cause untouched. That distinction matters for the thesis: it means the drift is not evidence of a learning pathology specific to marginal plants — the pathology is there either way, and marginality is what converts it into a 127x deployment failure.</a:t>
            </a:r>
          </a:p>
        </p:txBody>
      </p:sp>
    </p:spTree>
    <p:extLst>
      <p:ext uri="{BB962C8B-B14F-4D97-AF65-F5344CB8AC3E}">
        <p14:creationId xmlns:p14="http://schemas.microsoft.com/office/powerpoint/2010/main" val="2345753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17C4-8816-7B99-AA10-A995B06D4548}"/>
              </a:ext>
            </a:extLst>
          </p:cNvPr>
          <p:cNvSpPr>
            <a:spLocks noGrp="1"/>
          </p:cNvSpPr>
          <p:nvPr>
            <p:ph type="title"/>
          </p:nvPr>
        </p:nvSpPr>
        <p:spPr/>
        <p:txBody>
          <a:bodyPr/>
          <a:lstStyle/>
          <a:p>
            <a:r>
              <a:rPr lang="en-US" dirty="0"/>
              <a:t>Overview diagnostics</a:t>
            </a:r>
            <a:endParaRPr lang="en-NL" dirty="0"/>
          </a:p>
        </p:txBody>
      </p:sp>
      <p:sp>
        <p:nvSpPr>
          <p:cNvPr id="3" name="Content Placeholder 2">
            <a:extLst>
              <a:ext uri="{FF2B5EF4-FFF2-40B4-BE49-F238E27FC236}">
                <a16:creationId xmlns:a16="http://schemas.microsoft.com/office/drawing/2014/main" id="{7FDA276A-1A4C-0773-4722-4F53272A727F}"/>
              </a:ext>
            </a:extLst>
          </p:cNvPr>
          <p:cNvSpPr>
            <a:spLocks noGrp="1"/>
          </p:cNvSpPr>
          <p:nvPr>
            <p:ph idx="1"/>
          </p:nvPr>
        </p:nvSpPr>
        <p:spPr/>
        <p:txBody>
          <a:bodyPr/>
          <a:lstStyle/>
          <a:p>
            <a:r>
              <a:rPr lang="en-US" dirty="0"/>
              <a:t>diagnostic-overview.md</a:t>
            </a:r>
            <a:endParaRPr lang="en-NL" dirty="0"/>
          </a:p>
        </p:txBody>
      </p:sp>
    </p:spTree>
    <p:extLst>
      <p:ext uri="{BB962C8B-B14F-4D97-AF65-F5344CB8AC3E}">
        <p14:creationId xmlns:p14="http://schemas.microsoft.com/office/powerpoint/2010/main" val="20309265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08FA0-26D9-8310-9530-EB9162365DFB}"/>
              </a:ext>
            </a:extLst>
          </p:cNvPr>
          <p:cNvSpPr>
            <a:spLocks noGrp="1"/>
          </p:cNvSpPr>
          <p:nvPr>
            <p:ph type="title"/>
          </p:nvPr>
        </p:nvSpPr>
        <p:spPr/>
        <p:txBody>
          <a:bodyPr/>
          <a:lstStyle/>
          <a:p>
            <a:r>
              <a:rPr lang="en-US" dirty="0"/>
              <a:t>Removing the mean improves?</a:t>
            </a:r>
            <a:endParaRPr lang="en-NL" dirty="0"/>
          </a:p>
        </p:txBody>
      </p:sp>
      <p:sp>
        <p:nvSpPr>
          <p:cNvPr id="3" name="Content Placeholder 2">
            <a:extLst>
              <a:ext uri="{FF2B5EF4-FFF2-40B4-BE49-F238E27FC236}">
                <a16:creationId xmlns:a16="http://schemas.microsoft.com/office/drawing/2014/main" id="{44122672-C484-9036-5F2C-BC8FF71D7F24}"/>
              </a:ext>
            </a:extLst>
          </p:cNvPr>
          <p:cNvSpPr>
            <a:spLocks noGrp="1"/>
          </p:cNvSpPr>
          <p:nvPr>
            <p:ph idx="1"/>
          </p:nvPr>
        </p:nvSpPr>
        <p:spPr/>
        <p:txBody>
          <a:bodyPr/>
          <a:lstStyle/>
          <a:p>
            <a:r>
              <a:rPr lang="en-US" dirty="0"/>
              <a:t>What is solid either way, and is the real result: MEAN-REMOVED lands at 0.87-1.26x the </a:t>
            </a:r>
            <a:r>
              <a:rPr lang="en-US" dirty="0" err="1"/>
              <a:t>init</a:t>
            </a:r>
            <a:r>
              <a:rPr lang="en-US" dirty="0"/>
              <a:t> on all three arms, against FULL at 19-35x. Removing the DC recovers essentially the entire loss. Whether it ends slightly under or slightly over the </a:t>
            </a:r>
            <a:r>
              <a:rPr lang="en-US" dirty="0" err="1"/>
              <a:t>init</a:t>
            </a:r>
            <a:r>
              <a:rPr lang="en-US" dirty="0"/>
              <a:t> is the part still open.</a:t>
            </a:r>
            <a:endParaRPr lang="en-NL" dirty="0"/>
          </a:p>
        </p:txBody>
      </p:sp>
    </p:spTree>
    <p:extLst>
      <p:ext uri="{BB962C8B-B14F-4D97-AF65-F5344CB8AC3E}">
        <p14:creationId xmlns:p14="http://schemas.microsoft.com/office/powerpoint/2010/main" val="40703959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F141-7301-EC3A-48C9-FBF9317657A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9D147EA-CD3B-3824-7734-A80FBEB4165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610845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3087</TotalTime>
  <Words>4206</Words>
  <Application>Microsoft Office PowerPoint</Application>
  <PresentationFormat>Widescreen</PresentationFormat>
  <Paragraphs>146</Paragraphs>
  <Slides>64</Slides>
  <Notes>6</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Aptos Display</vt:lpstr>
      <vt:lpstr>Arial</vt:lpstr>
      <vt:lpstr>Segoe UI</vt:lpstr>
      <vt:lpstr>Wingdings</vt:lpstr>
      <vt:lpstr>Office Theme</vt:lpstr>
      <vt:lpstr>Problem: ANN correction adds non zero-mean</vt:lpstr>
      <vt:lpstr>Compare ANN output against perfect correction</vt:lpstr>
      <vt:lpstr>Is the data informative enough?</vt:lpstr>
      <vt:lpstr>PowerPoint Presentation</vt:lpstr>
      <vt:lpstr>To be discussed</vt:lpstr>
      <vt:lpstr>Offset in the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loss landscape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Mismatch system Position offset</vt:lpstr>
      <vt:lpstr>PowerPoint Presentation</vt:lpstr>
      <vt:lpstr>PowerPoint Presentation</vt:lpstr>
      <vt:lpstr>PowerPoint Presentation</vt:lpstr>
      <vt:lpstr>PowerPoint Presentation</vt:lpstr>
      <vt:lpstr>PowerPoint Presentation</vt:lpstr>
      <vt:lpstr>PowerPoint Presentation</vt:lpstr>
      <vt:lpstr>Model matches system No MSD in the data</vt:lpstr>
      <vt:lpstr>Model matches system No MSD in the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 do</vt:lpstr>
      <vt:lpstr>PowerPoint Presentation</vt:lpstr>
      <vt:lpstr>PowerPoint Presentation</vt:lpstr>
      <vt:lpstr>PowerPoint Presentation</vt:lpstr>
      <vt:lpstr>PowerPoint Presentation</vt:lpstr>
      <vt:lpstr>Previous question: why does Adam put a constant in a direction the loss does not constrain".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of sunday</vt:lpstr>
      <vt:lpstr>Adding values to the K=0 X and Y</vt:lpstr>
      <vt:lpstr>Overview diagnostics</vt:lpstr>
      <vt:lpstr>Removing the mean improves?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2</cp:revision>
  <dcterms:created xsi:type="dcterms:W3CDTF">2026-07-24T22:32:19Z</dcterms:created>
  <dcterms:modified xsi:type="dcterms:W3CDTF">2026-07-28T12:38:54Z</dcterms:modified>
</cp:coreProperties>
</file>