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7" r:id="rId1"/>
  </p:sldMasterIdLst>
  <p:sldIdLst>
    <p:sldId id="257" r:id="rId2"/>
    <p:sldId id="258" r:id="rId3"/>
    <p:sldId id="263" r:id="rId4"/>
    <p:sldId id="264" r:id="rId5"/>
    <p:sldId id="265" r:id="rId6"/>
    <p:sldId id="266" r:id="rId7"/>
    <p:sldId id="267" r:id="rId8"/>
    <p:sldId id="268" r:id="rId9"/>
    <p:sldId id="269" r:id="rId10"/>
    <p:sldId id="270" r:id="rId11"/>
    <p:sldId id="259" r:id="rId12"/>
    <p:sldId id="260" r:id="rId13"/>
    <p:sldId id="261" r:id="rId14"/>
    <p:sldId id="262" r:id="rId15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78" d="100"/>
          <a:sy n="78" d="100"/>
        </p:scale>
        <p:origin x="78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rg, Dirk van den" userId="035ecb32-01d9-4b47-a105-eacf059a4647" providerId="ADAL" clId="{F7FF961E-CF96-44AC-93C2-93612F62D46D}"/>
    <pc:docChg chg="undo custSel addSld modSld">
      <pc:chgData name="Berg, Dirk van den" userId="035ecb32-01d9-4b47-a105-eacf059a4647" providerId="ADAL" clId="{F7FF961E-CF96-44AC-93C2-93612F62D46D}" dt="2026-03-30T09:40:51.826" v="1656" actId="1076"/>
      <pc:docMkLst>
        <pc:docMk/>
      </pc:docMkLst>
      <pc:sldChg chg="modSp new mod">
        <pc:chgData name="Berg, Dirk van den" userId="035ecb32-01d9-4b47-a105-eacf059a4647" providerId="ADAL" clId="{F7FF961E-CF96-44AC-93C2-93612F62D46D}" dt="2026-03-29T17:17:52.127" v="1653" actId="20577"/>
        <pc:sldMkLst>
          <pc:docMk/>
          <pc:sldMk cId="932338939" sldId="263"/>
        </pc:sldMkLst>
        <pc:spChg chg="mod">
          <ac:chgData name="Berg, Dirk van den" userId="035ecb32-01d9-4b47-a105-eacf059a4647" providerId="ADAL" clId="{F7FF961E-CF96-44AC-93C2-93612F62D46D}" dt="2026-03-29T17:17:52.127" v="1653" actId="20577"/>
          <ac:spMkLst>
            <pc:docMk/>
            <pc:sldMk cId="932338939" sldId="263"/>
            <ac:spMk id="3" creationId="{782BEDE7-CD7F-2674-1735-7693EF68620B}"/>
          </ac:spMkLst>
        </pc:spChg>
      </pc:sldChg>
      <pc:sldChg chg="addSp modSp new mod">
        <pc:chgData name="Berg, Dirk van den" userId="035ecb32-01d9-4b47-a105-eacf059a4647" providerId="ADAL" clId="{F7FF961E-CF96-44AC-93C2-93612F62D46D}" dt="2026-03-27T09:18:39.383" v="793" actId="1076"/>
        <pc:sldMkLst>
          <pc:docMk/>
          <pc:sldMk cId="3762271797" sldId="264"/>
        </pc:sldMkLst>
        <pc:spChg chg="mod">
          <ac:chgData name="Berg, Dirk van den" userId="035ecb32-01d9-4b47-a105-eacf059a4647" providerId="ADAL" clId="{F7FF961E-CF96-44AC-93C2-93612F62D46D}" dt="2026-03-27T09:15:56.339" v="788" actId="313"/>
          <ac:spMkLst>
            <pc:docMk/>
            <pc:sldMk cId="3762271797" sldId="264"/>
            <ac:spMk id="3" creationId="{91CE3667-423D-74D3-29C9-666B3634201F}"/>
          </ac:spMkLst>
        </pc:spChg>
        <pc:picChg chg="add mod">
          <ac:chgData name="Berg, Dirk van den" userId="035ecb32-01d9-4b47-a105-eacf059a4647" providerId="ADAL" clId="{F7FF961E-CF96-44AC-93C2-93612F62D46D}" dt="2026-03-27T09:18:37.178" v="792" actId="1076"/>
          <ac:picMkLst>
            <pc:docMk/>
            <pc:sldMk cId="3762271797" sldId="264"/>
            <ac:picMk id="5" creationId="{76F1D9C6-81E0-8354-5203-2764A72B3CFB}"/>
          </ac:picMkLst>
        </pc:picChg>
        <pc:picChg chg="add mod">
          <ac:chgData name="Berg, Dirk van den" userId="035ecb32-01d9-4b47-a105-eacf059a4647" providerId="ADAL" clId="{F7FF961E-CF96-44AC-93C2-93612F62D46D}" dt="2026-03-27T09:18:39.383" v="793" actId="1076"/>
          <ac:picMkLst>
            <pc:docMk/>
            <pc:sldMk cId="3762271797" sldId="264"/>
            <ac:picMk id="7" creationId="{152FA56E-C5BB-262C-918F-D078B7384E53}"/>
          </ac:picMkLst>
        </pc:picChg>
      </pc:sldChg>
      <pc:sldChg chg="addSp modSp new mod">
        <pc:chgData name="Berg, Dirk van den" userId="035ecb32-01d9-4b47-a105-eacf059a4647" providerId="ADAL" clId="{F7FF961E-CF96-44AC-93C2-93612F62D46D}" dt="2026-03-27T14:11:51.749" v="992" actId="20577"/>
        <pc:sldMkLst>
          <pc:docMk/>
          <pc:sldMk cId="4183428916" sldId="265"/>
        </pc:sldMkLst>
        <pc:spChg chg="mod">
          <ac:chgData name="Berg, Dirk van den" userId="035ecb32-01d9-4b47-a105-eacf059a4647" providerId="ADAL" clId="{F7FF961E-CF96-44AC-93C2-93612F62D46D}" dt="2026-03-27T12:59:49.479" v="829" actId="20577"/>
          <ac:spMkLst>
            <pc:docMk/>
            <pc:sldMk cId="4183428916" sldId="265"/>
            <ac:spMk id="2" creationId="{F90C3F65-8CDE-E4A0-899F-F712244A9D03}"/>
          </ac:spMkLst>
        </pc:spChg>
        <pc:spChg chg="mod">
          <ac:chgData name="Berg, Dirk van den" userId="035ecb32-01d9-4b47-a105-eacf059a4647" providerId="ADAL" clId="{F7FF961E-CF96-44AC-93C2-93612F62D46D}" dt="2026-03-27T14:11:51.749" v="992" actId="20577"/>
          <ac:spMkLst>
            <pc:docMk/>
            <pc:sldMk cId="4183428916" sldId="265"/>
            <ac:spMk id="3" creationId="{1A581517-89FA-B1E4-4E77-E2A3C2558CB2}"/>
          </ac:spMkLst>
        </pc:spChg>
        <pc:picChg chg="add mod">
          <ac:chgData name="Berg, Dirk van den" userId="035ecb32-01d9-4b47-a105-eacf059a4647" providerId="ADAL" clId="{F7FF961E-CF96-44AC-93C2-93612F62D46D}" dt="2026-03-27T12:59:52.347" v="831" actId="1076"/>
          <ac:picMkLst>
            <pc:docMk/>
            <pc:sldMk cId="4183428916" sldId="265"/>
            <ac:picMk id="5" creationId="{CE6C9E2C-A187-CE83-DA56-A6A96893CD06}"/>
          </ac:picMkLst>
        </pc:picChg>
      </pc:sldChg>
      <pc:sldChg chg="addSp modSp new mod">
        <pc:chgData name="Berg, Dirk van den" userId="035ecb32-01d9-4b47-a105-eacf059a4647" providerId="ADAL" clId="{F7FF961E-CF96-44AC-93C2-93612F62D46D}" dt="2026-03-28T11:41:15.005" v="997" actId="1076"/>
        <pc:sldMkLst>
          <pc:docMk/>
          <pc:sldMk cId="2339874427" sldId="266"/>
        </pc:sldMkLst>
        <pc:spChg chg="add mod">
          <ac:chgData name="Berg, Dirk van den" userId="035ecb32-01d9-4b47-a105-eacf059a4647" providerId="ADAL" clId="{F7FF961E-CF96-44AC-93C2-93612F62D46D}" dt="2026-03-28T11:41:13.847" v="996" actId="1076"/>
          <ac:spMkLst>
            <pc:docMk/>
            <pc:sldMk cId="2339874427" sldId="266"/>
            <ac:spMk id="7" creationId="{D240CCA4-E521-4B8A-11C7-D7055A47598C}"/>
          </ac:spMkLst>
        </pc:spChg>
        <pc:picChg chg="add mod">
          <ac:chgData name="Berg, Dirk van den" userId="035ecb32-01d9-4b47-a105-eacf059a4647" providerId="ADAL" clId="{F7FF961E-CF96-44AC-93C2-93612F62D46D}" dt="2026-03-28T11:41:15.005" v="997" actId="1076"/>
          <ac:picMkLst>
            <pc:docMk/>
            <pc:sldMk cId="2339874427" sldId="266"/>
            <ac:picMk id="5" creationId="{0E7DCD55-AB7B-3925-7A7A-A6DA58128A3A}"/>
          </ac:picMkLst>
        </pc:picChg>
      </pc:sldChg>
      <pc:sldChg chg="addSp delSp modSp new mod">
        <pc:chgData name="Berg, Dirk van den" userId="035ecb32-01d9-4b47-a105-eacf059a4647" providerId="ADAL" clId="{F7FF961E-CF96-44AC-93C2-93612F62D46D}" dt="2026-03-30T09:40:51.826" v="1656" actId="1076"/>
        <pc:sldMkLst>
          <pc:docMk/>
          <pc:sldMk cId="3298349108" sldId="267"/>
        </pc:sldMkLst>
        <pc:spChg chg="mod">
          <ac:chgData name="Berg, Dirk van den" userId="035ecb32-01d9-4b47-a105-eacf059a4647" providerId="ADAL" clId="{F7FF961E-CF96-44AC-93C2-93612F62D46D}" dt="2026-03-28T12:18:35.487" v="1002"/>
          <ac:spMkLst>
            <pc:docMk/>
            <pc:sldMk cId="3298349108" sldId="267"/>
            <ac:spMk id="2" creationId="{87997259-7082-06C1-D18A-93D1E6C3AF20}"/>
          </ac:spMkLst>
        </pc:spChg>
        <pc:spChg chg="add del mod">
          <ac:chgData name="Berg, Dirk van den" userId="035ecb32-01d9-4b47-a105-eacf059a4647" providerId="ADAL" clId="{F7FF961E-CF96-44AC-93C2-93612F62D46D}" dt="2026-03-28T12:18:49.706" v="1003"/>
          <ac:spMkLst>
            <pc:docMk/>
            <pc:sldMk cId="3298349108" sldId="267"/>
            <ac:spMk id="3" creationId="{ACE309E5-C23C-6DDA-4F64-FDA092462CAB}"/>
          </ac:spMkLst>
        </pc:spChg>
        <pc:picChg chg="add mod">
          <ac:chgData name="Berg, Dirk van den" userId="035ecb32-01d9-4b47-a105-eacf059a4647" providerId="ADAL" clId="{F7FF961E-CF96-44AC-93C2-93612F62D46D}" dt="2026-03-30T09:40:51.826" v="1656" actId="1076"/>
          <ac:picMkLst>
            <pc:docMk/>
            <pc:sldMk cId="3298349108" sldId="267"/>
            <ac:picMk id="6" creationId="{00419E22-3250-06FD-16AF-D3B98B800072}"/>
          </ac:picMkLst>
        </pc:picChg>
      </pc:sldChg>
      <pc:sldChg chg="modSp new">
        <pc:chgData name="Berg, Dirk van den" userId="035ecb32-01d9-4b47-a105-eacf059a4647" providerId="ADAL" clId="{F7FF961E-CF96-44AC-93C2-93612F62D46D}" dt="2026-03-28T12:19:23.101" v="1005"/>
        <pc:sldMkLst>
          <pc:docMk/>
          <pc:sldMk cId="151505528" sldId="268"/>
        </pc:sldMkLst>
        <pc:spChg chg="mod">
          <ac:chgData name="Berg, Dirk van den" userId="035ecb32-01d9-4b47-a105-eacf059a4647" providerId="ADAL" clId="{F7FF961E-CF96-44AC-93C2-93612F62D46D}" dt="2026-03-28T12:19:23.101" v="1005"/>
          <ac:spMkLst>
            <pc:docMk/>
            <pc:sldMk cId="151505528" sldId="268"/>
            <ac:spMk id="3" creationId="{F526DDBF-4D67-34F5-E3FB-F1BF6B1CD8D3}"/>
          </ac:spMkLst>
        </pc:spChg>
      </pc:sldChg>
      <pc:sldChg chg="modSp new mod">
        <pc:chgData name="Berg, Dirk van den" userId="035ecb32-01d9-4b47-a105-eacf059a4647" providerId="ADAL" clId="{F7FF961E-CF96-44AC-93C2-93612F62D46D}" dt="2026-03-29T17:08:09.540" v="1564" actId="20577"/>
        <pc:sldMkLst>
          <pc:docMk/>
          <pc:sldMk cId="1158138156" sldId="269"/>
        </pc:sldMkLst>
        <pc:spChg chg="mod">
          <ac:chgData name="Berg, Dirk van den" userId="035ecb32-01d9-4b47-a105-eacf059a4647" providerId="ADAL" clId="{F7FF961E-CF96-44AC-93C2-93612F62D46D}" dt="2026-03-29T15:04:50.101" v="1065" actId="20577"/>
          <ac:spMkLst>
            <pc:docMk/>
            <pc:sldMk cId="1158138156" sldId="269"/>
            <ac:spMk id="2" creationId="{54047D13-6195-D225-1343-A24CC34EFBBA}"/>
          </ac:spMkLst>
        </pc:spChg>
        <pc:spChg chg="mod">
          <ac:chgData name="Berg, Dirk van den" userId="035ecb32-01d9-4b47-a105-eacf059a4647" providerId="ADAL" clId="{F7FF961E-CF96-44AC-93C2-93612F62D46D}" dt="2026-03-29T17:08:09.540" v="1564" actId="20577"/>
          <ac:spMkLst>
            <pc:docMk/>
            <pc:sldMk cId="1158138156" sldId="269"/>
            <ac:spMk id="3" creationId="{6235D8E3-E8E5-E5A1-3B70-11AEF9561765}"/>
          </ac:spMkLst>
        </pc:spChg>
      </pc:sldChg>
      <pc:sldChg chg="addSp modSp new mod">
        <pc:chgData name="Berg, Dirk van den" userId="035ecb32-01d9-4b47-a105-eacf059a4647" providerId="ADAL" clId="{F7FF961E-CF96-44AC-93C2-93612F62D46D}" dt="2026-03-29T17:28:41.894" v="1655" actId="1076"/>
        <pc:sldMkLst>
          <pc:docMk/>
          <pc:sldMk cId="2609360544" sldId="270"/>
        </pc:sldMkLst>
        <pc:spChg chg="mod">
          <ac:chgData name="Berg, Dirk van den" userId="035ecb32-01d9-4b47-a105-eacf059a4647" providerId="ADAL" clId="{F7FF961E-CF96-44AC-93C2-93612F62D46D}" dt="2026-03-29T15:06:07.852" v="1405" actId="20577"/>
          <ac:spMkLst>
            <pc:docMk/>
            <pc:sldMk cId="2609360544" sldId="270"/>
            <ac:spMk id="2" creationId="{B494ADF4-802B-E4B5-F62A-F163DA653B22}"/>
          </ac:spMkLst>
        </pc:spChg>
        <pc:spChg chg="mod">
          <ac:chgData name="Berg, Dirk van den" userId="035ecb32-01d9-4b47-a105-eacf059a4647" providerId="ADAL" clId="{F7FF961E-CF96-44AC-93C2-93612F62D46D}" dt="2026-03-29T15:06:22.605" v="1482" actId="20577"/>
          <ac:spMkLst>
            <pc:docMk/>
            <pc:sldMk cId="2609360544" sldId="270"/>
            <ac:spMk id="3" creationId="{C1539039-9817-C184-A407-F97DF8FFECEA}"/>
          </ac:spMkLst>
        </pc:spChg>
        <pc:picChg chg="add mod">
          <ac:chgData name="Berg, Dirk van den" userId="035ecb32-01d9-4b47-a105-eacf059a4647" providerId="ADAL" clId="{F7FF961E-CF96-44AC-93C2-93612F62D46D}" dt="2026-03-29T17:28:41.894" v="1655" actId="1076"/>
          <ac:picMkLst>
            <pc:docMk/>
            <pc:sldMk cId="2609360544" sldId="270"/>
            <ac:picMk id="5" creationId="{A021ED2C-3E14-F1D1-19AF-EC2FC8FFB6BB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A9B0A-21A9-11D8-6AC0-0853C7FE8D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E18FFD-A4E2-0D4E-7BCD-58E1748D8E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CB645C-4A53-6DC7-25C3-9688B7178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B314D-8566-407C-8138-35BC3B95AB82}" type="datetimeFigureOut">
              <a:rPr lang="en-NL" smtClean="0"/>
              <a:t>30/03/2026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582621-D3E9-86E1-A821-537728272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11C98C-0F73-A8F2-02F4-2AB4973CD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818716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50BA0-583D-0185-EE69-28099DAEC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D8891D-C30A-9834-578C-76F335D9CF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86B7C-AB90-7DAA-F0EA-C7122F775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30/03/2026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BD878-B8D5-9BF6-B119-CB8E2FBA6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1A9D23-71DC-CC7B-17C0-5E08C967D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838012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55E79-0500-A1A2-6D30-0F0DFDD60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B6914D-49A9-E97D-2C4E-18FAAF7260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FDA4EA-60CD-56E7-0DAD-21A6159BC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30/03/2026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7721A8-BB79-306A-08AB-EFFF7B85E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A46C38-EEEE-5592-0604-AA374F8CC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4592305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65D4E-F716-266C-EB44-F320FF044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FA0776-C324-EFAB-A946-10C85364B9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F9D3D4-7D3D-D1F4-CD2A-A518E54694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693131-FB94-2B88-8093-B6F21E860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30/03/2026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D21B79-6DB2-349F-C356-71774F673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5CBD36-D0DC-8F43-ACFD-1E9E357E7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267830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3BC18-D101-9213-B897-8851FE7C3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5E5057-8AB1-D931-F79F-0D54E845ED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C2EF1A-2434-D230-33B4-D17316B77A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0C9925-AAE9-B6AC-9461-0917219EAC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4E5211-4325-D275-EE19-9984E66A82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7FEE0D-2772-4FE7-99AD-4C1D3AC62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30/03/2026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3169B9-CD5B-369C-DBC2-925297EB2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0BA7D5-A78A-09BB-A363-994BD9A02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869802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9777B-F5E7-C08C-590D-ACFBE4C45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0CC399-4A6B-4593-9E74-B6F8CA3DC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30/03/2026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EE88BE-564F-9BC9-D256-883FCC299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97D54D-0C50-C773-E94C-9E2D30D93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7452653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994506-3D43-84EA-E881-39D633077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30/03/2026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1C55CA-8DBE-9019-86DA-AEBED897E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59772A-9555-52DB-D4E9-75AF3C15D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874220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D3A6E-DBBE-812E-85F2-A38B5249B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FB2DEC-7E11-7FE1-3C8F-AB40257CCC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67515C-82D6-C8CD-79FD-0E6A1C9B19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08F352-32B7-00FA-4DA5-12E23612C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30/03/2026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D78EF5-AAF6-9556-0DA1-762E1477F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3A06DC-6CC1-26FA-41F2-FA573F7A3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87678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5C77B-CBEF-A395-D0FA-1C65A9CE2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E17272-008C-028F-3164-75FD0D3FA4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CEFC27-BE0A-B312-4CAE-0D22A173EF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841F1B-BF0C-E7EE-C200-6ACDD52E8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30/03/2026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3DBEA7-5C08-D5DF-326D-402497EEC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8AB07C-EC9D-1E6E-88BF-08CF4DC29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313419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C2113-B4D5-3AA6-7F42-D0DF7E554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7AC1B1-B636-EC3C-8268-7CF0D78B63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308ECA-F03E-2322-8AB9-FF1B3570A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30/03/2026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560E39-73E9-DBC5-E7A0-57B509463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BBA569-67AF-6D26-BB44-6C9DA6C33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915785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80FA20-7E26-5811-0F8E-E937CD7F6C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C0AB59-9859-7F7C-9F9C-9BFEA1EF0F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583E10-4C21-18B0-80CE-477CC9350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30/03/2026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CB85F3-CF9A-29D5-DEA3-31B619337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122B00-4173-AFD9-EDBF-57D15872F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318455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4814AA-CC4F-26EF-0940-42AD31BA4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8EE76C-C9DD-829C-0E04-FD727D9368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A92AA8-31FA-1538-0020-A6770000A6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B07CE9-C8DF-41DF-BDBB-830B84D62F5B}" type="datetimeFigureOut">
              <a:rPr lang="en-NL" smtClean="0"/>
              <a:t>30/03/2026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2936D0-EF18-388D-6CDB-4886CBEB09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00218A-4CD5-B355-2F90-F63E2428D7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808427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58346-11EF-AF16-3F7E-D4AE642D6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Meeting Week 1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EF679-3C39-E36C-B710-9B50CBAE48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Last week summary</a:t>
            </a:r>
          </a:p>
          <a:p>
            <a:r>
              <a:rPr lang="en-US" dirty="0"/>
              <a:t>Action point 1</a:t>
            </a:r>
          </a:p>
          <a:p>
            <a:r>
              <a:rPr lang="en-US" dirty="0"/>
              <a:t>…</a:t>
            </a:r>
          </a:p>
          <a:p>
            <a:r>
              <a:rPr lang="en-US" dirty="0"/>
              <a:t>Question 1</a:t>
            </a:r>
          </a:p>
          <a:p>
            <a:r>
              <a:rPr lang="en-US" dirty="0"/>
              <a:t>…</a:t>
            </a:r>
          </a:p>
          <a:p>
            <a:r>
              <a:rPr lang="en-US" dirty="0"/>
              <a:t>Outline </a:t>
            </a:r>
            <a:r>
              <a:rPr lang="en-US" dirty="0" err="1"/>
              <a:t>ToDo</a:t>
            </a:r>
            <a:r>
              <a:rPr lang="en-US" dirty="0"/>
              <a:t> next week</a:t>
            </a:r>
            <a:endParaRPr lang="en-NL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5EFC2D-66CC-A333-8AD7-17BCBCDB18BB}"/>
              </a:ext>
            </a:extLst>
          </p:cNvPr>
          <p:cNvSpPr txBox="1"/>
          <p:nvPr/>
        </p:nvSpPr>
        <p:spPr>
          <a:xfrm>
            <a:off x="7026876" y="681037"/>
            <a:ext cx="50086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This lets you steer the meeting to what you require out of the meeting to make progress.</a:t>
            </a:r>
            <a:endParaRPr lang="en-NL" i="1" dirty="0"/>
          </a:p>
        </p:txBody>
      </p:sp>
    </p:spTree>
    <p:extLst>
      <p:ext uri="{BB962C8B-B14F-4D97-AF65-F5344CB8AC3E}">
        <p14:creationId xmlns:p14="http://schemas.microsoft.com/office/powerpoint/2010/main" val="26795951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9700D-FF42-415C-9519-CE16CBBB5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Last week summary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6F991-22E1-98ED-FDA2-6483679AE4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Theory or research discussed last week summarized. What was discussed last week.  Professor and PhD only work on this project 1-2hrs per week not 40hrs like you.</a:t>
            </a:r>
            <a:endParaRPr lang="en-NL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FFA8B5-4335-A79D-381E-82C9B8A52E4E}"/>
              </a:ext>
            </a:extLst>
          </p:cNvPr>
          <p:cNvSpPr/>
          <p:nvPr/>
        </p:nvSpPr>
        <p:spPr>
          <a:xfrm>
            <a:off x="6985686" y="3273553"/>
            <a:ext cx="4827373" cy="303834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Some figure explaining the concept</a:t>
            </a:r>
          </a:p>
          <a:p>
            <a:pPr algn="ctr"/>
            <a:r>
              <a:rPr lang="en-US" dirty="0"/>
              <a:t>When applicable, the same as will go in final report. Otherwise just take screenshots from relevant papers.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6172268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165AC-6463-C192-DB4D-FC875EF51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2BEDE7-CD7F-2674-1735-7693EF6862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Invertibility</a:t>
            </a:r>
          </a:p>
          <a:p>
            <a:r>
              <a:rPr lang="en-US" dirty="0"/>
              <a:t>Discuss model. Clearly explain what is q, how is the model constructed. Maybe an image of the dual-gantry? But then I need to understand it quite well</a:t>
            </a:r>
          </a:p>
          <a:p>
            <a:pPr lvl="1"/>
            <a:r>
              <a:rPr lang="en-US" dirty="0"/>
              <a:t>Remember coulomb not modeled</a:t>
            </a:r>
          </a:p>
          <a:p>
            <a:pPr lvl="1"/>
            <a:r>
              <a:rPr lang="en-US" dirty="0"/>
              <a:t>State for example the coordinates of Y (same for X1 X2 or theta) How is it derived?  Mainly should be talking about what the current model represents.</a:t>
            </a:r>
          </a:p>
          <a:p>
            <a:pPr lvl="1"/>
            <a:r>
              <a:rPr lang="en-US" dirty="0"/>
              <a:t>Explain Logical coordinates and …, then its also clear why we call them these.</a:t>
            </a:r>
          </a:p>
          <a:p>
            <a:r>
              <a:rPr lang="en-US" dirty="0"/>
              <a:t>LPV-LFR construction</a:t>
            </a:r>
          </a:p>
          <a:p>
            <a:r>
              <a:rPr lang="en-US" dirty="0"/>
              <a:t>Ask about which coordinates to use? </a:t>
            </a:r>
            <a:r>
              <a:rPr lang="en-US" dirty="0" err="1"/>
              <a:t>Matlab</a:t>
            </a:r>
            <a:r>
              <a:rPr lang="en-US" dirty="0"/>
              <a:t> use the logical so I used that </a:t>
            </a:r>
            <a:r>
              <a:rPr lang="en-US" dirty="0">
                <a:sym typeface="Wingdings" panose="05000000000000000000" pitchFamily="2" charset="2"/>
              </a:rPr>
              <a:t> impact on input output? Or should I transform?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9323389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924C4-D0B2-8EBF-EA54-1E7A00A52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CE3667-423D-74D3-29C9-666B363420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Algebraic loop problem</a:t>
            </a:r>
          </a:p>
          <a:p>
            <a:r>
              <a:rPr lang="en-US" dirty="0"/>
              <a:t>It is well-posed by invertible, but algebraic loop</a:t>
            </a:r>
          </a:p>
          <a:p>
            <a:r>
              <a:rPr lang="en-US" dirty="0"/>
              <a:t>Jan’s code is not structured around this, maybe rederive or use Roel’s code?</a:t>
            </a:r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F1D9C6-81E0-8354-5203-2764A72B3C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1915" y="958851"/>
            <a:ext cx="4900085" cy="46867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52FA56E-C5BB-262C-918F-D078B7384E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1915" y="5780494"/>
            <a:ext cx="4991533" cy="5037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2717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C3F65-8CDE-E4A0-899F-F712244A9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work around algebraic loop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581517-89FA-B1E4-4E77-E2A3C2558C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Jan’s code doesn’t allow for algebraic loops</a:t>
            </a:r>
          </a:p>
          <a:p>
            <a:r>
              <a:rPr lang="en-US" dirty="0"/>
              <a:t>The algebraic loop that currently exists for our rational case (</a:t>
            </a:r>
            <a:r>
              <a:rPr lang="en-US" dirty="0" err="1"/>
              <a:t>Dzw</a:t>
            </a:r>
            <a:r>
              <a:rPr lang="en-US" dirty="0"/>
              <a:t> is </a:t>
            </a:r>
            <a:r>
              <a:rPr lang="en-US"/>
              <a:t>not zero)</a:t>
            </a:r>
            <a:endParaRPr lang="en-US" dirty="0"/>
          </a:p>
          <a:p>
            <a:r>
              <a:rPr lang="en-US" dirty="0"/>
              <a:t>How we work around that.</a:t>
            </a:r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6C9E2C-A187-CE83-DA56-A6A96893CD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9686" y="2666562"/>
            <a:ext cx="4572396" cy="4435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4289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F1ACF-AEE1-D989-F72A-8E9D865CF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93505D-D35D-7992-76CE-8DF41FF69E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7DCD55-AB7B-3925-7A7A-A6DA58128A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6573" y="373485"/>
            <a:ext cx="3970364" cy="611939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240CCA4-E521-4B8A-11C7-D7055A47598C}"/>
              </a:ext>
            </a:extLst>
          </p:cNvPr>
          <p:cNvSpPr txBox="1"/>
          <p:nvPr/>
        </p:nvSpPr>
        <p:spPr>
          <a:xfrm>
            <a:off x="838200" y="3526926"/>
            <a:ext cx="609426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effectLst/>
              </a:rPr>
              <a:t>Algebraic loop problem. </a:t>
            </a:r>
            <a:r>
              <a:rPr lang="en-US" dirty="0" err="1">
                <a:effectLst/>
              </a:rPr>
              <a:t>Dont</a:t>
            </a:r>
            <a:r>
              <a:rPr lang="en-US" dirty="0">
                <a:effectLst/>
              </a:rPr>
              <a:t> run tow </a:t>
            </a:r>
            <a:r>
              <a:rPr lang="en-US" dirty="0" err="1">
                <a:effectLst/>
              </a:rPr>
              <a:t>seperate</a:t>
            </a:r>
            <a:r>
              <a:rPr lang="en-US" dirty="0">
                <a:effectLst/>
              </a:rPr>
              <a:t> G and </a:t>
            </a:r>
            <a:r>
              <a:rPr lang="en-US" dirty="0" err="1">
                <a:effectLst/>
              </a:rPr>
              <a:t>deltaY</a:t>
            </a:r>
            <a:r>
              <a:rPr lang="en-US" dirty="0">
                <a:effectLst/>
              </a:rPr>
              <a:t> block as two </a:t>
            </a:r>
            <a:r>
              <a:rPr lang="en-US" dirty="0" err="1">
                <a:effectLst/>
              </a:rPr>
              <a:t>seperate</a:t>
            </a:r>
            <a:r>
              <a:rPr lang="en-US" dirty="0">
                <a:effectLst/>
              </a:rPr>
              <a:t> wired runtime blocks instead we analytically solve the loop (M(Y)*v = </a:t>
            </a:r>
            <a:r>
              <a:rPr lang="en-US" dirty="0" err="1">
                <a:effectLst/>
              </a:rPr>
              <a:t>fnet</a:t>
            </a:r>
            <a:r>
              <a:rPr lang="en-US" dirty="0">
                <a:effectLst/>
              </a:rPr>
              <a:t>) inside a single forward pass and return z, w as outputs.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3398744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97259-7082-06C1-D18A-93D1E6C3A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So what is the status of our implementation?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E309E5-C23C-6DDA-4F64-FDA092462C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collapse into one block is not a choice we made — it is forced by  </a:t>
            </a:r>
          </a:p>
          <a:p>
            <a:r>
              <a:rPr lang="en-US" dirty="0"/>
              <a:t>  the rational structure of the physics. If </a:t>
            </a:r>
            <a:r>
              <a:rPr lang="en-US" dirty="0" err="1"/>
              <a:t>Dzw</a:t>
            </a:r>
            <a:r>
              <a:rPr lang="en-US" dirty="0"/>
              <a:t> were zero we could wire  </a:t>
            </a:r>
          </a:p>
          <a:p>
            <a:r>
              <a:rPr lang="en-US" dirty="0"/>
              <a:t>  them separately. It is not.</a:t>
            </a:r>
            <a:endParaRPr lang="en-NL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0419E22-3250-06FD-16AF-D3B98B8000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2488" y="3581116"/>
            <a:ext cx="3756986" cy="3276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83491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5291E-D9C2-F429-FEE7-4FA36C3B8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26DDBF-4D67-34F5-E3FB-F1BF6B1CD8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"The gantry LFR has </a:t>
            </a:r>
            <a:r>
              <a:rPr lang="en-US" dirty="0" err="1"/>
              <a:t>Dzw</a:t>
            </a:r>
            <a:r>
              <a:rPr lang="en-US" dirty="0"/>
              <a:t> ≠ 0 (rational, not affine). Jan's</a:t>
            </a:r>
          </a:p>
          <a:p>
            <a:r>
              <a:rPr lang="en-US" dirty="0"/>
              <a:t>  Interconnect requires acyclic signal graphs. We resolve the algebraic  </a:t>
            </a:r>
          </a:p>
          <a:p>
            <a:r>
              <a:rPr lang="en-US" dirty="0"/>
              <a:t>  loop analytically inside the block and expose z and w as outputs for   </a:t>
            </a:r>
          </a:p>
          <a:p>
            <a:r>
              <a:rPr lang="en-US" dirty="0"/>
              <a:t>  augmentation. Does this satisfy your intent for 'LPV in LFR', or did   </a:t>
            </a:r>
          </a:p>
          <a:p>
            <a:r>
              <a:rPr lang="en-US" dirty="0"/>
              <a:t>  you assume the baseline would be affine?"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515055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47D13-6195-D225-1343-A24CC34EF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with Jan’s Framework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5D8E3-E8E5-E5A1-3B70-11AEF95617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Only works for affine (</a:t>
            </a:r>
            <a:r>
              <a:rPr lang="en-US" dirty="0" err="1"/>
              <a:t>Dzw</a:t>
            </a:r>
            <a:r>
              <a:rPr lang="en-US" dirty="0"/>
              <a:t>=0) case</a:t>
            </a:r>
          </a:p>
          <a:p>
            <a:r>
              <a:rPr lang="en-US" dirty="0"/>
              <a:t>The rational problem, algebraic loop:</a:t>
            </a:r>
          </a:p>
          <a:p>
            <a:endParaRPr lang="en-US" dirty="0"/>
          </a:p>
          <a:p>
            <a:r>
              <a:rPr lang="en-US" dirty="0"/>
              <a:t>How important is precise LFR structure?</a:t>
            </a:r>
          </a:p>
          <a:p>
            <a:r>
              <a:rPr lang="en-US" dirty="0"/>
              <a:t>Solutions:</a:t>
            </a:r>
          </a:p>
          <a:p>
            <a:pPr lvl="1"/>
            <a:r>
              <a:rPr lang="en-US" dirty="0"/>
              <a:t>Use current approach where we collapse but we don’t have the separate delta block</a:t>
            </a:r>
          </a:p>
          <a:p>
            <a:pPr lvl="1"/>
            <a:r>
              <a:rPr lang="en-US" dirty="0"/>
              <a:t>Rewrite to affine with extra state</a:t>
            </a:r>
          </a:p>
          <a:p>
            <a:pPr lvl="1"/>
            <a:r>
              <a:rPr lang="en-US" dirty="0"/>
              <a:t>DAE solver?</a:t>
            </a:r>
          </a:p>
          <a:p>
            <a:pPr lvl="1"/>
            <a:r>
              <a:rPr lang="en-US" dirty="0"/>
              <a:t>Code Roel Drenth?? Different routing mechanism then Jan?</a:t>
            </a:r>
          </a:p>
        </p:txBody>
      </p:sp>
    </p:spTree>
    <p:extLst>
      <p:ext uri="{BB962C8B-B14F-4D97-AF65-F5344CB8AC3E}">
        <p14:creationId xmlns:p14="http://schemas.microsoft.com/office/powerpoint/2010/main" val="11581381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4ADF4-802B-E4B5-F62A-F163DA653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Notes from Roland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539039-9817-C184-A407-F97DF8FFEC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SVD to reduce</a:t>
            </a:r>
          </a:p>
          <a:p>
            <a:r>
              <a:rPr lang="en-US" dirty="0"/>
              <a:t>What is the benefit of reducing the dimensions.</a:t>
            </a:r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21ED2C-3E14-F1D1-19AF-EC2FC8FFB6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2192" y="751590"/>
            <a:ext cx="4313294" cy="4823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93605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1CBB4-4332-CC27-31DC-1118749DC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Action point 1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5F3971-08E2-AD39-C334-D1FA58F77E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should have a Gantt-chart or some other planning with what should be the next steps in the research.</a:t>
            </a:r>
          </a:p>
          <a:p>
            <a:r>
              <a:rPr lang="en-US" dirty="0"/>
              <a:t>Questions can also be put here</a:t>
            </a:r>
            <a:endParaRPr lang="en-NL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119E904-9495-8CB1-E838-D562CF8BB5D9}"/>
              </a:ext>
            </a:extLst>
          </p:cNvPr>
          <p:cNvSpPr/>
          <p:nvPr/>
        </p:nvSpPr>
        <p:spPr>
          <a:xfrm>
            <a:off x="6985686" y="3273553"/>
            <a:ext cx="4827373" cy="303834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Some figure showing the result achieved like a plot or some theory.</a:t>
            </a:r>
          </a:p>
          <a:p>
            <a:pPr algn="ctr"/>
            <a:r>
              <a:rPr lang="en-US" dirty="0"/>
              <a:t>When applicable, the same as will go in final report. Otherwise just take screenshots from relevant papers.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1386265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5DA82-033F-A5A9-8242-2D5896D94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1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C68050-ABAC-21A7-30BB-2C997CD155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a question needs to be answered. Make clear here what the problem/question is that needs to be answered. Questions can always be asked outside the meeting, but we may say prepare to explain what you really mean.</a:t>
            </a:r>
            <a:endParaRPr lang="en-NL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22B2196-272F-FC1F-4220-C87739CBF73F}"/>
              </a:ext>
            </a:extLst>
          </p:cNvPr>
          <p:cNvSpPr/>
          <p:nvPr/>
        </p:nvSpPr>
        <p:spPr>
          <a:xfrm>
            <a:off x="6985686" y="3273553"/>
            <a:ext cx="4827373" cy="303834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Some figure explaining the concept</a:t>
            </a:r>
          </a:p>
          <a:p>
            <a:pPr algn="ctr"/>
            <a:r>
              <a:rPr lang="en-US" dirty="0"/>
              <a:t>When applicable, the same as will go in final report. Otherwise just take screenshots from relevant papers.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1752994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922FA-98D7-2929-D27F-810CECE6E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 next week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179DB8-2509-8E4F-14E4-B0B6B2FE75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next on the planning and how is that going to be solved</a:t>
            </a:r>
          </a:p>
          <a:p>
            <a:r>
              <a:rPr lang="en-US" dirty="0"/>
              <a:t>This is also where new action points are formulated. What are you going to do next week.</a:t>
            </a:r>
          </a:p>
        </p:txBody>
      </p:sp>
    </p:spTree>
    <p:extLst>
      <p:ext uri="{BB962C8B-B14F-4D97-AF65-F5344CB8AC3E}">
        <p14:creationId xmlns:p14="http://schemas.microsoft.com/office/powerpoint/2010/main" val="41339758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AE796-708B-909C-F9F8-D1C4E09DB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Possible Gantt-chart or Planning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2F13D6-AF08-9392-A25C-ED43A705A9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keep an overview of what the progress overall is.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5038973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2075</TotalTime>
  <Words>686</Words>
  <Application>Microsoft Office PowerPoint</Application>
  <PresentationFormat>Widescreen</PresentationFormat>
  <Paragraphs>63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Wingdings</vt:lpstr>
      <vt:lpstr>Office Theme</vt:lpstr>
      <vt:lpstr>Meeting Week 1</vt:lpstr>
      <vt:lpstr>Last week summary</vt:lpstr>
      <vt:lpstr>PowerPoint Presentation</vt:lpstr>
      <vt:lpstr>PowerPoint Presentation</vt:lpstr>
      <vt:lpstr>Current work around algebraic loop</vt:lpstr>
      <vt:lpstr>PowerPoint Presentation</vt:lpstr>
      <vt:lpstr> So what is the status of our implementation?</vt:lpstr>
      <vt:lpstr>PowerPoint Presentation</vt:lpstr>
      <vt:lpstr>Problem with Jan’s Framework</vt:lpstr>
      <vt:lpstr>Notes from Roland</vt:lpstr>
      <vt:lpstr>Action point 1</vt:lpstr>
      <vt:lpstr>Question 1</vt:lpstr>
      <vt:lpstr>Outline next week</vt:lpstr>
      <vt:lpstr>Possible Gantt-chart or Planning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Hoekstra, Jan</dc:creator>
  <cp:lastModifiedBy>Berg, Dirk van den</cp:lastModifiedBy>
  <cp:revision>1</cp:revision>
  <dcterms:created xsi:type="dcterms:W3CDTF">2026-02-02T15:14:22Z</dcterms:created>
  <dcterms:modified xsi:type="dcterms:W3CDTF">2026-03-30T09:41:00Z</dcterms:modified>
</cp:coreProperties>
</file>