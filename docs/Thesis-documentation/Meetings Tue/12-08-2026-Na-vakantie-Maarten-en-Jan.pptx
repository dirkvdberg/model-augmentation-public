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584" r:id="rId2"/>
    <p:sldId id="555" r:id="rId3"/>
    <p:sldId id="548" r:id="rId4"/>
    <p:sldId id="549" r:id="rId5"/>
    <p:sldId id="569" r:id="rId6"/>
    <p:sldId id="257" r:id="rId7"/>
    <p:sldId id="553" r:id="rId8"/>
    <p:sldId id="260" r:id="rId9"/>
    <p:sldId id="574" r:id="rId10"/>
    <p:sldId id="259" r:id="rId11"/>
    <p:sldId id="552" r:id="rId12"/>
    <p:sldId id="558" r:id="rId13"/>
    <p:sldId id="567" r:id="rId14"/>
    <p:sldId id="297" r:id="rId15"/>
    <p:sldId id="298" r:id="rId16"/>
    <p:sldId id="299" r:id="rId17"/>
    <p:sldId id="562" r:id="rId18"/>
    <p:sldId id="563" r:id="rId19"/>
    <p:sldId id="564" r:id="rId20"/>
    <p:sldId id="565" r:id="rId21"/>
    <p:sldId id="566" r:id="rId22"/>
    <p:sldId id="312" r:id="rId23"/>
    <p:sldId id="313" r:id="rId24"/>
    <p:sldId id="568" r:id="rId25"/>
    <p:sldId id="292" r:id="rId26"/>
    <p:sldId id="500" r:id="rId27"/>
    <p:sldId id="577" r:id="rId28"/>
    <p:sldId id="578" r:id="rId29"/>
    <p:sldId id="586" r:id="rId30"/>
    <p:sldId id="585" r:id="rId31"/>
    <p:sldId id="559" r:id="rId32"/>
    <p:sldId id="550" r:id="rId33"/>
    <p:sldId id="551" r:id="rId34"/>
    <p:sldId id="556" r:id="rId35"/>
    <p:sldId id="557" r:id="rId36"/>
    <p:sldId id="560" r:id="rId37"/>
    <p:sldId id="561" r:id="rId38"/>
    <p:sldId id="573" r:id="rId39"/>
    <p:sldId id="575" r:id="rId40"/>
    <p:sldId id="582" r:id="rId41"/>
    <p:sldId id="579" r:id="rId42"/>
    <p:sldId id="580" r:id="rId43"/>
    <p:sldId id="581" r:id="rId44"/>
    <p:sldId id="554" r:id="rId45"/>
    <p:sldId id="583" r:id="rId46"/>
    <p:sldId id="571" r:id="rId47"/>
    <p:sldId id="570" r:id="rId48"/>
    <p:sldId id="572" r:id="rId49"/>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D6A616-CF3F-45F1-84F3-E61CB35DE1C8}" v="41" dt="2026-08-12T10:56:59.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989" autoAdjust="0"/>
  </p:normalViewPr>
  <p:slideViewPr>
    <p:cSldViewPr snapToGrid="0">
      <p:cViewPr>
        <p:scale>
          <a:sx n="100" d="100"/>
          <a:sy n="100" d="100"/>
        </p:scale>
        <p:origin x="99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8-12T10:57:07.017" v="4091" actId="478"/>
      <pc:docMkLst>
        <pc:docMk/>
      </pc:docMkLst>
      <pc:sldChg chg="modSp del mod">
        <pc:chgData name="Berg, Dirk van den" userId="035ecb32-01d9-4b47-a105-eacf059a4647" providerId="ADAL" clId="{F7FF961E-CF96-44AC-93C2-93612F62D46D}" dt="2026-08-12T10:26:58.730" v="3254" actId="47"/>
        <pc:sldMkLst>
          <pc:docMk/>
          <pc:sldMk cId="1803617341" sldId="256"/>
        </pc:sldMkLst>
        <pc:spChg chg="mod">
          <ac:chgData name="Berg, Dirk van den" userId="035ecb32-01d9-4b47-a105-eacf059a4647" providerId="ADAL" clId="{F7FF961E-CF96-44AC-93C2-93612F62D46D}" dt="2026-08-12T10:26:08.011" v="3203" actId="20577"/>
          <ac:spMkLst>
            <pc:docMk/>
            <pc:sldMk cId="1803617341" sldId="256"/>
            <ac:spMk id="2" creationId="{B991A8F6-FFDB-1E54-6B45-7AEC86BC614F}"/>
          </ac:spMkLst>
        </pc:spChg>
        <pc:spChg chg="mod">
          <ac:chgData name="Berg, Dirk van den" userId="035ecb32-01d9-4b47-a105-eacf059a4647" providerId="ADAL" clId="{F7FF961E-CF96-44AC-93C2-93612F62D46D}" dt="2026-08-12T10:26:36.043" v="3248" actId="120"/>
          <ac:spMkLst>
            <pc:docMk/>
            <pc:sldMk cId="1803617341" sldId="256"/>
            <ac:spMk id="3" creationId="{31D5848E-7923-99CB-94CB-255ADA7BA6C2}"/>
          </ac:spMkLst>
        </pc:spChg>
      </pc:sldChg>
      <pc:sldChg chg="modSp new mod">
        <pc:chgData name="Berg, Dirk van den" userId="035ecb32-01d9-4b47-a105-eacf059a4647" providerId="ADAL" clId="{F7FF961E-CF96-44AC-93C2-93612F62D46D}" dt="2026-08-12T07:27:30.115" v="1741" actId="20577"/>
        <pc:sldMkLst>
          <pc:docMk/>
          <pc:sldMk cId="379663841" sldId="257"/>
        </pc:sldMkLst>
        <pc:spChg chg="mod">
          <ac:chgData name="Berg, Dirk van den" userId="035ecb32-01d9-4b47-a105-eacf059a4647" providerId="ADAL" clId="{F7FF961E-CF96-44AC-93C2-93612F62D46D}" dt="2026-08-11T17:33:37.644" v="89" actId="20577"/>
          <ac:spMkLst>
            <pc:docMk/>
            <pc:sldMk cId="379663841" sldId="257"/>
            <ac:spMk id="2" creationId="{5CABC5F9-8DC1-59B7-3F8D-CA25D0DBBCC4}"/>
          </ac:spMkLst>
        </pc:spChg>
        <pc:spChg chg="mod">
          <ac:chgData name="Berg, Dirk van den" userId="035ecb32-01d9-4b47-a105-eacf059a4647" providerId="ADAL" clId="{F7FF961E-CF96-44AC-93C2-93612F62D46D}" dt="2026-08-12T07:27:30.115" v="1741" actId="20577"/>
          <ac:spMkLst>
            <pc:docMk/>
            <pc:sldMk cId="379663841" sldId="257"/>
            <ac:spMk id="3" creationId="{8950D6DB-2A77-C167-30E4-7620FBB7C016}"/>
          </ac:spMkLst>
        </pc:spChg>
      </pc:sldChg>
      <pc:sldChg chg="add del">
        <pc:chgData name="Berg, Dirk van den" userId="035ecb32-01d9-4b47-a105-eacf059a4647" providerId="ADAL" clId="{F7FF961E-CF96-44AC-93C2-93612F62D46D}" dt="2026-08-12T08:44:05.722" v="2837" actId="2696"/>
        <pc:sldMkLst>
          <pc:docMk/>
          <pc:sldMk cId="1046019709" sldId="259"/>
        </pc:sldMkLst>
      </pc:sldChg>
      <pc:sldChg chg="add">
        <pc:chgData name="Berg, Dirk van den" userId="035ecb32-01d9-4b47-a105-eacf059a4647" providerId="ADAL" clId="{F7FF961E-CF96-44AC-93C2-93612F62D46D}" dt="2026-08-12T08:44:35.871" v="2838"/>
        <pc:sldMkLst>
          <pc:docMk/>
          <pc:sldMk cId="1388581612" sldId="259"/>
        </pc:sldMkLst>
      </pc:sldChg>
      <pc:sldChg chg="delSp add mod">
        <pc:chgData name="Berg, Dirk van den" userId="035ecb32-01d9-4b47-a105-eacf059a4647" providerId="ADAL" clId="{F7FF961E-CF96-44AC-93C2-93612F62D46D}" dt="2026-08-12T08:45:30.846" v="2841" actId="478"/>
        <pc:sldMkLst>
          <pc:docMk/>
          <pc:sldMk cId="693612621" sldId="260"/>
        </pc:sldMkLst>
        <pc:spChg chg="del">
          <ac:chgData name="Berg, Dirk van den" userId="035ecb32-01d9-4b47-a105-eacf059a4647" providerId="ADAL" clId="{F7FF961E-CF96-44AC-93C2-93612F62D46D}" dt="2026-08-12T08:45:30.846" v="2841" actId="478"/>
          <ac:spMkLst>
            <pc:docMk/>
            <pc:sldMk cId="693612621" sldId="260"/>
            <ac:spMk id="3" creationId="{6921682C-BD0D-423D-36D7-D18D4B347DD7}"/>
          </ac:spMkLst>
        </pc:spChg>
      </pc:sldChg>
      <pc:sldChg chg="add del">
        <pc:chgData name="Berg, Dirk van den" userId="035ecb32-01d9-4b47-a105-eacf059a4647" providerId="ADAL" clId="{F7FF961E-CF96-44AC-93C2-93612F62D46D}" dt="2026-08-12T08:44:05.722" v="2837" actId="2696"/>
        <pc:sldMkLst>
          <pc:docMk/>
          <pc:sldMk cId="1231481927" sldId="260"/>
        </pc:sldMkLst>
      </pc:sldChg>
      <pc:sldChg chg="modSp add mod modShow">
        <pc:chgData name="Berg, Dirk van den" userId="035ecb32-01d9-4b47-a105-eacf059a4647" providerId="ADAL" clId="{F7FF961E-CF96-44AC-93C2-93612F62D46D}" dt="2026-08-12T10:40:02.334" v="3986" actId="1076"/>
        <pc:sldMkLst>
          <pc:docMk/>
          <pc:sldMk cId="1861608803" sldId="292"/>
        </pc:sldMkLst>
        <pc:spChg chg="mod">
          <ac:chgData name="Berg, Dirk van den" userId="035ecb32-01d9-4b47-a105-eacf059a4647" providerId="ADAL" clId="{F7FF961E-CF96-44AC-93C2-93612F62D46D}" dt="2026-08-12T10:32:45.351" v="3670" actId="20577"/>
          <ac:spMkLst>
            <pc:docMk/>
            <pc:sldMk cId="1861608803" sldId="292"/>
            <ac:spMk id="2" creationId="{A2927398-20BD-29E1-83C7-4F58A5C3CC03}"/>
          </ac:spMkLst>
        </pc:spChg>
        <pc:spChg chg="mod">
          <ac:chgData name="Berg, Dirk van den" userId="035ecb32-01d9-4b47-a105-eacf059a4647" providerId="ADAL" clId="{F7FF961E-CF96-44AC-93C2-93612F62D46D}" dt="2026-08-12T10:40:02.334" v="3986" actId="1076"/>
          <ac:spMkLst>
            <pc:docMk/>
            <pc:sldMk cId="1861608803" sldId="292"/>
            <ac:spMk id="6" creationId="{93807A34-1117-7617-CF28-FBE25DC58044}"/>
          </ac:spMkLst>
        </pc:spChg>
        <pc:picChg chg="mod">
          <ac:chgData name="Berg, Dirk van den" userId="035ecb32-01d9-4b47-a105-eacf059a4647" providerId="ADAL" clId="{F7FF961E-CF96-44AC-93C2-93612F62D46D}" dt="2026-08-12T10:32:13.737" v="3618" actId="14100"/>
          <ac:picMkLst>
            <pc:docMk/>
            <pc:sldMk cId="1861608803" sldId="292"/>
            <ac:picMk id="5" creationId="{33883F97-20A7-995F-3111-355AD9AB0328}"/>
          </ac:picMkLst>
        </pc:picChg>
      </pc:sldChg>
      <pc:sldChg chg="modSp add del mod">
        <pc:chgData name="Berg, Dirk van den" userId="035ecb32-01d9-4b47-a105-eacf059a4647" providerId="ADAL" clId="{F7FF961E-CF96-44AC-93C2-93612F62D46D}" dt="2026-08-12T07:32:35.391" v="1928" actId="1076"/>
        <pc:sldMkLst>
          <pc:docMk/>
          <pc:sldMk cId="1615150367" sldId="297"/>
        </pc:sldMkLst>
        <pc:spChg chg="mod">
          <ac:chgData name="Berg, Dirk van den" userId="035ecb32-01d9-4b47-a105-eacf059a4647" providerId="ADAL" clId="{F7FF961E-CF96-44AC-93C2-93612F62D46D}" dt="2026-08-12T07:32:35.391" v="1928" actId="1076"/>
          <ac:spMkLst>
            <pc:docMk/>
            <pc:sldMk cId="1615150367" sldId="297"/>
            <ac:spMk id="2" creationId="{EC3AF970-D9E3-ADFF-E58B-EDCCCC97491F}"/>
          </ac:spMkLst>
        </pc:spChg>
        <pc:picChg chg="mod">
          <ac:chgData name="Berg, Dirk van den" userId="035ecb32-01d9-4b47-a105-eacf059a4647" providerId="ADAL" clId="{F7FF961E-CF96-44AC-93C2-93612F62D46D}" dt="2026-08-12T07:32:31.524" v="1927" actId="1076"/>
          <ac:picMkLst>
            <pc:docMk/>
            <pc:sldMk cId="1615150367" sldId="297"/>
            <ac:picMk id="5" creationId="{3B69CC5B-D1E4-D1D9-F68A-E56EA38194CA}"/>
          </ac:picMkLst>
        </pc:picChg>
      </pc:sldChg>
      <pc:sldChg chg="add del">
        <pc:chgData name="Berg, Dirk van den" userId="035ecb32-01d9-4b47-a105-eacf059a4647" providerId="ADAL" clId="{F7FF961E-CF96-44AC-93C2-93612F62D46D}" dt="2026-08-12T07:31:34.457" v="1905"/>
        <pc:sldMkLst>
          <pc:docMk/>
          <pc:sldMk cId="865898298" sldId="298"/>
        </pc:sldMkLst>
      </pc:sldChg>
      <pc:sldChg chg="modSp add mod ord">
        <pc:chgData name="Berg, Dirk van den" userId="035ecb32-01d9-4b47-a105-eacf059a4647" providerId="ADAL" clId="{F7FF961E-CF96-44AC-93C2-93612F62D46D}" dt="2026-08-12T07:34:11.983" v="1969"/>
        <pc:sldMkLst>
          <pc:docMk/>
          <pc:sldMk cId="2435620670" sldId="299"/>
        </pc:sldMkLst>
        <pc:picChg chg="mod modCrop">
          <ac:chgData name="Berg, Dirk van den" userId="035ecb32-01d9-4b47-a105-eacf059a4647" providerId="ADAL" clId="{F7FF961E-CF96-44AC-93C2-93612F62D46D}" dt="2026-08-12T07:33:31.797" v="1939" actId="1076"/>
          <ac:picMkLst>
            <pc:docMk/>
            <pc:sldMk cId="2435620670" sldId="299"/>
            <ac:picMk id="7" creationId="{1BC02548-60E1-63BF-D99B-DA7DBE9F2147}"/>
          </ac:picMkLst>
        </pc:picChg>
      </pc:sldChg>
      <pc:sldChg chg="modSp add mod">
        <pc:chgData name="Berg, Dirk van den" userId="035ecb32-01d9-4b47-a105-eacf059a4647" providerId="ADAL" clId="{F7FF961E-CF96-44AC-93C2-93612F62D46D}" dt="2026-08-12T07:34:00.891" v="1965" actId="1076"/>
        <pc:sldMkLst>
          <pc:docMk/>
          <pc:sldMk cId="3043921470" sldId="312"/>
        </pc:sldMkLst>
        <pc:spChg chg="mod">
          <ac:chgData name="Berg, Dirk van den" userId="035ecb32-01d9-4b47-a105-eacf059a4647" providerId="ADAL" clId="{F7FF961E-CF96-44AC-93C2-93612F62D46D}" dt="2026-08-12T07:34:00.891" v="1965" actId="1076"/>
          <ac:spMkLst>
            <pc:docMk/>
            <pc:sldMk cId="3043921470" sldId="312"/>
            <ac:spMk id="2" creationId="{09E60FDD-CC2A-249C-E620-77ED031CEBAC}"/>
          </ac:spMkLst>
        </pc:spChg>
        <pc:picChg chg="mod">
          <ac:chgData name="Berg, Dirk van den" userId="035ecb32-01d9-4b47-a105-eacf059a4647" providerId="ADAL" clId="{F7FF961E-CF96-44AC-93C2-93612F62D46D}" dt="2026-08-12T07:33:39.674" v="1941" actId="14100"/>
          <ac:picMkLst>
            <pc:docMk/>
            <pc:sldMk cId="3043921470" sldId="312"/>
            <ac:picMk id="5" creationId="{A5B0B6F7-0736-F635-72E0-008ED644B350}"/>
          </ac:picMkLst>
        </pc:picChg>
      </pc:sldChg>
      <pc:sldChg chg="add">
        <pc:chgData name="Berg, Dirk van den" userId="035ecb32-01d9-4b47-a105-eacf059a4647" providerId="ADAL" clId="{F7FF961E-CF96-44AC-93C2-93612F62D46D}" dt="2026-08-12T07:31:34.457" v="1905"/>
        <pc:sldMkLst>
          <pc:docMk/>
          <pc:sldMk cId="982335868" sldId="313"/>
        </pc:sldMkLst>
      </pc:sldChg>
      <pc:sldChg chg="add modNotesTx">
        <pc:chgData name="Berg, Dirk van den" userId="035ecb32-01d9-4b47-a105-eacf059a4647" providerId="ADAL" clId="{F7FF961E-CF96-44AC-93C2-93612F62D46D}" dt="2026-08-12T10:41:55.982" v="4057" actId="20577"/>
        <pc:sldMkLst>
          <pc:docMk/>
          <pc:sldMk cId="2555049875" sldId="500"/>
        </pc:sldMkLst>
      </pc:sldChg>
      <pc:sldChg chg="add del">
        <pc:chgData name="Berg, Dirk van den" userId="035ecb32-01d9-4b47-a105-eacf059a4647" providerId="ADAL" clId="{F7FF961E-CF96-44AC-93C2-93612F62D46D}" dt="2026-08-12T10:23:11.336" v="3186" actId="2696"/>
        <pc:sldMkLst>
          <pc:docMk/>
          <pc:sldMk cId="2870383988" sldId="500"/>
        </pc:sldMkLst>
      </pc:sldChg>
      <pc:sldChg chg="modSp add mod">
        <pc:chgData name="Berg, Dirk van den" userId="035ecb32-01d9-4b47-a105-eacf059a4647" providerId="ADAL" clId="{F7FF961E-CF96-44AC-93C2-93612F62D46D}" dt="2026-08-11T17:33:10.458" v="30" actId="20577"/>
        <pc:sldMkLst>
          <pc:docMk/>
          <pc:sldMk cId="1189821286" sldId="548"/>
        </pc:sldMkLst>
        <pc:spChg chg="mod ord">
          <ac:chgData name="Berg, Dirk van den" userId="035ecb32-01d9-4b47-a105-eacf059a4647" providerId="ADAL" clId="{F7FF961E-CF96-44AC-93C2-93612F62D46D}" dt="2026-08-11T17:33:10.458" v="30" actId="20577"/>
          <ac:spMkLst>
            <pc:docMk/>
            <pc:sldMk cId="1189821286" sldId="548"/>
            <ac:spMk id="2" creationId="{17FA70E1-F44C-959E-F00A-7D1998A69AE5}"/>
          </ac:spMkLst>
        </pc:spChg>
      </pc:sldChg>
      <pc:sldChg chg="addSp modSp add mod">
        <pc:chgData name="Berg, Dirk van den" userId="035ecb32-01d9-4b47-a105-eacf059a4647" providerId="ADAL" clId="{F7FF961E-CF96-44AC-93C2-93612F62D46D}" dt="2026-08-11T17:33:18.726" v="52" actId="20577"/>
        <pc:sldMkLst>
          <pc:docMk/>
          <pc:sldMk cId="3111693306" sldId="549"/>
        </pc:sldMkLst>
        <pc:spChg chg="add mod">
          <ac:chgData name="Berg, Dirk van den" userId="035ecb32-01d9-4b47-a105-eacf059a4647" providerId="ADAL" clId="{F7FF961E-CF96-44AC-93C2-93612F62D46D}" dt="2026-08-11T17:33:18.726" v="52" actId="20577"/>
          <ac:spMkLst>
            <pc:docMk/>
            <pc:sldMk cId="3111693306" sldId="549"/>
            <ac:spMk id="7" creationId="{87DC70C6-F08D-306D-6E22-0884C371A4BA}"/>
          </ac:spMkLst>
        </pc:spChg>
      </pc:sldChg>
      <pc:sldChg chg="modSp new mod modShow">
        <pc:chgData name="Berg, Dirk van den" userId="035ecb32-01d9-4b47-a105-eacf059a4647" providerId="ADAL" clId="{F7FF961E-CF96-44AC-93C2-93612F62D46D}" dt="2026-08-12T10:30:00.668" v="3470" actId="729"/>
        <pc:sldMkLst>
          <pc:docMk/>
          <pc:sldMk cId="2862231493" sldId="550"/>
        </pc:sldMkLst>
        <pc:spChg chg="mod">
          <ac:chgData name="Berg, Dirk van den" userId="035ecb32-01d9-4b47-a105-eacf059a4647" providerId="ADAL" clId="{F7FF961E-CF96-44AC-93C2-93612F62D46D}" dt="2026-08-11T17:33:52.849" v="120" actId="20577"/>
          <ac:spMkLst>
            <pc:docMk/>
            <pc:sldMk cId="2862231493" sldId="550"/>
            <ac:spMk id="2" creationId="{CAE4EA49-F264-3850-01E8-0626A2CBEFBB}"/>
          </ac:spMkLst>
        </pc:spChg>
      </pc:sldChg>
      <pc:sldChg chg="modSp new mod modShow">
        <pc:chgData name="Berg, Dirk van den" userId="035ecb32-01d9-4b47-a105-eacf059a4647" providerId="ADAL" clId="{F7FF961E-CF96-44AC-93C2-93612F62D46D}" dt="2026-08-12T10:30:00.668" v="3470" actId="729"/>
        <pc:sldMkLst>
          <pc:docMk/>
          <pc:sldMk cId="2186693173" sldId="551"/>
        </pc:sldMkLst>
        <pc:spChg chg="mod">
          <ac:chgData name="Berg, Dirk van den" userId="035ecb32-01d9-4b47-a105-eacf059a4647" providerId="ADAL" clId="{F7FF961E-CF96-44AC-93C2-93612F62D46D}" dt="2026-08-11T17:34:09.314" v="154" actId="20577"/>
          <ac:spMkLst>
            <pc:docMk/>
            <pc:sldMk cId="2186693173" sldId="551"/>
            <ac:spMk id="2" creationId="{B0185C0C-48CF-6C08-8A93-47B5CD5476F8}"/>
          </ac:spMkLst>
        </pc:spChg>
      </pc:sldChg>
      <pc:sldChg chg="modSp new mod modShow">
        <pc:chgData name="Berg, Dirk van den" userId="035ecb32-01d9-4b47-a105-eacf059a4647" providerId="ADAL" clId="{F7FF961E-CF96-44AC-93C2-93612F62D46D}" dt="2026-08-12T10:29:28.352" v="3467" actId="729"/>
        <pc:sldMkLst>
          <pc:docMk/>
          <pc:sldMk cId="1139887224" sldId="552"/>
        </pc:sldMkLst>
        <pc:spChg chg="mod">
          <ac:chgData name="Berg, Dirk van den" userId="035ecb32-01d9-4b47-a105-eacf059a4647" providerId="ADAL" clId="{F7FF961E-CF96-44AC-93C2-93612F62D46D}" dt="2026-08-11T17:34:37.062" v="182" actId="20577"/>
          <ac:spMkLst>
            <pc:docMk/>
            <pc:sldMk cId="1139887224" sldId="552"/>
            <ac:spMk id="2" creationId="{934FA92D-97DC-34A7-7475-9C663BEC2194}"/>
          </ac:spMkLst>
        </pc:spChg>
        <pc:spChg chg="mod">
          <ac:chgData name="Berg, Dirk van den" userId="035ecb32-01d9-4b47-a105-eacf059a4647" providerId="ADAL" clId="{F7FF961E-CF96-44AC-93C2-93612F62D46D}" dt="2026-08-11T17:59:34.013" v="1248" actId="20577"/>
          <ac:spMkLst>
            <pc:docMk/>
            <pc:sldMk cId="1139887224" sldId="552"/>
            <ac:spMk id="3" creationId="{CC8AC323-6CC4-EC98-EDAF-1894984E96E1}"/>
          </ac:spMkLst>
        </pc:spChg>
      </pc:sldChg>
      <pc:sldChg chg="addSp delSp modSp new mod">
        <pc:chgData name="Berg, Dirk van den" userId="035ecb32-01d9-4b47-a105-eacf059a4647" providerId="ADAL" clId="{F7FF961E-CF96-44AC-93C2-93612F62D46D}" dt="2026-08-12T10:11:20.886" v="3119" actId="14100"/>
        <pc:sldMkLst>
          <pc:docMk/>
          <pc:sldMk cId="3343033039" sldId="553"/>
        </pc:sldMkLst>
        <pc:spChg chg="del mod">
          <ac:chgData name="Berg, Dirk van den" userId="035ecb32-01d9-4b47-a105-eacf059a4647" providerId="ADAL" clId="{F7FF961E-CF96-44AC-93C2-93612F62D46D}" dt="2026-08-12T10:11:11.049" v="3114"/>
          <ac:spMkLst>
            <pc:docMk/>
            <pc:sldMk cId="3343033039" sldId="553"/>
            <ac:spMk id="3" creationId="{A33C8723-926F-92D3-7420-0B4866FC3EE9}"/>
          </ac:spMkLst>
        </pc:spChg>
        <pc:picChg chg="add mod ord">
          <ac:chgData name="Berg, Dirk van den" userId="035ecb32-01d9-4b47-a105-eacf059a4647" providerId="ADAL" clId="{F7FF961E-CF96-44AC-93C2-93612F62D46D}" dt="2026-08-12T10:11:20.886" v="3119" actId="14100"/>
          <ac:picMkLst>
            <pc:docMk/>
            <pc:sldMk cId="3343033039" sldId="553"/>
            <ac:picMk id="5" creationId="{4F620F9E-60E4-6535-C32C-B02BB720CF17}"/>
          </ac:picMkLst>
        </pc:picChg>
      </pc:sldChg>
      <pc:sldChg chg="modSp new mod">
        <pc:chgData name="Berg, Dirk van den" userId="035ecb32-01d9-4b47-a105-eacf059a4647" providerId="ADAL" clId="{F7FF961E-CF96-44AC-93C2-93612F62D46D}" dt="2026-08-12T10:31:42.087" v="3616" actId="20577"/>
        <pc:sldMkLst>
          <pc:docMk/>
          <pc:sldMk cId="4038224975" sldId="554"/>
        </pc:sldMkLst>
        <pc:spChg chg="mod">
          <ac:chgData name="Berg, Dirk van den" userId="035ecb32-01d9-4b47-a105-eacf059a4647" providerId="ADAL" clId="{F7FF961E-CF96-44AC-93C2-93612F62D46D}" dt="2026-08-11T17:36:22.292" v="304" actId="20577"/>
          <ac:spMkLst>
            <pc:docMk/>
            <pc:sldMk cId="4038224975" sldId="554"/>
            <ac:spMk id="2" creationId="{2211D46F-3796-DD4E-B1B4-90E2F0F8B983}"/>
          </ac:spMkLst>
        </pc:spChg>
        <pc:spChg chg="mod">
          <ac:chgData name="Berg, Dirk van den" userId="035ecb32-01d9-4b47-a105-eacf059a4647" providerId="ADAL" clId="{F7FF961E-CF96-44AC-93C2-93612F62D46D}" dt="2026-08-12T10:31:42.087" v="3616" actId="20577"/>
          <ac:spMkLst>
            <pc:docMk/>
            <pc:sldMk cId="4038224975" sldId="554"/>
            <ac:spMk id="3" creationId="{5EB29DF2-DEE1-04C0-3F1E-A5EFF961B9FF}"/>
          </ac:spMkLst>
        </pc:spChg>
      </pc:sldChg>
      <pc:sldChg chg="modSp new mod">
        <pc:chgData name="Berg, Dirk van den" userId="035ecb32-01d9-4b47-a105-eacf059a4647" providerId="ADAL" clId="{F7FF961E-CF96-44AC-93C2-93612F62D46D}" dt="2026-08-12T10:36:36.935" v="3984" actId="20577"/>
        <pc:sldMkLst>
          <pc:docMk/>
          <pc:sldMk cId="1164491663" sldId="555"/>
        </pc:sldMkLst>
        <pc:spChg chg="mod">
          <ac:chgData name="Berg, Dirk van den" userId="035ecb32-01d9-4b47-a105-eacf059a4647" providerId="ADAL" clId="{F7FF961E-CF96-44AC-93C2-93612F62D46D}" dt="2026-08-12T10:36:36.935" v="3984" actId="20577"/>
          <ac:spMkLst>
            <pc:docMk/>
            <pc:sldMk cId="1164491663" sldId="555"/>
            <ac:spMk id="2" creationId="{A8D254F6-6809-BEB0-EB19-8EAC616A3A8F}"/>
          </ac:spMkLst>
        </pc:spChg>
        <pc:spChg chg="mod">
          <ac:chgData name="Berg, Dirk van den" userId="035ecb32-01d9-4b47-a105-eacf059a4647" providerId="ADAL" clId="{F7FF961E-CF96-44AC-93C2-93612F62D46D}" dt="2026-08-12T10:36:31.251" v="3976" actId="20577"/>
          <ac:spMkLst>
            <pc:docMk/>
            <pc:sldMk cId="1164491663" sldId="555"/>
            <ac:spMk id="3" creationId="{A6414C07-3F48-451D-8F83-6122683E8293}"/>
          </ac:spMkLst>
        </pc:spChg>
      </pc:sldChg>
      <pc:sldChg chg="modSp new mod modShow">
        <pc:chgData name="Berg, Dirk van den" userId="035ecb32-01d9-4b47-a105-eacf059a4647" providerId="ADAL" clId="{F7FF961E-CF96-44AC-93C2-93612F62D46D}" dt="2026-08-12T10:30:00.668" v="3470" actId="729"/>
        <pc:sldMkLst>
          <pc:docMk/>
          <pc:sldMk cId="3203691925" sldId="556"/>
        </pc:sldMkLst>
        <pc:spChg chg="mod">
          <ac:chgData name="Berg, Dirk van den" userId="035ecb32-01d9-4b47-a105-eacf059a4647" providerId="ADAL" clId="{F7FF961E-CF96-44AC-93C2-93612F62D46D}" dt="2026-08-11T17:41:18.477" v="733" actId="20577"/>
          <ac:spMkLst>
            <pc:docMk/>
            <pc:sldMk cId="3203691925" sldId="556"/>
            <ac:spMk id="2" creationId="{CFE66A6C-FB6B-C55D-3C8D-5CB57C604A08}"/>
          </ac:spMkLst>
        </pc:spChg>
      </pc:sldChg>
      <pc:sldChg chg="modSp new mod modShow">
        <pc:chgData name="Berg, Dirk van den" userId="035ecb32-01d9-4b47-a105-eacf059a4647" providerId="ADAL" clId="{F7FF961E-CF96-44AC-93C2-93612F62D46D}" dt="2026-08-12T10:30:00.668" v="3470" actId="729"/>
        <pc:sldMkLst>
          <pc:docMk/>
          <pc:sldMk cId="420819584" sldId="557"/>
        </pc:sldMkLst>
        <pc:spChg chg="mod">
          <ac:chgData name="Berg, Dirk van den" userId="035ecb32-01d9-4b47-a105-eacf059a4647" providerId="ADAL" clId="{F7FF961E-CF96-44AC-93C2-93612F62D46D}" dt="2026-08-11T17:41:28.187" v="769" actId="20577"/>
          <ac:spMkLst>
            <pc:docMk/>
            <pc:sldMk cId="420819584" sldId="557"/>
            <ac:spMk id="2" creationId="{6D9807CB-95C1-82AB-5F05-8E3D5E5C1076}"/>
          </ac:spMkLst>
        </pc:spChg>
      </pc:sldChg>
      <pc:sldChg chg="addSp modSp new mod">
        <pc:chgData name="Berg, Dirk van den" userId="035ecb32-01d9-4b47-a105-eacf059a4647" providerId="ADAL" clId="{F7FF961E-CF96-44AC-93C2-93612F62D46D}" dt="2026-08-12T07:40:03.712" v="2388" actId="20577"/>
        <pc:sldMkLst>
          <pc:docMk/>
          <pc:sldMk cId="357123661" sldId="558"/>
        </pc:sldMkLst>
        <pc:spChg chg="mod">
          <ac:chgData name="Berg, Dirk van den" userId="035ecb32-01d9-4b47-a105-eacf059a4647" providerId="ADAL" clId="{F7FF961E-CF96-44AC-93C2-93612F62D46D}" dt="2026-08-12T07:28:20.797" v="1791" actId="1076"/>
          <ac:spMkLst>
            <pc:docMk/>
            <pc:sldMk cId="357123661" sldId="558"/>
            <ac:spMk id="2" creationId="{7996F050-4898-8B3C-6EFD-E0245A30325F}"/>
          </ac:spMkLst>
        </pc:spChg>
        <pc:spChg chg="mod">
          <ac:chgData name="Berg, Dirk van den" userId="035ecb32-01d9-4b47-a105-eacf059a4647" providerId="ADAL" clId="{F7FF961E-CF96-44AC-93C2-93612F62D46D}" dt="2026-08-12T07:40:03.712" v="2388" actId="20577"/>
          <ac:spMkLst>
            <pc:docMk/>
            <pc:sldMk cId="357123661" sldId="558"/>
            <ac:spMk id="3" creationId="{B1E4ABA1-0021-24A8-5D10-31C5A6C03B93}"/>
          </ac:spMkLst>
        </pc:spChg>
        <pc:picChg chg="add">
          <ac:chgData name="Berg, Dirk van den" userId="035ecb32-01d9-4b47-a105-eacf059a4647" providerId="ADAL" clId="{F7FF961E-CF96-44AC-93C2-93612F62D46D}" dt="2026-08-12T07:27:52.478" v="1742" actId="22"/>
          <ac:picMkLst>
            <pc:docMk/>
            <pc:sldMk cId="357123661" sldId="558"/>
            <ac:picMk id="5" creationId="{723B7700-7D1A-2A9A-D82D-9641CB720B91}"/>
          </ac:picMkLst>
        </pc:picChg>
      </pc:sldChg>
      <pc:sldChg chg="new del">
        <pc:chgData name="Berg, Dirk van den" userId="035ecb32-01d9-4b47-a105-eacf059a4647" providerId="ADAL" clId="{F7FF961E-CF96-44AC-93C2-93612F62D46D}" dt="2026-08-11T17:41:44.834" v="771" actId="47"/>
        <pc:sldMkLst>
          <pc:docMk/>
          <pc:sldMk cId="2860374311" sldId="558"/>
        </pc:sldMkLst>
      </pc:sldChg>
      <pc:sldChg chg="modSp new mod modShow">
        <pc:chgData name="Berg, Dirk van den" userId="035ecb32-01d9-4b47-a105-eacf059a4647" providerId="ADAL" clId="{F7FF961E-CF96-44AC-93C2-93612F62D46D}" dt="2026-08-12T10:29:51.236" v="3469" actId="729"/>
        <pc:sldMkLst>
          <pc:docMk/>
          <pc:sldMk cId="4066880181" sldId="559"/>
        </pc:sldMkLst>
        <pc:spChg chg="mod">
          <ac:chgData name="Berg, Dirk van den" userId="035ecb32-01d9-4b47-a105-eacf059a4647" providerId="ADAL" clId="{F7FF961E-CF96-44AC-93C2-93612F62D46D}" dt="2026-08-11T18:08:59.920" v="1325" actId="20577"/>
          <ac:spMkLst>
            <pc:docMk/>
            <pc:sldMk cId="4066880181" sldId="559"/>
            <ac:spMk id="2" creationId="{B07C7EEA-71D6-F130-4D9E-8DED20BA5DAB}"/>
          </ac:spMkLst>
        </pc:spChg>
        <pc:spChg chg="mod">
          <ac:chgData name="Berg, Dirk van den" userId="035ecb32-01d9-4b47-a105-eacf059a4647" providerId="ADAL" clId="{F7FF961E-CF96-44AC-93C2-93612F62D46D}" dt="2026-08-11T18:08:35.008" v="1257"/>
          <ac:spMkLst>
            <pc:docMk/>
            <pc:sldMk cId="4066880181" sldId="559"/>
            <ac:spMk id="3" creationId="{1072A136-195A-92D2-B829-4CDAD26CF5AE}"/>
          </ac:spMkLst>
        </pc:spChg>
      </pc:sldChg>
      <pc:sldChg chg="modSp new mod modShow">
        <pc:chgData name="Berg, Dirk van den" userId="035ecb32-01d9-4b47-a105-eacf059a4647" providerId="ADAL" clId="{F7FF961E-CF96-44AC-93C2-93612F62D46D}" dt="2026-08-12T10:30:00.668" v="3470" actId="729"/>
        <pc:sldMkLst>
          <pc:docMk/>
          <pc:sldMk cId="392550799" sldId="560"/>
        </pc:sldMkLst>
        <pc:spChg chg="mod">
          <ac:chgData name="Berg, Dirk van den" userId="035ecb32-01d9-4b47-a105-eacf059a4647" providerId="ADAL" clId="{F7FF961E-CF96-44AC-93C2-93612F62D46D}" dt="2026-08-11T19:30:05.665" v="1367" actId="5793"/>
          <ac:spMkLst>
            <pc:docMk/>
            <pc:sldMk cId="392550799" sldId="560"/>
            <ac:spMk id="2" creationId="{6FEB4E4F-4148-1E37-46C2-C665E3AF28C6}"/>
          </ac:spMkLst>
        </pc:spChg>
      </pc:sldChg>
      <pc:sldChg chg="modSp new mod modShow">
        <pc:chgData name="Berg, Dirk van den" userId="035ecb32-01d9-4b47-a105-eacf059a4647" providerId="ADAL" clId="{F7FF961E-CF96-44AC-93C2-93612F62D46D}" dt="2026-08-12T10:30:13.068" v="3471" actId="729"/>
        <pc:sldMkLst>
          <pc:docMk/>
          <pc:sldMk cId="1913235632" sldId="561"/>
        </pc:sldMkLst>
        <pc:spChg chg="mod">
          <ac:chgData name="Berg, Dirk van den" userId="035ecb32-01d9-4b47-a105-eacf059a4647" providerId="ADAL" clId="{F7FF961E-CF96-44AC-93C2-93612F62D46D}" dt="2026-08-11T20:06:19.766" v="1369"/>
          <ac:spMkLst>
            <pc:docMk/>
            <pc:sldMk cId="1913235632" sldId="561"/>
            <ac:spMk id="3" creationId="{F3DB1DE1-4D6A-1D5B-7258-1D37DA4B133E}"/>
          </ac:spMkLst>
        </pc:spChg>
      </pc:sldChg>
      <pc:sldChg chg="addSp modSp add mod">
        <pc:chgData name="Berg, Dirk van den" userId="035ecb32-01d9-4b47-a105-eacf059a4647" providerId="ADAL" clId="{F7FF961E-CF96-44AC-93C2-93612F62D46D}" dt="2026-08-12T07:34:55.420" v="1975" actId="1076"/>
        <pc:sldMkLst>
          <pc:docMk/>
          <pc:sldMk cId="531350819" sldId="562"/>
        </pc:sldMkLst>
        <pc:spChg chg="add mod">
          <ac:chgData name="Berg, Dirk van den" userId="035ecb32-01d9-4b47-a105-eacf059a4647" providerId="ADAL" clId="{F7FF961E-CF96-44AC-93C2-93612F62D46D}" dt="2026-08-12T07:34:55.420" v="1975" actId="1076"/>
          <ac:spMkLst>
            <pc:docMk/>
            <pc:sldMk cId="531350819" sldId="562"/>
            <ac:spMk id="3" creationId="{37928675-9DF1-2FEE-35F0-17549949F344}"/>
          </ac:spMkLst>
        </pc:spChg>
      </pc:sldChg>
      <pc:sldChg chg="addSp modSp add mod">
        <pc:chgData name="Berg, Dirk van den" userId="035ecb32-01d9-4b47-a105-eacf059a4647" providerId="ADAL" clId="{F7FF961E-CF96-44AC-93C2-93612F62D46D}" dt="2026-08-12T07:38:07.356" v="2140" actId="1582"/>
        <pc:sldMkLst>
          <pc:docMk/>
          <pc:sldMk cId="3174473417" sldId="563"/>
        </pc:sldMkLst>
        <pc:spChg chg="mod">
          <ac:chgData name="Berg, Dirk van den" userId="035ecb32-01d9-4b47-a105-eacf059a4647" providerId="ADAL" clId="{F7FF961E-CF96-44AC-93C2-93612F62D46D}" dt="2026-08-12T07:35:16.804" v="1980" actId="14100"/>
          <ac:spMkLst>
            <pc:docMk/>
            <pc:sldMk cId="3174473417" sldId="563"/>
            <ac:spMk id="3" creationId="{65D41CB0-08BF-080E-F627-082FA141D52E}"/>
          </ac:spMkLst>
        </pc:spChg>
        <pc:spChg chg="add mod">
          <ac:chgData name="Berg, Dirk van den" userId="035ecb32-01d9-4b47-a105-eacf059a4647" providerId="ADAL" clId="{F7FF961E-CF96-44AC-93C2-93612F62D46D}" dt="2026-08-12T07:38:07.356" v="2140" actId="1582"/>
          <ac:spMkLst>
            <pc:docMk/>
            <pc:sldMk cId="3174473417" sldId="563"/>
            <ac:spMk id="4" creationId="{FB740475-2155-E79E-84D2-4A02416FD5FC}"/>
          </ac:spMkLst>
        </pc:spChg>
      </pc:sldChg>
      <pc:sldChg chg="addSp delSp modSp add mod ord">
        <pc:chgData name="Berg, Dirk van den" userId="035ecb32-01d9-4b47-a105-eacf059a4647" providerId="ADAL" clId="{F7FF961E-CF96-44AC-93C2-93612F62D46D}" dt="2026-08-12T07:35:42.411" v="1985" actId="478"/>
        <pc:sldMkLst>
          <pc:docMk/>
          <pc:sldMk cId="932500570" sldId="564"/>
        </pc:sldMkLst>
        <pc:spChg chg="del">
          <ac:chgData name="Berg, Dirk van den" userId="035ecb32-01d9-4b47-a105-eacf059a4647" providerId="ADAL" clId="{F7FF961E-CF96-44AC-93C2-93612F62D46D}" dt="2026-08-12T07:35:42.411" v="1985" actId="478"/>
          <ac:spMkLst>
            <pc:docMk/>
            <pc:sldMk cId="932500570" sldId="564"/>
            <ac:spMk id="3" creationId="{3FBA9BEE-166D-2A0B-3F2D-0D239FDAAC09}"/>
          </ac:spMkLst>
        </pc:spChg>
        <pc:spChg chg="add mod">
          <ac:chgData name="Berg, Dirk van den" userId="035ecb32-01d9-4b47-a105-eacf059a4647" providerId="ADAL" clId="{F7FF961E-CF96-44AC-93C2-93612F62D46D}" dt="2026-08-12T07:35:40.092" v="1984" actId="571"/>
          <ac:spMkLst>
            <pc:docMk/>
            <pc:sldMk cId="932500570" sldId="564"/>
            <ac:spMk id="4" creationId="{A9809644-358F-1875-CEC4-D71A1719692F}"/>
          </ac:spMkLst>
        </pc:spChg>
      </pc:sldChg>
      <pc:sldChg chg="addSp delSp modSp add mod ord">
        <pc:chgData name="Berg, Dirk van den" userId="035ecb32-01d9-4b47-a105-eacf059a4647" providerId="ADAL" clId="{F7FF961E-CF96-44AC-93C2-93612F62D46D}" dt="2026-08-12T07:38:38.173" v="2228" actId="1076"/>
        <pc:sldMkLst>
          <pc:docMk/>
          <pc:sldMk cId="625386586" sldId="565"/>
        </pc:sldMkLst>
        <pc:spChg chg="del">
          <ac:chgData name="Berg, Dirk van den" userId="035ecb32-01d9-4b47-a105-eacf059a4647" providerId="ADAL" clId="{F7FF961E-CF96-44AC-93C2-93612F62D46D}" dt="2026-08-12T07:36:03.147" v="1992" actId="478"/>
          <ac:spMkLst>
            <pc:docMk/>
            <pc:sldMk cId="625386586" sldId="565"/>
            <ac:spMk id="3" creationId="{F9D8007F-5E41-66EA-6B73-169641B6E7A3}"/>
          </ac:spMkLst>
        </pc:spChg>
        <pc:spChg chg="add mod">
          <ac:chgData name="Berg, Dirk van den" userId="035ecb32-01d9-4b47-a105-eacf059a4647" providerId="ADAL" clId="{F7FF961E-CF96-44AC-93C2-93612F62D46D}" dt="2026-08-12T07:35:59.745" v="1991" actId="1038"/>
          <ac:spMkLst>
            <pc:docMk/>
            <pc:sldMk cId="625386586" sldId="565"/>
            <ac:spMk id="4" creationId="{34FF3C20-4079-E2CC-E1E4-D49AFB27874B}"/>
          </ac:spMkLst>
        </pc:spChg>
        <pc:spChg chg="add mod">
          <ac:chgData name="Berg, Dirk van den" userId="035ecb32-01d9-4b47-a105-eacf059a4647" providerId="ADAL" clId="{F7FF961E-CF96-44AC-93C2-93612F62D46D}" dt="2026-08-12T07:38:38.173" v="2228" actId="1076"/>
          <ac:spMkLst>
            <pc:docMk/>
            <pc:sldMk cId="625386586" sldId="565"/>
            <ac:spMk id="6" creationId="{A8AB44CD-CF5B-615D-FD7C-EE33D8C3A247}"/>
          </ac:spMkLst>
        </pc:spChg>
      </pc:sldChg>
      <pc:sldChg chg="addSp modSp add mod">
        <pc:chgData name="Berg, Dirk van den" userId="035ecb32-01d9-4b47-a105-eacf059a4647" providerId="ADAL" clId="{F7FF961E-CF96-44AC-93C2-93612F62D46D}" dt="2026-08-12T07:39:36.372" v="2347" actId="20577"/>
        <pc:sldMkLst>
          <pc:docMk/>
          <pc:sldMk cId="661526030" sldId="566"/>
        </pc:sldMkLst>
        <pc:spChg chg="add mod">
          <ac:chgData name="Berg, Dirk van den" userId="035ecb32-01d9-4b47-a105-eacf059a4647" providerId="ADAL" clId="{F7FF961E-CF96-44AC-93C2-93612F62D46D}" dt="2026-08-12T07:39:36.372" v="2347" actId="20577"/>
          <ac:spMkLst>
            <pc:docMk/>
            <pc:sldMk cId="661526030" sldId="566"/>
            <ac:spMk id="4" creationId="{1203B211-E665-73E4-77EE-E878C6C2673E}"/>
          </ac:spMkLst>
        </pc:spChg>
      </pc:sldChg>
      <pc:sldChg chg="add">
        <pc:chgData name="Berg, Dirk van den" userId="035ecb32-01d9-4b47-a105-eacf059a4647" providerId="ADAL" clId="{F7FF961E-CF96-44AC-93C2-93612F62D46D}" dt="2026-08-12T07:40:01.178" v="2387" actId="2890"/>
        <pc:sldMkLst>
          <pc:docMk/>
          <pc:sldMk cId="818033854" sldId="567"/>
        </pc:sldMkLst>
      </pc:sldChg>
      <pc:sldChg chg="addSp modSp add mod modShow">
        <pc:chgData name="Berg, Dirk van den" userId="035ecb32-01d9-4b47-a105-eacf059a4647" providerId="ADAL" clId="{F7FF961E-CF96-44AC-93C2-93612F62D46D}" dt="2026-08-12T07:49:09.127" v="2520" actId="729"/>
        <pc:sldMkLst>
          <pc:docMk/>
          <pc:sldMk cId="902466747" sldId="568"/>
        </pc:sldMkLst>
        <pc:spChg chg="add mod">
          <ac:chgData name="Berg, Dirk van den" userId="035ecb32-01d9-4b47-a105-eacf059a4647" providerId="ADAL" clId="{F7FF961E-CF96-44AC-93C2-93612F62D46D}" dt="2026-08-12T07:48:48.332" v="2519" actId="20577"/>
          <ac:spMkLst>
            <pc:docMk/>
            <pc:sldMk cId="902466747" sldId="568"/>
            <ac:spMk id="3" creationId="{947F9708-3BA9-9F54-B154-800A557D6367}"/>
          </ac:spMkLst>
        </pc:spChg>
        <pc:picChg chg="mod">
          <ac:chgData name="Berg, Dirk van den" userId="035ecb32-01d9-4b47-a105-eacf059a4647" providerId="ADAL" clId="{F7FF961E-CF96-44AC-93C2-93612F62D46D}" dt="2026-08-12T07:45:25.536" v="2394" actId="1076"/>
          <ac:picMkLst>
            <pc:docMk/>
            <pc:sldMk cId="902466747" sldId="568"/>
            <ac:picMk id="5" creationId="{E74D8D89-E3F1-A023-393D-14414CCE51E9}"/>
          </ac:picMkLst>
        </pc:picChg>
      </pc:sldChg>
      <pc:sldChg chg="addSp modSp new mod modNotesTx">
        <pc:chgData name="Berg, Dirk van den" userId="035ecb32-01d9-4b47-a105-eacf059a4647" providerId="ADAL" clId="{F7FF961E-CF96-44AC-93C2-93612F62D46D}" dt="2026-08-12T09:34:55.440" v="2948" actId="20577"/>
        <pc:sldMkLst>
          <pc:docMk/>
          <pc:sldMk cId="3327020564" sldId="569"/>
        </pc:sldMkLst>
        <pc:spChg chg="mod">
          <ac:chgData name="Berg, Dirk van den" userId="035ecb32-01d9-4b47-a105-eacf059a4647" providerId="ADAL" clId="{F7FF961E-CF96-44AC-93C2-93612F62D46D}" dt="2026-08-12T09:34:55.440" v="2948" actId="20577"/>
          <ac:spMkLst>
            <pc:docMk/>
            <pc:sldMk cId="3327020564" sldId="569"/>
            <ac:spMk id="2" creationId="{ACB017BA-333B-CF7E-9C61-BC1AC07512B7}"/>
          </ac:spMkLst>
        </pc:spChg>
        <pc:picChg chg="add mod">
          <ac:chgData name="Berg, Dirk van den" userId="035ecb32-01d9-4b47-a105-eacf059a4647" providerId="ADAL" clId="{F7FF961E-CF96-44AC-93C2-93612F62D46D}" dt="2026-08-12T08:00:42.553" v="2526" actId="1076"/>
          <ac:picMkLst>
            <pc:docMk/>
            <pc:sldMk cId="3327020564" sldId="569"/>
            <ac:picMk id="5" creationId="{FDDBF2FB-7752-EB77-2931-2A8D6437CCAC}"/>
          </ac:picMkLst>
        </pc:picChg>
      </pc:sldChg>
      <pc:sldChg chg="modSp new mod modShow">
        <pc:chgData name="Berg, Dirk van den" userId="035ecb32-01d9-4b47-a105-eacf059a4647" providerId="ADAL" clId="{F7FF961E-CF96-44AC-93C2-93612F62D46D}" dt="2026-08-12T10:30:43.183" v="3474" actId="729"/>
        <pc:sldMkLst>
          <pc:docMk/>
          <pc:sldMk cId="3114097048" sldId="570"/>
        </pc:sldMkLst>
        <pc:spChg chg="mod">
          <ac:chgData name="Berg, Dirk van den" userId="035ecb32-01d9-4b47-a105-eacf059a4647" providerId="ADAL" clId="{F7FF961E-CF96-44AC-93C2-93612F62D46D}" dt="2026-08-12T08:07:32.503" v="2591" actId="20577"/>
          <ac:spMkLst>
            <pc:docMk/>
            <pc:sldMk cId="3114097048" sldId="570"/>
            <ac:spMk id="2" creationId="{7F0AD158-059B-1687-EC44-53B3C1C2C46A}"/>
          </ac:spMkLst>
        </pc:spChg>
        <pc:spChg chg="mod">
          <ac:chgData name="Berg, Dirk van den" userId="035ecb32-01d9-4b47-a105-eacf059a4647" providerId="ADAL" clId="{F7FF961E-CF96-44AC-93C2-93612F62D46D}" dt="2026-08-12T08:08:11.986" v="2702" actId="20577"/>
          <ac:spMkLst>
            <pc:docMk/>
            <pc:sldMk cId="3114097048" sldId="570"/>
            <ac:spMk id="3" creationId="{BA4F44CE-E765-924E-417F-70B535709C35}"/>
          </ac:spMkLst>
        </pc:spChg>
      </pc:sldChg>
      <pc:sldChg chg="modSp new mod modShow">
        <pc:chgData name="Berg, Dirk van den" userId="035ecb32-01d9-4b47-a105-eacf059a4647" providerId="ADAL" clId="{F7FF961E-CF96-44AC-93C2-93612F62D46D}" dt="2026-08-12T10:30:43.183" v="3474" actId="729"/>
        <pc:sldMkLst>
          <pc:docMk/>
          <pc:sldMk cId="2473303206" sldId="571"/>
        </pc:sldMkLst>
        <pc:spChg chg="mod">
          <ac:chgData name="Berg, Dirk van den" userId="035ecb32-01d9-4b47-a105-eacf059a4647" providerId="ADAL" clId="{F7FF961E-CF96-44AC-93C2-93612F62D46D}" dt="2026-08-12T08:11:43.411" v="2833" actId="20577"/>
          <ac:spMkLst>
            <pc:docMk/>
            <pc:sldMk cId="2473303206" sldId="571"/>
            <ac:spMk id="3" creationId="{CB029A9F-3EDA-2125-0203-E71FD9EEC2A2}"/>
          </ac:spMkLst>
        </pc:spChg>
      </pc:sldChg>
      <pc:sldChg chg="add mod modShow">
        <pc:chgData name="Berg, Dirk van den" userId="035ecb32-01d9-4b47-a105-eacf059a4647" providerId="ADAL" clId="{F7FF961E-CF96-44AC-93C2-93612F62D46D}" dt="2026-08-12T10:30:43.183" v="3474" actId="729"/>
        <pc:sldMkLst>
          <pc:docMk/>
          <pc:sldMk cId="3483338202" sldId="572"/>
        </pc:sldMkLst>
      </pc:sldChg>
      <pc:sldChg chg="modSp new mod ord modShow">
        <pc:chgData name="Berg, Dirk van den" userId="035ecb32-01d9-4b47-a105-eacf059a4647" providerId="ADAL" clId="{F7FF961E-CF96-44AC-93C2-93612F62D46D}" dt="2026-08-12T10:30:51.384" v="3479" actId="729"/>
        <pc:sldMkLst>
          <pc:docMk/>
          <pc:sldMk cId="3027054954" sldId="573"/>
        </pc:sldMkLst>
        <pc:spChg chg="mod">
          <ac:chgData name="Berg, Dirk van den" userId="035ecb32-01d9-4b47-a105-eacf059a4647" providerId="ADAL" clId="{F7FF961E-CF96-44AC-93C2-93612F62D46D}" dt="2026-08-12T08:30:52.026" v="2836"/>
          <ac:spMkLst>
            <pc:docMk/>
            <pc:sldMk cId="3027054954" sldId="573"/>
            <ac:spMk id="3" creationId="{C374B2AC-6762-3B53-5257-8497E02436F6}"/>
          </ac:spMkLst>
        </pc:spChg>
      </pc:sldChg>
      <pc:sldChg chg="add mod modShow">
        <pc:chgData name="Berg, Dirk van den" userId="035ecb32-01d9-4b47-a105-eacf059a4647" providerId="ADAL" clId="{F7FF961E-CF96-44AC-93C2-93612F62D46D}" dt="2026-08-12T08:45:28.159" v="2840" actId="729"/>
        <pc:sldMkLst>
          <pc:docMk/>
          <pc:sldMk cId="228013042" sldId="574"/>
        </pc:sldMkLst>
      </pc:sldChg>
      <pc:sldChg chg="add">
        <pc:chgData name="Berg, Dirk van den" userId="035ecb32-01d9-4b47-a105-eacf059a4647" providerId="ADAL" clId="{F7FF961E-CF96-44AC-93C2-93612F62D46D}" dt="2026-08-12T10:22:14.767" v="3183"/>
        <pc:sldMkLst>
          <pc:docMk/>
          <pc:sldMk cId="2117066086" sldId="575"/>
        </pc:sldMkLst>
      </pc:sldChg>
      <pc:sldChg chg="addSp delSp modSp new del mod modNotesTx">
        <pc:chgData name="Berg, Dirk van den" userId="035ecb32-01d9-4b47-a105-eacf059a4647" providerId="ADAL" clId="{F7FF961E-CF96-44AC-93C2-93612F62D46D}" dt="2026-08-12T10:22:08.984" v="3182" actId="2696"/>
        <pc:sldMkLst>
          <pc:docMk/>
          <pc:sldMk cId="2471863703" sldId="575"/>
        </pc:sldMkLst>
        <pc:spChg chg="mod">
          <ac:chgData name="Berg, Dirk van den" userId="035ecb32-01d9-4b47-a105-eacf059a4647" providerId="ADAL" clId="{F7FF961E-CF96-44AC-93C2-93612F62D46D}" dt="2026-08-12T09:25:32.886" v="2879" actId="20577"/>
          <ac:spMkLst>
            <pc:docMk/>
            <pc:sldMk cId="2471863703" sldId="575"/>
            <ac:spMk id="2" creationId="{C59CAFF8-5405-82B3-4905-3913493222D8}"/>
          </ac:spMkLst>
        </pc:spChg>
        <pc:spChg chg="mod">
          <ac:chgData name="Berg, Dirk van den" userId="035ecb32-01d9-4b47-a105-eacf059a4647" providerId="ADAL" clId="{F7FF961E-CF96-44AC-93C2-93612F62D46D}" dt="2026-08-12T10:21:23.718" v="3180" actId="15"/>
          <ac:spMkLst>
            <pc:docMk/>
            <pc:sldMk cId="2471863703" sldId="575"/>
            <ac:spMk id="3" creationId="{52537412-17DD-95AF-E06D-5CDF58317624}"/>
          </ac:spMkLst>
        </pc:spChg>
        <pc:spChg chg="add del mod">
          <ac:chgData name="Berg, Dirk van den" userId="035ecb32-01d9-4b47-a105-eacf059a4647" providerId="ADAL" clId="{F7FF961E-CF96-44AC-93C2-93612F62D46D}" dt="2026-08-12T10:20:10.435" v="3141" actId="478"/>
          <ac:spMkLst>
            <pc:docMk/>
            <pc:sldMk cId="2471863703" sldId="575"/>
            <ac:spMk id="5" creationId="{8D86C449-E11E-9BD0-E2F0-0BFE0A14732F}"/>
          </ac:spMkLst>
        </pc:spChg>
      </pc:sldChg>
      <pc:sldChg chg="modSp new del mod">
        <pc:chgData name="Berg, Dirk van den" userId="035ecb32-01d9-4b47-a105-eacf059a4647" providerId="ADAL" clId="{F7FF961E-CF96-44AC-93C2-93612F62D46D}" dt="2026-08-12T10:29:45.568" v="3468" actId="47"/>
        <pc:sldMkLst>
          <pc:docMk/>
          <pc:sldMk cId="2476149646" sldId="576"/>
        </pc:sldMkLst>
        <pc:spChg chg="mod">
          <ac:chgData name="Berg, Dirk van den" userId="035ecb32-01d9-4b47-a105-eacf059a4647" providerId="ADAL" clId="{F7FF961E-CF96-44AC-93C2-93612F62D46D}" dt="2026-08-12T09:36:42.654" v="3030" actId="27636"/>
          <ac:spMkLst>
            <pc:docMk/>
            <pc:sldMk cId="2476149646" sldId="576"/>
            <ac:spMk id="2" creationId="{558449EA-15D9-9402-ECF0-E635AE274692}"/>
          </ac:spMkLst>
        </pc:spChg>
        <pc:spChg chg="mod">
          <ac:chgData name="Berg, Dirk van den" userId="035ecb32-01d9-4b47-a105-eacf059a4647" providerId="ADAL" clId="{F7FF961E-CF96-44AC-93C2-93612F62D46D}" dt="2026-08-12T09:37:20.336" v="3046"/>
          <ac:spMkLst>
            <pc:docMk/>
            <pc:sldMk cId="2476149646" sldId="576"/>
            <ac:spMk id="3" creationId="{4D25DBF4-00F0-5F13-DD02-7FD80946FC4A}"/>
          </ac:spMkLst>
        </pc:spChg>
      </pc:sldChg>
      <pc:sldChg chg="add del">
        <pc:chgData name="Berg, Dirk van den" userId="035ecb32-01d9-4b47-a105-eacf059a4647" providerId="ADAL" clId="{F7FF961E-CF96-44AC-93C2-93612F62D46D}" dt="2026-08-12T10:23:11.336" v="3186" actId="2696"/>
        <pc:sldMkLst>
          <pc:docMk/>
          <pc:sldMk cId="680678138" sldId="577"/>
        </pc:sldMkLst>
      </pc:sldChg>
      <pc:sldChg chg="addSp new del mod">
        <pc:chgData name="Berg, Dirk van den" userId="035ecb32-01d9-4b47-a105-eacf059a4647" providerId="ADAL" clId="{F7FF961E-CF96-44AC-93C2-93612F62D46D}" dt="2026-08-12T10:22:46.803" v="3184" actId="2696"/>
        <pc:sldMkLst>
          <pc:docMk/>
          <pc:sldMk cId="2061516750" sldId="577"/>
        </pc:sldMkLst>
        <pc:picChg chg="add">
          <ac:chgData name="Berg, Dirk van den" userId="035ecb32-01d9-4b47-a105-eacf059a4647" providerId="ADAL" clId="{F7FF961E-CF96-44AC-93C2-93612F62D46D}" dt="2026-08-12T09:45:32.203" v="3048" actId="22"/>
          <ac:picMkLst>
            <pc:docMk/>
            <pc:sldMk cId="2061516750" sldId="577"/>
            <ac:picMk id="5" creationId="{F3DE7FB7-E113-5155-2608-1FC54A81C30F}"/>
          </ac:picMkLst>
        </pc:picChg>
      </pc:sldChg>
      <pc:sldChg chg="add">
        <pc:chgData name="Berg, Dirk van den" userId="035ecb32-01d9-4b47-a105-eacf059a4647" providerId="ADAL" clId="{F7FF961E-CF96-44AC-93C2-93612F62D46D}" dt="2026-08-12T10:23:18.068" v="3187"/>
        <pc:sldMkLst>
          <pc:docMk/>
          <pc:sldMk cId="3438910450" sldId="577"/>
        </pc:sldMkLst>
      </pc:sldChg>
      <pc:sldChg chg="addSp new del mod">
        <pc:chgData name="Berg, Dirk van den" userId="035ecb32-01d9-4b47-a105-eacf059a4647" providerId="ADAL" clId="{F7FF961E-CF96-44AC-93C2-93612F62D46D}" dt="2026-08-12T10:22:46.803" v="3184" actId="2696"/>
        <pc:sldMkLst>
          <pc:docMk/>
          <pc:sldMk cId="337111820" sldId="578"/>
        </pc:sldMkLst>
        <pc:picChg chg="add">
          <ac:chgData name="Berg, Dirk van den" userId="035ecb32-01d9-4b47-a105-eacf059a4647" providerId="ADAL" clId="{F7FF961E-CF96-44AC-93C2-93612F62D46D}" dt="2026-08-12T09:45:46.048" v="3050" actId="22"/>
          <ac:picMkLst>
            <pc:docMk/>
            <pc:sldMk cId="337111820" sldId="578"/>
            <ac:picMk id="5" creationId="{F4DDCCBD-C20E-4A87-E34A-37D37CEB85CD}"/>
          </ac:picMkLst>
        </pc:picChg>
      </pc:sldChg>
      <pc:sldChg chg="add del">
        <pc:chgData name="Berg, Dirk van den" userId="035ecb32-01d9-4b47-a105-eacf059a4647" providerId="ADAL" clId="{F7FF961E-CF96-44AC-93C2-93612F62D46D}" dt="2026-08-12T10:23:11.336" v="3186" actId="2696"/>
        <pc:sldMkLst>
          <pc:docMk/>
          <pc:sldMk cId="1184731681" sldId="578"/>
        </pc:sldMkLst>
      </pc:sldChg>
      <pc:sldChg chg="add modNotesTx">
        <pc:chgData name="Berg, Dirk van den" userId="035ecb32-01d9-4b47-a105-eacf059a4647" providerId="ADAL" clId="{F7FF961E-CF96-44AC-93C2-93612F62D46D}" dt="2026-08-12T10:50:59.583" v="4075" actId="20577"/>
        <pc:sldMkLst>
          <pc:docMk/>
          <pc:sldMk cId="4143775834" sldId="578"/>
        </pc:sldMkLst>
      </pc:sldChg>
      <pc:sldChg chg="modSp new del mod">
        <pc:chgData name="Berg, Dirk van den" userId="035ecb32-01d9-4b47-a105-eacf059a4647" providerId="ADAL" clId="{F7FF961E-CF96-44AC-93C2-93612F62D46D}" dt="2026-08-12T10:22:08.984" v="3182" actId="2696"/>
        <pc:sldMkLst>
          <pc:docMk/>
          <pc:sldMk cId="1035491025" sldId="579"/>
        </pc:sldMkLst>
        <pc:spChg chg="mod">
          <ac:chgData name="Berg, Dirk van den" userId="035ecb32-01d9-4b47-a105-eacf059a4647" providerId="ADAL" clId="{F7FF961E-CF96-44AC-93C2-93612F62D46D}" dt="2026-08-12T10:02:47.671" v="3106" actId="15"/>
          <ac:spMkLst>
            <pc:docMk/>
            <pc:sldMk cId="1035491025" sldId="579"/>
            <ac:spMk id="3" creationId="{E57131D7-5461-2FE2-80EB-F6C0B03CDC27}"/>
          </ac:spMkLst>
        </pc:spChg>
      </pc:sldChg>
      <pc:sldChg chg="add">
        <pc:chgData name="Berg, Dirk van den" userId="035ecb32-01d9-4b47-a105-eacf059a4647" providerId="ADAL" clId="{F7FF961E-CF96-44AC-93C2-93612F62D46D}" dt="2026-08-12T10:22:14.767" v="3183"/>
        <pc:sldMkLst>
          <pc:docMk/>
          <pc:sldMk cId="1263943716" sldId="579"/>
        </pc:sldMkLst>
      </pc:sldChg>
      <pc:sldChg chg="addSp new del mod">
        <pc:chgData name="Berg, Dirk van den" userId="035ecb32-01d9-4b47-a105-eacf059a4647" providerId="ADAL" clId="{F7FF961E-CF96-44AC-93C2-93612F62D46D}" dt="2026-08-12T10:22:08.984" v="3182" actId="2696"/>
        <pc:sldMkLst>
          <pc:docMk/>
          <pc:sldMk cId="960600910" sldId="580"/>
        </pc:sldMkLst>
        <pc:picChg chg="add">
          <ac:chgData name="Berg, Dirk van den" userId="035ecb32-01d9-4b47-a105-eacf059a4647" providerId="ADAL" clId="{F7FF961E-CF96-44AC-93C2-93612F62D46D}" dt="2026-08-12T10:03:51.389" v="3108" actId="22"/>
          <ac:picMkLst>
            <pc:docMk/>
            <pc:sldMk cId="960600910" sldId="580"/>
            <ac:picMk id="5" creationId="{A84E3594-B3CB-9D38-A855-4D272DFEB894}"/>
          </ac:picMkLst>
        </pc:picChg>
      </pc:sldChg>
      <pc:sldChg chg="add">
        <pc:chgData name="Berg, Dirk van den" userId="035ecb32-01d9-4b47-a105-eacf059a4647" providerId="ADAL" clId="{F7FF961E-CF96-44AC-93C2-93612F62D46D}" dt="2026-08-12T10:22:14.767" v="3183"/>
        <pc:sldMkLst>
          <pc:docMk/>
          <pc:sldMk cId="2206572356" sldId="580"/>
        </pc:sldMkLst>
      </pc:sldChg>
      <pc:sldChg chg="addSp modSp new mod ord modShow">
        <pc:chgData name="Berg, Dirk van den" userId="035ecb32-01d9-4b47-a105-eacf059a4647" providerId="ADAL" clId="{F7FF961E-CF96-44AC-93C2-93612F62D46D}" dt="2026-08-12T10:30:26.789" v="3473"/>
        <pc:sldMkLst>
          <pc:docMk/>
          <pc:sldMk cId="3573467303" sldId="581"/>
        </pc:sldMkLst>
        <pc:picChg chg="add mod">
          <ac:chgData name="Berg, Dirk van den" userId="035ecb32-01d9-4b47-a105-eacf059a4647" providerId="ADAL" clId="{F7FF961E-CF96-44AC-93C2-93612F62D46D}" dt="2026-08-12T10:18:35.351" v="3123" actId="1076"/>
          <ac:picMkLst>
            <pc:docMk/>
            <pc:sldMk cId="3573467303" sldId="581"/>
            <ac:picMk id="5" creationId="{5324682A-1F55-675D-02C8-D50C8C6D8504}"/>
          </ac:picMkLst>
        </pc:picChg>
      </pc:sldChg>
      <pc:sldChg chg="new del">
        <pc:chgData name="Berg, Dirk van den" userId="035ecb32-01d9-4b47-a105-eacf059a4647" providerId="ADAL" clId="{F7FF961E-CF96-44AC-93C2-93612F62D46D}" dt="2026-08-12T10:22:08.984" v="3182" actId="2696"/>
        <pc:sldMkLst>
          <pc:docMk/>
          <pc:sldMk cId="2392061822" sldId="582"/>
        </pc:sldMkLst>
      </pc:sldChg>
      <pc:sldChg chg="addSp add mod">
        <pc:chgData name="Berg, Dirk van den" userId="035ecb32-01d9-4b47-a105-eacf059a4647" providerId="ADAL" clId="{F7FF961E-CF96-44AC-93C2-93612F62D46D}" dt="2026-08-12T10:44:22.119" v="4058" actId="22"/>
        <pc:sldMkLst>
          <pc:docMk/>
          <pc:sldMk cId="2508761381" sldId="582"/>
        </pc:sldMkLst>
        <pc:picChg chg="add">
          <ac:chgData name="Berg, Dirk van den" userId="035ecb32-01d9-4b47-a105-eacf059a4647" providerId="ADAL" clId="{F7FF961E-CF96-44AC-93C2-93612F62D46D}" dt="2026-08-12T10:44:22.119" v="4058" actId="22"/>
          <ac:picMkLst>
            <pc:docMk/>
            <pc:sldMk cId="2508761381" sldId="582"/>
            <ac:picMk id="5" creationId="{95CCDC23-4E3D-1E4F-2CD1-710186812320}"/>
          </ac:picMkLst>
        </pc:picChg>
      </pc:sldChg>
      <pc:sldChg chg="add">
        <pc:chgData name="Berg, Dirk van den" userId="035ecb32-01d9-4b47-a105-eacf059a4647" providerId="ADAL" clId="{F7FF961E-CF96-44AC-93C2-93612F62D46D}" dt="2026-08-12T10:11:42.341" v="3120"/>
        <pc:sldMkLst>
          <pc:docMk/>
          <pc:sldMk cId="89216329" sldId="583"/>
        </pc:sldMkLst>
      </pc:sldChg>
      <pc:sldChg chg="modSp new mod">
        <pc:chgData name="Berg, Dirk van den" userId="035ecb32-01d9-4b47-a105-eacf059a4647" providerId="ADAL" clId="{F7FF961E-CF96-44AC-93C2-93612F62D46D}" dt="2026-08-12T10:28:37.335" v="3466" actId="20577"/>
        <pc:sldMkLst>
          <pc:docMk/>
          <pc:sldMk cId="1785991087" sldId="584"/>
        </pc:sldMkLst>
        <pc:spChg chg="mod">
          <ac:chgData name="Berg, Dirk van den" userId="035ecb32-01d9-4b47-a105-eacf059a4647" providerId="ADAL" clId="{F7FF961E-CF96-44AC-93C2-93612F62D46D}" dt="2026-08-12T10:26:48.886" v="3251" actId="20577"/>
          <ac:spMkLst>
            <pc:docMk/>
            <pc:sldMk cId="1785991087" sldId="584"/>
            <ac:spMk id="2" creationId="{B8A01D9D-8AF8-B308-0665-AF6AB8BB149F}"/>
          </ac:spMkLst>
        </pc:spChg>
        <pc:spChg chg="mod">
          <ac:chgData name="Berg, Dirk van den" userId="035ecb32-01d9-4b47-a105-eacf059a4647" providerId="ADAL" clId="{F7FF961E-CF96-44AC-93C2-93612F62D46D}" dt="2026-08-12T10:28:37.335" v="3466" actId="20577"/>
          <ac:spMkLst>
            <pc:docMk/>
            <pc:sldMk cId="1785991087" sldId="584"/>
            <ac:spMk id="3" creationId="{E8FAF3A7-70C1-4836-5A55-36632E628F5D}"/>
          </ac:spMkLst>
        </pc:spChg>
      </pc:sldChg>
      <pc:sldChg chg="new del">
        <pc:chgData name="Berg, Dirk van den" userId="035ecb32-01d9-4b47-a105-eacf059a4647" providerId="ADAL" clId="{F7FF961E-CF96-44AC-93C2-93612F62D46D}" dt="2026-08-12T10:32:48.757" v="3671" actId="47"/>
        <pc:sldMkLst>
          <pc:docMk/>
          <pc:sldMk cId="854138653" sldId="585"/>
        </pc:sldMkLst>
      </pc:sldChg>
      <pc:sldChg chg="modSp new mod modShow">
        <pc:chgData name="Berg, Dirk van den" userId="035ecb32-01d9-4b47-a105-eacf059a4647" providerId="ADAL" clId="{F7FF961E-CF96-44AC-93C2-93612F62D46D}" dt="2026-08-12T10:51:44.034" v="4076" actId="729"/>
        <pc:sldMkLst>
          <pc:docMk/>
          <pc:sldMk cId="2235928824" sldId="585"/>
        </pc:sldMkLst>
        <pc:spChg chg="mod">
          <ac:chgData name="Berg, Dirk van den" userId="035ecb32-01d9-4b47-a105-eacf059a4647" providerId="ADAL" clId="{F7FF961E-CF96-44AC-93C2-93612F62D46D}" dt="2026-08-12T10:48:51.717" v="4062" actId="6549"/>
          <ac:spMkLst>
            <pc:docMk/>
            <pc:sldMk cId="2235928824" sldId="585"/>
            <ac:spMk id="3" creationId="{0218A486-6D3F-AFCD-0B44-157BDED2922A}"/>
          </ac:spMkLst>
        </pc:spChg>
      </pc:sldChg>
      <pc:sldChg chg="addSp delSp modSp add mod">
        <pc:chgData name="Berg, Dirk van den" userId="035ecb32-01d9-4b47-a105-eacf059a4647" providerId="ADAL" clId="{F7FF961E-CF96-44AC-93C2-93612F62D46D}" dt="2026-08-12T10:57:07.017" v="4091" actId="478"/>
        <pc:sldMkLst>
          <pc:docMk/>
          <pc:sldMk cId="41461948" sldId="586"/>
        </pc:sldMkLst>
        <pc:spChg chg="add mod">
          <ac:chgData name="Berg, Dirk van den" userId="035ecb32-01d9-4b47-a105-eacf059a4647" providerId="ADAL" clId="{F7FF961E-CF96-44AC-93C2-93612F62D46D}" dt="2026-08-12T10:57:04.184" v="4090" actId="20577"/>
          <ac:spMkLst>
            <pc:docMk/>
            <pc:sldMk cId="41461948" sldId="586"/>
            <ac:spMk id="6" creationId="{FE2B327F-AA72-2165-9F8D-D9ADB7B710F4}"/>
          </ac:spMkLst>
        </pc:spChg>
        <pc:spChg chg="add del mod">
          <ac:chgData name="Berg, Dirk van den" userId="035ecb32-01d9-4b47-a105-eacf059a4647" providerId="ADAL" clId="{F7FF961E-CF96-44AC-93C2-93612F62D46D}" dt="2026-08-12T10:57:07.017" v="4091" actId="478"/>
          <ac:spMkLst>
            <pc:docMk/>
            <pc:sldMk cId="41461948" sldId="586"/>
            <ac:spMk id="8" creationId="{4DF74E5D-BD12-4957-547E-086D1A7FEC5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867143-386B-4074-B9F2-15D296AF06EE}" type="datetimeFigureOut">
              <a:rPr lang="en-NL" smtClean="0"/>
              <a:t>11/08/2026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5582B-9ED5-4B7F-BF1D-5EAA82C0EBB2}" type="slidenum">
              <a:rPr lang="en-NL" smtClean="0"/>
              <a:t>‹#›</a:t>
            </a:fld>
            <a:endParaRPr lang="en-NL"/>
          </a:p>
        </p:txBody>
      </p:sp>
    </p:spTree>
    <p:extLst>
      <p:ext uri="{BB962C8B-B14F-4D97-AF65-F5344CB8AC3E}">
        <p14:creationId xmlns:p14="http://schemas.microsoft.com/office/powerpoint/2010/main" val="2347847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4</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5</a:t>
            </a:fld>
            <a:endParaRPr lang="en-NL"/>
          </a:p>
        </p:txBody>
      </p:sp>
    </p:spTree>
    <p:extLst>
      <p:ext uri="{BB962C8B-B14F-4D97-AF65-F5344CB8AC3E}">
        <p14:creationId xmlns:p14="http://schemas.microsoft.com/office/powerpoint/2010/main" val="651675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8</a:t>
            </a:fld>
            <a:endParaRPr lang="en-NL"/>
          </a:p>
        </p:txBody>
      </p:sp>
    </p:spTree>
    <p:extLst>
      <p:ext uri="{BB962C8B-B14F-4D97-AF65-F5344CB8AC3E}">
        <p14:creationId xmlns:p14="http://schemas.microsoft.com/office/powerpoint/2010/main" val="1653326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A188-5C85-D1B0-87F8-7D1A31705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FC0E5-3AC4-2430-4567-43C49D677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4990A-FB4F-67C7-8358-2D3200A1B0B5}"/>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0F6E61F0-6526-E727-AA58-F2B4C27B121E}"/>
              </a:ext>
            </a:extLst>
          </p:cNvPr>
          <p:cNvSpPr>
            <a:spLocks noGrp="1"/>
          </p:cNvSpPr>
          <p:nvPr>
            <p:ph type="sldNum" sz="quarter" idx="5"/>
          </p:nvPr>
        </p:nvSpPr>
        <p:spPr/>
        <p:txBody>
          <a:bodyPr/>
          <a:lstStyle/>
          <a:p>
            <a:fld id="{10C2858C-D3E6-484D-8AEB-0D1C63E21186}" type="slidenum">
              <a:rPr lang="en-NL" smtClean="0"/>
              <a:t>9</a:t>
            </a:fld>
            <a:endParaRPr lang="en-NL"/>
          </a:p>
        </p:txBody>
      </p:sp>
    </p:spTree>
    <p:extLst>
      <p:ext uri="{BB962C8B-B14F-4D97-AF65-F5344CB8AC3E}">
        <p14:creationId xmlns:p14="http://schemas.microsoft.com/office/powerpoint/2010/main" val="2489300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22</a:t>
            </a:fld>
            <a:endParaRPr lang="en-NL"/>
          </a:p>
        </p:txBody>
      </p:sp>
    </p:spTree>
    <p:extLst>
      <p:ext uri="{BB962C8B-B14F-4D97-AF65-F5344CB8AC3E}">
        <p14:creationId xmlns:p14="http://schemas.microsoft.com/office/powerpoint/2010/main" val="2372690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23</a:t>
            </a:fld>
            <a:endParaRPr lang="en-NL"/>
          </a:p>
        </p:txBody>
      </p:sp>
    </p:spTree>
    <p:extLst>
      <p:ext uri="{BB962C8B-B14F-4D97-AF65-F5344CB8AC3E}">
        <p14:creationId xmlns:p14="http://schemas.microsoft.com/office/powerpoint/2010/main" val="1131015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dM</a:t>
            </a:r>
            <a:r>
              <a:rPr lang="en-US" dirty="0"/>
              <a:t> =</a:t>
            </a:r>
          </a:p>
          <a:p>
            <a:r>
              <a:rPr lang="en-US" dirty="0"/>
              <a:t> [   0        -ma*L0                0 ]</a:t>
            </a:r>
          </a:p>
          <a:p>
            <a:r>
              <a:rPr lang="it-IT" dirty="0"/>
              <a:t>[ -ma*L0   ma*(2*Y*L0 + L0^2)      0 ]</a:t>
            </a:r>
          </a:p>
          <a:p>
            <a:r>
              <a:rPr lang="en-NL" dirty="0"/>
              <a:t> [   0          0                   0 ]</a:t>
            </a:r>
          </a:p>
        </p:txBody>
      </p:sp>
      <p:sp>
        <p:nvSpPr>
          <p:cNvPr id="4" name="Slide Number Placeholder 3"/>
          <p:cNvSpPr>
            <a:spLocks noGrp="1"/>
          </p:cNvSpPr>
          <p:nvPr>
            <p:ph type="sldNum" sz="quarter" idx="5"/>
          </p:nvPr>
        </p:nvSpPr>
        <p:spPr/>
        <p:txBody>
          <a:bodyPr/>
          <a:lstStyle/>
          <a:p>
            <a:fld id="{00DACEFC-9003-428D-86AE-DF599BFA0A83}" type="slidenum">
              <a:rPr lang="en-NL" smtClean="0"/>
              <a:t>24</a:t>
            </a:fld>
            <a:endParaRPr lang="en-NL"/>
          </a:p>
        </p:txBody>
      </p:sp>
    </p:spTree>
    <p:extLst>
      <p:ext uri="{BB962C8B-B14F-4D97-AF65-F5344CB8AC3E}">
        <p14:creationId xmlns:p14="http://schemas.microsoft.com/office/powerpoint/2010/main" val="2606002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not showing augmented states</a:t>
            </a:r>
          </a:p>
          <a:p>
            <a:r>
              <a:rPr lang="en-US" dirty="0"/>
              <a:t>Negation?</a:t>
            </a:r>
          </a:p>
        </p:txBody>
      </p:sp>
      <p:sp>
        <p:nvSpPr>
          <p:cNvPr id="4" name="Slide Number Placeholder 3"/>
          <p:cNvSpPr>
            <a:spLocks noGrp="1"/>
          </p:cNvSpPr>
          <p:nvPr>
            <p:ph type="sldNum" sz="quarter" idx="5"/>
          </p:nvPr>
        </p:nvSpPr>
        <p:spPr/>
        <p:txBody>
          <a:bodyPr/>
          <a:lstStyle/>
          <a:p>
            <a:fld id="{10C2858C-D3E6-484D-8AEB-0D1C63E21186}" type="slidenum">
              <a:rPr lang="en-NL" smtClean="0"/>
              <a:t>26</a:t>
            </a:fld>
            <a:endParaRPr lang="en-NL"/>
          </a:p>
        </p:txBody>
      </p:sp>
    </p:spTree>
    <p:extLst>
      <p:ext uri="{BB962C8B-B14F-4D97-AF65-F5344CB8AC3E}">
        <p14:creationId xmlns:p14="http://schemas.microsoft.com/office/powerpoint/2010/main" val="1080465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per-window training target is not the augmentation error. It is dominated by an unmodelled initial condition, and because Y has no restoring force that IC error integrates over the window instead of decaying.</a:t>
            </a:r>
            <a:endParaRPr lang="en-NL" dirty="0"/>
          </a:p>
          <a:p>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27</a:t>
            </a:fld>
            <a:endParaRPr lang="en-NL"/>
          </a:p>
        </p:txBody>
      </p:sp>
    </p:spTree>
    <p:extLst>
      <p:ext uri="{BB962C8B-B14F-4D97-AF65-F5344CB8AC3E}">
        <p14:creationId xmlns:p14="http://schemas.microsoft.com/office/powerpoint/2010/main" val="124739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the window start the six physical states are set exactly to the truth, so the error is exactly zero. But the truth's absorber is mid-oscillation carrying momentum </a:t>
            </a:r>
            <a:r>
              <a:rPr lang="en-US" dirty="0" err="1"/>
              <a:t>vdelta_a</a:t>
            </a:r>
            <a:r>
              <a:rPr lang="en-US" dirty="0"/>
              <a:t>(s), and the model has nowhere to put it, so the model's payload starts with a velocity deficit of (</a:t>
            </a:r>
            <a:r>
              <a:rPr lang="en-US" dirty="0" err="1"/>
              <a:t>m_a</a:t>
            </a:r>
            <a:r>
              <a:rPr lang="en-US" dirty="0"/>
              <a:t>/</a:t>
            </a:r>
            <a:r>
              <a:rPr lang="en-US" dirty="0" err="1"/>
              <a:t>m_h</a:t>
            </a:r>
            <a:r>
              <a:rPr lang="en-US" dirty="0"/>
              <a:t>)*</a:t>
            </a:r>
            <a:r>
              <a:rPr lang="en-US" dirty="0" err="1"/>
              <a:t>vdelta_a</a:t>
            </a:r>
            <a:r>
              <a:rPr lang="en-US" dirty="0"/>
              <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 has no restoring force (K = 0 on that axis). A velocity deficit on a free axis does not decay, it integrates. So: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velocity error  ≈ -(</a:t>
            </a:r>
            <a:r>
              <a:rPr lang="en-US" dirty="0" err="1"/>
              <a:t>m_a</a:t>
            </a:r>
            <a:r>
              <a:rPr lang="en-US" dirty="0"/>
              <a:t>/</a:t>
            </a:r>
            <a:r>
              <a:rPr lang="en-US" dirty="0" err="1"/>
              <a:t>m_h</a:t>
            </a:r>
            <a:r>
              <a:rPr lang="en-US" dirty="0"/>
              <a:t>) * </a:t>
            </a:r>
            <a:r>
              <a:rPr lang="en-US" dirty="0" err="1"/>
              <a:t>vdelta_a</a:t>
            </a:r>
            <a:r>
              <a:rPr lang="en-US" dirty="0"/>
              <a:t>(s)          constant over the </a:t>
            </a:r>
            <a:r>
              <a:rPr lang="en-US" dirty="0" err="1"/>
              <a:t>windowposition</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 -(</a:t>
            </a:r>
            <a:r>
              <a:rPr lang="en-US" dirty="0" err="1"/>
              <a:t>m_a</a:t>
            </a:r>
            <a:r>
              <a:rPr lang="en-US" dirty="0"/>
              <a:t>/</a:t>
            </a:r>
            <a:r>
              <a:rPr lang="en-US" dirty="0" err="1"/>
              <a:t>m_h</a:t>
            </a:r>
            <a:r>
              <a:rPr lang="en-US" dirty="0"/>
              <a:t>) * </a:t>
            </a:r>
            <a:r>
              <a:rPr lang="en-US" dirty="0" err="1"/>
              <a:t>vdelta_a</a:t>
            </a:r>
            <a:r>
              <a:rPr lang="en-US" dirty="0"/>
              <a:t>(s) * t      linear in elapsed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the ramp. It runs for the 100 </a:t>
            </a:r>
            <a:r>
              <a:rPr lang="en-US" dirty="0" err="1"/>
              <a:t>ms</a:t>
            </a:r>
            <a:r>
              <a:rPr lang="en-US" dirty="0"/>
              <a:t> of the window and then the next window re-seeds and it snaps back to zero. Sharp edge = the reset, straight ramp = the integrating deficit.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per-window training target is not the augmentation error. It is dominated by an unmodelled initial condition, and because Y has no restoring force that IC error integrates over the window instead of decaying.</a:t>
            </a:r>
            <a:endParaRPr lang="en-NL" dirty="0"/>
          </a:p>
          <a:p>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28</a:t>
            </a:fld>
            <a:endParaRPr lang="en-NL"/>
          </a:p>
        </p:txBody>
      </p:sp>
    </p:spTree>
    <p:extLst>
      <p:ext uri="{BB962C8B-B14F-4D97-AF65-F5344CB8AC3E}">
        <p14:creationId xmlns:p14="http://schemas.microsoft.com/office/powerpoint/2010/main" val="1504644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DA588-ADC6-D3F7-6943-A66690C43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27044-85CD-6C38-BEEB-7AE51B785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00366-133B-1588-F94C-49987A9012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the window start the six physical states are set exactly to the truth, so the error is exactly zero. But the truth's absorber is mid-oscillation carrying momentum </a:t>
            </a:r>
            <a:r>
              <a:rPr lang="en-US" dirty="0" err="1"/>
              <a:t>vdelta_a</a:t>
            </a:r>
            <a:r>
              <a:rPr lang="en-US" dirty="0"/>
              <a:t>(s), and the model has nowhere to put it, so the model's payload starts with a velocity deficit of (</a:t>
            </a:r>
            <a:r>
              <a:rPr lang="en-US" dirty="0" err="1"/>
              <a:t>m_a</a:t>
            </a:r>
            <a:r>
              <a:rPr lang="en-US" dirty="0"/>
              <a:t>/</a:t>
            </a:r>
            <a:r>
              <a:rPr lang="en-US" dirty="0" err="1"/>
              <a:t>m_h</a:t>
            </a:r>
            <a:r>
              <a:rPr lang="en-US" dirty="0"/>
              <a:t>)*</a:t>
            </a:r>
            <a:r>
              <a:rPr lang="en-US" dirty="0" err="1"/>
              <a:t>vdelta_a</a:t>
            </a:r>
            <a:r>
              <a:rPr lang="en-US" dirty="0"/>
              <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 has no restoring force (K = 0 on that axis). A velocity deficit on a free axis does not decay, it integrates. So: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velocity error  ≈ -(</a:t>
            </a:r>
            <a:r>
              <a:rPr lang="en-US" dirty="0" err="1"/>
              <a:t>m_a</a:t>
            </a:r>
            <a:r>
              <a:rPr lang="en-US" dirty="0"/>
              <a:t>/</a:t>
            </a:r>
            <a:r>
              <a:rPr lang="en-US" dirty="0" err="1"/>
              <a:t>m_h</a:t>
            </a:r>
            <a:r>
              <a:rPr lang="en-US" dirty="0"/>
              <a:t>) * </a:t>
            </a:r>
            <a:r>
              <a:rPr lang="en-US" dirty="0" err="1"/>
              <a:t>vdelta_a</a:t>
            </a:r>
            <a:r>
              <a:rPr lang="en-US" dirty="0"/>
              <a:t>(s)          constant over the </a:t>
            </a:r>
            <a:r>
              <a:rPr lang="en-US" dirty="0" err="1"/>
              <a:t>windowposition</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 -(</a:t>
            </a:r>
            <a:r>
              <a:rPr lang="en-US" dirty="0" err="1"/>
              <a:t>m_a</a:t>
            </a:r>
            <a:r>
              <a:rPr lang="en-US" dirty="0"/>
              <a:t>/</a:t>
            </a:r>
            <a:r>
              <a:rPr lang="en-US" dirty="0" err="1"/>
              <a:t>m_h</a:t>
            </a:r>
            <a:r>
              <a:rPr lang="en-US" dirty="0"/>
              <a:t>) * </a:t>
            </a:r>
            <a:r>
              <a:rPr lang="en-US" dirty="0" err="1"/>
              <a:t>vdelta_a</a:t>
            </a:r>
            <a:r>
              <a:rPr lang="en-US" dirty="0"/>
              <a:t>(s) * t      linear in elapsed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the ramp. It runs for the 100 </a:t>
            </a:r>
            <a:r>
              <a:rPr lang="en-US" dirty="0" err="1"/>
              <a:t>ms</a:t>
            </a:r>
            <a:r>
              <a:rPr lang="en-US" dirty="0"/>
              <a:t> of the window and then the next window re-seeds and it snaps back to zero. Sharp edge = the reset, straight ramp = the integrating deficit.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per-window training target is not the augmentation error. It is dominated by an unmodelled initial condition, and because Y has no restoring force that IC error integrates over the window instead of decaying.</a:t>
            </a:r>
            <a:endParaRPr lang="en-NL" dirty="0"/>
          </a:p>
          <a:p>
            <a:endParaRPr lang="en-NL" dirty="0"/>
          </a:p>
        </p:txBody>
      </p:sp>
      <p:sp>
        <p:nvSpPr>
          <p:cNvPr id="4" name="Slide Number Placeholder 3">
            <a:extLst>
              <a:ext uri="{FF2B5EF4-FFF2-40B4-BE49-F238E27FC236}">
                <a16:creationId xmlns:a16="http://schemas.microsoft.com/office/drawing/2014/main" id="{605C6748-D52D-72D4-20E7-EEFE41E92012}"/>
              </a:ext>
            </a:extLst>
          </p:cNvPr>
          <p:cNvSpPr>
            <a:spLocks noGrp="1"/>
          </p:cNvSpPr>
          <p:nvPr>
            <p:ph type="sldNum" sz="quarter" idx="5"/>
          </p:nvPr>
        </p:nvSpPr>
        <p:spPr/>
        <p:txBody>
          <a:bodyPr/>
          <a:lstStyle/>
          <a:p>
            <a:fld id="{CAC5582B-9ED5-4B7F-BF1D-5EAA82C0EBB2}" type="slidenum">
              <a:rPr lang="en-NL" smtClean="0"/>
              <a:t>29</a:t>
            </a:fld>
            <a:endParaRPr lang="en-NL"/>
          </a:p>
        </p:txBody>
      </p:sp>
    </p:spTree>
    <p:extLst>
      <p:ext uri="{BB962C8B-B14F-4D97-AF65-F5344CB8AC3E}">
        <p14:creationId xmlns:p14="http://schemas.microsoft.com/office/powerpoint/2010/main" val="1047137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NL" dirty="0"/>
              <a:t>Take u and y from the training record, normalised.</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NL" dirty="0"/>
              <a:t>Run N4SID, a subspace identification method. This is linear algebra, an SVD and least squares. It is not iterative, has no learning rate and no local minima.</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NL" dirty="0"/>
              <a:t>Out comes an 8-state linear system A, B, C, D. On our data its poles are [0.999982, 0.999981, 0.999212, 0.998775, 0.897112, 0.897112, 0.259645, 0.061158], so it finds the two integrators to within 1.755e-05 of z = 1.</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NL" dirty="0"/>
              <a:t>Write those matrices into the neural network so that at step zero the network computes exactly x⁺ = Ax + Bu and y = </a:t>
            </a:r>
            <a:r>
              <a:rPr lang="en-NL" dirty="0" err="1"/>
              <a:t>Cx</a:t>
            </a:r>
            <a:r>
              <a:rPr lang="en-NL" dirty="0"/>
              <a:t> + Du. Training continues from there, with the nonlinear parts starting at zero and learning the residual.</a:t>
            </a:r>
          </a:p>
          <a:p>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39</a:t>
            </a:fld>
            <a:endParaRPr lang="en-NL"/>
          </a:p>
        </p:txBody>
      </p:sp>
    </p:spTree>
    <p:extLst>
      <p:ext uri="{BB962C8B-B14F-4D97-AF65-F5344CB8AC3E}">
        <p14:creationId xmlns:p14="http://schemas.microsoft.com/office/powerpoint/2010/main" val="1560022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learned models are nonlinear, so their local poles depend on where along the validation record you </a:t>
            </a:r>
            <a:r>
              <a:rPr lang="en-US" dirty="0" err="1"/>
              <a:t>linearise</a:t>
            </a:r>
            <a:r>
              <a:rPr lang="en-US" dirty="0"/>
              <a:t>. I sampled five points to show that the result is not an artefact of one lucky spot. The spread you see within each learned set is operating-point variation, and it is small: the random arm ranges 0.8556 to 0.8676 on its largest mode, the BLA arm 1.0000 to 1.0186.</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41</a:t>
            </a:fld>
            <a:endParaRPr lang="en-NL"/>
          </a:p>
        </p:txBody>
      </p:sp>
    </p:spTree>
    <p:extLst>
      <p:ext uri="{BB962C8B-B14F-4D97-AF65-F5344CB8AC3E}">
        <p14:creationId xmlns:p14="http://schemas.microsoft.com/office/powerpoint/2010/main" val="227167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E16BA-FD27-21FB-CC84-F67439F072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305B31CC-E1E6-D298-6E5D-2D53D2F208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E1581BC0-A3CB-7DBB-9E2E-41D06AA90913}"/>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BF6602EB-2472-D2E5-124E-BA085FEB6787}"/>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AB0F042-1782-6488-6F27-3FA4A3723421}"/>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7553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5742-6D80-7B46-B4D9-15761A7DC67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1279B1E-4A9D-5039-797A-B5A0ACB6AD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FCC3835-942B-7750-4597-E9215140319C}"/>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C567785C-C545-4587-56A1-83E22B4A3CE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025778B-8168-3618-2071-CDDB0C029C46}"/>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2252209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103F-0539-37F1-993F-3B3AECA46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72B2223E-E23F-F15F-BE91-A396F9A56D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E09FBC-DD62-1D83-2B95-E61E12EA746C}"/>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38492842-7535-6482-C3D8-635F1AD60E6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801D81C-8099-01DC-1CBF-011CB5400F19}"/>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569760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4012-550A-9C3F-A87C-B678477A3E1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7955B46-C046-6C00-0485-3E8F988430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4F4D37D-F73B-3264-029F-FCE69AEBA4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0BA18135-862B-E110-146C-F18A5344DE3C}"/>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6" name="Footer Placeholder 5">
            <a:extLst>
              <a:ext uri="{FF2B5EF4-FFF2-40B4-BE49-F238E27FC236}">
                <a16:creationId xmlns:a16="http://schemas.microsoft.com/office/drawing/2014/main" id="{EFBA363A-5EA2-75D1-89C0-ED8C916516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A4AA150-459E-F818-24BA-4F47A127041C}"/>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31458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82E7C-830F-A368-A36D-EEBD679872D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7EA5E81-1496-9328-4D22-B131CA186E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9FCF1-AB43-7F9D-64C0-22450F7034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E5ADD8EB-8EF6-E105-82D3-4FB913BBC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DCAF6-BB50-F696-9168-1D758D3AD6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BE22218C-CCBA-D848-E478-EF29E4263016}"/>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8" name="Footer Placeholder 7">
            <a:extLst>
              <a:ext uri="{FF2B5EF4-FFF2-40B4-BE49-F238E27FC236}">
                <a16:creationId xmlns:a16="http://schemas.microsoft.com/office/drawing/2014/main" id="{AED318B5-DAC9-7260-1304-BA4D64D4B9D6}"/>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6615B49F-A8BE-5CBB-A101-3D0EA4724D6F}"/>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159073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07C33-D1FF-7ABA-2D31-14533EBE487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4AB4904-FDC2-B4C5-5248-44EDA41D7744}"/>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4" name="Footer Placeholder 3">
            <a:extLst>
              <a:ext uri="{FF2B5EF4-FFF2-40B4-BE49-F238E27FC236}">
                <a16:creationId xmlns:a16="http://schemas.microsoft.com/office/drawing/2014/main" id="{6F0B1FDA-E82C-6996-2FF8-92FF1EDD0DBE}"/>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D0680A39-2B7E-B683-D076-EA33EC543E2F}"/>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392596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D1D5C2-2F6B-C2F2-F044-1F4D46FB517E}"/>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3" name="Footer Placeholder 2">
            <a:extLst>
              <a:ext uri="{FF2B5EF4-FFF2-40B4-BE49-F238E27FC236}">
                <a16:creationId xmlns:a16="http://schemas.microsoft.com/office/drawing/2014/main" id="{8F902D6B-40B0-D4FB-6FA0-C89AEC9FD78D}"/>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BCE57C6F-4ED1-F35F-9731-35E511C1859D}"/>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2087141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D7FC6-FC28-3A1D-8999-1DF795D79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20A2F-D648-FFCB-388F-50F5CA76F2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7BF9A338-CF03-5FB6-62AB-B8F796462B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EED-3D91-C79E-3EBD-C26FBBF19E9E}"/>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6" name="Footer Placeholder 5">
            <a:extLst>
              <a:ext uri="{FF2B5EF4-FFF2-40B4-BE49-F238E27FC236}">
                <a16:creationId xmlns:a16="http://schemas.microsoft.com/office/drawing/2014/main" id="{0371A972-9177-2A7C-9D71-1B520DC83A3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8526C24-B649-78FF-82EF-C82D397B9595}"/>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771101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DA2C9-DB28-F5CF-BAD6-8DC10A323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042F1B3-A6C9-5217-C588-626C63C280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828C836A-6EFC-E710-6410-7465A98E9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6A4230-524B-10B0-4458-A33257655D46}"/>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6" name="Footer Placeholder 5">
            <a:extLst>
              <a:ext uri="{FF2B5EF4-FFF2-40B4-BE49-F238E27FC236}">
                <a16:creationId xmlns:a16="http://schemas.microsoft.com/office/drawing/2014/main" id="{D5146916-17C0-B533-DE9A-6FDD0F2DF69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448EA01-4FD0-329B-8821-BB0806BBF1F2}"/>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3625518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ADA5-C537-F01B-F31B-BC8F4178E49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7709FB47-27E2-72CF-D990-FD1830485A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51C10AE-47DA-55FB-F354-D8D9122E968A}"/>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294EF057-1186-91FB-A8F9-ED2AB9443B9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69AE840-A062-CA51-3F15-9C5421A3A5EA}"/>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31689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A164B-7E59-AB99-CF23-FF8A3A151A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93796287-BF5E-E232-8DF1-4CBA799269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697F6574-CB93-2C32-5E26-B19E9CD6922D}"/>
              </a:ext>
            </a:extLst>
          </p:cNvPr>
          <p:cNvSpPr>
            <a:spLocks noGrp="1"/>
          </p:cNvSpPr>
          <p:nvPr>
            <p:ph type="dt" sz="half" idx="10"/>
          </p:nvPr>
        </p:nvSpPr>
        <p:spPr/>
        <p:txBody>
          <a:body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39253CC9-A537-C908-16B3-73A52A918C9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8C4B45D-0DD3-C8A4-2C31-1A151493ABCB}"/>
              </a:ext>
            </a:extLst>
          </p:cNvPr>
          <p:cNvSpPr>
            <a:spLocks noGrp="1"/>
          </p:cNvSpPr>
          <p:nvPr>
            <p:ph type="sldNum" sz="quarter" idx="12"/>
          </p:nvPr>
        </p:nvSpPr>
        <p:spPr/>
        <p:txBody>
          <a:bodyPr/>
          <a:lstStyle/>
          <a:p>
            <a:fld id="{489CDCAF-E83E-4335-BD11-540C98DFAE06}" type="slidenum">
              <a:rPr lang="en-NL" smtClean="0"/>
              <a:t>‹#›</a:t>
            </a:fld>
            <a:endParaRPr lang="en-NL"/>
          </a:p>
        </p:txBody>
      </p:sp>
    </p:spTree>
    <p:extLst>
      <p:ext uri="{BB962C8B-B14F-4D97-AF65-F5344CB8AC3E}">
        <p14:creationId xmlns:p14="http://schemas.microsoft.com/office/powerpoint/2010/main" val="129448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82761C-711C-AE0C-464B-F362DBC90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4757BA-082B-C10C-6C3A-D51D13CC28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4789587-7E3E-F35E-14F4-802691F76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D3581F-AEFA-408F-9357-BF0BF2ACD50A}" type="datetimeFigureOut">
              <a:rPr lang="en-NL" smtClean="0"/>
              <a:t>11/08/2026</a:t>
            </a:fld>
            <a:endParaRPr lang="en-NL"/>
          </a:p>
        </p:txBody>
      </p:sp>
      <p:sp>
        <p:nvSpPr>
          <p:cNvPr id="5" name="Footer Placeholder 4">
            <a:extLst>
              <a:ext uri="{FF2B5EF4-FFF2-40B4-BE49-F238E27FC236}">
                <a16:creationId xmlns:a16="http://schemas.microsoft.com/office/drawing/2014/main" id="{54660B45-5704-D568-9749-43F08C743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66E6A5C2-3293-C0CE-DEE0-EA5AFCE8F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9CDCAF-E83E-4335-BD11-540C98DFAE06}" type="slidenum">
              <a:rPr lang="en-NL" smtClean="0"/>
              <a:t>‹#›</a:t>
            </a:fld>
            <a:endParaRPr lang="en-NL"/>
          </a:p>
        </p:txBody>
      </p:sp>
    </p:spTree>
    <p:extLst>
      <p:ext uri="{BB962C8B-B14F-4D97-AF65-F5344CB8AC3E}">
        <p14:creationId xmlns:p14="http://schemas.microsoft.com/office/powerpoint/2010/main" val="1089196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1D9D-8AF8-B308-0665-AF6AB8BB149F}"/>
              </a:ext>
            </a:extLst>
          </p:cNvPr>
          <p:cNvSpPr>
            <a:spLocks noGrp="1"/>
          </p:cNvSpPr>
          <p:nvPr>
            <p:ph type="title"/>
          </p:nvPr>
        </p:nvSpPr>
        <p:spPr/>
        <p:txBody>
          <a:bodyPr/>
          <a:lstStyle/>
          <a:p>
            <a:r>
              <a:rPr lang="en-US" dirty="0"/>
              <a:t>Meeting 12-08</a:t>
            </a:r>
            <a:endParaRPr lang="en-NL" dirty="0"/>
          </a:p>
        </p:txBody>
      </p:sp>
      <p:sp>
        <p:nvSpPr>
          <p:cNvPr id="3" name="Content Placeholder 2">
            <a:extLst>
              <a:ext uri="{FF2B5EF4-FFF2-40B4-BE49-F238E27FC236}">
                <a16:creationId xmlns:a16="http://schemas.microsoft.com/office/drawing/2014/main" id="{E8FAF3A7-70C1-4836-5A55-36632E628F5D}"/>
              </a:ext>
            </a:extLst>
          </p:cNvPr>
          <p:cNvSpPr>
            <a:spLocks noGrp="1"/>
          </p:cNvSpPr>
          <p:nvPr>
            <p:ph idx="1"/>
          </p:nvPr>
        </p:nvSpPr>
        <p:spPr/>
        <p:txBody>
          <a:bodyPr/>
          <a:lstStyle/>
          <a:p>
            <a:r>
              <a:rPr lang="en-US" dirty="0"/>
              <a:t>Goal of this meeting:</a:t>
            </a:r>
          </a:p>
          <a:p>
            <a:pPr lvl="1"/>
            <a:r>
              <a:rPr lang="en-US" dirty="0"/>
              <a:t>Where are we currently standing</a:t>
            </a:r>
          </a:p>
          <a:p>
            <a:pPr lvl="1"/>
            <a:r>
              <a:rPr lang="en-US" dirty="0"/>
              <a:t>Current formulation of the problem</a:t>
            </a:r>
          </a:p>
          <a:p>
            <a:pPr lvl="2"/>
            <a:r>
              <a:rPr lang="en-US" dirty="0"/>
              <a:t>Feedback to put in the right direction</a:t>
            </a:r>
            <a:endParaRPr lang="en-NL" dirty="0"/>
          </a:p>
          <a:p>
            <a:endParaRPr lang="en-NL" dirty="0"/>
          </a:p>
        </p:txBody>
      </p:sp>
    </p:spTree>
    <p:extLst>
      <p:ext uri="{BB962C8B-B14F-4D97-AF65-F5344CB8AC3E}">
        <p14:creationId xmlns:p14="http://schemas.microsoft.com/office/powerpoint/2010/main" val="1785991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54F6-6809-BEB0-EB19-8EAC616A3A8F}"/>
              </a:ext>
            </a:extLst>
          </p:cNvPr>
          <p:cNvSpPr>
            <a:spLocks noGrp="1"/>
          </p:cNvSpPr>
          <p:nvPr>
            <p:ph type="title"/>
          </p:nvPr>
        </p:nvSpPr>
        <p:spPr/>
        <p:txBody>
          <a:bodyPr/>
          <a:lstStyle/>
          <a:p>
            <a:r>
              <a:rPr lang="en-US" dirty="0"/>
              <a:t>Overview</a:t>
            </a:r>
            <a:endParaRPr lang="en-NL" dirty="0"/>
          </a:p>
        </p:txBody>
      </p:sp>
      <p:sp>
        <p:nvSpPr>
          <p:cNvPr id="3" name="Content Placeholder 2">
            <a:extLst>
              <a:ext uri="{FF2B5EF4-FFF2-40B4-BE49-F238E27FC236}">
                <a16:creationId xmlns:a16="http://schemas.microsoft.com/office/drawing/2014/main" id="{A6414C07-3F48-451D-8F83-6122683E8293}"/>
              </a:ext>
            </a:extLst>
          </p:cNvPr>
          <p:cNvSpPr>
            <a:spLocks noGrp="1"/>
          </p:cNvSpPr>
          <p:nvPr>
            <p:ph idx="1"/>
          </p:nvPr>
        </p:nvSpPr>
        <p:spPr/>
        <p:txBody>
          <a:bodyPr/>
          <a:lstStyle/>
          <a:p>
            <a:r>
              <a:rPr lang="en-US" dirty="0"/>
              <a:t>Refresh system and augmentation implementation</a:t>
            </a:r>
          </a:p>
          <a:p>
            <a:r>
              <a:rPr lang="en-US" dirty="0"/>
              <a:t>Where are we currently standing</a:t>
            </a:r>
          </a:p>
          <a:p>
            <a:r>
              <a:rPr lang="en-US" dirty="0"/>
              <a:t>Problem definition with ANN training</a:t>
            </a:r>
          </a:p>
          <a:p>
            <a:pPr lvl="1"/>
            <a:r>
              <a:rPr lang="en-US" dirty="0"/>
              <a:t>Offset between baseline model and system</a:t>
            </a:r>
          </a:p>
          <a:p>
            <a:pPr lvl="1"/>
            <a:r>
              <a:rPr lang="en-US" dirty="0"/>
              <a:t>ANN cannot beat the linear encoder initialization</a:t>
            </a:r>
          </a:p>
          <a:p>
            <a:r>
              <a:rPr lang="en-US" dirty="0"/>
              <a:t>Only ANN training</a:t>
            </a:r>
          </a:p>
          <a:p>
            <a:pPr lvl="1"/>
            <a:r>
              <a:rPr lang="en-US" dirty="0"/>
              <a:t>BLA </a:t>
            </a:r>
            <a:r>
              <a:rPr lang="en-US" dirty="0" err="1"/>
              <a:t>init</a:t>
            </a:r>
            <a:r>
              <a:rPr lang="en-US" dirty="0"/>
              <a:t> vs random </a:t>
            </a:r>
            <a:r>
              <a:rPr lang="en-US" dirty="0" err="1"/>
              <a:t>init</a:t>
            </a:r>
            <a:endParaRPr lang="en-NL" dirty="0"/>
          </a:p>
        </p:txBody>
      </p:sp>
    </p:spTree>
    <p:extLst>
      <p:ext uri="{BB962C8B-B14F-4D97-AF65-F5344CB8AC3E}">
        <p14:creationId xmlns:p14="http://schemas.microsoft.com/office/powerpoint/2010/main" val="1164491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1189821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111693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3327020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C5F9-8DC1-59B7-3F8D-CA25D0DBBCC4}"/>
              </a:ext>
            </a:extLst>
          </p:cNvPr>
          <p:cNvSpPr>
            <a:spLocks noGrp="1"/>
          </p:cNvSpPr>
          <p:nvPr>
            <p:ph type="title"/>
          </p:nvPr>
        </p:nvSpPr>
        <p:spPr/>
        <p:txBody>
          <a:bodyPr/>
          <a:lstStyle/>
          <a:p>
            <a:r>
              <a:rPr lang="en-US" dirty="0"/>
              <a:t>Where are we currently standing</a:t>
            </a:r>
            <a:endParaRPr lang="en-NL" dirty="0"/>
          </a:p>
        </p:txBody>
      </p:sp>
      <p:sp>
        <p:nvSpPr>
          <p:cNvPr id="3" name="Content Placeholder 2">
            <a:extLst>
              <a:ext uri="{FF2B5EF4-FFF2-40B4-BE49-F238E27FC236}">
                <a16:creationId xmlns:a16="http://schemas.microsoft.com/office/drawing/2014/main" id="{8950D6DB-2A77-C167-30E4-7620FBB7C016}"/>
              </a:ext>
            </a:extLst>
          </p:cNvPr>
          <p:cNvSpPr>
            <a:spLocks noGrp="1"/>
          </p:cNvSpPr>
          <p:nvPr>
            <p:ph idx="1"/>
          </p:nvPr>
        </p:nvSpPr>
        <p:spPr/>
        <p:txBody>
          <a:bodyPr/>
          <a:lstStyle/>
          <a:p>
            <a:r>
              <a:rPr lang="en-US" dirty="0"/>
              <a:t>Still in simulation without noise</a:t>
            </a:r>
          </a:p>
          <a:p>
            <a:r>
              <a:rPr lang="en-US" dirty="0"/>
              <a:t>The ANN correction does not beat the linear encoder initialization</a:t>
            </a:r>
          </a:p>
          <a:p>
            <a:pPr lvl="1"/>
            <a:r>
              <a:rPr lang="en-US" dirty="0"/>
              <a:t>Replaying inputs from system in closed-loop WITH MSD in the baseline model WITHOUT MSD creates an offset</a:t>
            </a:r>
          </a:p>
          <a:p>
            <a:pPr lvl="1"/>
            <a:r>
              <a:rPr lang="en-US" dirty="0"/>
              <a:t>Seems to be a mismatch between windowed and long term dynamics:  ANN training loss decreases but 12 s validation increases </a:t>
            </a:r>
          </a:p>
          <a:p>
            <a:pPr lvl="2"/>
            <a:r>
              <a:rPr lang="en-US" dirty="0"/>
              <a:t>But increasing </a:t>
            </a:r>
            <a:r>
              <a:rPr lang="en-US" dirty="0" err="1"/>
              <a:t>nf</a:t>
            </a:r>
            <a:r>
              <a:rPr lang="en-US" dirty="0"/>
              <a:t> (sample length) does not resolve this </a:t>
            </a:r>
            <a:endParaRPr lang="en-NL" dirty="0"/>
          </a:p>
        </p:txBody>
      </p:sp>
    </p:spTree>
    <p:extLst>
      <p:ext uri="{BB962C8B-B14F-4D97-AF65-F5344CB8AC3E}">
        <p14:creationId xmlns:p14="http://schemas.microsoft.com/office/powerpoint/2010/main" val="37966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4712F-8A11-7956-E7E8-230A5B34490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F620F9E-60E4-6535-C32C-B02BB720CF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3502" y="-1"/>
            <a:ext cx="9997807" cy="6858001"/>
          </a:xfrm>
          <a:prstGeom prst="rect">
            <a:avLst/>
          </a:prstGeom>
        </p:spPr>
      </p:pic>
    </p:spTree>
    <p:extLst>
      <p:ext uri="{BB962C8B-B14F-4D97-AF65-F5344CB8AC3E}">
        <p14:creationId xmlns:p14="http://schemas.microsoft.com/office/powerpoint/2010/main" val="33430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2A6-FD95-59AD-3E0A-E18D67F6EC50}"/>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2DEE4E0-362C-84BF-505C-1EA1FD7C42E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Tree>
    <p:extLst>
      <p:ext uri="{BB962C8B-B14F-4D97-AF65-F5344CB8AC3E}">
        <p14:creationId xmlns:p14="http://schemas.microsoft.com/office/powerpoint/2010/main" val="69361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86BFF3-074D-8DE4-C8E2-C24A0CA95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06585-1C10-2D94-E047-50912E19369D}"/>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1851F7A-8665-B789-F3C0-D5863ECBAB1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
        <p:nvSpPr>
          <p:cNvPr id="3" name="TextBox 2">
            <a:extLst>
              <a:ext uri="{FF2B5EF4-FFF2-40B4-BE49-F238E27FC236}">
                <a16:creationId xmlns:a16="http://schemas.microsoft.com/office/drawing/2014/main" id="{00848FFC-0D2F-C4E3-3A01-F5B51FC79D5C}"/>
              </a:ext>
            </a:extLst>
          </p:cNvPr>
          <p:cNvSpPr txBox="1"/>
          <p:nvPr/>
        </p:nvSpPr>
        <p:spPr>
          <a:xfrm>
            <a:off x="181335" y="5707456"/>
            <a:ext cx="5868365" cy="1200329"/>
          </a:xfrm>
          <a:prstGeom prst="rect">
            <a:avLst/>
          </a:prstGeom>
          <a:noFill/>
        </p:spPr>
        <p:txBody>
          <a:bodyPr wrap="square" rtlCol="0">
            <a:spAutoFit/>
          </a:bodyPr>
          <a:lstStyle/>
          <a:p>
            <a:r>
              <a:rPr lang="en-US" dirty="0"/>
              <a:t>Hyperparameter search:</a:t>
            </a:r>
          </a:p>
          <a:p>
            <a:r>
              <a:rPr lang="en-US" dirty="0"/>
              <a:t>Learning rate and number of samples used for training (training window)</a:t>
            </a:r>
          </a:p>
          <a:p>
            <a:r>
              <a:rPr lang="en-US" dirty="0"/>
              <a:t>Conclusion: it is not a hyperparameter problem</a:t>
            </a:r>
            <a:endParaRPr lang="en-NL" dirty="0"/>
          </a:p>
        </p:txBody>
      </p:sp>
    </p:spTree>
    <p:extLst>
      <p:ext uri="{BB962C8B-B14F-4D97-AF65-F5344CB8AC3E}">
        <p14:creationId xmlns:p14="http://schemas.microsoft.com/office/powerpoint/2010/main" val="22801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C75E-256E-52CA-4060-A6D536BDA5C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43F1F5D-BBDB-FE12-E30C-26CA028911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409"/>
          <a:stretch>
            <a:fillRect/>
          </a:stretch>
        </p:blipFill>
        <p:spPr>
          <a:xfrm>
            <a:off x="0" y="0"/>
            <a:ext cx="11447038" cy="6127750"/>
          </a:xfrm>
          <a:prstGeom prst="rect">
            <a:avLst/>
          </a:prstGeom>
        </p:spPr>
      </p:pic>
      <p:sp>
        <p:nvSpPr>
          <p:cNvPr id="4" name="TextBox 3">
            <a:extLst>
              <a:ext uri="{FF2B5EF4-FFF2-40B4-BE49-F238E27FC236}">
                <a16:creationId xmlns:a16="http://schemas.microsoft.com/office/drawing/2014/main" id="{64686530-9500-22AA-F9B1-D2C389997501}"/>
              </a:ext>
            </a:extLst>
          </p:cNvPr>
          <p:cNvSpPr txBox="1"/>
          <p:nvPr/>
        </p:nvSpPr>
        <p:spPr>
          <a:xfrm>
            <a:off x="8494514" y="4402402"/>
            <a:ext cx="3786223" cy="2862322"/>
          </a:xfrm>
          <a:prstGeom prst="rect">
            <a:avLst/>
          </a:prstGeom>
          <a:noFill/>
        </p:spPr>
        <p:txBody>
          <a:bodyPr wrap="square" rtlCol="0">
            <a:spAutoFit/>
          </a:bodyPr>
          <a:lstStyle/>
          <a:p>
            <a:r>
              <a:rPr lang="en-US" b="1" dirty="0"/>
              <a:t>Look at train and validation loss for the training window</a:t>
            </a:r>
          </a:p>
          <a:p>
            <a:endParaRPr lang="en-US" b="1" dirty="0"/>
          </a:p>
          <a:p>
            <a:r>
              <a:rPr lang="en-US" b="1" dirty="0"/>
              <a:t>Why:</a:t>
            </a:r>
          </a:p>
          <a:p>
            <a:r>
              <a:rPr lang="en-US" b="1" dirty="0"/>
              <a:t>For validation we use sim-RMS, which is the full 12s validation open-loop free run and now 0.1 s </a:t>
            </a:r>
          </a:p>
          <a:p>
            <a:endParaRPr lang="en-US" b="1" dirty="0"/>
          </a:p>
          <a:p>
            <a:endParaRPr lang="en-US" b="1" dirty="0"/>
          </a:p>
          <a:p>
            <a:endParaRPr lang="en-NL" b="1" dirty="0"/>
          </a:p>
        </p:txBody>
      </p:sp>
    </p:spTree>
    <p:extLst>
      <p:ext uri="{BB962C8B-B14F-4D97-AF65-F5344CB8AC3E}">
        <p14:creationId xmlns:p14="http://schemas.microsoft.com/office/powerpoint/2010/main" val="1388581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FA92D-97DC-34A7-7475-9C663BEC2194}"/>
              </a:ext>
            </a:extLst>
          </p:cNvPr>
          <p:cNvSpPr>
            <a:spLocks noGrp="1"/>
          </p:cNvSpPr>
          <p:nvPr>
            <p:ph type="title"/>
          </p:nvPr>
        </p:nvSpPr>
        <p:spPr/>
        <p:txBody>
          <a:bodyPr/>
          <a:lstStyle/>
          <a:p>
            <a:r>
              <a:rPr lang="en-US" dirty="0"/>
              <a:t>Current problem</a:t>
            </a:r>
            <a:endParaRPr lang="en-NL" dirty="0"/>
          </a:p>
        </p:txBody>
      </p:sp>
      <p:sp>
        <p:nvSpPr>
          <p:cNvPr id="3" name="Content Placeholder 2">
            <a:extLst>
              <a:ext uri="{FF2B5EF4-FFF2-40B4-BE49-F238E27FC236}">
                <a16:creationId xmlns:a16="http://schemas.microsoft.com/office/drawing/2014/main" id="{CC8AC323-6CC4-EC98-EDAF-1894984E96E1}"/>
              </a:ext>
            </a:extLst>
          </p:cNvPr>
          <p:cNvSpPr>
            <a:spLocks noGrp="1"/>
          </p:cNvSpPr>
          <p:nvPr>
            <p:ph idx="1"/>
          </p:nvPr>
        </p:nvSpPr>
        <p:spPr/>
        <p:txBody>
          <a:bodyPr>
            <a:normAutofit lnSpcReduction="10000"/>
          </a:bodyPr>
          <a:lstStyle/>
          <a:p>
            <a:r>
              <a:rPr lang="en-US" dirty="0"/>
              <a:t>Offset what is creating this</a:t>
            </a:r>
          </a:p>
          <a:p>
            <a:r>
              <a:rPr lang="en-US" dirty="0"/>
              <a:t>Poles at z=1, what issue causes this?</a:t>
            </a:r>
          </a:p>
          <a:p>
            <a:r>
              <a:rPr lang="en-US" dirty="0"/>
              <a:t>Read docs\gantry-augmentation-problem-log.md</a:t>
            </a:r>
          </a:p>
          <a:p>
            <a:endParaRPr lang="en-US" dirty="0"/>
          </a:p>
          <a:p>
            <a:r>
              <a:rPr lang="en-US" dirty="0"/>
              <a:t>Zero mean.</a:t>
            </a:r>
          </a:p>
          <a:p>
            <a:pPr lvl="1"/>
            <a:r>
              <a:rPr lang="en-US" dirty="0" err="1"/>
              <a:t>Kijken</a:t>
            </a:r>
            <a:r>
              <a:rPr lang="en-US" dirty="0"/>
              <a:t> </a:t>
            </a:r>
            <a:r>
              <a:rPr lang="en-US" dirty="0" err="1"/>
              <a:t>naar</a:t>
            </a:r>
            <a:r>
              <a:rPr lang="en-US" dirty="0"/>
              <a:t> per window. Init perfect zero mean </a:t>
            </a:r>
            <a:r>
              <a:rPr lang="en-US" dirty="0" err="1"/>
              <a:t>anders</a:t>
            </a:r>
            <a:r>
              <a:rPr lang="en-US" dirty="0"/>
              <a:t> </a:t>
            </a:r>
            <a:r>
              <a:rPr lang="en-US" dirty="0" err="1"/>
              <a:t>niet</a:t>
            </a:r>
            <a:r>
              <a:rPr lang="en-US" dirty="0"/>
              <a:t> per window.</a:t>
            </a:r>
          </a:p>
          <a:p>
            <a:pPr lvl="1"/>
            <a:r>
              <a:rPr lang="en-US" dirty="0"/>
              <a:t>Dit voor matching baseline met system?</a:t>
            </a:r>
          </a:p>
          <a:p>
            <a:pPr lvl="1"/>
            <a:r>
              <a:rPr lang="en-US" dirty="0"/>
              <a:t>Correct </a:t>
            </a:r>
            <a:r>
              <a:rPr lang="en-US" dirty="0" err="1"/>
              <a:t>correctie</a:t>
            </a:r>
            <a:r>
              <a:rPr lang="en-US" dirty="0"/>
              <a:t> truth-baseline is zero mean. Maar we </a:t>
            </a:r>
            <a:r>
              <a:rPr lang="en-US" dirty="0" err="1"/>
              <a:t>kunnen</a:t>
            </a:r>
            <a:r>
              <a:rPr lang="en-US" dirty="0"/>
              <a:t> </a:t>
            </a:r>
            <a:r>
              <a:rPr lang="en-US" dirty="0" err="1"/>
              <a:t>dit</a:t>
            </a:r>
            <a:r>
              <a:rPr lang="en-US" dirty="0"/>
              <a:t> </a:t>
            </a:r>
            <a:r>
              <a:rPr lang="en-US" dirty="0" err="1"/>
              <a:t>dus</a:t>
            </a:r>
            <a:r>
              <a:rPr lang="en-US" dirty="0"/>
              <a:t> </a:t>
            </a:r>
            <a:r>
              <a:rPr lang="en-US" dirty="0" err="1"/>
              <a:t>ook</a:t>
            </a:r>
            <a:r>
              <a:rPr lang="en-US" dirty="0"/>
              <a:t> per window. Want </a:t>
            </a:r>
            <a:r>
              <a:rPr lang="en-US" dirty="0" err="1"/>
              <a:t>dat</a:t>
            </a:r>
            <a:r>
              <a:rPr lang="en-US" dirty="0"/>
              <a:t> is over de </a:t>
            </a:r>
            <a:r>
              <a:rPr lang="en-US" dirty="0" err="1"/>
              <a:t>gehele</a:t>
            </a:r>
            <a:r>
              <a:rPr lang="en-US" dirty="0"/>
              <a:t> trajectory (hoe generate </a:t>
            </a:r>
            <a:r>
              <a:rPr lang="en-US" dirty="0" err="1"/>
              <a:t>ik</a:t>
            </a:r>
            <a:r>
              <a:rPr lang="en-US" dirty="0"/>
              <a:t> </a:t>
            </a:r>
            <a:r>
              <a:rPr lang="en-US" dirty="0" err="1"/>
              <a:t>dat</a:t>
            </a:r>
            <a:r>
              <a:rPr lang="en-US" dirty="0"/>
              <a:t>)</a:t>
            </a:r>
          </a:p>
          <a:p>
            <a:pPr lvl="2"/>
            <a:r>
              <a:rPr lang="en-US" dirty="0" err="1"/>
              <a:t>en</a:t>
            </a:r>
            <a:r>
              <a:rPr lang="en-US" dirty="0"/>
              <a:t> </a:t>
            </a:r>
            <a:r>
              <a:rPr lang="en-US" dirty="0" err="1"/>
              <a:t>dat</a:t>
            </a:r>
            <a:r>
              <a:rPr lang="en-US" dirty="0"/>
              <a:t> is </a:t>
            </a:r>
            <a:r>
              <a:rPr lang="en-US" dirty="0" err="1"/>
              <a:t>niet</a:t>
            </a:r>
            <a:r>
              <a:rPr lang="en-US" dirty="0"/>
              <a:t> wat we </a:t>
            </a:r>
            <a:r>
              <a:rPr lang="en-US" dirty="0" err="1"/>
              <a:t>zien</a:t>
            </a:r>
            <a:r>
              <a:rPr lang="en-US" dirty="0"/>
              <a:t> per training window.</a:t>
            </a:r>
            <a:endParaRPr lang="en-NL" dirty="0"/>
          </a:p>
        </p:txBody>
      </p:sp>
    </p:spTree>
    <p:extLst>
      <p:ext uri="{BB962C8B-B14F-4D97-AF65-F5344CB8AC3E}">
        <p14:creationId xmlns:p14="http://schemas.microsoft.com/office/powerpoint/2010/main" val="113988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F050-4898-8B3C-6EFD-E0245A30325F}"/>
              </a:ext>
            </a:extLst>
          </p:cNvPr>
          <p:cNvSpPr>
            <a:spLocks noGrp="1"/>
          </p:cNvSpPr>
          <p:nvPr>
            <p:ph type="title"/>
          </p:nvPr>
        </p:nvSpPr>
        <p:spPr>
          <a:xfrm>
            <a:off x="0" y="-368300"/>
            <a:ext cx="4914900" cy="2701925"/>
          </a:xfrm>
        </p:spPr>
        <p:txBody>
          <a:bodyPr/>
          <a:lstStyle/>
          <a:p>
            <a:r>
              <a:rPr lang="en-US" dirty="0"/>
              <a:t>Offset between baseline model and system</a:t>
            </a:r>
            <a:endParaRPr lang="en-NL" dirty="0"/>
          </a:p>
        </p:txBody>
      </p:sp>
      <p:sp>
        <p:nvSpPr>
          <p:cNvPr id="3" name="Content Placeholder 2">
            <a:extLst>
              <a:ext uri="{FF2B5EF4-FFF2-40B4-BE49-F238E27FC236}">
                <a16:creationId xmlns:a16="http://schemas.microsoft.com/office/drawing/2014/main" id="{B1E4ABA1-0021-24A8-5D10-31C5A6C03B93}"/>
              </a:ext>
            </a:extLst>
          </p:cNvPr>
          <p:cNvSpPr>
            <a:spLocks noGrp="1"/>
          </p:cNvSpPr>
          <p:nvPr>
            <p:ph idx="1"/>
          </p:nvPr>
        </p:nvSpPr>
        <p:spPr>
          <a:xfrm>
            <a:off x="142875" y="2073275"/>
            <a:ext cx="4410075" cy="4351338"/>
          </a:xfrm>
        </p:spPr>
        <p:txBody>
          <a:bodyPr/>
          <a:lstStyle/>
          <a:p>
            <a:r>
              <a:rPr lang="en-US" dirty="0"/>
              <a:t>Replay recorded input of system with MSD in open-loop for baseline model without MSD</a:t>
            </a:r>
          </a:p>
        </p:txBody>
      </p:sp>
      <p:pic>
        <p:nvPicPr>
          <p:cNvPr id="5" name="Picture 4">
            <a:extLst>
              <a:ext uri="{FF2B5EF4-FFF2-40B4-BE49-F238E27FC236}">
                <a16:creationId xmlns:a16="http://schemas.microsoft.com/office/drawing/2014/main" id="{723B7700-7D1A-2A9A-D82D-9641CB720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51" y="0"/>
            <a:ext cx="7715249" cy="6858000"/>
          </a:xfrm>
          <a:prstGeom prst="rect">
            <a:avLst/>
          </a:prstGeom>
        </p:spPr>
      </p:pic>
    </p:spTree>
    <p:extLst>
      <p:ext uri="{BB962C8B-B14F-4D97-AF65-F5344CB8AC3E}">
        <p14:creationId xmlns:p14="http://schemas.microsoft.com/office/powerpoint/2010/main" val="357123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BDC9-67FF-D0EE-392A-49CF4260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63EBD-CB48-E9B0-0D73-C0ECD8EAF6B3}"/>
              </a:ext>
            </a:extLst>
          </p:cNvPr>
          <p:cNvSpPr>
            <a:spLocks noGrp="1"/>
          </p:cNvSpPr>
          <p:nvPr>
            <p:ph type="title"/>
          </p:nvPr>
        </p:nvSpPr>
        <p:spPr>
          <a:xfrm>
            <a:off x="0" y="-368300"/>
            <a:ext cx="4914900" cy="2701925"/>
          </a:xfrm>
        </p:spPr>
        <p:txBody>
          <a:bodyPr/>
          <a:lstStyle/>
          <a:p>
            <a:r>
              <a:rPr lang="en-US" dirty="0"/>
              <a:t>Offset between baseline model and system</a:t>
            </a:r>
            <a:endParaRPr lang="en-NL" dirty="0"/>
          </a:p>
        </p:txBody>
      </p:sp>
      <p:sp>
        <p:nvSpPr>
          <p:cNvPr id="3" name="Content Placeholder 2">
            <a:extLst>
              <a:ext uri="{FF2B5EF4-FFF2-40B4-BE49-F238E27FC236}">
                <a16:creationId xmlns:a16="http://schemas.microsoft.com/office/drawing/2014/main" id="{F8351E9C-D1FB-5673-FE3B-DE8DAA18E58F}"/>
              </a:ext>
            </a:extLst>
          </p:cNvPr>
          <p:cNvSpPr>
            <a:spLocks noGrp="1"/>
          </p:cNvSpPr>
          <p:nvPr>
            <p:ph idx="1"/>
          </p:nvPr>
        </p:nvSpPr>
        <p:spPr>
          <a:xfrm>
            <a:off x="142875" y="2073275"/>
            <a:ext cx="4410075" cy="4351338"/>
          </a:xfrm>
        </p:spPr>
        <p:txBody>
          <a:bodyPr/>
          <a:lstStyle/>
          <a:p>
            <a:r>
              <a:rPr lang="en-US" dirty="0"/>
              <a:t>Replay recorded input of system with MSD in open-loop for baseline model without MSD</a:t>
            </a:r>
          </a:p>
          <a:p>
            <a:r>
              <a:rPr lang="en-US" dirty="0"/>
              <a:t>What is creating this offset?</a:t>
            </a:r>
            <a:endParaRPr lang="en-NL" dirty="0"/>
          </a:p>
        </p:txBody>
      </p:sp>
      <p:pic>
        <p:nvPicPr>
          <p:cNvPr id="5" name="Picture 4">
            <a:extLst>
              <a:ext uri="{FF2B5EF4-FFF2-40B4-BE49-F238E27FC236}">
                <a16:creationId xmlns:a16="http://schemas.microsoft.com/office/drawing/2014/main" id="{15D3081C-AC38-705C-B940-A59BE245DA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51" y="0"/>
            <a:ext cx="7715249" cy="6858000"/>
          </a:xfrm>
          <a:prstGeom prst="rect">
            <a:avLst/>
          </a:prstGeom>
        </p:spPr>
      </p:pic>
    </p:spTree>
    <p:extLst>
      <p:ext uri="{BB962C8B-B14F-4D97-AF65-F5344CB8AC3E}">
        <p14:creationId xmlns:p14="http://schemas.microsoft.com/office/powerpoint/2010/main" val="818033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F970-D9E3-ADFF-E58B-EDCCCC97491F}"/>
              </a:ext>
            </a:extLst>
          </p:cNvPr>
          <p:cNvSpPr>
            <a:spLocks noGrp="1"/>
          </p:cNvSpPr>
          <p:nvPr>
            <p:ph type="title"/>
          </p:nvPr>
        </p:nvSpPr>
        <p:spPr>
          <a:xfrm>
            <a:off x="164915" y="-139700"/>
            <a:ext cx="10515600" cy="1325563"/>
          </a:xfrm>
        </p:spPr>
        <p:txBody>
          <a:bodyPr/>
          <a:lstStyle/>
          <a:p>
            <a:r>
              <a:rPr lang="en-US" dirty="0"/>
              <a:t>Baseline model</a:t>
            </a:r>
            <a:endParaRPr lang="en-NL" dirty="0"/>
          </a:p>
        </p:txBody>
      </p:sp>
      <p:pic>
        <p:nvPicPr>
          <p:cNvPr id="5" name="Content Placeholder 4">
            <a:extLst>
              <a:ext uri="{FF2B5EF4-FFF2-40B4-BE49-F238E27FC236}">
                <a16:creationId xmlns:a16="http://schemas.microsoft.com/office/drawing/2014/main" id="{3B69CC5B-D1E4-D1D9-F68A-E56EA38194CA}"/>
              </a:ext>
            </a:extLst>
          </p:cNvPr>
          <p:cNvPicPr>
            <a:picLocks noGrp="1" noChangeAspect="1"/>
          </p:cNvPicPr>
          <p:nvPr>
            <p:ph idx="1"/>
          </p:nvPr>
        </p:nvPicPr>
        <p:blipFill>
          <a:blip r:embed="rId2"/>
          <a:stretch>
            <a:fillRect/>
          </a:stretch>
        </p:blipFill>
        <p:spPr>
          <a:xfrm>
            <a:off x="1511484" y="866775"/>
            <a:ext cx="9169031" cy="5991225"/>
          </a:xfrm>
          <a:prstGeom prst="rect">
            <a:avLst/>
          </a:prstGeom>
        </p:spPr>
      </p:pic>
    </p:spTree>
    <p:extLst>
      <p:ext uri="{BB962C8B-B14F-4D97-AF65-F5344CB8AC3E}">
        <p14:creationId xmlns:p14="http://schemas.microsoft.com/office/powerpoint/2010/main" val="1615150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8F1D-1857-6BCB-5247-61C8EDB33F16}"/>
              </a:ext>
            </a:extLst>
          </p:cNvPr>
          <p:cNvSpPr>
            <a:spLocks noGrp="1"/>
          </p:cNvSpPr>
          <p:nvPr>
            <p:ph type="title"/>
          </p:nvPr>
        </p:nvSpPr>
        <p:spPr>
          <a:xfrm>
            <a:off x="720213" y="129151"/>
            <a:ext cx="3350342" cy="1925791"/>
          </a:xfrm>
        </p:spPr>
        <p:txBody>
          <a:bodyPr/>
          <a:lstStyle/>
          <a:p>
            <a:r>
              <a:rPr lang="en-US" dirty="0"/>
              <a:t>System with MSD</a:t>
            </a:r>
            <a:endParaRPr lang="en-NL" dirty="0"/>
          </a:p>
        </p:txBody>
      </p:sp>
      <p:sp>
        <p:nvSpPr>
          <p:cNvPr id="3" name="Content Placeholder 2">
            <a:extLst>
              <a:ext uri="{FF2B5EF4-FFF2-40B4-BE49-F238E27FC236}">
                <a16:creationId xmlns:a16="http://schemas.microsoft.com/office/drawing/2014/main" id="{00AB91C9-D510-8BF7-99E5-AEF507E6594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BCB2A8D-6A5D-F876-BADE-6FFA7A1554A2}"/>
              </a:ext>
            </a:extLst>
          </p:cNvPr>
          <p:cNvPicPr>
            <a:picLocks noChangeAspect="1"/>
          </p:cNvPicPr>
          <p:nvPr/>
        </p:nvPicPr>
        <p:blipFill>
          <a:blip r:embed="rId2"/>
          <a:stretch>
            <a:fillRect/>
          </a:stretch>
        </p:blipFill>
        <p:spPr>
          <a:xfrm>
            <a:off x="3893604" y="502666"/>
            <a:ext cx="7826418" cy="5852667"/>
          </a:xfrm>
          <a:prstGeom prst="rect">
            <a:avLst/>
          </a:prstGeom>
        </p:spPr>
      </p:pic>
    </p:spTree>
    <p:extLst>
      <p:ext uri="{BB962C8B-B14F-4D97-AF65-F5344CB8AC3E}">
        <p14:creationId xmlns:p14="http://schemas.microsoft.com/office/powerpoint/2010/main" val="865898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2888-2147-C593-B94B-875601B90581}"/>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1BC02548-60E1-63BF-D99B-DA7DBE9F214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Tree>
    <p:extLst>
      <p:ext uri="{BB962C8B-B14F-4D97-AF65-F5344CB8AC3E}">
        <p14:creationId xmlns:p14="http://schemas.microsoft.com/office/powerpoint/2010/main" val="2435620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8882F-BDB6-095E-3FD1-C4AFE863E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E1C85-B715-6EDB-A1EB-AD4DCB9135E3}"/>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6281D63C-0DEB-C1F8-DAF3-B646B65C21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
        <p:nvSpPr>
          <p:cNvPr id="3" name="Rectangle 2">
            <a:extLst>
              <a:ext uri="{FF2B5EF4-FFF2-40B4-BE49-F238E27FC236}">
                <a16:creationId xmlns:a16="http://schemas.microsoft.com/office/drawing/2014/main" id="{37928675-9DF1-2FEE-35F0-17549949F344}"/>
              </a:ext>
            </a:extLst>
          </p:cNvPr>
          <p:cNvSpPr/>
          <p:nvPr/>
        </p:nvSpPr>
        <p:spPr>
          <a:xfrm>
            <a:off x="4076700" y="66675"/>
            <a:ext cx="1857375" cy="2984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531350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E9C52-EC5E-EC6B-8E76-FD12D4A47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B2261-8178-0D67-B35A-B883BA6E4327}"/>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B5230FFA-8BD0-2390-000A-8FB3D09765E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
        <p:nvSpPr>
          <p:cNvPr id="3" name="Rectangle 2">
            <a:extLst>
              <a:ext uri="{FF2B5EF4-FFF2-40B4-BE49-F238E27FC236}">
                <a16:creationId xmlns:a16="http://schemas.microsoft.com/office/drawing/2014/main" id="{65D41CB0-08BF-080E-F627-082FA141D52E}"/>
              </a:ext>
            </a:extLst>
          </p:cNvPr>
          <p:cNvSpPr/>
          <p:nvPr/>
        </p:nvSpPr>
        <p:spPr>
          <a:xfrm>
            <a:off x="3609974" y="66674"/>
            <a:ext cx="2790825" cy="589597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FB740475-2155-E79E-84D2-4A02416FD5FC}"/>
              </a:ext>
            </a:extLst>
          </p:cNvPr>
          <p:cNvSpPr txBox="1"/>
          <p:nvPr/>
        </p:nvSpPr>
        <p:spPr>
          <a:xfrm>
            <a:off x="6867522" y="1490008"/>
            <a:ext cx="3743327" cy="1938992"/>
          </a:xfrm>
          <a:prstGeom prst="rect">
            <a:avLst/>
          </a:prstGeom>
          <a:solidFill>
            <a:schemeClr val="bg1"/>
          </a:solidFill>
          <a:ln w="19050">
            <a:solidFill>
              <a:schemeClr val="tx1"/>
            </a:solidFill>
          </a:ln>
        </p:spPr>
        <p:txBody>
          <a:bodyPr wrap="square" rtlCol="0">
            <a:spAutoFit/>
          </a:bodyPr>
          <a:lstStyle/>
          <a:p>
            <a:r>
              <a:rPr lang="en-US" sz="2400" dirty="0"/>
              <a:t>Centre of mass mismatch between baseline and system. Adjusting this for the baseline fixes the offset in X, but not for Y</a:t>
            </a:r>
            <a:endParaRPr lang="en-NL" sz="2400" dirty="0"/>
          </a:p>
        </p:txBody>
      </p:sp>
    </p:spTree>
    <p:extLst>
      <p:ext uri="{BB962C8B-B14F-4D97-AF65-F5344CB8AC3E}">
        <p14:creationId xmlns:p14="http://schemas.microsoft.com/office/powerpoint/2010/main" val="3174473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4280-3FBC-447C-3FE7-D61B80F22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C9427-E1AA-7ED1-658B-722335D451F5}"/>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028021C1-BFF2-7719-2034-6320DBF6C6F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
        <p:nvSpPr>
          <p:cNvPr id="4" name="Rectangle 3">
            <a:extLst>
              <a:ext uri="{FF2B5EF4-FFF2-40B4-BE49-F238E27FC236}">
                <a16:creationId xmlns:a16="http://schemas.microsoft.com/office/drawing/2014/main" id="{A9809644-358F-1875-CEC4-D71A1719692F}"/>
              </a:ext>
            </a:extLst>
          </p:cNvPr>
          <p:cNvSpPr/>
          <p:nvPr/>
        </p:nvSpPr>
        <p:spPr>
          <a:xfrm>
            <a:off x="6981825" y="66675"/>
            <a:ext cx="1857375" cy="2984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93250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D161D-62C2-000E-2E77-0165CFD71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EFEF1-52AA-CB1E-A9B6-04B15F390233}"/>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D222DA01-32E3-67AE-FF4C-7A90FEE6CC0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
        <p:nvSpPr>
          <p:cNvPr id="4" name="Rectangle 3">
            <a:extLst>
              <a:ext uri="{FF2B5EF4-FFF2-40B4-BE49-F238E27FC236}">
                <a16:creationId xmlns:a16="http://schemas.microsoft.com/office/drawing/2014/main" id="{34FF3C20-4079-E2CC-E1E4-D49AFB27874B}"/>
              </a:ext>
            </a:extLst>
          </p:cNvPr>
          <p:cNvSpPr/>
          <p:nvPr/>
        </p:nvSpPr>
        <p:spPr>
          <a:xfrm>
            <a:off x="6519278" y="66674"/>
            <a:ext cx="2790825" cy="589597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A8AB44CD-CF5B-615D-FD7C-EE33D8C3A247}"/>
              </a:ext>
            </a:extLst>
          </p:cNvPr>
          <p:cNvSpPr txBox="1"/>
          <p:nvPr/>
        </p:nvSpPr>
        <p:spPr>
          <a:xfrm>
            <a:off x="2509251" y="1455648"/>
            <a:ext cx="3743327" cy="1200329"/>
          </a:xfrm>
          <a:prstGeom prst="rect">
            <a:avLst/>
          </a:prstGeom>
          <a:solidFill>
            <a:schemeClr val="bg1"/>
          </a:solidFill>
          <a:ln w="19050">
            <a:solidFill>
              <a:schemeClr val="tx1"/>
            </a:solidFill>
          </a:ln>
        </p:spPr>
        <p:txBody>
          <a:bodyPr wrap="square" rtlCol="0">
            <a:spAutoFit/>
          </a:bodyPr>
          <a:lstStyle/>
          <a:p>
            <a:r>
              <a:rPr lang="en-US" sz="2400" dirty="0"/>
              <a:t>Adding the absorber to the baseline fixes the Y offset but not the X offset</a:t>
            </a:r>
            <a:endParaRPr lang="en-NL" sz="2400" dirty="0"/>
          </a:p>
        </p:txBody>
      </p:sp>
    </p:spTree>
    <p:extLst>
      <p:ext uri="{BB962C8B-B14F-4D97-AF65-F5344CB8AC3E}">
        <p14:creationId xmlns:p14="http://schemas.microsoft.com/office/powerpoint/2010/main" val="625386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F7A4-36A2-6364-3DE5-19EDD58E5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33F45-0260-DB08-9B38-2F2BC4939385}"/>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891777D8-1B7F-2D95-FAFA-A2F74564D45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482"/>
          <a:stretch>
            <a:fillRect/>
          </a:stretch>
        </p:blipFill>
        <p:spPr>
          <a:xfrm>
            <a:off x="0" y="0"/>
            <a:ext cx="12181308" cy="6696075"/>
          </a:xfrm>
          <a:prstGeom prst="rect">
            <a:avLst/>
          </a:prstGeom>
        </p:spPr>
      </p:pic>
      <p:sp>
        <p:nvSpPr>
          <p:cNvPr id="4" name="TextBox 3">
            <a:extLst>
              <a:ext uri="{FF2B5EF4-FFF2-40B4-BE49-F238E27FC236}">
                <a16:creationId xmlns:a16="http://schemas.microsoft.com/office/drawing/2014/main" id="{1203B211-E665-73E4-77EE-E878C6C2673E}"/>
              </a:ext>
            </a:extLst>
          </p:cNvPr>
          <p:cNvSpPr txBox="1"/>
          <p:nvPr/>
        </p:nvSpPr>
        <p:spPr>
          <a:xfrm>
            <a:off x="5514972" y="721192"/>
            <a:ext cx="3743327" cy="1938992"/>
          </a:xfrm>
          <a:prstGeom prst="rect">
            <a:avLst/>
          </a:prstGeom>
          <a:solidFill>
            <a:schemeClr val="bg1"/>
          </a:solidFill>
          <a:ln w="19050">
            <a:solidFill>
              <a:schemeClr val="tx1"/>
            </a:solidFill>
          </a:ln>
        </p:spPr>
        <p:txBody>
          <a:bodyPr wrap="square" rtlCol="0">
            <a:spAutoFit/>
          </a:bodyPr>
          <a:lstStyle/>
          <a:p>
            <a:r>
              <a:rPr lang="en-US" sz="2400" dirty="0"/>
              <a:t>Adding both gives us back the system with MSD </a:t>
            </a:r>
            <a:r>
              <a:rPr lang="en-US" sz="2400" dirty="0">
                <a:sym typeface="Wingdings" panose="05000000000000000000" pitchFamily="2" charset="2"/>
              </a:rPr>
              <a:t> no offset</a:t>
            </a:r>
          </a:p>
          <a:p>
            <a:r>
              <a:rPr lang="en-US" sz="2400" dirty="0">
                <a:sym typeface="Wingdings" panose="05000000000000000000" pitchFamily="2" charset="2"/>
              </a:rPr>
              <a:t>Since baseline model = system</a:t>
            </a:r>
            <a:endParaRPr lang="en-NL" sz="2400" dirty="0"/>
          </a:p>
        </p:txBody>
      </p:sp>
    </p:spTree>
    <p:extLst>
      <p:ext uri="{BB962C8B-B14F-4D97-AF65-F5344CB8AC3E}">
        <p14:creationId xmlns:p14="http://schemas.microsoft.com/office/powerpoint/2010/main" val="66152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0FDD-CC2A-249C-E620-77ED031CEBAC}"/>
              </a:ext>
            </a:extLst>
          </p:cNvPr>
          <p:cNvSpPr>
            <a:spLocks noGrp="1"/>
          </p:cNvSpPr>
          <p:nvPr>
            <p:ph type="title"/>
          </p:nvPr>
        </p:nvSpPr>
        <p:spPr>
          <a:xfrm>
            <a:off x="0" y="-180975"/>
            <a:ext cx="10515600" cy="1325563"/>
          </a:xfrm>
        </p:spPr>
        <p:txBody>
          <a:bodyPr/>
          <a:lstStyle/>
          <a:p>
            <a:r>
              <a:rPr lang="en-US" dirty="0"/>
              <a:t>Centre of mass mismatch</a:t>
            </a:r>
            <a:endParaRPr lang="en-NL" dirty="0"/>
          </a:p>
        </p:txBody>
      </p:sp>
      <p:sp>
        <p:nvSpPr>
          <p:cNvPr id="3" name="Content Placeholder 2">
            <a:extLst>
              <a:ext uri="{FF2B5EF4-FFF2-40B4-BE49-F238E27FC236}">
                <a16:creationId xmlns:a16="http://schemas.microsoft.com/office/drawing/2014/main" id="{673DCE4E-148A-7B7F-C559-3094493E083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5B0B6F7-0736-F635-72E0-008ED644B350}"/>
              </a:ext>
            </a:extLst>
          </p:cNvPr>
          <p:cNvPicPr>
            <a:picLocks noChangeAspect="1"/>
          </p:cNvPicPr>
          <p:nvPr/>
        </p:nvPicPr>
        <p:blipFill>
          <a:blip r:embed="rId3"/>
          <a:stretch>
            <a:fillRect/>
          </a:stretch>
        </p:blipFill>
        <p:spPr>
          <a:xfrm>
            <a:off x="1253380" y="1034998"/>
            <a:ext cx="10515600" cy="5823002"/>
          </a:xfrm>
          <a:prstGeom prst="rect">
            <a:avLst/>
          </a:prstGeom>
        </p:spPr>
      </p:pic>
    </p:spTree>
    <p:extLst>
      <p:ext uri="{BB962C8B-B14F-4D97-AF65-F5344CB8AC3E}">
        <p14:creationId xmlns:p14="http://schemas.microsoft.com/office/powerpoint/2010/main" val="3043921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18191-5BA3-9C25-21F6-37DFD2A319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7C3B484-EC60-B2CD-F24A-5F4F451D8C0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2B43AA2-EEA3-BCED-1879-8D843EA7BF67}"/>
              </a:ext>
            </a:extLst>
          </p:cNvPr>
          <p:cNvPicPr>
            <a:picLocks noChangeAspect="1"/>
          </p:cNvPicPr>
          <p:nvPr/>
        </p:nvPicPr>
        <p:blipFill>
          <a:blip r:embed="rId3"/>
          <a:stretch>
            <a:fillRect/>
          </a:stretch>
        </p:blipFill>
        <p:spPr>
          <a:xfrm>
            <a:off x="0" y="1264667"/>
            <a:ext cx="11524016" cy="4109745"/>
          </a:xfrm>
          <a:prstGeom prst="rect">
            <a:avLst/>
          </a:prstGeom>
        </p:spPr>
      </p:pic>
    </p:spTree>
    <p:extLst>
      <p:ext uri="{BB962C8B-B14F-4D97-AF65-F5344CB8AC3E}">
        <p14:creationId xmlns:p14="http://schemas.microsoft.com/office/powerpoint/2010/main" val="98233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9A59-17A4-D482-6D21-4C4CA58774E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74D8D89-E3F1-A023-393D-14414CCE51E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20462" y="0"/>
            <a:ext cx="9671538" cy="6858000"/>
          </a:xfrm>
          <a:prstGeom prst="rect">
            <a:avLst/>
          </a:prstGeom>
        </p:spPr>
      </p:pic>
      <p:sp>
        <p:nvSpPr>
          <p:cNvPr id="3" name="Content Placeholder 2">
            <a:extLst>
              <a:ext uri="{FF2B5EF4-FFF2-40B4-BE49-F238E27FC236}">
                <a16:creationId xmlns:a16="http://schemas.microsoft.com/office/drawing/2014/main" id="{947F9708-3BA9-9F54-B154-800A557D6367}"/>
              </a:ext>
            </a:extLst>
          </p:cNvPr>
          <p:cNvSpPr txBox="1">
            <a:spLocks/>
          </p:cNvSpPr>
          <p:nvPr/>
        </p:nvSpPr>
        <p:spPr>
          <a:xfrm>
            <a:off x="-161925" y="1473200"/>
            <a:ext cx="256222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Difference between </a:t>
            </a:r>
            <a:r>
              <a:rPr lang="en-US" dirty="0" err="1"/>
              <a:t>Gtruth-Gbaseline</a:t>
            </a:r>
            <a:endParaRPr lang="en-US" dirty="0"/>
          </a:p>
          <a:p>
            <a:r>
              <a:rPr lang="en-US" dirty="0"/>
              <a:t>Added absorber resonance peak in Y</a:t>
            </a:r>
          </a:p>
          <a:p>
            <a:r>
              <a:rPr lang="en-US" dirty="0"/>
              <a:t>Highest mismatch in Theta</a:t>
            </a:r>
            <a:endParaRPr lang="en-NL" dirty="0"/>
          </a:p>
        </p:txBody>
      </p:sp>
    </p:spTree>
    <p:extLst>
      <p:ext uri="{BB962C8B-B14F-4D97-AF65-F5344CB8AC3E}">
        <p14:creationId xmlns:p14="http://schemas.microsoft.com/office/powerpoint/2010/main" val="90246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7398-20BD-29E1-83C7-4F58A5C3CC03}"/>
              </a:ext>
            </a:extLst>
          </p:cNvPr>
          <p:cNvSpPr>
            <a:spLocks noGrp="1"/>
          </p:cNvSpPr>
          <p:nvPr>
            <p:ph type="title"/>
          </p:nvPr>
        </p:nvSpPr>
        <p:spPr>
          <a:xfrm>
            <a:off x="114300" y="155575"/>
            <a:ext cx="10515600" cy="1325563"/>
          </a:xfrm>
        </p:spPr>
        <p:txBody>
          <a:bodyPr/>
          <a:lstStyle/>
          <a:p>
            <a:r>
              <a:rPr lang="en-US" dirty="0"/>
              <a:t>Adding stiffness did not fix the offset issue</a:t>
            </a:r>
            <a:endParaRPr lang="en-NL" dirty="0"/>
          </a:p>
        </p:txBody>
      </p:sp>
      <p:pic>
        <p:nvPicPr>
          <p:cNvPr id="5" name="Content Placeholder 4">
            <a:extLst>
              <a:ext uri="{FF2B5EF4-FFF2-40B4-BE49-F238E27FC236}">
                <a16:creationId xmlns:a16="http://schemas.microsoft.com/office/drawing/2014/main" id="{33883F97-20A7-995F-3111-355AD9AB03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8100" y="1231146"/>
            <a:ext cx="8343900" cy="5626854"/>
          </a:xfrm>
          <a:prstGeom prst="rect">
            <a:avLst/>
          </a:prstGeom>
        </p:spPr>
      </p:pic>
      <p:sp>
        <p:nvSpPr>
          <p:cNvPr id="6" name="TextBox 5">
            <a:extLst>
              <a:ext uri="{FF2B5EF4-FFF2-40B4-BE49-F238E27FC236}">
                <a16:creationId xmlns:a16="http://schemas.microsoft.com/office/drawing/2014/main" id="{93807A34-1117-7617-CF28-FBE25DC58044}"/>
              </a:ext>
            </a:extLst>
          </p:cNvPr>
          <p:cNvSpPr txBox="1"/>
          <p:nvPr/>
        </p:nvSpPr>
        <p:spPr>
          <a:xfrm>
            <a:off x="114300" y="1481138"/>
            <a:ext cx="3371850" cy="1938992"/>
          </a:xfrm>
          <a:prstGeom prst="rect">
            <a:avLst/>
          </a:prstGeom>
          <a:noFill/>
        </p:spPr>
        <p:txBody>
          <a:bodyPr wrap="square" rtlCol="0">
            <a:spAutoFit/>
          </a:bodyPr>
          <a:lstStyle/>
          <a:p>
            <a:r>
              <a:rPr lang="en-US" sz="2400" dirty="0"/>
              <a:t>Adding </a:t>
            </a:r>
            <a:r>
              <a:rPr lang="en-US" sz="2400" dirty="0" err="1"/>
              <a:t>stiffnes</a:t>
            </a:r>
            <a:r>
              <a:rPr lang="en-US" sz="2400" dirty="0"/>
              <a:t> to X and Y to both the model AND system</a:t>
            </a:r>
          </a:p>
          <a:p>
            <a:r>
              <a:rPr lang="en-US" sz="2400" dirty="0">
                <a:sym typeface="Wingdings" panose="05000000000000000000" pitchFamily="2" charset="2"/>
              </a:rPr>
              <a:t> D</a:t>
            </a:r>
            <a:r>
              <a:rPr lang="en-US" sz="2400" dirty="0"/>
              <a:t>oes not remove the offset</a:t>
            </a:r>
            <a:endParaRPr lang="en-NL" sz="2400" dirty="0"/>
          </a:p>
        </p:txBody>
      </p:sp>
    </p:spTree>
    <p:extLst>
      <p:ext uri="{BB962C8B-B14F-4D97-AF65-F5344CB8AC3E}">
        <p14:creationId xmlns:p14="http://schemas.microsoft.com/office/powerpoint/2010/main" val="1861608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a:xfrm>
            <a:off x="85845" y="72520"/>
            <a:ext cx="5909841" cy="1432189"/>
          </a:xfrm>
        </p:spPr>
        <p:txBody>
          <a:bodyPr>
            <a:normAutofit fontScale="90000"/>
          </a:bodyPr>
          <a:lstStyle/>
          <a:p>
            <a:r>
              <a:rPr lang="en-US" dirty="0"/>
              <a:t>Compare ANN output against perfect correction</a:t>
            </a:r>
            <a:endParaRPr lang="en-NL" dirty="0"/>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3822"/>
          <a:stretch>
            <a:fillRect/>
          </a:stretch>
        </p:blipFill>
        <p:spPr>
          <a:xfrm>
            <a:off x="6096000" y="0"/>
            <a:ext cx="6096000" cy="6801107"/>
          </a:xfrm>
          <a:prstGeom prst="rect">
            <a:avLst/>
          </a:prstGeom>
        </p:spPr>
      </p:pic>
      <p:sp>
        <p:nvSpPr>
          <p:cNvPr id="3" name="TextBox 2">
            <a:extLst>
              <a:ext uri="{FF2B5EF4-FFF2-40B4-BE49-F238E27FC236}">
                <a16:creationId xmlns:a16="http://schemas.microsoft.com/office/drawing/2014/main" id="{E563A7E4-53D1-A69D-2F7A-1172001DDD11}"/>
              </a:ext>
            </a:extLst>
          </p:cNvPr>
          <p:cNvSpPr txBox="1"/>
          <p:nvPr/>
        </p:nvSpPr>
        <p:spPr>
          <a:xfrm>
            <a:off x="0" y="1504709"/>
            <a:ext cx="6667018"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t>For reference: </a:t>
            </a:r>
          </a:p>
          <a:p>
            <a:pPr marL="742950" lvl="1" indent="-285750">
              <a:buFont typeface="Arial" panose="020B0604020202020204" pitchFamily="34" charset="0"/>
              <a:buChar char="•"/>
            </a:pPr>
            <a:r>
              <a:rPr lang="en-US" sz="3200" dirty="0"/>
              <a:t>The correct correction for the ANN is zero-mean</a:t>
            </a:r>
          </a:p>
          <a:p>
            <a:pPr marL="285750" indent="-285750">
              <a:buFont typeface="Arial" panose="020B0604020202020204" pitchFamily="34" charset="0"/>
              <a:buChar char="•"/>
            </a:pPr>
            <a:r>
              <a:rPr lang="en-US" sz="3200" dirty="0"/>
              <a:t>Truth - baseline = zero-mean</a:t>
            </a:r>
          </a:p>
          <a:p>
            <a:endParaRPr lang="en-US" sz="3200" dirty="0"/>
          </a:p>
          <a:p>
            <a:endParaRPr lang="en-NL" sz="3200" dirty="0"/>
          </a:p>
        </p:txBody>
      </p:sp>
    </p:spTree>
    <p:extLst>
      <p:ext uri="{BB962C8B-B14F-4D97-AF65-F5344CB8AC3E}">
        <p14:creationId xmlns:p14="http://schemas.microsoft.com/office/powerpoint/2010/main" val="2555049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3E65D-0710-1B93-1D62-7E5EB4C55A8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D659B4-2313-9203-63FE-D5092D03C70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3DE7FB7-E113-5155-2608-1FC54A81C30F}"/>
              </a:ext>
            </a:extLst>
          </p:cNvPr>
          <p:cNvPicPr>
            <a:picLocks noChangeAspect="1"/>
          </p:cNvPicPr>
          <p:nvPr/>
        </p:nvPicPr>
        <p:blipFill>
          <a:blip r:embed="rId3"/>
          <a:stretch>
            <a:fillRect/>
          </a:stretch>
        </p:blipFill>
        <p:spPr>
          <a:xfrm>
            <a:off x="0" y="1212272"/>
            <a:ext cx="12192000" cy="4433455"/>
          </a:xfrm>
          <a:prstGeom prst="rect">
            <a:avLst/>
          </a:prstGeom>
        </p:spPr>
      </p:pic>
    </p:spTree>
    <p:extLst>
      <p:ext uri="{BB962C8B-B14F-4D97-AF65-F5344CB8AC3E}">
        <p14:creationId xmlns:p14="http://schemas.microsoft.com/office/powerpoint/2010/main" val="3438910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8941-461B-0595-5131-5F79070AEEE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5C9D172-B660-6859-3D5B-4EDCDAAA9AB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4DDCCBD-C20E-4A87-E34A-37D37CEB85CD}"/>
              </a:ext>
            </a:extLst>
          </p:cNvPr>
          <p:cNvPicPr>
            <a:picLocks noChangeAspect="1"/>
          </p:cNvPicPr>
          <p:nvPr/>
        </p:nvPicPr>
        <p:blipFill>
          <a:blip r:embed="rId3"/>
          <a:stretch>
            <a:fillRect/>
          </a:stretch>
        </p:blipFill>
        <p:spPr>
          <a:xfrm>
            <a:off x="12290" y="0"/>
            <a:ext cx="12167419" cy="6858000"/>
          </a:xfrm>
          <a:prstGeom prst="rect">
            <a:avLst/>
          </a:prstGeom>
        </p:spPr>
      </p:pic>
    </p:spTree>
    <p:extLst>
      <p:ext uri="{BB962C8B-B14F-4D97-AF65-F5344CB8AC3E}">
        <p14:creationId xmlns:p14="http://schemas.microsoft.com/office/powerpoint/2010/main" val="4143775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EEF0-7616-18C1-32EF-9091D1EF7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323B5-FDB7-0365-62AF-E89D61F8CE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8A4A062-A24E-D6F7-F495-4D323DF7FC6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BDFE515-8655-8EAD-AD1B-7D91A5934E13}"/>
              </a:ext>
            </a:extLst>
          </p:cNvPr>
          <p:cNvPicPr>
            <a:picLocks noChangeAspect="1"/>
          </p:cNvPicPr>
          <p:nvPr/>
        </p:nvPicPr>
        <p:blipFill>
          <a:blip r:embed="rId3"/>
          <a:stretch>
            <a:fillRect/>
          </a:stretch>
        </p:blipFill>
        <p:spPr>
          <a:xfrm>
            <a:off x="12290" y="0"/>
            <a:ext cx="12167419" cy="6858000"/>
          </a:xfrm>
          <a:prstGeom prst="rect">
            <a:avLst/>
          </a:prstGeom>
        </p:spPr>
      </p:pic>
      <p:sp>
        <p:nvSpPr>
          <p:cNvPr id="6" name="TextBox 5">
            <a:extLst>
              <a:ext uri="{FF2B5EF4-FFF2-40B4-BE49-F238E27FC236}">
                <a16:creationId xmlns:a16="http://schemas.microsoft.com/office/drawing/2014/main" id="{FE2B327F-AA72-2165-9F8D-D9ADB7B710F4}"/>
              </a:ext>
            </a:extLst>
          </p:cNvPr>
          <p:cNvSpPr txBox="1"/>
          <p:nvPr/>
        </p:nvSpPr>
        <p:spPr>
          <a:xfrm>
            <a:off x="5800725" y="1027906"/>
            <a:ext cx="6096000" cy="3539430"/>
          </a:xfrm>
          <a:prstGeom prst="rect">
            <a:avLst/>
          </a:prstGeom>
          <a:solidFill>
            <a:schemeClr val="bg1"/>
          </a:solidFill>
          <a:ln>
            <a:solidFill>
              <a:schemeClr val="tx1"/>
            </a:solidFill>
          </a:ln>
        </p:spPr>
        <p:txBody>
          <a:bodyPr wrap="square">
            <a:spAutoFit/>
          </a:bodyPr>
          <a:lstStyle/>
          <a:p>
            <a:r>
              <a:rPr lang="en-NL" sz="2800" dirty="0"/>
              <a:t>The model cannot represent the absorber's momentum at the window start. That missing momentum appears as a velocity deficit on the payload, and because Y has no restoring force it integrates over the window rather than decaying, producing a per-window offset</a:t>
            </a:r>
            <a:r>
              <a:rPr lang="en-US" sz="2800" dirty="0"/>
              <a:t>.</a:t>
            </a:r>
            <a:endParaRPr lang="en-NL" sz="2800" dirty="0"/>
          </a:p>
        </p:txBody>
      </p:sp>
    </p:spTree>
    <p:extLst>
      <p:ext uri="{BB962C8B-B14F-4D97-AF65-F5344CB8AC3E}">
        <p14:creationId xmlns:p14="http://schemas.microsoft.com/office/powerpoint/2010/main" val="41461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C363-C272-354B-9D45-0EA6FF82CA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218A486-6D3F-AFCD-0B44-157BDED2922A}"/>
              </a:ext>
            </a:extLst>
          </p:cNvPr>
          <p:cNvSpPr>
            <a:spLocks noGrp="1"/>
          </p:cNvSpPr>
          <p:nvPr>
            <p:ph idx="1"/>
          </p:nvPr>
        </p:nvSpPr>
        <p:spPr/>
        <p:txBody>
          <a:bodyPr/>
          <a:lstStyle/>
          <a:p>
            <a:r>
              <a:rPr lang="en-US" dirty="0"/>
              <a:t>The per-window training target is not the augmentation error. It is dominated by an unmodelled initial condition, and because Y has no restoring force that IC error integrates over the window instead of decaying.</a:t>
            </a:r>
            <a:endParaRPr lang="en-NL" dirty="0"/>
          </a:p>
        </p:txBody>
      </p:sp>
    </p:spTree>
    <p:extLst>
      <p:ext uri="{BB962C8B-B14F-4D97-AF65-F5344CB8AC3E}">
        <p14:creationId xmlns:p14="http://schemas.microsoft.com/office/powerpoint/2010/main" val="2235928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7EEA-71D6-F130-4D9E-8DED20BA5DAB}"/>
              </a:ext>
            </a:extLst>
          </p:cNvPr>
          <p:cNvSpPr>
            <a:spLocks noGrp="1"/>
          </p:cNvSpPr>
          <p:nvPr>
            <p:ph type="title"/>
          </p:nvPr>
        </p:nvSpPr>
        <p:spPr/>
        <p:txBody>
          <a:bodyPr/>
          <a:lstStyle/>
          <a:p>
            <a:r>
              <a:rPr lang="en-US" dirty="0"/>
              <a:t>On standstill trajectories</a:t>
            </a:r>
            <a:br>
              <a:rPr lang="en-US" dirty="0"/>
            </a:br>
            <a:r>
              <a:rPr lang="en-US" dirty="0"/>
              <a:t>Only </a:t>
            </a:r>
            <a:r>
              <a:rPr lang="en-US" dirty="0" err="1"/>
              <a:t>multisine</a:t>
            </a:r>
            <a:r>
              <a:rPr lang="en-US" dirty="0"/>
              <a:t> excitation</a:t>
            </a:r>
            <a:endParaRPr lang="en-NL" dirty="0"/>
          </a:p>
        </p:txBody>
      </p:sp>
      <p:sp>
        <p:nvSpPr>
          <p:cNvPr id="3" name="Content Placeholder 2">
            <a:extLst>
              <a:ext uri="{FF2B5EF4-FFF2-40B4-BE49-F238E27FC236}">
                <a16:creationId xmlns:a16="http://schemas.microsoft.com/office/drawing/2014/main" id="{1072A136-195A-92D2-B829-4CDAD26CF5AE}"/>
              </a:ext>
            </a:extLst>
          </p:cNvPr>
          <p:cNvSpPr>
            <a:spLocks noGrp="1"/>
          </p:cNvSpPr>
          <p:nvPr>
            <p:ph idx="1"/>
          </p:nvPr>
        </p:nvSpPr>
        <p:spPr/>
        <p:txBody>
          <a:bodyPr/>
          <a:lstStyle/>
          <a:p>
            <a:r>
              <a:rPr lang="en-US" dirty="0"/>
              <a:t>1. On Y the offset is gone, for every arm. All trailing means are ~2e-09 m. So by the criterion as stated, Y is clean. But note this was already true of base3: a free replay from the rest IC has no absorber initial-condition deficit, so the Y error is oscillatory with near-zero mean. The stage-1 1.0278e-04 was a seeded per-window quantity, not this one.</a:t>
            </a:r>
            <a:endParaRPr lang="en-NL" dirty="0"/>
          </a:p>
        </p:txBody>
      </p:sp>
    </p:spTree>
    <p:extLst>
      <p:ext uri="{BB962C8B-B14F-4D97-AF65-F5344CB8AC3E}">
        <p14:creationId xmlns:p14="http://schemas.microsoft.com/office/powerpoint/2010/main" val="4066880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EA49-F264-3850-01E8-0626A2CBEFBB}"/>
              </a:ext>
            </a:extLst>
          </p:cNvPr>
          <p:cNvSpPr>
            <a:spLocks noGrp="1"/>
          </p:cNvSpPr>
          <p:nvPr>
            <p:ph type="title"/>
          </p:nvPr>
        </p:nvSpPr>
        <p:spPr/>
        <p:txBody>
          <a:bodyPr/>
          <a:lstStyle/>
          <a:p>
            <a:r>
              <a:rPr lang="en-US" dirty="0"/>
              <a:t>What is causing this problem</a:t>
            </a:r>
            <a:endParaRPr lang="en-NL" dirty="0"/>
          </a:p>
        </p:txBody>
      </p:sp>
      <p:sp>
        <p:nvSpPr>
          <p:cNvPr id="3" name="Content Placeholder 2">
            <a:extLst>
              <a:ext uri="{FF2B5EF4-FFF2-40B4-BE49-F238E27FC236}">
                <a16:creationId xmlns:a16="http://schemas.microsoft.com/office/drawing/2014/main" id="{2FCC79A9-B81D-BEC3-2B8E-12421E10C49D}"/>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862231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5C0C-48CF-6C08-8A93-47B5CD5476F8}"/>
              </a:ext>
            </a:extLst>
          </p:cNvPr>
          <p:cNvSpPr>
            <a:spLocks noGrp="1"/>
          </p:cNvSpPr>
          <p:nvPr>
            <p:ph type="title"/>
          </p:nvPr>
        </p:nvSpPr>
        <p:spPr/>
        <p:txBody>
          <a:bodyPr/>
          <a:lstStyle/>
          <a:p>
            <a:r>
              <a:rPr lang="en-US" dirty="0"/>
              <a:t>Why is ANN only not training?</a:t>
            </a:r>
            <a:endParaRPr lang="en-NL" dirty="0"/>
          </a:p>
        </p:txBody>
      </p:sp>
      <p:sp>
        <p:nvSpPr>
          <p:cNvPr id="3" name="Content Placeholder 2">
            <a:extLst>
              <a:ext uri="{FF2B5EF4-FFF2-40B4-BE49-F238E27FC236}">
                <a16:creationId xmlns:a16="http://schemas.microsoft.com/office/drawing/2014/main" id="{0A00E6AA-6AED-B819-1B04-C0B839AA56D9}"/>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2186693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6A6C-FB6B-C55D-3C8D-5CB57C604A08}"/>
              </a:ext>
            </a:extLst>
          </p:cNvPr>
          <p:cNvSpPr>
            <a:spLocks noGrp="1"/>
          </p:cNvSpPr>
          <p:nvPr>
            <p:ph type="title"/>
          </p:nvPr>
        </p:nvSpPr>
        <p:spPr/>
        <p:txBody>
          <a:bodyPr/>
          <a:lstStyle/>
          <a:p>
            <a:r>
              <a:rPr lang="en-US" dirty="0"/>
              <a:t>Coulomb friction worth discussing?</a:t>
            </a:r>
            <a:endParaRPr lang="en-NL" dirty="0"/>
          </a:p>
        </p:txBody>
      </p:sp>
      <p:sp>
        <p:nvSpPr>
          <p:cNvPr id="3" name="Content Placeholder 2">
            <a:extLst>
              <a:ext uri="{FF2B5EF4-FFF2-40B4-BE49-F238E27FC236}">
                <a16:creationId xmlns:a16="http://schemas.microsoft.com/office/drawing/2014/main" id="{A1F3F1B5-206E-05B7-00D9-3BABE424F8A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03691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07CB-95C1-82AB-5F05-8E3D5E5C1076}"/>
              </a:ext>
            </a:extLst>
          </p:cNvPr>
          <p:cNvSpPr>
            <a:spLocks noGrp="1"/>
          </p:cNvSpPr>
          <p:nvPr>
            <p:ph type="title"/>
          </p:nvPr>
        </p:nvSpPr>
        <p:spPr/>
        <p:txBody>
          <a:bodyPr/>
          <a:lstStyle/>
          <a:p>
            <a:r>
              <a:rPr lang="en-US" dirty="0"/>
              <a:t>Look at other slides saved.</a:t>
            </a:r>
            <a:endParaRPr lang="en-NL" dirty="0"/>
          </a:p>
        </p:txBody>
      </p:sp>
      <p:sp>
        <p:nvSpPr>
          <p:cNvPr id="3" name="Content Placeholder 2">
            <a:extLst>
              <a:ext uri="{FF2B5EF4-FFF2-40B4-BE49-F238E27FC236}">
                <a16:creationId xmlns:a16="http://schemas.microsoft.com/office/drawing/2014/main" id="{432F0912-CAF6-4DB1-395F-6648C8004E3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20819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4E4F-4148-1E37-46C2-C665E3AF28C6}"/>
              </a:ext>
            </a:extLst>
          </p:cNvPr>
          <p:cNvSpPr>
            <a:spLocks noGrp="1"/>
          </p:cNvSpPr>
          <p:nvPr>
            <p:ph type="title"/>
          </p:nvPr>
        </p:nvSpPr>
        <p:spPr/>
        <p:txBody>
          <a:bodyPr/>
          <a:lstStyle/>
          <a:p>
            <a:r>
              <a:rPr lang="en-US" dirty="0"/>
              <a:t>Velocity routing like Roland said…</a:t>
            </a:r>
            <a:endParaRPr lang="en-NL" dirty="0"/>
          </a:p>
        </p:txBody>
      </p:sp>
      <p:sp>
        <p:nvSpPr>
          <p:cNvPr id="3" name="Content Placeholder 2">
            <a:extLst>
              <a:ext uri="{FF2B5EF4-FFF2-40B4-BE49-F238E27FC236}">
                <a16:creationId xmlns:a16="http://schemas.microsoft.com/office/drawing/2014/main" id="{07204244-90B0-610F-26B6-EB54322EC3D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92550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EBD2-96AD-4903-C9A2-80E401228E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3DB1DE1-4D6A-1D5B-7258-1D37DA4B133E}"/>
              </a:ext>
            </a:extLst>
          </p:cNvPr>
          <p:cNvSpPr>
            <a:spLocks noGrp="1"/>
          </p:cNvSpPr>
          <p:nvPr>
            <p:ph idx="1"/>
          </p:nvPr>
        </p:nvSpPr>
        <p:spPr/>
        <p:txBody>
          <a:bodyPr/>
          <a:lstStyle/>
          <a:p>
            <a:r>
              <a:rPr lang="en-US" dirty="0"/>
              <a:t>That is, I think, the reconciliation with your supervisor. The offset is gone from the model: seeded exactly, the settled DC drops 1.9556e-03 → 1.1504e-09 m and becomes seed-time independent. But the encoder's x0 estimate is not exact, and an x0 error on a K = 0 axis integrates exactly the way the absorber momentum deficit used to</a:t>
            </a:r>
            <a:endParaRPr lang="en-NL" dirty="0"/>
          </a:p>
        </p:txBody>
      </p:sp>
    </p:spTree>
    <p:extLst>
      <p:ext uri="{BB962C8B-B14F-4D97-AF65-F5344CB8AC3E}">
        <p14:creationId xmlns:p14="http://schemas.microsoft.com/office/powerpoint/2010/main" val="1913235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CB5D-AEE4-7C26-1EA5-72E44502FF6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374B2AC-6762-3B53-5257-8497E02436F6}"/>
              </a:ext>
            </a:extLst>
          </p:cNvPr>
          <p:cNvSpPr>
            <a:spLocks noGrp="1"/>
          </p:cNvSpPr>
          <p:nvPr>
            <p:ph idx="1"/>
          </p:nvPr>
        </p:nvSpPr>
        <p:spPr/>
        <p:txBody>
          <a:bodyPr/>
          <a:lstStyle/>
          <a:p>
            <a:r>
              <a:rPr lang="en-US" dirty="0"/>
              <a:t>i.e. proportional to the mismatch in absorber velocity at that window's start, </a:t>
            </a:r>
            <a:r>
              <a:rPr lang="en-US" dirty="0" err="1"/>
              <a:t>vdelta_a_true</a:t>
            </a:r>
            <a:r>
              <a:rPr lang="en-US" dirty="0"/>
              <a:t>(</a:t>
            </a:r>
            <a:r>
              <a:rPr lang="en-US" dirty="0" err="1"/>
              <a:t>s_i</a:t>
            </a:r>
            <a:r>
              <a:rPr lang="en-US" dirty="0"/>
              <a:t>) - </a:t>
            </a:r>
            <a:r>
              <a:rPr lang="en-US" dirty="0" err="1"/>
              <a:t>vdelta_a_model</a:t>
            </a:r>
            <a:r>
              <a:rPr lang="en-US" dirty="0"/>
              <a:t>(</a:t>
            </a:r>
            <a:r>
              <a:rPr lang="en-US" dirty="0" err="1"/>
              <a:t>s_i</a:t>
            </a:r>
            <a:r>
              <a:rPr lang="en-US" dirty="0"/>
              <a:t>).</a:t>
            </a:r>
            <a:endParaRPr lang="en-NL" dirty="0"/>
          </a:p>
        </p:txBody>
      </p:sp>
    </p:spTree>
    <p:extLst>
      <p:ext uri="{BB962C8B-B14F-4D97-AF65-F5344CB8AC3E}">
        <p14:creationId xmlns:p14="http://schemas.microsoft.com/office/powerpoint/2010/main" val="3027054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CAFF8-5405-82B3-4905-3913493222D8}"/>
              </a:ext>
            </a:extLst>
          </p:cNvPr>
          <p:cNvSpPr>
            <a:spLocks noGrp="1"/>
          </p:cNvSpPr>
          <p:nvPr>
            <p:ph type="title"/>
          </p:nvPr>
        </p:nvSpPr>
        <p:spPr/>
        <p:txBody>
          <a:bodyPr/>
          <a:lstStyle/>
          <a:p>
            <a:r>
              <a:rPr lang="en-US" dirty="0"/>
              <a:t>ANN only training</a:t>
            </a:r>
            <a:endParaRPr lang="en-NL" dirty="0"/>
          </a:p>
        </p:txBody>
      </p:sp>
      <p:sp>
        <p:nvSpPr>
          <p:cNvPr id="3" name="Content Placeholder 2">
            <a:extLst>
              <a:ext uri="{FF2B5EF4-FFF2-40B4-BE49-F238E27FC236}">
                <a16:creationId xmlns:a16="http://schemas.microsoft.com/office/drawing/2014/main" id="{52537412-17DD-95AF-E06D-5CDF58317624}"/>
              </a:ext>
            </a:extLst>
          </p:cNvPr>
          <p:cNvSpPr>
            <a:spLocks noGrp="1"/>
          </p:cNvSpPr>
          <p:nvPr>
            <p:ph idx="1"/>
          </p:nvPr>
        </p:nvSpPr>
        <p:spPr/>
        <p:txBody>
          <a:bodyPr/>
          <a:lstStyle/>
          <a:p>
            <a:r>
              <a:rPr lang="en-US" dirty="0"/>
              <a:t>Random </a:t>
            </a:r>
            <a:r>
              <a:rPr lang="en-US" dirty="0" err="1"/>
              <a:t>init</a:t>
            </a:r>
            <a:r>
              <a:rPr lang="en-US" dirty="0"/>
              <a:t>: the network starts from random weights and has to discover the plant's dynamics by gradient descent.</a:t>
            </a:r>
          </a:p>
          <a:p>
            <a:r>
              <a:rPr lang="en-US" dirty="0"/>
              <a:t>BLA </a:t>
            </a:r>
            <a:r>
              <a:rPr lang="en-US" dirty="0" err="1"/>
              <a:t>init</a:t>
            </a:r>
            <a:r>
              <a:rPr lang="en-US" dirty="0"/>
              <a:t>: a linear model is first identified from the same input-output data by subspace identification, then written into the network, so training starts from the best linear description of the plant instead of from noise.</a:t>
            </a:r>
          </a:p>
          <a:p>
            <a:r>
              <a:rPr lang="en-US" dirty="0"/>
              <a:t>The difference: Gradient descent never finds the two poles at z = 1, stopping at |lambda| = 0.86 after 85,000 updates. </a:t>
            </a:r>
          </a:p>
          <a:p>
            <a:pPr lvl="1"/>
            <a:r>
              <a:rPr lang="en-US" dirty="0"/>
              <a:t>The network keeps them during training</a:t>
            </a:r>
            <a:endParaRPr lang="en-NL" dirty="0"/>
          </a:p>
        </p:txBody>
      </p:sp>
    </p:spTree>
    <p:extLst>
      <p:ext uri="{BB962C8B-B14F-4D97-AF65-F5344CB8AC3E}">
        <p14:creationId xmlns:p14="http://schemas.microsoft.com/office/powerpoint/2010/main" val="2117066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D0EE-21EF-E417-DB3F-1D1088A41E2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956C8BB-862D-4983-8083-39B482EAD1F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5CCDC23-4E3D-1E4F-2CD1-710186812320}"/>
              </a:ext>
            </a:extLst>
          </p:cNvPr>
          <p:cNvPicPr>
            <a:picLocks noChangeAspect="1"/>
          </p:cNvPicPr>
          <p:nvPr/>
        </p:nvPicPr>
        <p:blipFill>
          <a:blip r:embed="rId2"/>
          <a:stretch>
            <a:fillRect/>
          </a:stretch>
        </p:blipFill>
        <p:spPr>
          <a:xfrm>
            <a:off x="0" y="539077"/>
            <a:ext cx="12192000" cy="5779845"/>
          </a:xfrm>
          <a:prstGeom prst="rect">
            <a:avLst/>
          </a:prstGeom>
        </p:spPr>
      </p:pic>
    </p:spTree>
    <p:extLst>
      <p:ext uri="{BB962C8B-B14F-4D97-AF65-F5344CB8AC3E}">
        <p14:creationId xmlns:p14="http://schemas.microsoft.com/office/powerpoint/2010/main" val="2508761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4DB3-1E3D-DB77-6DB3-C4591EB2088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57131D7-5461-2FE2-80EB-F6C0B03CDC27}"/>
              </a:ext>
            </a:extLst>
          </p:cNvPr>
          <p:cNvSpPr>
            <a:spLocks noGrp="1"/>
          </p:cNvSpPr>
          <p:nvPr>
            <p:ph idx="1"/>
          </p:nvPr>
        </p:nvSpPr>
        <p:spPr/>
        <p:txBody>
          <a:bodyPr/>
          <a:lstStyle/>
          <a:p>
            <a:r>
              <a:rPr lang="en-US" dirty="0"/>
              <a:t>Our learned model is x⁺ = f(x, u) where f is a neural network. There is no A. </a:t>
            </a:r>
          </a:p>
          <a:p>
            <a:pPr lvl="1"/>
            <a:r>
              <a:rPr lang="en-US" dirty="0"/>
              <a:t>How to get the poles, linearize: take the Jacobian J = </a:t>
            </a:r>
            <a:r>
              <a:rPr lang="en-US" dirty="0" err="1"/>
              <a:t>df</a:t>
            </a:r>
            <a:r>
              <a:rPr lang="en-US" dirty="0"/>
              <a:t>/dx at some specific state and input, which gives an 8x8 matrix describing how a small perturbation around that point grows or decays.</a:t>
            </a:r>
          </a:p>
          <a:p>
            <a:r>
              <a:rPr lang="en-US" dirty="0"/>
              <a:t>Evaluated at five places spread along the validation record, giving 5 x 8 = 40 eigenvalues per model</a:t>
            </a:r>
            <a:endParaRPr lang="en-NL" dirty="0"/>
          </a:p>
        </p:txBody>
      </p:sp>
    </p:spTree>
    <p:extLst>
      <p:ext uri="{BB962C8B-B14F-4D97-AF65-F5344CB8AC3E}">
        <p14:creationId xmlns:p14="http://schemas.microsoft.com/office/powerpoint/2010/main" val="1263943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7D4A-1331-8277-1566-1E17DA59E6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17DD8DA-3F34-6DFC-0B25-DEE0F276824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84E3594-B3CB-9D38-A855-4D272DFEB894}"/>
              </a:ext>
            </a:extLst>
          </p:cNvPr>
          <p:cNvPicPr>
            <a:picLocks noChangeAspect="1"/>
          </p:cNvPicPr>
          <p:nvPr/>
        </p:nvPicPr>
        <p:blipFill>
          <a:blip r:embed="rId2"/>
          <a:stretch>
            <a:fillRect/>
          </a:stretch>
        </p:blipFill>
        <p:spPr>
          <a:xfrm>
            <a:off x="509587" y="409575"/>
            <a:ext cx="11172825" cy="6038850"/>
          </a:xfrm>
          <a:prstGeom prst="rect">
            <a:avLst/>
          </a:prstGeom>
        </p:spPr>
      </p:pic>
    </p:spTree>
    <p:extLst>
      <p:ext uri="{BB962C8B-B14F-4D97-AF65-F5344CB8AC3E}">
        <p14:creationId xmlns:p14="http://schemas.microsoft.com/office/powerpoint/2010/main" val="22065723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BC94-E304-EA2B-748C-42216976A27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C54A8FA-46F8-1516-0D97-077A2D01AD4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324682A-1F55-675D-02C8-D50C8C6D8504}"/>
              </a:ext>
            </a:extLst>
          </p:cNvPr>
          <p:cNvPicPr>
            <a:picLocks noChangeAspect="1"/>
          </p:cNvPicPr>
          <p:nvPr/>
        </p:nvPicPr>
        <p:blipFill>
          <a:blip r:embed="rId2"/>
          <a:stretch>
            <a:fillRect/>
          </a:stretch>
        </p:blipFill>
        <p:spPr>
          <a:xfrm>
            <a:off x="1064817" y="739775"/>
            <a:ext cx="9569845" cy="5753100"/>
          </a:xfrm>
          <a:prstGeom prst="rect">
            <a:avLst/>
          </a:prstGeom>
        </p:spPr>
      </p:pic>
    </p:spTree>
    <p:extLst>
      <p:ext uri="{BB962C8B-B14F-4D97-AF65-F5344CB8AC3E}">
        <p14:creationId xmlns:p14="http://schemas.microsoft.com/office/powerpoint/2010/main" val="3573467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1D46F-3796-DD4E-B1B4-90E2F0F8B983}"/>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5EB29DF2-DEE1-04C0-3F1E-A5EFF961B9FF}"/>
              </a:ext>
            </a:extLst>
          </p:cNvPr>
          <p:cNvSpPr>
            <a:spLocks noGrp="1"/>
          </p:cNvSpPr>
          <p:nvPr>
            <p:ph idx="1"/>
          </p:nvPr>
        </p:nvSpPr>
        <p:spPr/>
        <p:txBody>
          <a:bodyPr/>
          <a:lstStyle/>
          <a:p>
            <a:r>
              <a:rPr lang="en-US" dirty="0"/>
              <a:t>Possible to ask for extension?</a:t>
            </a:r>
          </a:p>
          <a:p>
            <a:pPr lvl="1"/>
            <a:r>
              <a:rPr lang="en-US" dirty="0"/>
              <a:t>Else implementing on real data does not seem realistic to me</a:t>
            </a:r>
          </a:p>
          <a:p>
            <a:r>
              <a:rPr lang="en-US" dirty="0"/>
              <a:t>Still need to fix training issue before I can proceed</a:t>
            </a:r>
          </a:p>
          <a:p>
            <a:pPr lvl="1"/>
            <a:r>
              <a:rPr lang="en-US" dirty="0"/>
              <a:t>Window mismatch</a:t>
            </a:r>
          </a:p>
          <a:p>
            <a:pPr lvl="1"/>
            <a:r>
              <a:rPr lang="en-US" dirty="0"/>
              <a:t>Offset</a:t>
            </a:r>
          </a:p>
        </p:txBody>
      </p:sp>
    </p:spTree>
    <p:extLst>
      <p:ext uri="{BB962C8B-B14F-4D97-AF65-F5344CB8AC3E}">
        <p14:creationId xmlns:p14="http://schemas.microsoft.com/office/powerpoint/2010/main" val="4038224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13F90-6886-ED7D-D7F8-012ECA1A8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5E66D-3023-3F27-49A0-43C0370B5F9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9380353-5B42-E50D-AB85-E10E1BB7B8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3502" y="-1"/>
            <a:ext cx="9997807" cy="6858001"/>
          </a:xfrm>
          <a:prstGeom prst="rect">
            <a:avLst/>
          </a:prstGeom>
        </p:spPr>
      </p:pic>
    </p:spTree>
    <p:extLst>
      <p:ext uri="{BB962C8B-B14F-4D97-AF65-F5344CB8AC3E}">
        <p14:creationId xmlns:p14="http://schemas.microsoft.com/office/powerpoint/2010/main" val="89216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5DF1-A20E-D5FA-6DE7-B22DCAA8139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B029A9F-3EDA-2125-0203-E71FD9EEC2A2}"/>
              </a:ext>
            </a:extLst>
          </p:cNvPr>
          <p:cNvSpPr>
            <a:spLocks noGrp="1"/>
          </p:cNvSpPr>
          <p:nvPr>
            <p:ph idx="1"/>
          </p:nvPr>
        </p:nvSpPr>
        <p:spPr/>
        <p:txBody>
          <a:bodyPr/>
          <a:lstStyle/>
          <a:p>
            <a:r>
              <a:rPr lang="en-US" dirty="0"/>
              <a:t>Show zero mean correction for complete trajectory</a:t>
            </a:r>
          </a:p>
          <a:p>
            <a:r>
              <a:rPr lang="en-US" dirty="0"/>
              <a:t>But once we split it up in windows without correct initialization, its not</a:t>
            </a:r>
            <a:endParaRPr lang="en-NL" dirty="0"/>
          </a:p>
        </p:txBody>
      </p:sp>
    </p:spTree>
    <p:extLst>
      <p:ext uri="{BB962C8B-B14F-4D97-AF65-F5344CB8AC3E}">
        <p14:creationId xmlns:p14="http://schemas.microsoft.com/office/powerpoint/2010/main" val="2473303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D158-059B-1687-EC44-53B3C1C2C46A}"/>
              </a:ext>
            </a:extLst>
          </p:cNvPr>
          <p:cNvSpPr>
            <a:spLocks noGrp="1"/>
          </p:cNvSpPr>
          <p:nvPr>
            <p:ph type="title"/>
          </p:nvPr>
        </p:nvSpPr>
        <p:spPr/>
        <p:txBody>
          <a:bodyPr/>
          <a:lstStyle/>
          <a:p>
            <a:r>
              <a:rPr lang="en-US" dirty="0"/>
              <a:t>ANN only not learning</a:t>
            </a:r>
            <a:br>
              <a:rPr lang="en-US" dirty="0"/>
            </a:br>
            <a:r>
              <a:rPr lang="en-US" dirty="0"/>
              <a:t>Any explanation for that</a:t>
            </a:r>
            <a:endParaRPr lang="en-NL" dirty="0"/>
          </a:p>
        </p:txBody>
      </p:sp>
      <p:sp>
        <p:nvSpPr>
          <p:cNvPr id="3" name="Content Placeholder 2">
            <a:extLst>
              <a:ext uri="{FF2B5EF4-FFF2-40B4-BE49-F238E27FC236}">
                <a16:creationId xmlns:a16="http://schemas.microsoft.com/office/drawing/2014/main" id="{BA4F44CE-E765-924E-417F-70B535709C35}"/>
              </a:ext>
            </a:extLst>
          </p:cNvPr>
          <p:cNvSpPr>
            <a:spLocks noGrp="1"/>
          </p:cNvSpPr>
          <p:nvPr>
            <p:ph idx="1"/>
          </p:nvPr>
        </p:nvSpPr>
        <p:spPr/>
        <p:txBody>
          <a:bodyPr/>
          <a:lstStyle/>
          <a:p>
            <a:r>
              <a:rPr lang="en-US" dirty="0"/>
              <a:t>It does learn for Jan’s </a:t>
            </a:r>
            <a:r>
              <a:rPr lang="en-US" dirty="0" err="1"/>
              <a:t>ecc</a:t>
            </a:r>
            <a:endParaRPr lang="en-US" dirty="0"/>
          </a:p>
          <a:p>
            <a:r>
              <a:rPr lang="en-US" dirty="0"/>
              <a:t>It is learning, but really slow?</a:t>
            </a:r>
          </a:p>
          <a:p>
            <a:r>
              <a:rPr lang="en-US" dirty="0"/>
              <a:t>BLA </a:t>
            </a:r>
            <a:r>
              <a:rPr lang="en-US" dirty="0" err="1"/>
              <a:t>init</a:t>
            </a:r>
            <a:r>
              <a:rPr lang="en-US" dirty="0"/>
              <a:t>…?</a:t>
            </a:r>
            <a:endParaRPr lang="en-NL" dirty="0"/>
          </a:p>
        </p:txBody>
      </p:sp>
    </p:spTree>
    <p:extLst>
      <p:ext uri="{BB962C8B-B14F-4D97-AF65-F5344CB8AC3E}">
        <p14:creationId xmlns:p14="http://schemas.microsoft.com/office/powerpoint/2010/main" val="31140970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4374-D8B6-BFD3-7F9E-966098F9C10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2960E66-1824-53D0-E6F6-91172EAB0394}"/>
              </a:ext>
            </a:extLst>
          </p:cNvPr>
          <p:cNvSpPr>
            <a:spLocks noGrp="1"/>
          </p:cNvSpPr>
          <p:nvPr>
            <p:ph idx="1"/>
          </p:nvPr>
        </p:nvSpPr>
        <p:spPr/>
        <p:txBody>
          <a:bodyPr/>
          <a:lstStyle/>
          <a:p>
            <a:r>
              <a:rPr lang="en-US" dirty="0"/>
              <a:t>The one-sentence answer. The gantry has two free rigid-body modes, because _K4 has zeros on X and Y, so its position states have infinite memory. Jan's MSD is bolted to ground and every mode decays within a few seconds. A model that forgets is the correct answer for Jan's system and a fatally wrong one for the gantry, and the training objective cannot tell the difference.</a:t>
            </a:r>
            <a:endParaRPr lang="en-NL" dirty="0"/>
          </a:p>
        </p:txBody>
      </p:sp>
      <p:sp>
        <p:nvSpPr>
          <p:cNvPr id="5" name="TextBox 4">
            <a:extLst>
              <a:ext uri="{FF2B5EF4-FFF2-40B4-BE49-F238E27FC236}">
                <a16:creationId xmlns:a16="http://schemas.microsoft.com/office/drawing/2014/main" id="{613C9A0A-4C0C-7CCC-42FA-5C789D76877D}"/>
              </a:ext>
            </a:extLst>
          </p:cNvPr>
          <p:cNvSpPr txBox="1"/>
          <p:nvPr/>
        </p:nvSpPr>
        <p:spPr>
          <a:xfrm>
            <a:off x="13464988" y="-3979142"/>
            <a:ext cx="6096000" cy="15327273"/>
          </a:xfrm>
          <a:prstGeom prst="rect">
            <a:avLst/>
          </a:prstGeom>
          <a:noFill/>
        </p:spPr>
        <p:txBody>
          <a:bodyPr wrap="square">
            <a:spAutoFit/>
          </a:bodyPr>
          <a:lstStyle/>
          <a:p>
            <a:r>
              <a:rPr lang="en-NL" dirty="0"/>
              <a:t>The one-sentence answer. The gantry has two free rigid-body modes, because _K4 has zeros on X and Y, so its position states have infinite memory. Jan's MSD is bolted to ground and every mode decays within a few seconds. A model that forgets is the correct answer for Jan's system and a fatally wrong one for the gantry, and the training objective cannot tell the </a:t>
            </a:r>
            <a:r>
              <a:rPr lang="en-NL" dirty="0" err="1"/>
              <a:t>difference.Why</a:t>
            </a:r>
            <a:r>
              <a:rPr lang="en-NL" dirty="0"/>
              <a:t> the objective cannot tell. SUBNET re-initialises the state from the encoder at the start of every training window. The window is </a:t>
            </a:r>
            <a:r>
              <a:rPr lang="en-NL" dirty="0" err="1"/>
              <a:t>nf</a:t>
            </a:r>
            <a:r>
              <a:rPr lang="en-NL" dirty="0"/>
              <a:t> = 400, half a second. Within half a second the model never has to hold anything: the output is reproducible from the input plus a short-memory state. So no gradient ever rewards long memory. Validation, by contrast, is a 12 second free run, 9600 steps with no measurements, where position error accumulates forever if the integrators are missing. The objective is blind to precisely the property the metric </a:t>
            </a:r>
            <a:r>
              <a:rPr lang="en-NL" dirty="0" err="1"/>
              <a:t>punishes.The</a:t>
            </a:r>
            <a:r>
              <a:rPr lang="en-NL" dirty="0"/>
              <a:t> evidence for that is on the gantry itself, and it is interventional. This is the part to show your supervisor, because it needs no MSD experiment:                    learned </a:t>
            </a:r>
            <a:r>
              <a:rPr lang="en-NL" dirty="0" err="1"/>
              <a:t>max|lambda</a:t>
            </a:r>
            <a:r>
              <a:rPr lang="en-NL" dirty="0"/>
              <a:t>|   modes&gt;0.999   score    vs constant </a:t>
            </a:r>
            <a:r>
              <a:rPr lang="en-NL" dirty="0" err="1"/>
              <a:t>predictorrandom</a:t>
            </a:r>
            <a:r>
              <a:rPr lang="en-NL" dirty="0"/>
              <a:t> </a:t>
            </a:r>
            <a:r>
              <a:rPr lang="en-NL" dirty="0" err="1"/>
              <a:t>init</a:t>
            </a:r>
            <a:r>
              <a:rPr lang="en-NL" dirty="0"/>
              <a:t>            0.65 - 0.82             0        0.1289        0.90xBLA </a:t>
            </a:r>
            <a:r>
              <a:rPr lang="en-NL" dirty="0" err="1"/>
              <a:t>init</a:t>
            </a:r>
            <a:r>
              <a:rPr lang="en-NL" dirty="0"/>
              <a:t> (N4SID)       1.0018                  2        0.0335        0.228xtrue system            1.0000                  2Same data, same architecture, same objective, same seed. Only the initialisation differs. Random initialisation produces a model whose slowest mode decays in 4 </a:t>
            </a:r>
            <a:r>
              <a:rPr lang="en-NL" dirty="0" err="1"/>
              <a:t>ms</a:t>
            </a:r>
            <a:r>
              <a:rPr lang="en-NL" dirty="0"/>
              <a:t> and which barely beats a constant. A linear subspace identification finds the integrators to within 1.755e-05 of z = 1, and when the network is started there it keeps them through 5215 updates and gets 4x better. Gradient descent cannot find them; it can hold </a:t>
            </a:r>
            <a:r>
              <a:rPr lang="en-NL" dirty="0" err="1"/>
              <a:t>them.Why</a:t>
            </a:r>
            <a:r>
              <a:rPr lang="en-NL" dirty="0"/>
              <a:t> gradient descent will not find them. |lambda| = 1 is a boundary. Below it the model decays and is safe. Above it, error over a 9600-step free run amplifies as lambda^9600, so 1.001 becomes a factor of 15,000. There is no gradient signal within a 400-step window that rewards sitting exactly on that boundary, and considerable risk in approaching it. The optimiser retreats to safety, which is exactly what 0.65 to 0.82 looks </a:t>
            </a:r>
            <a:r>
              <a:rPr lang="en-NL" dirty="0" err="1"/>
              <a:t>like.Two</a:t>
            </a:r>
            <a:r>
              <a:rPr lang="en-NL" dirty="0"/>
              <a:t> other differences that plausibly compound it, both measured, neither yet tested causally: on T10, 92.5% of the input power is below 20 Hz and the identification-relevant residual is 0.02% of the Y output, so the MSE is dominated by gross motion rather than dynamics, whereas Jan's output is his excitation response. And the gantry is 3-in/3-out with Y-dependent inertia against his SISO system, while both use the same 2x8 and 2x16 networks, so his encoder sees 26 inputs and ours sees 102 at identical </a:t>
            </a:r>
            <a:r>
              <a:rPr lang="en-NL" dirty="0" err="1"/>
              <a:t>width.Status</a:t>
            </a:r>
            <a:r>
              <a:rPr lang="en-NL" dirty="0"/>
              <a:t> of the MSD experiment, stated plainly. It was meant to be the clean single-variable confirmation. As run it is invalid because of my noise-scaling error, and I would not show arms B and C in their current form. The corrected verst an hour. If they reproduce the collapse at Jan's absolute noise, </a:t>
            </a:r>
            <a:r>
              <a:rPr lang="en-NL" dirty="0" err="1"/>
              <a:t>youhave</a:t>
            </a:r>
            <a:r>
              <a:rPr lang="en-NL" dirty="0"/>
              <a:t> the controlled demonstration on a known-good benchmark. If they do not, then the gantry evidence above still stands on its own and the story becomes narrower but is not overturned.</a:t>
            </a:r>
          </a:p>
        </p:txBody>
      </p:sp>
    </p:spTree>
    <p:extLst>
      <p:ext uri="{BB962C8B-B14F-4D97-AF65-F5344CB8AC3E}">
        <p14:creationId xmlns:p14="http://schemas.microsoft.com/office/powerpoint/2010/main" val="3483338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1045</TotalTime>
  <Words>2849</Words>
  <Application>Microsoft Office PowerPoint</Application>
  <PresentationFormat>Widescreen</PresentationFormat>
  <Paragraphs>158</Paragraphs>
  <Slides>48</Slides>
  <Notes>14</Notes>
  <HiddenSlides>16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Aptos Display</vt:lpstr>
      <vt:lpstr>Arial</vt:lpstr>
      <vt:lpstr>Wingdings</vt:lpstr>
      <vt:lpstr>Office Theme</vt:lpstr>
      <vt:lpstr>Meeting 12-08</vt:lpstr>
      <vt:lpstr>Overview</vt:lpstr>
      <vt:lpstr>Baseline model</vt:lpstr>
      <vt:lpstr>PowerPoint Presentation</vt:lpstr>
      <vt:lpstr>Augmentation Overview</vt:lpstr>
      <vt:lpstr>Where are we currently standing</vt:lpstr>
      <vt:lpstr>PowerPoint Presentation</vt:lpstr>
      <vt:lpstr>PowerPoint Presentation</vt:lpstr>
      <vt:lpstr>PowerPoint Presentation</vt:lpstr>
      <vt:lpstr>PowerPoint Presentation</vt:lpstr>
      <vt:lpstr>Current problem</vt:lpstr>
      <vt:lpstr>Offset between baseline model and system</vt:lpstr>
      <vt:lpstr>Offset between baseline model and system</vt:lpstr>
      <vt:lpstr>Baseline model</vt:lpstr>
      <vt:lpstr>System with MSD</vt:lpstr>
      <vt:lpstr>PowerPoint Presentation</vt:lpstr>
      <vt:lpstr>PowerPoint Presentation</vt:lpstr>
      <vt:lpstr>PowerPoint Presentation</vt:lpstr>
      <vt:lpstr>PowerPoint Presentation</vt:lpstr>
      <vt:lpstr>PowerPoint Presentation</vt:lpstr>
      <vt:lpstr>PowerPoint Presentation</vt:lpstr>
      <vt:lpstr>Centre of mass mismatch</vt:lpstr>
      <vt:lpstr>PowerPoint Presentation</vt:lpstr>
      <vt:lpstr>PowerPoint Presentation</vt:lpstr>
      <vt:lpstr>Adding stiffness did not fix the offset issue</vt:lpstr>
      <vt:lpstr>Compare ANN output against perfect correction</vt:lpstr>
      <vt:lpstr>PowerPoint Presentation</vt:lpstr>
      <vt:lpstr>PowerPoint Presentation</vt:lpstr>
      <vt:lpstr>PowerPoint Presentation</vt:lpstr>
      <vt:lpstr>PowerPoint Presentation</vt:lpstr>
      <vt:lpstr>On standstill trajectories Only multisine excitation</vt:lpstr>
      <vt:lpstr>What is causing this problem</vt:lpstr>
      <vt:lpstr>Why is ANN only not training?</vt:lpstr>
      <vt:lpstr>Coulomb friction worth discussing?</vt:lpstr>
      <vt:lpstr>Look at other slides saved.</vt:lpstr>
      <vt:lpstr>Velocity routing like Roland said…</vt:lpstr>
      <vt:lpstr>PowerPoint Presentation</vt:lpstr>
      <vt:lpstr>PowerPoint Presentation</vt:lpstr>
      <vt:lpstr>ANN only training</vt:lpstr>
      <vt:lpstr>PowerPoint Presentation</vt:lpstr>
      <vt:lpstr>PowerPoint Presentation</vt:lpstr>
      <vt:lpstr>PowerPoint Presentation</vt:lpstr>
      <vt:lpstr>PowerPoint Presentation</vt:lpstr>
      <vt:lpstr>To do</vt:lpstr>
      <vt:lpstr>PowerPoint Presentation</vt:lpstr>
      <vt:lpstr>PowerPoint Presentation</vt:lpstr>
      <vt:lpstr>ANN only not learning Any explanation for that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2026-08-11T17:31:52Z</dcterms:created>
  <dcterms:modified xsi:type="dcterms:W3CDTF">2026-08-12T10:57:08Z</dcterms:modified>
</cp:coreProperties>
</file>