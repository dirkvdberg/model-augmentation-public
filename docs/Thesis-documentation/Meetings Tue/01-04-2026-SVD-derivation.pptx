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55"/>
  </p:notesMasterIdLst>
  <p:sldIdLst>
    <p:sldId id="257" r:id="rId2"/>
    <p:sldId id="258" r:id="rId3"/>
    <p:sldId id="344" r:id="rId4"/>
    <p:sldId id="352" r:id="rId5"/>
    <p:sldId id="345" r:id="rId6"/>
    <p:sldId id="353" r:id="rId7"/>
    <p:sldId id="349" r:id="rId8"/>
    <p:sldId id="355" r:id="rId9"/>
    <p:sldId id="351" r:id="rId10"/>
    <p:sldId id="350" r:id="rId11"/>
    <p:sldId id="356" r:id="rId12"/>
    <p:sldId id="357" r:id="rId13"/>
    <p:sldId id="358" r:id="rId14"/>
    <p:sldId id="354" r:id="rId15"/>
    <p:sldId id="346" r:id="rId16"/>
    <p:sldId id="348" r:id="rId17"/>
    <p:sldId id="329" r:id="rId18"/>
    <p:sldId id="319" r:id="rId19"/>
    <p:sldId id="328" r:id="rId20"/>
    <p:sldId id="330" r:id="rId21"/>
    <p:sldId id="333" r:id="rId22"/>
    <p:sldId id="331" r:id="rId23"/>
    <p:sldId id="332" r:id="rId24"/>
    <p:sldId id="334" r:id="rId25"/>
    <p:sldId id="335" r:id="rId26"/>
    <p:sldId id="336" r:id="rId27"/>
    <p:sldId id="338" r:id="rId28"/>
    <p:sldId id="339" r:id="rId29"/>
    <p:sldId id="340" r:id="rId30"/>
    <p:sldId id="341" r:id="rId31"/>
    <p:sldId id="274" r:id="rId32"/>
    <p:sldId id="327" r:id="rId33"/>
    <p:sldId id="263" r:id="rId34"/>
    <p:sldId id="272" r:id="rId35"/>
    <p:sldId id="268" r:id="rId36"/>
    <p:sldId id="265" r:id="rId37"/>
    <p:sldId id="271" r:id="rId38"/>
    <p:sldId id="270" r:id="rId39"/>
    <p:sldId id="342" r:id="rId40"/>
    <p:sldId id="362" r:id="rId41"/>
    <p:sldId id="347" r:id="rId42"/>
    <p:sldId id="269" r:id="rId43"/>
    <p:sldId id="343" r:id="rId44"/>
    <p:sldId id="365" r:id="rId45"/>
    <p:sldId id="366" r:id="rId46"/>
    <p:sldId id="367" r:id="rId47"/>
    <p:sldId id="369" r:id="rId48"/>
    <p:sldId id="370" r:id="rId49"/>
    <p:sldId id="368" r:id="rId50"/>
    <p:sldId id="363" r:id="rId51"/>
    <p:sldId id="359" r:id="rId52"/>
    <p:sldId id="364" r:id="rId53"/>
    <p:sldId id="261" r:id="rId5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83137" autoAdjust="0"/>
  </p:normalViewPr>
  <p:slideViewPr>
    <p:cSldViewPr snapToGrid="0">
      <p:cViewPr varScale="1">
        <p:scale>
          <a:sx n="92" d="100"/>
          <a:sy n="92" d="100"/>
        </p:scale>
        <p:origin x="11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4-06T17:02:47.913" v="5245" actId="20577"/>
      <pc:docMkLst>
        <pc:docMk/>
      </pc:docMkLst>
      <pc:sldChg chg="delSp modSp mod">
        <pc:chgData name="Berg, Dirk van den" userId="035ecb32-01d9-4b47-a105-eacf059a4647" providerId="ADAL" clId="{F7FF961E-CF96-44AC-93C2-93612F62D46D}" dt="2026-04-01T13:42:16.442" v="5151" actId="27636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4-01T07:03:34.052" v="4124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4-01T13:42:16.442" v="5151" actId="27636"/>
          <ac:spMkLst>
            <pc:docMk/>
            <pc:sldMk cId="2679595137" sldId="257"/>
            <ac:spMk id="3" creationId="{DAAEF679-3C39-E36C-B710-9B50CBAE487E}"/>
          </ac:spMkLst>
        </pc:spChg>
      </pc:sldChg>
      <pc:sldChg chg="addSp delSp modSp mod ord modShow">
        <pc:chgData name="Berg, Dirk van den" userId="035ecb32-01d9-4b47-a105-eacf059a4647" providerId="ADAL" clId="{F7FF961E-CF96-44AC-93C2-93612F62D46D}" dt="2026-03-30T12:44:38.871" v="2946" actId="729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3-30T07:43:33.826" v="1421" actId="20577"/>
          <ac:spMkLst>
            <pc:docMk/>
            <pc:sldMk cId="1617226886" sldId="258"/>
            <ac:spMk id="3" creationId="{1B16F991-22E1-98ED-FDA2-6483679AE450}"/>
          </ac:spMkLst>
        </pc:spChg>
        <pc:picChg chg="add mod ord modCrop">
          <ac:chgData name="Berg, Dirk van den" userId="035ecb32-01d9-4b47-a105-eacf059a4647" providerId="ADAL" clId="{F7FF961E-CF96-44AC-93C2-93612F62D46D}" dt="2026-03-30T07:45:30.195" v="1448" actId="1076"/>
          <ac:picMkLst>
            <pc:docMk/>
            <pc:sldMk cId="1617226886" sldId="258"/>
            <ac:picMk id="8" creationId="{995B6BA1-F19D-4783-7C8D-CB95DC3E704D}"/>
          </ac:picMkLst>
        </pc:picChg>
        <pc:picChg chg="add mod">
          <ac:chgData name="Berg, Dirk van den" userId="035ecb32-01d9-4b47-a105-eacf059a4647" providerId="ADAL" clId="{F7FF961E-CF96-44AC-93C2-93612F62D46D}" dt="2026-03-30T07:45:13.875" v="1445" actId="1076"/>
          <ac:picMkLst>
            <pc:docMk/>
            <pc:sldMk cId="1617226886" sldId="258"/>
            <ac:picMk id="12" creationId="{A78A9141-9821-9586-1549-B34D63D4F394}"/>
          </ac:picMkLst>
        </pc:picChg>
      </pc:sldChg>
      <pc:sldChg chg="modSp mod">
        <pc:chgData name="Berg, Dirk van den" userId="035ecb32-01d9-4b47-a105-eacf059a4647" providerId="ADAL" clId="{F7FF961E-CF96-44AC-93C2-93612F62D46D}" dt="2026-04-01T13:17:29.565" v="4818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4-01T13:17:29.565" v="4818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addSp delSp modSp new mod ord">
        <pc:chgData name="Berg, Dirk van den" userId="035ecb32-01d9-4b47-a105-eacf059a4647" providerId="ADAL" clId="{F7FF961E-CF96-44AC-93C2-93612F62D46D}" dt="2026-04-01T12:58:22.533" v="4565" actId="313"/>
        <pc:sldMkLst>
          <pc:docMk/>
          <pc:sldMk cId="2758158778" sldId="263"/>
        </pc:sldMkLst>
        <pc:spChg chg="mod">
          <ac:chgData name="Berg, Dirk van den" userId="035ecb32-01d9-4b47-a105-eacf059a4647" providerId="ADAL" clId="{F7FF961E-CF96-44AC-93C2-93612F62D46D}" dt="2026-04-01T12:58:22.533" v="4565" actId="313"/>
          <ac:spMkLst>
            <pc:docMk/>
            <pc:sldMk cId="2758158778" sldId="263"/>
            <ac:spMk id="2" creationId="{759358AB-2E59-D647-88EE-56F27D684906}"/>
          </ac:spMkLst>
        </pc:spChg>
        <pc:picChg chg="add mod">
          <ac:chgData name="Berg, Dirk van den" userId="035ecb32-01d9-4b47-a105-eacf059a4647" providerId="ADAL" clId="{F7FF961E-CF96-44AC-93C2-93612F62D46D}" dt="2026-03-29T17:50:21.451" v="319" actId="1076"/>
          <ac:picMkLst>
            <pc:docMk/>
            <pc:sldMk cId="2758158778" sldId="263"/>
            <ac:picMk id="9" creationId="{635B0D37-18DA-1448-15E3-A7E71C9405ED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3-30T07:09:59.147" v="878" actId="313"/>
        <pc:sldMkLst>
          <pc:docMk/>
          <pc:sldMk cId="1076292502" sldId="265"/>
        </pc:sldMkLst>
        <pc:spChg chg="mod">
          <ac:chgData name="Berg, Dirk van den" userId="035ecb32-01d9-4b47-a105-eacf059a4647" providerId="ADAL" clId="{F7FF961E-CF96-44AC-93C2-93612F62D46D}" dt="2026-03-29T17:53:42.985" v="370" actId="20577"/>
          <ac:spMkLst>
            <pc:docMk/>
            <pc:sldMk cId="1076292502" sldId="265"/>
            <ac:spMk id="2" creationId="{8789B858-7526-BC95-551E-E7A3A272CBE4}"/>
          </ac:spMkLst>
        </pc:spChg>
        <pc:spChg chg="mod">
          <ac:chgData name="Berg, Dirk van den" userId="035ecb32-01d9-4b47-a105-eacf059a4647" providerId="ADAL" clId="{F7FF961E-CF96-44AC-93C2-93612F62D46D}" dt="2026-03-30T07:09:59.147" v="878" actId="313"/>
          <ac:spMkLst>
            <pc:docMk/>
            <pc:sldMk cId="1076292502" sldId="265"/>
            <ac:spMk id="3" creationId="{659D5505-D256-4069-FD92-644CCB3747CB}"/>
          </ac:spMkLst>
        </pc:spChg>
        <pc:spChg chg="add mod">
          <ac:chgData name="Berg, Dirk van den" userId="035ecb32-01d9-4b47-a105-eacf059a4647" providerId="ADAL" clId="{F7FF961E-CF96-44AC-93C2-93612F62D46D}" dt="2026-03-30T07:08:15.682" v="870" actId="6549"/>
          <ac:spMkLst>
            <pc:docMk/>
            <pc:sldMk cId="1076292502" sldId="265"/>
            <ac:spMk id="7" creationId="{855726D4-6B0A-4A1B-0F19-33213F7F8CF4}"/>
          </ac:spMkLst>
        </pc:spChg>
        <pc:picChg chg="add mod">
          <ac:chgData name="Berg, Dirk van den" userId="035ecb32-01d9-4b47-a105-eacf059a4647" providerId="ADAL" clId="{F7FF961E-CF96-44AC-93C2-93612F62D46D}" dt="2026-03-30T07:02:39.065" v="612" actId="1076"/>
          <ac:picMkLst>
            <pc:docMk/>
            <pc:sldMk cId="1076292502" sldId="265"/>
            <ac:picMk id="5" creationId="{19BB3215-E506-C35E-7A20-DC90ED11DB31}"/>
          </ac:picMkLst>
        </pc:picChg>
        <pc:picChg chg="add mod">
          <ac:chgData name="Berg, Dirk van den" userId="035ecb32-01d9-4b47-a105-eacf059a4647" providerId="ADAL" clId="{F7FF961E-CF96-44AC-93C2-93612F62D46D}" dt="2026-03-30T07:02:42.964" v="613" actId="1076"/>
          <ac:picMkLst>
            <pc:docMk/>
            <pc:sldMk cId="1076292502" sldId="265"/>
            <ac:picMk id="6" creationId="{12F07565-B42C-B086-612B-2B06A856BAE0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4-01T12:58:30.806" v="4567"/>
        <pc:sldMkLst>
          <pc:docMk/>
          <pc:sldMk cId="2147549989" sldId="268"/>
        </pc:sldMkLst>
        <pc:spChg chg="mod">
          <ac:chgData name="Berg, Dirk van den" userId="035ecb32-01d9-4b47-a105-eacf059a4647" providerId="ADAL" clId="{F7FF961E-CF96-44AC-93C2-93612F62D46D}" dt="2026-04-01T12:58:30.806" v="4567"/>
          <ac:spMkLst>
            <pc:docMk/>
            <pc:sldMk cId="2147549989" sldId="268"/>
            <ac:spMk id="2" creationId="{E8B78D7D-655B-FF3C-6BAE-48C8AA1797C3}"/>
          </ac:spMkLst>
        </pc:spChg>
        <pc:spChg chg="add mod">
          <ac:chgData name="Berg, Dirk van den" userId="035ecb32-01d9-4b47-a105-eacf059a4647" providerId="ADAL" clId="{F7FF961E-CF96-44AC-93C2-93612F62D46D}" dt="2026-03-30T07:14:51.525" v="956" actId="14100"/>
          <ac:spMkLst>
            <pc:docMk/>
            <pc:sldMk cId="2147549989" sldId="268"/>
            <ac:spMk id="5" creationId="{F8CF6A44-5A2B-F5D3-1765-5729D1AF7CB5}"/>
          </ac:spMkLst>
        </pc:spChg>
        <pc:spChg chg="add mod">
          <ac:chgData name="Berg, Dirk van den" userId="035ecb32-01d9-4b47-a105-eacf059a4647" providerId="ADAL" clId="{F7FF961E-CF96-44AC-93C2-93612F62D46D}" dt="2026-03-30T07:04:57.972" v="761" actId="20577"/>
          <ac:spMkLst>
            <pc:docMk/>
            <pc:sldMk cId="2147549989" sldId="268"/>
            <ac:spMk id="10" creationId="{43F34035-2E37-A969-2766-A94BA0A14143}"/>
          </ac:spMkLst>
        </pc:spChg>
        <pc:picChg chg="add mod ord">
          <ac:chgData name="Berg, Dirk van den" userId="035ecb32-01d9-4b47-a105-eacf059a4647" providerId="ADAL" clId="{F7FF961E-CF96-44AC-93C2-93612F62D46D}" dt="2026-03-30T07:01:25.777" v="606" actId="1076"/>
          <ac:picMkLst>
            <pc:docMk/>
            <pc:sldMk cId="2147549989" sldId="268"/>
            <ac:picMk id="3" creationId="{A3BA524F-AF0C-3FCA-8D10-93E85B6255C6}"/>
          </ac:picMkLst>
        </pc:picChg>
        <pc:picChg chg="mod modCrop">
          <ac:chgData name="Berg, Dirk van den" userId="035ecb32-01d9-4b47-a105-eacf059a4647" providerId="ADAL" clId="{F7FF961E-CF96-44AC-93C2-93612F62D46D}" dt="2026-03-29T17:51:46.330" v="329" actId="732"/>
          <ac:picMkLst>
            <pc:docMk/>
            <pc:sldMk cId="2147549989" sldId="268"/>
            <ac:picMk id="9" creationId="{99FCD902-F1A8-2F69-F3F2-D3A06D004B5D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3-30T08:41:15.749" v="1861" actId="729"/>
        <pc:sldMkLst>
          <pc:docMk/>
          <pc:sldMk cId="1686592045" sldId="269"/>
        </pc:sldMkLst>
        <pc:spChg chg="mod">
          <ac:chgData name="Berg, Dirk van den" userId="035ecb32-01d9-4b47-a105-eacf059a4647" providerId="ADAL" clId="{F7FF961E-CF96-44AC-93C2-93612F62D46D}" dt="2026-03-29T18:01:14.681" v="518"/>
          <ac:spMkLst>
            <pc:docMk/>
            <pc:sldMk cId="1686592045" sldId="269"/>
            <ac:spMk id="3" creationId="{90C4B436-478D-A738-527E-BFACDF268B5F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4-01T13:04:23.298" v="4627" actId="20577"/>
        <pc:sldMkLst>
          <pc:docMk/>
          <pc:sldMk cId="136824516" sldId="270"/>
        </pc:sldMkLst>
        <pc:spChg chg="mod">
          <ac:chgData name="Berg, Dirk van den" userId="035ecb32-01d9-4b47-a105-eacf059a4647" providerId="ADAL" clId="{F7FF961E-CF96-44AC-93C2-93612F62D46D}" dt="2026-03-30T13:03:35.556" v="3107" actId="20577"/>
          <ac:spMkLst>
            <pc:docMk/>
            <pc:sldMk cId="136824516" sldId="270"/>
            <ac:spMk id="2" creationId="{C8B927A9-BF7E-D8BE-6CB9-FE3FBA076039}"/>
          </ac:spMkLst>
        </pc:spChg>
        <pc:spChg chg="mod">
          <ac:chgData name="Berg, Dirk van den" userId="035ecb32-01d9-4b47-a105-eacf059a4647" providerId="ADAL" clId="{F7FF961E-CF96-44AC-93C2-93612F62D46D}" dt="2026-04-01T13:04:23.298" v="4627" actId="20577"/>
          <ac:spMkLst>
            <pc:docMk/>
            <pc:sldMk cId="136824516" sldId="270"/>
            <ac:spMk id="3" creationId="{97F0CAB0-32CE-FD14-5467-FEC2F5772503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3-30T07:09:09.576" v="871" actId="729"/>
        <pc:sldMkLst>
          <pc:docMk/>
          <pc:sldMk cId="1674656520" sldId="271"/>
        </pc:sldMkLst>
        <pc:spChg chg="mod">
          <ac:chgData name="Berg, Dirk van den" userId="035ecb32-01d9-4b47-a105-eacf059a4647" providerId="ADAL" clId="{F7FF961E-CF96-44AC-93C2-93612F62D46D}" dt="2026-03-29T18:08:16.016" v="579" actId="27636"/>
          <ac:spMkLst>
            <pc:docMk/>
            <pc:sldMk cId="1674656520" sldId="271"/>
            <ac:spMk id="3" creationId="{51E71D87-5227-25D1-6F3D-CF243EFFE283}"/>
          </ac:spMkLst>
        </pc:spChg>
        <pc:spChg chg="add mod">
          <ac:chgData name="Berg, Dirk van den" userId="035ecb32-01d9-4b47-a105-eacf059a4647" providerId="ADAL" clId="{F7FF961E-CF96-44AC-93C2-93612F62D46D}" dt="2026-03-29T18:10:07.091" v="587"/>
          <ac:spMkLst>
            <pc:docMk/>
            <pc:sldMk cId="1674656520" sldId="271"/>
            <ac:spMk id="7" creationId="{07A99C5E-404C-F0B7-AE4B-C9914EDCBB97}"/>
          </ac:spMkLst>
        </pc:spChg>
        <pc:spChg chg="add mod">
          <ac:chgData name="Berg, Dirk van den" userId="035ecb32-01d9-4b47-a105-eacf059a4647" providerId="ADAL" clId="{F7FF961E-CF96-44AC-93C2-93612F62D46D}" dt="2026-03-29T18:10:11.934" v="589" actId="1076"/>
          <ac:spMkLst>
            <pc:docMk/>
            <pc:sldMk cId="1674656520" sldId="271"/>
            <ac:spMk id="9" creationId="{2C41191B-248D-01E6-47ED-3B4439053BC3}"/>
          </ac:spMkLst>
        </pc:spChg>
        <pc:picChg chg="add mod">
          <ac:chgData name="Berg, Dirk van den" userId="035ecb32-01d9-4b47-a105-eacf059a4647" providerId="ADAL" clId="{F7FF961E-CF96-44AC-93C2-93612F62D46D}" dt="2026-03-29T18:09:10.310" v="583" actId="1076"/>
          <ac:picMkLst>
            <pc:docMk/>
            <pc:sldMk cId="1674656520" sldId="271"/>
            <ac:picMk id="5" creationId="{541DF302-BB69-F677-BD4D-2ACE291F398F}"/>
          </ac:picMkLst>
        </pc:picChg>
      </pc:sldChg>
      <pc:sldChg chg="delSp modSp add mod">
        <pc:chgData name="Berg, Dirk van den" userId="035ecb32-01d9-4b47-a105-eacf059a4647" providerId="ADAL" clId="{F7FF961E-CF96-44AC-93C2-93612F62D46D}" dt="2026-04-01T12:58:28.394" v="4566"/>
        <pc:sldMkLst>
          <pc:docMk/>
          <pc:sldMk cId="472015965" sldId="272"/>
        </pc:sldMkLst>
        <pc:spChg chg="mod">
          <ac:chgData name="Berg, Dirk van den" userId="035ecb32-01d9-4b47-a105-eacf059a4647" providerId="ADAL" clId="{F7FF961E-CF96-44AC-93C2-93612F62D46D}" dt="2026-04-01T12:58:28.394" v="4566"/>
          <ac:spMkLst>
            <pc:docMk/>
            <pc:sldMk cId="472015965" sldId="272"/>
            <ac:spMk id="2" creationId="{BA78E1D4-2F83-7852-9BEC-457045C3BD5B}"/>
          </ac:spMkLst>
        </pc:spChg>
      </pc:sldChg>
      <pc:sldChg chg="modSp add mod modShow">
        <pc:chgData name="Berg, Dirk van den" userId="035ecb32-01d9-4b47-a105-eacf059a4647" providerId="ADAL" clId="{F7FF961E-CF96-44AC-93C2-93612F62D46D}" dt="2026-03-30T07:39:26.990" v="1084" actId="729"/>
        <pc:sldMkLst>
          <pc:docMk/>
          <pc:sldMk cId="3454694367" sldId="274"/>
        </pc:sldMkLst>
        <pc:picChg chg="mod">
          <ac:chgData name="Berg, Dirk van den" userId="035ecb32-01d9-4b47-a105-eacf059a4647" providerId="ADAL" clId="{F7FF961E-CF96-44AC-93C2-93612F62D46D}" dt="2026-03-30T07:39:20.427" v="1083" actId="14100"/>
          <ac:picMkLst>
            <pc:docMk/>
            <pc:sldMk cId="3454694367" sldId="274"/>
            <ac:picMk id="7" creationId="{9BC27706-EE5F-BE20-F494-950AB8FB492F}"/>
          </ac:picMkLst>
        </pc:picChg>
      </pc:sldChg>
      <pc:sldChg chg="addSp delSp modSp add mod ord">
        <pc:chgData name="Berg, Dirk van den" userId="035ecb32-01d9-4b47-a105-eacf059a4647" providerId="ADAL" clId="{F7FF961E-CF96-44AC-93C2-93612F62D46D}" dt="2026-03-30T12:49:57.997" v="2958"/>
        <pc:sldMkLst>
          <pc:docMk/>
          <pc:sldMk cId="2692577926" sldId="319"/>
        </pc:sldMkLst>
        <pc:spChg chg="add mod">
          <ac:chgData name="Berg, Dirk van den" userId="035ecb32-01d9-4b47-a105-eacf059a4647" providerId="ADAL" clId="{F7FF961E-CF96-44AC-93C2-93612F62D46D}" dt="2026-03-30T07:46:28.624" v="1460" actId="478"/>
          <ac:spMkLst>
            <pc:docMk/>
            <pc:sldMk cId="2692577926" sldId="319"/>
            <ac:spMk id="4" creationId="{1ADD75B1-C7F9-17E5-BCD7-EAF93E68D751}"/>
          </ac:spMkLst>
        </pc:spChg>
        <pc:picChg chg="mod">
          <ac:chgData name="Berg, Dirk van den" userId="035ecb32-01d9-4b47-a105-eacf059a4647" providerId="ADAL" clId="{F7FF961E-CF96-44AC-93C2-93612F62D46D}" dt="2026-03-30T07:38:58.143" v="1082" actId="1076"/>
          <ac:picMkLst>
            <pc:docMk/>
            <pc:sldMk cId="2692577926" sldId="319"/>
            <ac:picMk id="5" creationId="{9A3BC354-1D7A-BD04-CD47-CE8C36BDA5E6}"/>
          </ac:picMkLst>
        </pc:picChg>
      </pc:sldChg>
      <pc:sldChg chg="add ord">
        <pc:chgData name="Berg, Dirk van den" userId="035ecb32-01d9-4b47-a105-eacf059a4647" providerId="ADAL" clId="{F7FF961E-CF96-44AC-93C2-93612F62D46D}" dt="2026-03-30T07:39:51.081" v="1094"/>
        <pc:sldMkLst>
          <pc:docMk/>
          <pc:sldMk cId="3865214061" sldId="327"/>
        </pc:sldMkLst>
      </pc:sldChg>
      <pc:sldChg chg="add ord">
        <pc:chgData name="Berg, Dirk van den" userId="035ecb32-01d9-4b47-a105-eacf059a4647" providerId="ADAL" clId="{F7FF961E-CF96-44AC-93C2-93612F62D46D}" dt="2026-03-30T12:49:57.997" v="2958"/>
        <pc:sldMkLst>
          <pc:docMk/>
          <pc:sldMk cId="2122274574" sldId="328"/>
        </pc:sldMkLst>
      </pc:sldChg>
      <pc:sldChg chg="addSp modSp new mod">
        <pc:chgData name="Berg, Dirk van den" userId="035ecb32-01d9-4b47-a105-eacf059a4647" providerId="ADAL" clId="{F7FF961E-CF96-44AC-93C2-93612F62D46D}" dt="2026-03-30T07:50:43.644" v="1602" actId="1076"/>
        <pc:sldMkLst>
          <pc:docMk/>
          <pc:sldMk cId="2637378014" sldId="329"/>
        </pc:sldMkLst>
        <pc:spChg chg="mod">
          <ac:chgData name="Berg, Dirk van den" userId="035ecb32-01d9-4b47-a105-eacf059a4647" providerId="ADAL" clId="{F7FF961E-CF96-44AC-93C2-93612F62D46D}" dt="2026-03-30T07:47:20.340" v="1483" actId="20577"/>
          <ac:spMkLst>
            <pc:docMk/>
            <pc:sldMk cId="2637378014" sldId="329"/>
            <ac:spMk id="2" creationId="{F4963DF6-D952-2A15-928D-B835D89E3D15}"/>
          </ac:spMkLst>
        </pc:spChg>
        <pc:spChg chg="mod">
          <ac:chgData name="Berg, Dirk van den" userId="035ecb32-01d9-4b47-a105-eacf059a4647" providerId="ADAL" clId="{F7FF961E-CF96-44AC-93C2-93612F62D46D}" dt="2026-03-30T07:50:43.644" v="1602" actId="1076"/>
          <ac:spMkLst>
            <pc:docMk/>
            <pc:sldMk cId="2637378014" sldId="329"/>
            <ac:spMk id="3" creationId="{FCE6D8F2-CE5D-9A51-CE16-CB692B87C13E}"/>
          </ac:spMkLst>
        </pc:spChg>
        <pc:picChg chg="add mod">
          <ac:chgData name="Berg, Dirk van den" userId="035ecb32-01d9-4b47-a105-eacf059a4647" providerId="ADAL" clId="{F7FF961E-CF96-44AC-93C2-93612F62D46D}" dt="2026-03-30T07:50:41.778" v="1600" actId="14100"/>
          <ac:picMkLst>
            <pc:docMk/>
            <pc:sldMk cId="2637378014" sldId="329"/>
            <ac:picMk id="5" creationId="{614D0927-D12D-02E4-2C42-45877CAB5072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3-30T07:53:01.331" v="1633" actId="14100"/>
        <pc:sldMkLst>
          <pc:docMk/>
          <pc:sldMk cId="3838943652" sldId="330"/>
        </pc:sldMkLst>
        <pc:spChg chg="mod">
          <ac:chgData name="Berg, Dirk van den" userId="035ecb32-01d9-4b47-a105-eacf059a4647" providerId="ADAL" clId="{F7FF961E-CF96-44AC-93C2-93612F62D46D}" dt="2026-03-30T07:51:06.363" v="1621" actId="20577"/>
          <ac:spMkLst>
            <pc:docMk/>
            <pc:sldMk cId="3838943652" sldId="330"/>
            <ac:spMk id="2" creationId="{2FF0F4B8-B4E4-23F5-CAB8-137FFAFFCB02}"/>
          </ac:spMkLst>
        </pc:spChg>
        <pc:picChg chg="add mod">
          <ac:chgData name="Berg, Dirk van den" userId="035ecb32-01d9-4b47-a105-eacf059a4647" providerId="ADAL" clId="{F7FF961E-CF96-44AC-93C2-93612F62D46D}" dt="2026-03-30T07:53:01.331" v="1633" actId="14100"/>
          <ac:picMkLst>
            <pc:docMk/>
            <pc:sldMk cId="3838943652" sldId="330"/>
            <ac:picMk id="7" creationId="{45DEA5F1-0091-8F16-54BB-593B4222781D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02:03.893" v="1658" actId="1076"/>
        <pc:sldMkLst>
          <pc:docMk/>
          <pc:sldMk cId="2138102974" sldId="331"/>
        </pc:sldMkLst>
        <pc:picChg chg="add mod">
          <ac:chgData name="Berg, Dirk van den" userId="035ecb32-01d9-4b47-a105-eacf059a4647" providerId="ADAL" clId="{F7FF961E-CF96-44AC-93C2-93612F62D46D}" dt="2026-03-30T08:02:03.893" v="1658" actId="1076"/>
          <ac:picMkLst>
            <pc:docMk/>
            <pc:sldMk cId="2138102974" sldId="331"/>
            <ac:picMk id="7" creationId="{0CC4D66D-B6D1-A1A7-5EF3-7EA21B3CAE1D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03:16.009" v="1665" actId="1076"/>
        <pc:sldMkLst>
          <pc:docMk/>
          <pc:sldMk cId="2733196220" sldId="332"/>
        </pc:sldMkLst>
        <pc:picChg chg="add mod">
          <ac:chgData name="Berg, Dirk van den" userId="035ecb32-01d9-4b47-a105-eacf059a4647" providerId="ADAL" clId="{F7FF961E-CF96-44AC-93C2-93612F62D46D}" dt="2026-03-30T08:03:16.009" v="1665" actId="1076"/>
          <ac:picMkLst>
            <pc:docMk/>
            <pc:sldMk cId="2733196220" sldId="332"/>
            <ac:picMk id="7" creationId="{5B4CC4B5-ADB8-E050-91F0-7A211E7B8A81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01:43.767" v="1652" actId="1076"/>
        <pc:sldMkLst>
          <pc:docMk/>
          <pc:sldMk cId="1113153296" sldId="333"/>
        </pc:sldMkLst>
        <pc:picChg chg="add mod ord">
          <ac:chgData name="Berg, Dirk van den" userId="035ecb32-01d9-4b47-a105-eacf059a4647" providerId="ADAL" clId="{F7FF961E-CF96-44AC-93C2-93612F62D46D}" dt="2026-03-30T08:01:43.767" v="1652" actId="1076"/>
          <ac:picMkLst>
            <pc:docMk/>
            <pc:sldMk cId="1113153296" sldId="333"/>
            <ac:picMk id="7" creationId="{05CEDFEF-1049-06F3-802D-96E330F354AE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08:03:46.115" v="1667" actId="1076"/>
        <pc:sldMkLst>
          <pc:docMk/>
          <pc:sldMk cId="1754019709" sldId="334"/>
        </pc:sldMkLst>
        <pc:picChg chg="add mod">
          <ac:chgData name="Berg, Dirk van den" userId="035ecb32-01d9-4b47-a105-eacf059a4647" providerId="ADAL" clId="{F7FF961E-CF96-44AC-93C2-93612F62D46D}" dt="2026-03-30T08:03:46.115" v="1667" actId="1076"/>
          <ac:picMkLst>
            <pc:docMk/>
            <pc:sldMk cId="1754019709" sldId="334"/>
            <ac:picMk id="5" creationId="{9CDE26B0-473A-C2C3-C8AC-87CF068636AB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35:24.988" v="1706" actId="1076"/>
        <pc:sldMkLst>
          <pc:docMk/>
          <pc:sldMk cId="4135426635" sldId="335"/>
        </pc:sldMkLst>
        <pc:picChg chg="add mod modCrop">
          <ac:chgData name="Berg, Dirk van den" userId="035ecb32-01d9-4b47-a105-eacf059a4647" providerId="ADAL" clId="{F7FF961E-CF96-44AC-93C2-93612F62D46D}" dt="2026-03-30T08:35:04.908" v="1696" actId="1076"/>
          <ac:picMkLst>
            <pc:docMk/>
            <pc:sldMk cId="4135426635" sldId="335"/>
            <ac:picMk id="7" creationId="{97642AAA-A541-F485-B9D8-A867221CAB9B}"/>
          </ac:picMkLst>
        </pc:picChg>
        <pc:picChg chg="add mod ord">
          <ac:chgData name="Berg, Dirk van den" userId="035ecb32-01d9-4b47-a105-eacf059a4647" providerId="ADAL" clId="{F7FF961E-CF96-44AC-93C2-93612F62D46D}" dt="2026-03-30T08:35:24.988" v="1706" actId="1076"/>
          <ac:picMkLst>
            <pc:docMk/>
            <pc:sldMk cId="4135426635" sldId="335"/>
            <ac:picMk id="9" creationId="{FE77AE1C-CD7D-086E-C57F-D5A4873B865D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35:21.828" v="1704" actId="1076"/>
        <pc:sldMkLst>
          <pc:docMk/>
          <pc:sldMk cId="2533899285" sldId="336"/>
        </pc:sldMkLst>
        <pc:picChg chg="add mod">
          <ac:chgData name="Berg, Dirk van den" userId="035ecb32-01d9-4b47-a105-eacf059a4647" providerId="ADAL" clId="{F7FF961E-CF96-44AC-93C2-93612F62D46D}" dt="2026-03-30T08:35:21.828" v="1704" actId="1076"/>
          <ac:picMkLst>
            <pc:docMk/>
            <pc:sldMk cId="2533899285" sldId="336"/>
            <ac:picMk id="6" creationId="{0D5F0E79-1FEE-85D3-B68E-6D42CEA0E321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08:35:48.819" v="1710" actId="14100"/>
        <pc:sldMkLst>
          <pc:docMk/>
          <pc:sldMk cId="3970548611" sldId="338"/>
        </pc:sldMkLst>
        <pc:picChg chg="add mod">
          <ac:chgData name="Berg, Dirk van den" userId="035ecb32-01d9-4b47-a105-eacf059a4647" providerId="ADAL" clId="{F7FF961E-CF96-44AC-93C2-93612F62D46D}" dt="2026-03-30T08:35:48.819" v="1710" actId="14100"/>
          <ac:picMkLst>
            <pc:docMk/>
            <pc:sldMk cId="3970548611" sldId="338"/>
            <ac:picMk id="5" creationId="{9287785B-7508-FAAF-2484-65C2C48F8CB2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08:36:10.771" v="1715" actId="1076"/>
        <pc:sldMkLst>
          <pc:docMk/>
          <pc:sldMk cId="2624135272" sldId="339"/>
        </pc:sldMkLst>
        <pc:picChg chg="add mod">
          <ac:chgData name="Berg, Dirk van den" userId="035ecb32-01d9-4b47-a105-eacf059a4647" providerId="ADAL" clId="{F7FF961E-CF96-44AC-93C2-93612F62D46D}" dt="2026-03-30T08:36:10.771" v="1715" actId="1076"/>
          <ac:picMkLst>
            <pc:docMk/>
            <pc:sldMk cId="2624135272" sldId="339"/>
            <ac:picMk id="5" creationId="{69CCC798-C771-40F3-EE18-AE3C596371B9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36:33.963" v="1724" actId="1076"/>
        <pc:sldMkLst>
          <pc:docMk/>
          <pc:sldMk cId="3240474605" sldId="340"/>
        </pc:sldMkLst>
        <pc:picChg chg="add mod">
          <ac:chgData name="Berg, Dirk van den" userId="035ecb32-01d9-4b47-a105-eacf059a4647" providerId="ADAL" clId="{F7FF961E-CF96-44AC-93C2-93612F62D46D}" dt="2026-03-30T08:36:33.963" v="1724" actId="1076"/>
          <ac:picMkLst>
            <pc:docMk/>
            <pc:sldMk cId="3240474605" sldId="340"/>
            <ac:picMk id="6" creationId="{CA26E7D7-DA8B-3815-C0BF-3A4A96C041BB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08:36:51.389" v="1728" actId="1076"/>
        <pc:sldMkLst>
          <pc:docMk/>
          <pc:sldMk cId="435317910" sldId="341"/>
        </pc:sldMkLst>
        <pc:picChg chg="add mod">
          <ac:chgData name="Berg, Dirk van den" userId="035ecb32-01d9-4b47-a105-eacf059a4647" providerId="ADAL" clId="{F7FF961E-CF96-44AC-93C2-93612F62D46D}" dt="2026-03-30T08:36:51.389" v="1728" actId="1076"/>
          <ac:picMkLst>
            <pc:docMk/>
            <pc:sldMk cId="435317910" sldId="341"/>
            <ac:picMk id="5" creationId="{459E6A0F-893C-1E6D-2376-6CEACB053783}"/>
          </ac:picMkLst>
        </pc:picChg>
      </pc:sldChg>
      <pc:sldChg chg="addSp delSp modSp add mod modNotesTx">
        <pc:chgData name="Berg, Dirk van den" userId="035ecb32-01d9-4b47-a105-eacf059a4647" providerId="ADAL" clId="{F7FF961E-CF96-44AC-93C2-93612F62D46D}" dt="2026-03-30T13:22:21.562" v="3139" actId="1076"/>
        <pc:sldMkLst>
          <pc:docMk/>
          <pc:sldMk cId="2141876746" sldId="342"/>
        </pc:sldMkLst>
        <pc:spChg chg="mod">
          <ac:chgData name="Berg, Dirk van den" userId="035ecb32-01d9-4b47-a105-eacf059a4647" providerId="ADAL" clId="{F7FF961E-CF96-44AC-93C2-93612F62D46D}" dt="2026-03-30T13:22:16.166" v="3136" actId="6549"/>
          <ac:spMkLst>
            <pc:docMk/>
            <pc:sldMk cId="2141876746" sldId="342"/>
            <ac:spMk id="2" creationId="{A5C58F52-C770-8588-BD75-A1ED96B0270F}"/>
          </ac:spMkLst>
        </pc:spChg>
        <pc:spChg chg="add mod">
          <ac:chgData name="Berg, Dirk van den" userId="035ecb32-01d9-4b47-a105-eacf059a4647" providerId="ADAL" clId="{F7FF961E-CF96-44AC-93C2-93612F62D46D}" dt="2026-03-30T08:58:16.993" v="1870" actId="478"/>
          <ac:spMkLst>
            <pc:docMk/>
            <pc:sldMk cId="2141876746" sldId="342"/>
            <ac:spMk id="7" creationId="{664F16FE-D73D-6865-7172-595342410FAF}"/>
          </ac:spMkLst>
        </pc:spChg>
        <pc:picChg chg="add mod modCrop">
          <ac:chgData name="Berg, Dirk van den" userId="035ecb32-01d9-4b47-a105-eacf059a4647" providerId="ADAL" clId="{F7FF961E-CF96-44AC-93C2-93612F62D46D}" dt="2026-03-30T13:22:21.562" v="3139" actId="1076"/>
          <ac:picMkLst>
            <pc:docMk/>
            <pc:sldMk cId="2141876746" sldId="342"/>
            <ac:picMk id="4" creationId="{21E3FD6A-F9FD-3136-B1B2-2F9E19731853}"/>
          </ac:picMkLst>
        </pc:picChg>
      </pc:sldChg>
      <pc:sldChg chg="modSp add mod modShow">
        <pc:chgData name="Berg, Dirk van den" userId="035ecb32-01d9-4b47-a105-eacf059a4647" providerId="ADAL" clId="{F7FF961E-CF96-44AC-93C2-93612F62D46D}" dt="2026-03-30T14:39:39.458" v="4020" actId="729"/>
        <pc:sldMkLst>
          <pc:docMk/>
          <pc:sldMk cId="2609360544" sldId="343"/>
        </pc:sldMkLst>
        <pc:picChg chg="mod">
          <ac:chgData name="Berg, Dirk van den" userId="035ecb32-01d9-4b47-a105-eacf059a4647" providerId="ADAL" clId="{F7FF961E-CF96-44AC-93C2-93612F62D46D}" dt="2026-03-30T12:59:48.957" v="2960" actId="14100"/>
          <ac:picMkLst>
            <pc:docMk/>
            <pc:sldMk cId="2609360544" sldId="343"/>
            <ac:picMk id="5" creationId="{A021ED2C-3E14-F1D1-19AF-EC2FC8FFB6BB}"/>
          </ac:picMkLst>
        </pc:picChg>
      </pc:sldChg>
      <pc:sldChg chg="add mod modShow">
        <pc:chgData name="Berg, Dirk van den" userId="035ecb32-01d9-4b47-a105-eacf059a4647" providerId="ADAL" clId="{F7FF961E-CF96-44AC-93C2-93612F62D46D}" dt="2026-03-30T14:36:56.944" v="4018" actId="729"/>
        <pc:sldMkLst>
          <pc:docMk/>
          <pc:sldMk cId="932338939" sldId="344"/>
        </pc:sldMkLst>
      </pc:sldChg>
      <pc:sldChg chg="addSp delSp modSp new mod ord">
        <pc:chgData name="Berg, Dirk van den" userId="035ecb32-01d9-4b47-a105-eacf059a4647" providerId="ADAL" clId="{F7FF961E-CF96-44AC-93C2-93612F62D46D}" dt="2026-03-30T12:24:49.982" v="2686" actId="478"/>
        <pc:sldMkLst>
          <pc:docMk/>
          <pc:sldMk cId="569493503" sldId="345"/>
        </pc:sldMkLst>
        <pc:spChg chg="mod">
          <ac:chgData name="Berg, Dirk van den" userId="035ecb32-01d9-4b47-a105-eacf059a4647" providerId="ADAL" clId="{F7FF961E-CF96-44AC-93C2-93612F62D46D}" dt="2026-03-30T12:01:15.907" v="2317" actId="1076"/>
          <ac:spMkLst>
            <pc:docMk/>
            <pc:sldMk cId="569493503" sldId="345"/>
            <ac:spMk id="3" creationId="{C09A7C5C-1D12-0317-596D-9130F7043B09}"/>
          </ac:spMkLst>
        </pc:spChg>
        <pc:spChg chg="add mod">
          <ac:chgData name="Berg, Dirk van den" userId="035ecb32-01d9-4b47-a105-eacf059a4647" providerId="ADAL" clId="{F7FF961E-CF96-44AC-93C2-93612F62D46D}" dt="2026-03-30T12:01:35.614" v="2319" actId="1076"/>
          <ac:spMkLst>
            <pc:docMk/>
            <pc:sldMk cId="569493503" sldId="345"/>
            <ac:spMk id="8" creationId="{02DFBFE1-8E23-CF9D-2A9F-E9C4CB124225}"/>
          </ac:spMkLst>
        </pc:spChg>
        <pc:picChg chg="add mod">
          <ac:chgData name="Berg, Dirk van den" userId="035ecb32-01d9-4b47-a105-eacf059a4647" providerId="ADAL" clId="{F7FF961E-CF96-44AC-93C2-93612F62D46D}" dt="2026-03-30T12:12:06.148" v="2549" actId="1076"/>
          <ac:picMkLst>
            <pc:docMk/>
            <pc:sldMk cId="569493503" sldId="345"/>
            <ac:picMk id="5" creationId="{7F2106AC-D328-12A1-EF27-E833BE26FFCD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3-30T12:49:17.207" v="2955" actId="729"/>
        <pc:sldMkLst>
          <pc:docMk/>
          <pc:sldMk cId="1369937803" sldId="346"/>
        </pc:sldMkLst>
        <pc:spChg chg="mod">
          <ac:chgData name="Berg, Dirk van den" userId="035ecb32-01d9-4b47-a105-eacf059a4647" providerId="ADAL" clId="{F7FF961E-CF96-44AC-93C2-93612F62D46D}" dt="2026-03-30T12:05:02.819" v="2441" actId="20577"/>
          <ac:spMkLst>
            <pc:docMk/>
            <pc:sldMk cId="1369937803" sldId="346"/>
            <ac:spMk id="3" creationId="{5C128736-4EA8-BD66-6377-BAE2B31F2DCB}"/>
          </ac:spMkLst>
        </pc:spChg>
        <pc:picChg chg="add mod">
          <ac:chgData name="Berg, Dirk van den" userId="035ecb32-01d9-4b47-a105-eacf059a4647" providerId="ADAL" clId="{F7FF961E-CF96-44AC-93C2-93612F62D46D}" dt="2026-03-30T12:45:12.276" v="2948" actId="1076"/>
          <ac:picMkLst>
            <pc:docMk/>
            <pc:sldMk cId="1369937803" sldId="346"/>
            <ac:picMk id="5" creationId="{47752C72-266C-C561-85E9-9C5C494734D0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14:55:35.445" v="4099" actId="1076"/>
        <pc:sldMkLst>
          <pc:docMk/>
          <pc:sldMk cId="3369085954" sldId="347"/>
        </pc:sldMkLst>
        <pc:spChg chg="mod">
          <ac:chgData name="Berg, Dirk van den" userId="035ecb32-01d9-4b47-a105-eacf059a4647" providerId="ADAL" clId="{F7FF961E-CF96-44AC-93C2-93612F62D46D}" dt="2026-03-30T14:40:04.151" v="4092" actId="20577"/>
          <ac:spMkLst>
            <pc:docMk/>
            <pc:sldMk cId="3369085954" sldId="347"/>
            <ac:spMk id="2" creationId="{E61E3699-0711-0703-A8A7-EF2033046DD6}"/>
          </ac:spMkLst>
        </pc:spChg>
        <pc:spChg chg="mod">
          <ac:chgData name="Berg, Dirk van den" userId="035ecb32-01d9-4b47-a105-eacf059a4647" providerId="ADAL" clId="{F7FF961E-CF96-44AC-93C2-93612F62D46D}" dt="2026-03-30T14:55:30.111" v="4095" actId="6549"/>
          <ac:spMkLst>
            <pc:docMk/>
            <pc:sldMk cId="3369085954" sldId="347"/>
            <ac:spMk id="3" creationId="{1575D7DC-8744-38A9-BB4C-9E99300A25AB}"/>
          </ac:spMkLst>
        </pc:spChg>
        <pc:picChg chg="add mod">
          <ac:chgData name="Berg, Dirk van den" userId="035ecb32-01d9-4b47-a105-eacf059a4647" providerId="ADAL" clId="{F7FF961E-CF96-44AC-93C2-93612F62D46D}" dt="2026-03-30T14:55:35.445" v="4099" actId="1076"/>
          <ac:picMkLst>
            <pc:docMk/>
            <pc:sldMk cId="3369085954" sldId="347"/>
            <ac:picMk id="5" creationId="{DA5CEBE3-A0C4-D3C9-F2DB-E2B12E558853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3-30T12:49:23.061" v="2956" actId="729"/>
        <pc:sldMkLst>
          <pc:docMk/>
          <pc:sldMk cId="3710946997" sldId="348"/>
        </pc:sldMkLst>
        <pc:spChg chg="mod">
          <ac:chgData name="Berg, Dirk van den" userId="035ecb32-01d9-4b47-a105-eacf059a4647" providerId="ADAL" clId="{F7FF961E-CF96-44AC-93C2-93612F62D46D}" dt="2026-03-30T11:35:00.620" v="2119"/>
          <ac:spMkLst>
            <pc:docMk/>
            <pc:sldMk cId="3710946997" sldId="348"/>
            <ac:spMk id="3" creationId="{04E56E3A-8FEE-3AE0-E537-41B824662F41}"/>
          </ac:spMkLst>
        </pc:spChg>
      </pc:sldChg>
      <pc:sldChg chg="addSp delSp modSp new mod modNotesTx">
        <pc:chgData name="Berg, Dirk van den" userId="035ecb32-01d9-4b47-a105-eacf059a4647" providerId="ADAL" clId="{F7FF961E-CF96-44AC-93C2-93612F62D46D}" dt="2026-03-30T12:31:39.826" v="2719" actId="20577"/>
        <pc:sldMkLst>
          <pc:docMk/>
          <pc:sldMk cId="907871180" sldId="349"/>
        </pc:sldMkLst>
        <pc:spChg chg="add del">
          <ac:chgData name="Berg, Dirk van den" userId="035ecb32-01d9-4b47-a105-eacf059a4647" providerId="ADAL" clId="{F7FF961E-CF96-44AC-93C2-93612F62D46D}" dt="2026-03-30T11:41:06.692" v="2170" actId="478"/>
          <ac:spMkLst>
            <pc:docMk/>
            <pc:sldMk cId="907871180" sldId="349"/>
            <ac:spMk id="2" creationId="{63B4F419-9EBF-B674-8657-7D72C5BE4DD3}"/>
          </ac:spMkLst>
        </pc:spChg>
        <pc:spChg chg="mod">
          <ac:chgData name="Berg, Dirk van den" userId="035ecb32-01d9-4b47-a105-eacf059a4647" providerId="ADAL" clId="{F7FF961E-CF96-44AC-93C2-93612F62D46D}" dt="2026-03-30T12:26:40.635" v="2696" actId="20577"/>
          <ac:spMkLst>
            <pc:docMk/>
            <pc:sldMk cId="907871180" sldId="349"/>
            <ac:spMk id="3" creationId="{1FAE658E-B767-09EB-7F9F-E8D88BE56F0F}"/>
          </ac:spMkLst>
        </pc:spChg>
        <pc:spChg chg="add mod ord">
          <ac:chgData name="Berg, Dirk van den" userId="035ecb32-01d9-4b47-a105-eacf059a4647" providerId="ADAL" clId="{F7FF961E-CF96-44AC-93C2-93612F62D46D}" dt="2026-03-30T12:31:39.826" v="2719" actId="20577"/>
          <ac:spMkLst>
            <pc:docMk/>
            <pc:sldMk cId="907871180" sldId="349"/>
            <ac:spMk id="9" creationId="{10696E88-609C-9581-BAFD-82112B2A8D27}"/>
          </ac:spMkLst>
        </pc:spChg>
        <pc:picChg chg="add mod modCrop">
          <ac:chgData name="Berg, Dirk van den" userId="035ecb32-01d9-4b47-a105-eacf059a4647" providerId="ADAL" clId="{F7FF961E-CF96-44AC-93C2-93612F62D46D}" dt="2026-03-30T11:56:38.095" v="2290" actId="1076"/>
          <ac:picMkLst>
            <pc:docMk/>
            <pc:sldMk cId="907871180" sldId="349"/>
            <ac:picMk id="5" creationId="{4EA14F13-166E-705F-B8F5-8BDA40EF2FA1}"/>
          </ac:picMkLst>
        </pc:picChg>
        <pc:picChg chg="add mod">
          <ac:chgData name="Berg, Dirk van den" userId="035ecb32-01d9-4b47-a105-eacf059a4647" providerId="ADAL" clId="{F7FF961E-CF96-44AC-93C2-93612F62D46D}" dt="2026-03-30T11:56:40.239" v="2291" actId="1076"/>
          <ac:picMkLst>
            <pc:docMk/>
            <pc:sldMk cId="907871180" sldId="349"/>
            <ac:picMk id="7" creationId="{3B6FAA2F-E4FC-2EFD-ECDA-29F153EBE33D}"/>
          </ac:picMkLst>
        </pc:picChg>
        <pc:picChg chg="add mod modCrop">
          <ac:chgData name="Berg, Dirk van den" userId="035ecb32-01d9-4b47-a105-eacf059a4647" providerId="ADAL" clId="{F7FF961E-CF96-44AC-93C2-93612F62D46D}" dt="2026-03-30T12:31:12.129" v="2712" actId="1076"/>
          <ac:picMkLst>
            <pc:docMk/>
            <pc:sldMk cId="907871180" sldId="349"/>
            <ac:picMk id="10" creationId="{CA10CC98-58DE-8702-24A4-13240DF59B03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3-30T12:39:18.266" v="2754" actId="1076"/>
        <pc:sldMkLst>
          <pc:docMk/>
          <pc:sldMk cId="693166350" sldId="350"/>
        </pc:sldMkLst>
        <pc:spChg chg="mod">
          <ac:chgData name="Berg, Dirk van den" userId="035ecb32-01d9-4b47-a105-eacf059a4647" providerId="ADAL" clId="{F7FF961E-CF96-44AC-93C2-93612F62D46D}" dt="2026-03-30T12:24:08.036" v="2677" actId="20577"/>
          <ac:spMkLst>
            <pc:docMk/>
            <pc:sldMk cId="693166350" sldId="350"/>
            <ac:spMk id="2" creationId="{87BB95ED-A77C-7230-1788-AECE7D19E3F7}"/>
          </ac:spMkLst>
        </pc:spChg>
        <pc:picChg chg="add mod">
          <ac:chgData name="Berg, Dirk van den" userId="035ecb32-01d9-4b47-a105-eacf059a4647" providerId="ADAL" clId="{F7FF961E-CF96-44AC-93C2-93612F62D46D}" dt="2026-03-30T12:39:18.266" v="2754" actId="1076"/>
          <ac:picMkLst>
            <pc:docMk/>
            <pc:sldMk cId="693166350" sldId="350"/>
            <ac:picMk id="7" creationId="{42E717A6-F7DC-9434-BCE9-DBCC0E81A099}"/>
          </ac:picMkLst>
        </pc:picChg>
        <pc:picChg chg="add mod ord modCrop">
          <ac:chgData name="Berg, Dirk van den" userId="035ecb32-01d9-4b47-a105-eacf059a4647" providerId="ADAL" clId="{F7FF961E-CF96-44AC-93C2-93612F62D46D}" dt="2026-03-30T12:24:30.413" v="2684" actId="1076"/>
          <ac:picMkLst>
            <pc:docMk/>
            <pc:sldMk cId="693166350" sldId="350"/>
            <ac:picMk id="9" creationId="{FDB8AD1E-B200-FCDE-CF72-0ADC387F5F14}"/>
          </ac:picMkLst>
        </pc:picChg>
      </pc:sldChg>
      <pc:sldChg chg="addSp modSp new mod ord">
        <pc:chgData name="Berg, Dirk van den" userId="035ecb32-01d9-4b47-a105-eacf059a4647" providerId="ADAL" clId="{F7FF961E-CF96-44AC-93C2-93612F62D46D}" dt="2026-03-30T11:55:01.530" v="2283"/>
        <pc:sldMkLst>
          <pc:docMk/>
          <pc:sldMk cId="3983162919" sldId="351"/>
        </pc:sldMkLst>
        <pc:picChg chg="add mod">
          <ac:chgData name="Berg, Dirk van den" userId="035ecb32-01d9-4b47-a105-eacf059a4647" providerId="ADAL" clId="{F7FF961E-CF96-44AC-93C2-93612F62D46D}" dt="2026-03-30T11:54:41.029" v="2279" actId="1076"/>
          <ac:picMkLst>
            <pc:docMk/>
            <pc:sldMk cId="3983162919" sldId="351"/>
            <ac:picMk id="5" creationId="{6A3B688F-15EB-3505-FD8E-A7276D0DE3AA}"/>
          </ac:picMkLst>
        </pc:picChg>
      </pc:sldChg>
      <pc:sldChg chg="modSp new mod">
        <pc:chgData name="Berg, Dirk van den" userId="035ecb32-01d9-4b47-a105-eacf059a4647" providerId="ADAL" clId="{F7FF961E-CF96-44AC-93C2-93612F62D46D}" dt="2026-03-30T12:42:28.584" v="2817" actId="6549"/>
        <pc:sldMkLst>
          <pc:docMk/>
          <pc:sldMk cId="691196418" sldId="352"/>
        </pc:sldMkLst>
        <pc:spChg chg="mod">
          <ac:chgData name="Berg, Dirk van den" userId="035ecb32-01d9-4b47-a105-eacf059a4647" providerId="ADAL" clId="{F7FF961E-CF96-44AC-93C2-93612F62D46D}" dt="2026-03-30T12:05:34.469" v="2483" actId="20577"/>
          <ac:spMkLst>
            <pc:docMk/>
            <pc:sldMk cId="691196418" sldId="352"/>
            <ac:spMk id="2" creationId="{6C50C00D-6B64-E471-90CD-4065CB3EB5FC}"/>
          </ac:spMkLst>
        </pc:spChg>
        <pc:spChg chg="mod">
          <ac:chgData name="Berg, Dirk van den" userId="035ecb32-01d9-4b47-a105-eacf059a4647" providerId="ADAL" clId="{F7FF961E-CF96-44AC-93C2-93612F62D46D}" dt="2026-03-30T12:42:28.584" v="2817" actId="6549"/>
          <ac:spMkLst>
            <pc:docMk/>
            <pc:sldMk cId="691196418" sldId="352"/>
            <ac:spMk id="3" creationId="{1FC5E500-53BF-C0F3-B3BC-438F1FC79C91}"/>
          </ac:spMkLst>
        </pc:spChg>
      </pc:sldChg>
      <pc:sldChg chg="add">
        <pc:chgData name="Berg, Dirk van den" userId="035ecb32-01d9-4b47-a105-eacf059a4647" providerId="ADAL" clId="{F7FF961E-CF96-44AC-93C2-93612F62D46D}" dt="2026-03-30T12:24:46.344" v="2685"/>
        <pc:sldMkLst>
          <pc:docMk/>
          <pc:sldMk cId="2581071799" sldId="353"/>
        </pc:sldMkLst>
      </pc:sldChg>
      <pc:sldChg chg="modSp new mod modShow">
        <pc:chgData name="Berg, Dirk van den" userId="035ecb32-01d9-4b47-a105-eacf059a4647" providerId="ADAL" clId="{F7FF961E-CF96-44AC-93C2-93612F62D46D}" dt="2026-03-30T12:45:06.658" v="2947" actId="729"/>
        <pc:sldMkLst>
          <pc:docMk/>
          <pc:sldMk cId="2861828341" sldId="354"/>
        </pc:sldMkLst>
        <pc:spChg chg="mod">
          <ac:chgData name="Berg, Dirk van den" userId="035ecb32-01d9-4b47-a105-eacf059a4647" providerId="ADAL" clId="{F7FF961E-CF96-44AC-93C2-93612F62D46D}" dt="2026-03-30T12:25:45.388" v="2692" actId="27636"/>
          <ac:spMkLst>
            <pc:docMk/>
            <pc:sldMk cId="2861828341" sldId="354"/>
            <ac:spMk id="2" creationId="{68B64998-5D72-B9CA-9651-7B92048F4215}"/>
          </ac:spMkLst>
        </pc:spChg>
        <pc:spChg chg="mod">
          <ac:chgData name="Berg, Dirk van den" userId="035ecb32-01d9-4b47-a105-eacf059a4647" providerId="ADAL" clId="{F7FF961E-CF96-44AC-93C2-93612F62D46D}" dt="2026-03-30T12:27:42.570" v="2698"/>
          <ac:spMkLst>
            <pc:docMk/>
            <pc:sldMk cId="2861828341" sldId="354"/>
            <ac:spMk id="3" creationId="{86D49865-221F-45F4-55A7-D1205A0EC2C8}"/>
          </ac:spMkLst>
        </pc:spChg>
      </pc:sldChg>
      <pc:sldChg chg="add">
        <pc:chgData name="Berg, Dirk van den" userId="035ecb32-01d9-4b47-a105-eacf059a4647" providerId="ADAL" clId="{F7FF961E-CF96-44AC-93C2-93612F62D46D}" dt="2026-03-30T12:26:36.135" v="2695" actId="2890"/>
        <pc:sldMkLst>
          <pc:docMk/>
          <pc:sldMk cId="4079285632" sldId="355"/>
        </pc:sldMkLst>
      </pc:sldChg>
      <pc:sldChg chg="addSp modSp new mod">
        <pc:chgData name="Berg, Dirk van den" userId="035ecb32-01d9-4b47-a105-eacf059a4647" providerId="ADAL" clId="{F7FF961E-CF96-44AC-93C2-93612F62D46D}" dt="2026-03-30T12:47:53.645" v="2954" actId="1076"/>
        <pc:sldMkLst>
          <pc:docMk/>
          <pc:sldMk cId="3304745537" sldId="356"/>
        </pc:sldMkLst>
        <pc:spChg chg="mod">
          <ac:chgData name="Berg, Dirk van den" userId="035ecb32-01d9-4b47-a105-eacf059a4647" providerId="ADAL" clId="{F7FF961E-CF96-44AC-93C2-93612F62D46D}" dt="2026-03-30T12:38:51.893" v="2750" actId="20577"/>
          <ac:spMkLst>
            <pc:docMk/>
            <pc:sldMk cId="3304745537" sldId="356"/>
            <ac:spMk id="2" creationId="{69BEC03D-6962-2FF1-F08E-986850B6E92E}"/>
          </ac:spMkLst>
        </pc:spChg>
        <pc:spChg chg="mod">
          <ac:chgData name="Berg, Dirk van den" userId="035ecb32-01d9-4b47-a105-eacf059a4647" providerId="ADAL" clId="{F7FF961E-CF96-44AC-93C2-93612F62D46D}" dt="2026-03-30T12:47:42.944" v="2953" actId="15"/>
          <ac:spMkLst>
            <pc:docMk/>
            <pc:sldMk cId="3304745537" sldId="356"/>
            <ac:spMk id="3" creationId="{DB5C9DB1-C498-161C-F31A-A470C4F1DFC0}"/>
          </ac:spMkLst>
        </pc:spChg>
        <pc:picChg chg="add mod modCrop">
          <ac:chgData name="Berg, Dirk van den" userId="035ecb32-01d9-4b47-a105-eacf059a4647" providerId="ADAL" clId="{F7FF961E-CF96-44AC-93C2-93612F62D46D}" dt="2026-03-30T12:47:53.645" v="2954" actId="1076"/>
          <ac:picMkLst>
            <pc:docMk/>
            <pc:sldMk cId="3304745537" sldId="356"/>
            <ac:picMk id="5" creationId="{5CE61D7D-E992-1F3A-35DB-D634DF5BBAAA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3-30T12:40:38.357" v="2770" actId="1076"/>
        <pc:sldMkLst>
          <pc:docMk/>
          <pc:sldMk cId="1554693451" sldId="357"/>
        </pc:sldMkLst>
        <pc:spChg chg="mod">
          <ac:chgData name="Berg, Dirk van den" userId="035ecb32-01d9-4b47-a105-eacf059a4647" providerId="ADAL" clId="{F7FF961E-CF96-44AC-93C2-93612F62D46D}" dt="2026-03-30T12:39:45.510" v="2756"/>
          <ac:spMkLst>
            <pc:docMk/>
            <pc:sldMk cId="1554693451" sldId="357"/>
            <ac:spMk id="2" creationId="{87E5B0B0-B41A-F1DD-24FE-7C5CDBC9923B}"/>
          </ac:spMkLst>
        </pc:spChg>
        <pc:picChg chg="add mod">
          <ac:chgData name="Berg, Dirk van den" userId="035ecb32-01d9-4b47-a105-eacf059a4647" providerId="ADAL" clId="{F7FF961E-CF96-44AC-93C2-93612F62D46D}" dt="2026-03-30T12:40:38.357" v="2770" actId="1076"/>
          <ac:picMkLst>
            <pc:docMk/>
            <pc:sldMk cId="1554693451" sldId="357"/>
            <ac:picMk id="5" creationId="{E1AD4B9E-F9A1-A666-654F-B406AF8B3DD6}"/>
          </ac:picMkLst>
        </pc:picChg>
      </pc:sldChg>
      <pc:sldChg chg="delSp modSp add mod">
        <pc:chgData name="Berg, Dirk van den" userId="035ecb32-01d9-4b47-a105-eacf059a4647" providerId="ADAL" clId="{F7FF961E-CF96-44AC-93C2-93612F62D46D}" dt="2026-03-30T12:40:48.675" v="2776" actId="1076"/>
        <pc:sldMkLst>
          <pc:docMk/>
          <pc:sldMk cId="15118265" sldId="358"/>
        </pc:sldMkLst>
        <pc:picChg chg="mod">
          <ac:chgData name="Berg, Dirk van den" userId="035ecb32-01d9-4b47-a105-eacf059a4647" providerId="ADAL" clId="{F7FF961E-CF96-44AC-93C2-93612F62D46D}" dt="2026-03-30T12:40:48.675" v="2776" actId="1076"/>
          <ac:picMkLst>
            <pc:docMk/>
            <pc:sldMk cId="15118265" sldId="358"/>
            <ac:picMk id="7" creationId="{DAB04ECA-3A69-1819-B9AD-A1CB0BCF904B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3-30T14:58:36.493" v="4122" actId="729"/>
        <pc:sldMkLst>
          <pc:docMk/>
          <pc:sldMk cId="2438029814" sldId="359"/>
        </pc:sldMkLst>
        <pc:spChg chg="mod">
          <ac:chgData name="Berg, Dirk van den" userId="035ecb32-01d9-4b47-a105-eacf059a4647" providerId="ADAL" clId="{F7FF961E-CF96-44AC-93C2-93612F62D46D}" dt="2026-03-30T14:36:33.796" v="3991" actId="20577"/>
          <ac:spMkLst>
            <pc:docMk/>
            <pc:sldMk cId="2438029814" sldId="359"/>
            <ac:spMk id="2" creationId="{CDD12947-875F-1C62-7568-339F19A8B793}"/>
          </ac:spMkLst>
        </pc:spChg>
        <pc:spChg chg="mod">
          <ac:chgData name="Berg, Dirk van den" userId="035ecb32-01d9-4b47-a105-eacf059a4647" providerId="ADAL" clId="{F7FF961E-CF96-44AC-93C2-93612F62D46D}" dt="2026-03-30T14:36:29.688" v="3979"/>
          <ac:spMkLst>
            <pc:docMk/>
            <pc:sldMk cId="2438029814" sldId="359"/>
            <ac:spMk id="3" creationId="{8B27480E-7F66-AC8A-5799-CFA46F70AF77}"/>
          </ac:spMkLst>
        </pc:spChg>
        <pc:spChg chg="add mod">
          <ac:chgData name="Berg, Dirk van den" userId="035ecb32-01d9-4b47-a105-eacf059a4647" providerId="ADAL" clId="{F7FF961E-CF96-44AC-93C2-93612F62D46D}" dt="2026-03-30T13:53:25.478" v="3413" actId="1076"/>
          <ac:spMkLst>
            <pc:docMk/>
            <pc:sldMk cId="2438029814" sldId="359"/>
            <ac:spMk id="5" creationId="{1D69809B-4B12-D158-A65D-269BB06CAF92}"/>
          </ac:spMkLst>
        </pc:spChg>
        <pc:spChg chg="add mod">
          <ac:chgData name="Berg, Dirk van den" userId="035ecb32-01d9-4b47-a105-eacf059a4647" providerId="ADAL" clId="{F7FF961E-CF96-44AC-93C2-93612F62D46D}" dt="2026-03-30T14:36:02.082" v="3953" actId="1076"/>
          <ac:spMkLst>
            <pc:docMk/>
            <pc:sldMk cId="2438029814" sldId="359"/>
            <ac:spMk id="7" creationId="{FD3FE2E4-1A8A-33C3-E0F9-34803E2A41B2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3-30T13:26:37.839" v="3181" actId="1076"/>
        <pc:sldMkLst>
          <pc:docMk/>
          <pc:sldMk cId="3395514821" sldId="362"/>
        </pc:sldMkLst>
        <pc:picChg chg="add mod">
          <ac:chgData name="Berg, Dirk van den" userId="035ecb32-01d9-4b47-a105-eacf059a4647" providerId="ADAL" clId="{F7FF961E-CF96-44AC-93C2-93612F62D46D}" dt="2026-03-30T13:26:37.839" v="3181" actId="1076"/>
          <ac:picMkLst>
            <pc:docMk/>
            <pc:sldMk cId="3395514821" sldId="362"/>
            <ac:picMk id="7" creationId="{63DAFBD6-3678-6E99-9875-0D6E5CBF2436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4-01T13:16:30.350" v="4643" actId="729"/>
        <pc:sldMkLst>
          <pc:docMk/>
          <pc:sldMk cId="3669444354" sldId="363"/>
        </pc:sldMkLst>
        <pc:spChg chg="mod">
          <ac:chgData name="Berg, Dirk van den" userId="035ecb32-01d9-4b47-a105-eacf059a4647" providerId="ADAL" clId="{F7FF961E-CF96-44AC-93C2-93612F62D46D}" dt="2026-03-30T14:27:52.835" v="3751" actId="20577"/>
          <ac:spMkLst>
            <pc:docMk/>
            <pc:sldMk cId="3669444354" sldId="363"/>
            <ac:spMk id="2" creationId="{8A7CD8F3-E661-5917-50A0-D264AD3D0AD9}"/>
          </ac:spMkLst>
        </pc:spChg>
        <pc:spChg chg="mod">
          <ac:chgData name="Berg, Dirk van den" userId="035ecb32-01d9-4b47-a105-eacf059a4647" providerId="ADAL" clId="{F7FF961E-CF96-44AC-93C2-93612F62D46D}" dt="2026-03-30T14:28:45.500" v="3952" actId="20577"/>
          <ac:spMkLst>
            <pc:docMk/>
            <pc:sldMk cId="3669444354" sldId="363"/>
            <ac:spMk id="3" creationId="{26E66D28-8EFA-EFB9-D2DC-4E032EC7B29C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4-01T13:16:33.140" v="4644" actId="729"/>
        <pc:sldMkLst>
          <pc:docMk/>
          <pc:sldMk cId="2638919925" sldId="364"/>
        </pc:sldMkLst>
        <pc:spChg chg="mod">
          <ac:chgData name="Berg, Dirk van den" userId="035ecb32-01d9-4b47-a105-eacf059a4647" providerId="ADAL" clId="{F7FF961E-CF96-44AC-93C2-93612F62D46D}" dt="2026-03-30T14:57:00.437" v="4111" actId="20577"/>
          <ac:spMkLst>
            <pc:docMk/>
            <pc:sldMk cId="2638919925" sldId="364"/>
            <ac:spMk id="2" creationId="{3B31252E-6A0A-EEF2-E8C2-E6D1D3B5036B}"/>
          </ac:spMkLst>
        </pc:spChg>
        <pc:spChg chg="mod">
          <ac:chgData name="Berg, Dirk van den" userId="035ecb32-01d9-4b47-a105-eacf059a4647" providerId="ADAL" clId="{F7FF961E-CF96-44AC-93C2-93612F62D46D}" dt="2026-03-30T14:58:23.665" v="4117" actId="20577"/>
          <ac:spMkLst>
            <pc:docMk/>
            <pc:sldMk cId="2638919925" sldId="364"/>
            <ac:spMk id="3" creationId="{CF911365-B2AA-5789-7CFA-BEF62788644E}"/>
          </ac:spMkLst>
        </pc:spChg>
        <pc:picChg chg="add mod">
          <ac:chgData name="Berg, Dirk van den" userId="035ecb32-01d9-4b47-a105-eacf059a4647" providerId="ADAL" clId="{F7FF961E-CF96-44AC-93C2-93612F62D46D}" dt="2026-03-30T14:58:31.500" v="4121" actId="14100"/>
          <ac:picMkLst>
            <pc:docMk/>
            <pc:sldMk cId="2638919925" sldId="364"/>
            <ac:picMk id="5" creationId="{A490604D-E6AD-15B4-1014-AE58EA32CC71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4-01T07:54:55.631" v="4327" actId="1036"/>
        <pc:sldMkLst>
          <pc:docMk/>
          <pc:sldMk cId="2741775099" sldId="365"/>
        </pc:sldMkLst>
        <pc:spChg chg="mod">
          <ac:chgData name="Berg, Dirk van den" userId="035ecb32-01d9-4b47-a105-eacf059a4647" providerId="ADAL" clId="{F7FF961E-CF96-44AC-93C2-93612F62D46D}" dt="2026-04-01T07:13:30.029" v="4256" actId="20577"/>
          <ac:spMkLst>
            <pc:docMk/>
            <pc:sldMk cId="2741775099" sldId="365"/>
            <ac:spMk id="2" creationId="{4C0BCE68-49A8-C83D-599B-02264E674064}"/>
          </ac:spMkLst>
        </pc:spChg>
        <pc:picChg chg="add mod">
          <ac:chgData name="Berg, Dirk van den" userId="035ecb32-01d9-4b47-a105-eacf059a4647" providerId="ADAL" clId="{F7FF961E-CF96-44AC-93C2-93612F62D46D}" dt="2026-04-01T07:13:38.596" v="4259" actId="1076"/>
          <ac:picMkLst>
            <pc:docMk/>
            <pc:sldMk cId="2741775099" sldId="365"/>
            <ac:picMk id="5" creationId="{70F4F077-8E82-D84B-CCE2-50848B126DC7}"/>
          </ac:picMkLst>
        </pc:picChg>
        <pc:picChg chg="add mod">
          <ac:chgData name="Berg, Dirk van den" userId="035ecb32-01d9-4b47-a105-eacf059a4647" providerId="ADAL" clId="{F7FF961E-CF96-44AC-93C2-93612F62D46D}" dt="2026-04-01T07:54:55.631" v="4327" actId="1036"/>
          <ac:picMkLst>
            <pc:docMk/>
            <pc:sldMk cId="2741775099" sldId="365"/>
            <ac:picMk id="11" creationId="{6D0FD6EA-E132-F914-3A51-8881EDDAA0A4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4-01T08:06:20.189" v="4347" actId="1076"/>
        <pc:sldMkLst>
          <pc:docMk/>
          <pc:sldMk cId="4236053785" sldId="366"/>
        </pc:sldMkLst>
        <pc:spChg chg="mod">
          <ac:chgData name="Berg, Dirk van den" userId="035ecb32-01d9-4b47-a105-eacf059a4647" providerId="ADAL" clId="{F7FF961E-CF96-44AC-93C2-93612F62D46D}" dt="2026-04-01T08:06:20.189" v="4347" actId="1076"/>
          <ac:spMkLst>
            <pc:docMk/>
            <pc:sldMk cId="4236053785" sldId="366"/>
            <ac:spMk id="2" creationId="{06815443-D0EB-21F3-1BDE-7044DD32B53A}"/>
          </ac:spMkLst>
        </pc:spChg>
        <pc:picChg chg="add mod modCrop">
          <ac:chgData name="Berg, Dirk van den" userId="035ecb32-01d9-4b47-a105-eacf059a4647" providerId="ADAL" clId="{F7FF961E-CF96-44AC-93C2-93612F62D46D}" dt="2026-04-01T08:05:44.572" v="4337" actId="14100"/>
          <ac:picMkLst>
            <pc:docMk/>
            <pc:sldMk cId="4236053785" sldId="366"/>
            <ac:picMk id="5" creationId="{E127B70B-6249-9334-B450-4EBDF99E516B}"/>
          </ac:picMkLst>
        </pc:picChg>
      </pc:sldChg>
      <pc:sldChg chg="addSp delSp modSp new mod modNotesTx">
        <pc:chgData name="Berg, Dirk van den" userId="035ecb32-01d9-4b47-a105-eacf059a4647" providerId="ADAL" clId="{F7FF961E-CF96-44AC-93C2-93612F62D46D}" dt="2026-04-06T17:02:47.913" v="5245" actId="20577"/>
        <pc:sldMkLst>
          <pc:docMk/>
          <pc:sldMk cId="917441674" sldId="367"/>
        </pc:sldMkLst>
        <pc:spChg chg="mod">
          <ac:chgData name="Berg, Dirk van den" userId="035ecb32-01d9-4b47-a105-eacf059a4647" providerId="ADAL" clId="{F7FF961E-CF96-44AC-93C2-93612F62D46D}" dt="2026-04-01T11:42:49.337" v="4356" actId="14100"/>
          <ac:spMkLst>
            <pc:docMk/>
            <pc:sldMk cId="917441674" sldId="367"/>
            <ac:spMk id="2" creationId="{42FFD562-500A-B6E5-AFB7-7EBD361F1D36}"/>
          </ac:spMkLst>
        </pc:spChg>
        <pc:spChg chg="mod">
          <ac:chgData name="Berg, Dirk van den" userId="035ecb32-01d9-4b47-a105-eacf059a4647" providerId="ADAL" clId="{F7FF961E-CF96-44AC-93C2-93612F62D46D}" dt="2026-04-01T11:43:20.595" v="4367" actId="1076"/>
          <ac:spMkLst>
            <pc:docMk/>
            <pc:sldMk cId="917441674" sldId="367"/>
            <ac:spMk id="3" creationId="{CEC03BF6-EE1B-103D-5473-B54DEA6726B1}"/>
          </ac:spMkLst>
        </pc:spChg>
        <pc:picChg chg="add mod ord">
          <ac:chgData name="Berg, Dirk van den" userId="035ecb32-01d9-4b47-a105-eacf059a4647" providerId="ADAL" clId="{F7FF961E-CF96-44AC-93C2-93612F62D46D}" dt="2026-04-01T13:15:55.669" v="4639" actId="1076"/>
          <ac:picMkLst>
            <pc:docMk/>
            <pc:sldMk cId="917441674" sldId="367"/>
            <ac:picMk id="5" creationId="{0DBA8ED5-B0DA-9F36-FD26-1FDABA78C84D}"/>
          </ac:picMkLst>
        </pc:picChg>
        <pc:picChg chg="add mod">
          <ac:chgData name="Berg, Dirk van den" userId="035ecb32-01d9-4b47-a105-eacf059a4647" providerId="ADAL" clId="{F7FF961E-CF96-44AC-93C2-93612F62D46D}" dt="2026-04-01T13:16:14.603" v="4642" actId="208"/>
          <ac:picMkLst>
            <pc:docMk/>
            <pc:sldMk cId="917441674" sldId="367"/>
            <ac:picMk id="9" creationId="{474FF948-D78B-FB04-5222-6899837563FE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4-01T13:18:14.951" v="4819" actId="729"/>
        <pc:sldMkLst>
          <pc:docMk/>
          <pc:sldMk cId="707165737" sldId="368"/>
        </pc:sldMkLst>
        <pc:spChg chg="mod">
          <ac:chgData name="Berg, Dirk van den" userId="035ecb32-01d9-4b47-a105-eacf059a4647" providerId="ADAL" clId="{F7FF961E-CF96-44AC-93C2-93612F62D46D}" dt="2026-04-01T11:49:59.551" v="4394" actId="20577"/>
          <ac:spMkLst>
            <pc:docMk/>
            <pc:sldMk cId="707165737" sldId="368"/>
            <ac:spMk id="2" creationId="{BF102452-B270-F2EA-F377-3DB64C11470B}"/>
          </ac:spMkLst>
        </pc:spChg>
        <pc:picChg chg="add mod">
          <ac:chgData name="Berg, Dirk van den" userId="035ecb32-01d9-4b47-a105-eacf059a4647" providerId="ADAL" clId="{F7FF961E-CF96-44AC-93C2-93612F62D46D}" dt="2026-04-01T11:50:03.173" v="4396" actId="14100"/>
          <ac:picMkLst>
            <pc:docMk/>
            <pc:sldMk cId="707165737" sldId="368"/>
            <ac:picMk id="5" creationId="{E7C3D57C-FA92-CB81-3F66-A1CD66DD2999}"/>
          </ac:picMkLst>
        </pc:picChg>
      </pc:sldChg>
      <pc:sldChg chg="modSp new mod">
        <pc:chgData name="Berg, Dirk van den" userId="035ecb32-01d9-4b47-a105-eacf059a4647" providerId="ADAL" clId="{F7FF961E-CF96-44AC-93C2-93612F62D46D}" dt="2026-04-01T13:25:03.365" v="5111" actId="20577"/>
        <pc:sldMkLst>
          <pc:docMk/>
          <pc:sldMk cId="3772930347" sldId="369"/>
        </pc:sldMkLst>
        <pc:spChg chg="mod">
          <ac:chgData name="Berg, Dirk van den" userId="035ecb32-01d9-4b47-a105-eacf059a4647" providerId="ADAL" clId="{F7FF961E-CF96-44AC-93C2-93612F62D46D}" dt="2026-04-01T12:42:46.363" v="4421" actId="20577"/>
          <ac:spMkLst>
            <pc:docMk/>
            <pc:sldMk cId="3772930347" sldId="369"/>
            <ac:spMk id="2" creationId="{25B09A6A-BFDC-632F-5C9A-EA58D45B03AB}"/>
          </ac:spMkLst>
        </pc:spChg>
        <pc:spChg chg="mod">
          <ac:chgData name="Berg, Dirk van den" userId="035ecb32-01d9-4b47-a105-eacf059a4647" providerId="ADAL" clId="{F7FF961E-CF96-44AC-93C2-93612F62D46D}" dt="2026-04-01T13:25:03.365" v="5111" actId="20577"/>
          <ac:spMkLst>
            <pc:docMk/>
            <pc:sldMk cId="3772930347" sldId="369"/>
            <ac:spMk id="3" creationId="{D694C441-9045-1FD2-13A6-91BA9F854006}"/>
          </ac:spMkLst>
        </pc:spChg>
      </pc:sldChg>
      <pc:sldChg chg="modSp new mod">
        <pc:chgData name="Berg, Dirk van den" userId="035ecb32-01d9-4b47-a105-eacf059a4647" providerId="ADAL" clId="{F7FF961E-CF96-44AC-93C2-93612F62D46D}" dt="2026-04-01T13:20:47.108" v="4994" actId="20577"/>
        <pc:sldMkLst>
          <pc:docMk/>
          <pc:sldMk cId="1991021236" sldId="370"/>
        </pc:sldMkLst>
        <pc:spChg chg="mod">
          <ac:chgData name="Berg, Dirk van den" userId="035ecb32-01d9-4b47-a105-eacf059a4647" providerId="ADAL" clId="{F7FF961E-CF96-44AC-93C2-93612F62D46D}" dt="2026-04-01T13:18:34.758" v="4848" actId="20577"/>
          <ac:spMkLst>
            <pc:docMk/>
            <pc:sldMk cId="1991021236" sldId="370"/>
            <ac:spMk id="2" creationId="{162C2B9B-12EC-860A-BEA9-8A86FD03E0E9}"/>
          </ac:spMkLst>
        </pc:spChg>
        <pc:spChg chg="mod">
          <ac:chgData name="Berg, Dirk van den" userId="035ecb32-01d9-4b47-a105-eacf059a4647" providerId="ADAL" clId="{F7FF961E-CF96-44AC-93C2-93612F62D46D}" dt="2026-04-01T13:20:47.108" v="4994" actId="20577"/>
          <ac:spMkLst>
            <pc:docMk/>
            <pc:sldMk cId="1991021236" sldId="370"/>
            <ac:spMk id="3" creationId="{958E6B86-FC9B-8171-4F87-880A0AABC8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F95B1-0DE2-4CC1-A468-30F620EEA517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58F0A-AA49-4BAE-A19B-D9E9B17610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755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X1, X2, and Y are measured stage coordinates; after transformation, X and Θ replace X1 and X2, while Y stays the same.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coordinates are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 measured actuator positions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X1: left X-actuator position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X2: right X-actuator position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payload carriage position along the beam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Logical coordinates 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motion-based coordinates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describe the gantry more physically: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X: average translation of the cross-arm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Θ: yaw/skew of the cross-arm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same payload carriage position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difference is: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coordinates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describe what the encoders on the machine read.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Logical coordinates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describe the underlying rigid-body motions of the gantry.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9648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C0950-3A3C-A728-9858-548B87D2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CA9A4-D7C1-47D3-14F1-D66324AA2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97DE7-42B9-74CA-11B7-346823F77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X1, X2, and Y are measured stage coordinates; after transformation, X and Θ replace X1 and X2, while Y stays the same.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7F010-7216-79FC-F9A8-25DA5F6D1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4479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 three generalized motions X, Θ, and Y 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dynamically independent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model: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 the payload along Y changes the inertia seen in X and Θ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rotation Θ and payload motion Y are coupled through the offset 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cross-arm translation/rotation and payload motion all belong to the same mechanical system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 why the inertia matrix is a full 3x3 matrix instead of three separate scalar equations.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66513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line means: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 the plant derived in logical coordinates and express its inputs and outputs in stage coordinates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 is the model in logical coordinates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 multiplication by P.' converts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[X, Θ, Y] -&gt; [X1, X2, Y]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multiplication by P converts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inputs/forces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[F_X1, F_X2, F_Y] -&gt; [F_X, F_Θ, F_Y]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StageCoordinatesSystem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* sys * P is an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 coordinate transformation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a new physics model.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changes mathematically: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stays the same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B_logical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C_logical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D_logical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your slides: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 the MATLAB code line itself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 do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skip the idea.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 it in one sentence like this: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 derive the physics in logical coordinates for clarity, then transform the model to stage coordinates so it matches the measured actuator signals [X1, X2, Y].”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70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line means: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 the plant derived in logical coordinates and express its inputs and outputs in stage coordinates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 is the model in logical coordinates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 multiplication by P.' converts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[X, Θ, Y] -&gt; [X1, X2, Y]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multiplication by P converts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inputs/forces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[F_X1, F_X2, F_Y] -&gt; [F_X, F_Θ, F_Y]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StageCoordinatesSystem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* sys * P is an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 coordinate transformation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a new physics model.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changes mathematically: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stays the same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B_logical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C_logical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D_logical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your slides: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 the MATLAB code line itself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 do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skip the idea.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 it in one sentence like this: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 derive the physics in logical coordinates for clarity, then transform the model to stage coordinates so it matches the measured actuator signals [X1, X2, Y].”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85042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2254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682D-FECC-EBEA-A9AB-27B46AC0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04352-B967-2F17-258F-BE4680359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61E04-63D2-9EC1-6D6E-13A204205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1FA49-C4F0-27C7-0C04-56AFBD7DF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1326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ADF5-2F35-4646-C938-A801E7C5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05D6C-3C16-804B-7A76-1255DC6DF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21921-A2B4-835C-F849-4748598A9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8F75C-C327-8714-4C91-208DFD96F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7588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LFR structure is preserved because z and w are assembled</a:t>
            </a:r>
          </a:p>
          <a:p>
            <a:r>
              <a:rPr lang="en-US" dirty="0"/>
              <a:t>and kept explicitly as tensors at the bottom.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2934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44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70408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45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5934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46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2363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51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3315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9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Last week summary</a:t>
            </a:r>
          </a:p>
          <a:p>
            <a:pPr lvl="1"/>
            <a:r>
              <a:rPr lang="en-US" dirty="0"/>
              <a:t>Research Plan was discussed</a:t>
            </a:r>
          </a:p>
          <a:p>
            <a:pPr lvl="1"/>
            <a:r>
              <a:rPr lang="en-US" dirty="0"/>
              <a:t>FP LTI baseline python implementation comparison with MATLAB</a:t>
            </a:r>
          </a:p>
          <a:p>
            <a:r>
              <a:rPr lang="en-US" dirty="0"/>
              <a:t>Discussed with Roland last </a:t>
            </a:r>
            <a:r>
              <a:rPr lang="en-US" dirty="0" err="1"/>
              <a:t>monday</a:t>
            </a:r>
            <a:endParaRPr lang="en-US" dirty="0"/>
          </a:p>
          <a:p>
            <a:pPr lvl="1"/>
            <a:r>
              <a:rPr lang="en-US" dirty="0"/>
              <a:t>Gantry model</a:t>
            </a:r>
          </a:p>
          <a:p>
            <a:pPr lvl="1"/>
            <a:r>
              <a:rPr lang="en-US" dirty="0"/>
              <a:t>FP-LPV baseline in LFR format</a:t>
            </a:r>
          </a:p>
          <a:p>
            <a:pPr lvl="2"/>
            <a:r>
              <a:rPr lang="en-US" dirty="0"/>
              <a:t>M(Y) invertibility</a:t>
            </a:r>
          </a:p>
          <a:p>
            <a:pPr lvl="2"/>
            <a:r>
              <a:rPr lang="en-US" dirty="0"/>
              <a:t>LFR format</a:t>
            </a:r>
          </a:p>
          <a:p>
            <a:pPr lvl="2"/>
            <a:r>
              <a:rPr lang="en-US" dirty="0"/>
              <a:t>Well-</a:t>
            </a:r>
            <a:r>
              <a:rPr lang="en-US" dirty="0" err="1"/>
              <a:t>Posedness</a:t>
            </a:r>
            <a:endParaRPr lang="en-US" dirty="0"/>
          </a:p>
          <a:p>
            <a:pPr lvl="2"/>
            <a:r>
              <a:rPr lang="en-US" dirty="0"/>
              <a:t>Internal feedback within the LFR (due to invertibility not an Algebraic loop)</a:t>
            </a:r>
          </a:p>
          <a:p>
            <a:pPr lvl="3"/>
            <a:r>
              <a:rPr lang="en-US" dirty="0"/>
              <a:t>Problem with Jan’s code and possible workaround</a:t>
            </a:r>
          </a:p>
          <a:p>
            <a:r>
              <a:rPr lang="en-US" dirty="0"/>
              <a:t>SVD for dimension reduction of the latent signals</a:t>
            </a:r>
          </a:p>
          <a:p>
            <a:pPr lvl="1"/>
            <a:r>
              <a:rPr lang="en-US" dirty="0"/>
              <a:t>Roland proposed 2 methods</a:t>
            </a:r>
          </a:p>
          <a:p>
            <a:pPr lvl="1"/>
            <a:r>
              <a:rPr lang="en-US" dirty="0"/>
              <a:t>Numerical validation</a:t>
            </a:r>
          </a:p>
          <a:p>
            <a:r>
              <a:rPr lang="en-US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5B6BA1-F19D-4783-7C8D-CB95DC3E70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73" t="38576"/>
          <a:stretch>
            <a:fillRect/>
          </a:stretch>
        </p:blipFill>
        <p:spPr>
          <a:xfrm>
            <a:off x="6608709" y="3429000"/>
            <a:ext cx="5245354" cy="8130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working on converting the FP-LPV baseline into LFR format</a:t>
            </a:r>
          </a:p>
          <a:p>
            <a:r>
              <a:rPr lang="en-US" dirty="0"/>
              <a:t>Last week discussed:</a:t>
            </a:r>
          </a:p>
          <a:p>
            <a:pPr lvl="1"/>
            <a:r>
              <a:rPr lang="en-US" dirty="0"/>
              <a:t>Frozen LTI baseline verification in python</a:t>
            </a:r>
          </a:p>
          <a:p>
            <a:pPr lvl="1"/>
            <a:r>
              <a:rPr lang="en-US" dirty="0"/>
              <a:t>Need to check M(Y) is invertible</a:t>
            </a:r>
          </a:p>
          <a:p>
            <a:pPr lvl="1"/>
            <a:r>
              <a:rPr lang="en-US" dirty="0"/>
              <a:t>Need to convert to LFR format</a:t>
            </a:r>
          </a:p>
          <a:p>
            <a:pPr lvl="1"/>
            <a:r>
              <a:rPr lang="en-US" dirty="0"/>
              <a:t>Proposed feedforward in simulation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8A9141-9821-9586-1549-B34D63D4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706" y="4966710"/>
            <a:ext cx="9189839" cy="169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65AC-6463-C192-DB4D-FC875EF51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EDE7-CD7F-2674-1735-7693EF686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Invertibility</a:t>
            </a:r>
          </a:p>
          <a:p>
            <a:r>
              <a:rPr lang="en-US" dirty="0"/>
              <a:t>Discuss model. Clearly explain what is q, how is the model constructed. Maybe an image of the dual-gantry? But then I need to understand it quite well</a:t>
            </a:r>
          </a:p>
          <a:p>
            <a:pPr lvl="1"/>
            <a:r>
              <a:rPr lang="en-US" dirty="0"/>
              <a:t>Remember coulomb not modeled</a:t>
            </a:r>
          </a:p>
          <a:p>
            <a:pPr lvl="1"/>
            <a:r>
              <a:rPr lang="en-US" dirty="0"/>
              <a:t>State for example the coordinates of Y (same for X1 X2 or theta) How is it derived?  Mainly should be talking about what the current model represents.</a:t>
            </a:r>
          </a:p>
          <a:p>
            <a:pPr lvl="1"/>
            <a:r>
              <a:rPr lang="en-US" dirty="0"/>
              <a:t>Explain Logical coordinates and …, then its also clear why we call them these.</a:t>
            </a:r>
          </a:p>
          <a:p>
            <a:r>
              <a:rPr lang="en-US" dirty="0"/>
              <a:t>LPV-LFR construction</a:t>
            </a:r>
          </a:p>
          <a:p>
            <a:r>
              <a:rPr lang="en-US" dirty="0"/>
              <a:t>Ask about which coordinates to use? </a:t>
            </a:r>
            <a:r>
              <a:rPr lang="en-US" dirty="0" err="1"/>
              <a:t>Matlab</a:t>
            </a:r>
            <a:r>
              <a:rPr lang="en-US" dirty="0"/>
              <a:t> use the logical so I used that </a:t>
            </a:r>
            <a:r>
              <a:rPr lang="en-US" dirty="0">
                <a:sym typeface="Wingdings" panose="05000000000000000000" pitchFamily="2" charset="2"/>
              </a:rPr>
              <a:t> impact on input output? Or should I transform?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32338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C00D-6B64-E471-90CD-4065CB3EB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FP-baseline model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5E500-53BF-C0F3-B3BC-438F1FC79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Gantry system</a:t>
            </a:r>
          </a:p>
          <a:p>
            <a:r>
              <a:rPr lang="en-US" dirty="0"/>
              <a:t>Equations of motions</a:t>
            </a:r>
          </a:p>
          <a:p>
            <a:r>
              <a:rPr lang="en-US" dirty="0"/>
              <a:t>MATLAB State-Space implementation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9119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6111-F777-3852-35D8-FBD02ABE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A7C5C-1D12-0317-596D-9130F7043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7555445"/>
            <a:ext cx="10515600" cy="1349478"/>
          </a:xfrm>
        </p:spPr>
        <p:txBody>
          <a:bodyPr>
            <a:normAutofit fontScale="92500"/>
          </a:bodyPr>
          <a:lstStyle/>
          <a:p>
            <a:r>
              <a:rPr lang="en-US" dirty="0"/>
              <a:t>3-DOF </a:t>
            </a:r>
          </a:p>
          <a:p>
            <a:r>
              <a:rPr lang="en-US" dirty="0"/>
              <a:t>This is the dual-drive H-type gantry from Garcia. The two parallel drives are X1 and X2, and the payload carriage moves along the beam in 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106AC-D328-12A1-EF27-E833BE26F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" y="0"/>
            <a:ext cx="8808720" cy="538896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DFBFE1-8E23-CF9D-2A9F-E9C4CB124225}"/>
              </a:ext>
            </a:extLst>
          </p:cNvPr>
          <p:cNvSpPr txBox="1">
            <a:spLocks/>
          </p:cNvSpPr>
          <p:nvPr/>
        </p:nvSpPr>
        <p:spPr>
          <a:xfrm>
            <a:off x="909320" y="5355482"/>
            <a:ext cx="10515600" cy="13494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This figure shows the physical dual-drive gantry stage from Garcia. Two parallel X-actuators, X1 and X2, move the cross-arm, and a third actuator moves the payload along the Y axis. In the model, the payload and tool-point mass are lumped together, and small desynchronization between X1 and X2 is allowed through flexible joints.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6949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7362-474E-5104-0682-21E04837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0EAC6-7ADB-1848-29A8-3F9B83C5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F7C6-7D6A-57B4-B615-DCD0717E1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7555445"/>
            <a:ext cx="10515600" cy="1349478"/>
          </a:xfrm>
        </p:spPr>
        <p:txBody>
          <a:bodyPr>
            <a:normAutofit fontScale="92500"/>
          </a:bodyPr>
          <a:lstStyle/>
          <a:p>
            <a:r>
              <a:rPr lang="en-US" dirty="0"/>
              <a:t>3-DOF </a:t>
            </a:r>
          </a:p>
          <a:p>
            <a:r>
              <a:rPr lang="en-US" dirty="0"/>
              <a:t>This is the dual-drive H-type gantry from Garcia. The two parallel drives are X1 and X2, and the payload carriage moves along the beam in 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2CFCB-1B78-172A-1492-5DFE28D32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" y="0"/>
            <a:ext cx="8808720" cy="538896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231B9B-6B18-453B-57A8-D9EFA2C436FF}"/>
              </a:ext>
            </a:extLst>
          </p:cNvPr>
          <p:cNvSpPr txBox="1">
            <a:spLocks/>
          </p:cNvSpPr>
          <p:nvPr/>
        </p:nvSpPr>
        <p:spPr>
          <a:xfrm>
            <a:off x="909320" y="5355482"/>
            <a:ext cx="10515600" cy="13494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This figure shows the physical dual-drive gantry stage from Garcia. Two parallel X-actuators, X1 and X2, move the cross-arm, and a third actuator moves the payload along the Y axis. In the model, the payload and tool-point mass are lumped together, and small desynchronization between X1 and X2 is allowed through flexible joints.</a:t>
            </a:r>
            <a:endParaRPr lang="en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68255E-4D55-4E7D-5E4E-5010461962A8}"/>
              </a:ext>
            </a:extLst>
          </p:cNvPr>
          <p:cNvSpPr txBox="1"/>
          <p:nvPr/>
        </p:nvSpPr>
        <p:spPr>
          <a:xfrm>
            <a:off x="8813801" y="405845"/>
            <a:ext cx="2860040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Segoe WPC"/>
              </a:rPr>
              <a:t>The tool-point: </a:t>
            </a:r>
            <a:r>
              <a:rPr lang="en-US" b="1" i="0" dirty="0">
                <a:effectLst/>
                <a:latin typeface="Segoe WPC"/>
              </a:rPr>
              <a:t>working point</a:t>
            </a:r>
            <a:r>
              <a:rPr lang="en-US" b="0" i="0" dirty="0">
                <a:effectLst/>
                <a:latin typeface="Segoe WPC"/>
              </a:rPr>
              <a:t> of the machine:;the part mounted on the moving 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Y</a:t>
            </a:r>
            <a:r>
              <a:rPr lang="en-US" b="0" i="0" dirty="0">
                <a:effectLst/>
                <a:latin typeface="Segoe WPC"/>
              </a:rPr>
              <a:t> carriage that actually performs the task.</a:t>
            </a:r>
          </a:p>
          <a:p>
            <a:pPr algn="l">
              <a:buNone/>
            </a:pPr>
            <a:r>
              <a:rPr lang="en-US" b="0" i="0" dirty="0">
                <a:effectLst/>
                <a:latin typeface="Segoe WPC"/>
              </a:rPr>
              <a:t>In this gantry, that could be: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onsolas" panose="020B0609020204030204" pitchFamily="49" charset="0"/>
              </a:rPr>
              <a:t>Z</a:t>
            </a:r>
            <a:r>
              <a:rPr lang="en-US" b="0" i="0" dirty="0">
                <a:effectLst/>
                <a:latin typeface="Segoe WPC"/>
              </a:rPr>
              <a:t> actuator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Camera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Pick-and-place head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dirty="0">
              <a:latin typeface="Segoe WPC"/>
            </a:endParaRPr>
          </a:p>
          <a:p>
            <a:pPr>
              <a:spcAft>
                <a:spcPts val="450"/>
              </a:spcAft>
            </a:pPr>
            <a:r>
              <a:rPr lang="en-US" dirty="0"/>
              <a:t>The Y carriage mass and tool-point mass are combined into one lumped mass </a:t>
            </a:r>
            <a:r>
              <a:rPr lang="en-US" dirty="0" err="1"/>
              <a:t>m_h</a:t>
            </a:r>
            <a:endParaRPr lang="en-US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58107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F419-9EBF-B674-8657-7D72C5BE4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E658E-B767-09EB-7F9F-E8D88BE56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954" y="365125"/>
            <a:ext cx="3622162" cy="6068438"/>
          </a:xfrm>
        </p:spPr>
        <p:txBody>
          <a:bodyPr>
            <a:normAutofit/>
          </a:bodyPr>
          <a:lstStyle/>
          <a:p>
            <a:r>
              <a:rPr lang="en-US" sz="2000" dirty="0"/>
              <a:t>Stage coordinates: [X1, X2, Y]</a:t>
            </a:r>
          </a:p>
          <a:p>
            <a:r>
              <a:rPr lang="en-US" sz="2000" dirty="0"/>
              <a:t>Logical coordinates: [X, </a:t>
            </a:r>
            <a:r>
              <a:rPr lang="el-GR" sz="2000" dirty="0"/>
              <a:t>Θ, </a:t>
            </a:r>
            <a:r>
              <a:rPr lang="en-US" sz="2000" dirty="0"/>
              <a:t>Y]</a:t>
            </a:r>
          </a:p>
          <a:p>
            <a:r>
              <a:rPr lang="en-US" sz="2000" dirty="0"/>
              <a:t>X = one scalar coordinate, the translation of the cross-arm</a:t>
            </a:r>
          </a:p>
          <a:p>
            <a:r>
              <a:rPr lang="en-US" sz="2000" dirty="0"/>
              <a:t>Θ = one scalar coordinate, the yaw angle of the cross-arm</a:t>
            </a:r>
          </a:p>
          <a:p>
            <a:r>
              <a:rPr lang="en-US" sz="2000" dirty="0"/>
              <a:t>Y = one scalar coordinate, the carriage displacement along the beam, measured from the beam center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14F13-166E-705F-B8F5-8BDA40EF2F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2" t="1513" r="5619" b="1"/>
          <a:stretch>
            <a:fillRect/>
          </a:stretch>
        </p:blipFill>
        <p:spPr>
          <a:xfrm>
            <a:off x="0" y="0"/>
            <a:ext cx="8023123" cy="5117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6FAA2F-E4FC-2EFD-ECDA-29F153EBE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2472"/>
            <a:ext cx="5508675" cy="1233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10CC98-58DE-8702-24A4-13240DF59B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585"/>
          <a:stretch>
            <a:fillRect/>
          </a:stretch>
        </p:blipFill>
        <p:spPr>
          <a:xfrm>
            <a:off x="85764" y="6181947"/>
            <a:ext cx="5508675" cy="621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696E88-609C-9581-BAFD-82112B2A8D27}"/>
              </a:ext>
            </a:extLst>
          </p:cNvPr>
          <p:cNvSpPr txBox="1"/>
          <p:nvPr/>
        </p:nvSpPr>
        <p:spPr>
          <a:xfrm>
            <a:off x="2402718" y="5812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nsolas" panose="020B0609020204030204" pitchFamily="49" charset="0"/>
              </a:rPr>
              <a:t>≈ (X1 - X2)/</a:t>
            </a:r>
            <a:r>
              <a:rPr lang="en-US" b="0" i="0" dirty="0" err="1">
                <a:effectLst/>
                <a:latin typeface="Consolas" panose="020B0609020204030204" pitchFamily="49" charset="0"/>
              </a:rPr>
              <a:t>Lb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07871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1FB98-BFC6-71DC-FBC4-B683EE44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3F10-B73A-C6D5-3CEE-8E0B960A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BAE48-1D28-657A-5BB6-94D593DFC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954" y="365125"/>
            <a:ext cx="3622162" cy="6068438"/>
          </a:xfrm>
        </p:spPr>
        <p:txBody>
          <a:bodyPr>
            <a:normAutofit/>
          </a:bodyPr>
          <a:lstStyle/>
          <a:p>
            <a:r>
              <a:rPr lang="en-US" sz="2000" dirty="0"/>
              <a:t>Stage coordinates: [X1, X2, Y]</a:t>
            </a:r>
          </a:p>
          <a:p>
            <a:r>
              <a:rPr lang="en-US" sz="2000" dirty="0"/>
              <a:t>Logical coordinates: [X, </a:t>
            </a:r>
            <a:r>
              <a:rPr lang="el-GR" sz="2000" dirty="0"/>
              <a:t>Θ, </a:t>
            </a:r>
            <a:r>
              <a:rPr lang="en-US" sz="2000" dirty="0"/>
              <a:t>Y]</a:t>
            </a:r>
          </a:p>
          <a:p>
            <a:r>
              <a:rPr lang="en-US" sz="2000" dirty="0"/>
              <a:t>X = one scalar coordinate, the translation of the cross-arm</a:t>
            </a:r>
          </a:p>
          <a:p>
            <a:r>
              <a:rPr lang="en-US" sz="2000" dirty="0"/>
              <a:t>Θ = one scalar coordinate, the yaw angle of the cross-arm</a:t>
            </a:r>
          </a:p>
          <a:p>
            <a:r>
              <a:rPr lang="en-US" sz="2000" dirty="0"/>
              <a:t>Y = one scalar coordinate, the carriage displacement along the beam, measured from the beam center</a:t>
            </a:r>
          </a:p>
          <a:p>
            <a:r>
              <a:rPr lang="en-US" sz="2000" dirty="0"/>
              <a:t>Note Jasper ASMPT:</a:t>
            </a:r>
          </a:p>
          <a:p>
            <a:pPr lvl="1"/>
            <a:r>
              <a:rPr lang="en-US" sz="1600" dirty="0"/>
              <a:t>Garcia’s lumped model allows a small yaw of the cross-arm through compliance and slight desynchronization of the two X drives. The beam itself is directly constrained by rigid walls: not correctly drawn.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6D3EB-9231-D55A-3ED5-BA40822EF7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2" t="1513" r="5619" b="1"/>
          <a:stretch>
            <a:fillRect/>
          </a:stretch>
        </p:blipFill>
        <p:spPr>
          <a:xfrm>
            <a:off x="0" y="0"/>
            <a:ext cx="8023123" cy="5117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3A0AF9-9573-0DAD-0F0F-A7F0A88F4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2472"/>
            <a:ext cx="5508675" cy="123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85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9195-9AB6-4D11-854D-A5EDF71D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CD811-6793-5BD1-B960-F9887713B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B688F-15EB-3505-FD8E-A7276D0DE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18" y="117124"/>
            <a:ext cx="7659563" cy="674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62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95ED-A77C-7230-1788-AECE7D19E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motion equations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B8AD1E-B200-FCDE-CF72-0ADC387F5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8013"/>
          <a:stretch>
            <a:fillRect/>
          </a:stretch>
        </p:blipFill>
        <p:spPr>
          <a:xfrm>
            <a:off x="8152003" y="1494715"/>
            <a:ext cx="3948557" cy="1734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E717A6-F7DC-9434-BCE9-DBCC0E81A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" y="1420575"/>
            <a:ext cx="8138865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66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C03D-6962-2FF1-F08E-986850B6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C9DB1-C498-161C-F31A-A470C4F1D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MATLAB Symbolic Toolbox, the full nonlinear Euler-Lagrange equations were converted into a 6-state model, while the simplified 6-state baseline realization was obtained analytically from the second-order M(Y), C, and K matrices.</a:t>
            </a:r>
          </a:p>
          <a:p>
            <a:pPr lvl="1"/>
            <a:r>
              <a:rPr lang="en-US" dirty="0"/>
              <a:t>Garcia’s independent Y-axis equation is absorbed into the third row of the coupled 3x3 model; it is no longer independent, and the Coulomb-friction term is omitted in the state-space baseline.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E61D7D-E992-1F3A-35DB-D634DF5BBA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81"/>
          <a:stretch>
            <a:fillRect/>
          </a:stretch>
        </p:blipFill>
        <p:spPr>
          <a:xfrm>
            <a:off x="1360606" y="4782152"/>
            <a:ext cx="9470788" cy="191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45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B0B0-B41A-F1DD-24FE-7C5CDBC9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1CD69-B224-93B9-AB15-BC26606B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D4B9E-F9A1-A666-654F-B406AF8B3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0000894" cy="381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93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36AC7-F3B7-93F7-AC91-604F58E4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C4E8-80E8-76C4-228C-DFD35E17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65D85-EFE2-B7CC-A439-B1C3E7D43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04ECA-3A69-1819-B9AD-A1CB0BCF9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11" y="1445958"/>
            <a:ext cx="9572978" cy="504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64998-5D72-B9CA-9651-7B92048F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Then MATLAB converts that second-order model into a </a:t>
            </a:r>
            <a:r>
              <a:rPr lang="en-US" b="1" dirty="0"/>
              <a:t>first-order 6-state</a:t>
            </a:r>
            <a:r>
              <a:rPr lang="en-US" dirty="0"/>
              <a:t> realization: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49865-221F-45F4-55A7-D1205A0EC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MATLAB converts that second-order model into a </a:t>
            </a:r>
            <a:r>
              <a:rPr lang="en-US" b="1" dirty="0"/>
              <a:t>first-order 6-state</a:t>
            </a:r>
            <a:r>
              <a:rPr lang="en-US" dirty="0"/>
              <a:t> realization:</a:t>
            </a:r>
          </a:p>
          <a:p>
            <a:r>
              <a:rPr lang="en-US" dirty="0"/>
              <a:t>x = [q; </a:t>
            </a:r>
            <a:r>
              <a:rPr lang="en-US" dirty="0" err="1"/>
              <a:t>qdot</a:t>
            </a:r>
            <a:r>
              <a:rPr lang="en-US" dirty="0"/>
              <a:t>] = [X, Θ, Y, </a:t>
            </a:r>
            <a:r>
              <a:rPr lang="en-US" dirty="0" err="1"/>
              <a:t>dX</a:t>
            </a:r>
            <a:r>
              <a:rPr lang="en-US" dirty="0"/>
              <a:t>, </a:t>
            </a:r>
            <a:r>
              <a:rPr lang="en-US" dirty="0" err="1"/>
              <a:t>dΘ</a:t>
            </a:r>
            <a:r>
              <a:rPr lang="en-US" dirty="0"/>
              <a:t>, </a:t>
            </a:r>
            <a:r>
              <a:rPr lang="en-US" dirty="0" err="1"/>
              <a:t>dY</a:t>
            </a:r>
            <a:r>
              <a:rPr lang="en-US" dirty="0"/>
              <a:t>]^T</a:t>
            </a:r>
          </a:p>
          <a:p>
            <a:r>
              <a:rPr lang="en-US" dirty="0"/>
              <a:t>so A becomes 6x6 and B becomes 6x3</a:t>
            </a:r>
          </a:p>
          <a:p>
            <a:endParaRPr lang="en-US" dirty="0"/>
          </a:p>
          <a:p>
            <a:r>
              <a:rPr lang="en-US" dirty="0"/>
              <a:t>In the state-space model, they do not build f explicitly anymore; they just call the net input u</a:t>
            </a:r>
          </a:p>
          <a:p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61828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1D7D-5E72-06C1-E0BF-3D323762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28736-4EA8-BD66-6377-BAE2B31F2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 representation</a:t>
            </a:r>
          </a:p>
          <a:p>
            <a:r>
              <a:rPr lang="en-US" dirty="0"/>
              <a:t>Logical coordinates and</a:t>
            </a:r>
          </a:p>
          <a:p>
            <a:endParaRPr lang="en-US" dirty="0"/>
          </a:p>
          <a:p>
            <a:r>
              <a:rPr lang="en-US" dirty="0" err="1"/>
              <a:t>StageCoordinatesSystem</a:t>
            </a:r>
            <a:r>
              <a:rPr lang="en-US" dirty="0"/>
              <a:t> = P.'*sys*P; </a:t>
            </a:r>
          </a:p>
          <a:p>
            <a:endParaRPr lang="en-US" dirty="0"/>
          </a:p>
          <a:p>
            <a:r>
              <a:rPr lang="en-US" dirty="0"/>
              <a:t>["Stage coordinates", "Logical coordinates", "Modal coordinates"];</a:t>
            </a:r>
          </a:p>
          <a:p>
            <a:r>
              <a:rPr lang="en-US" dirty="0"/>
              <a:t>Het </a:t>
            </a:r>
            <a:r>
              <a:rPr lang="en-US" dirty="0" err="1"/>
              <a:t>uiteindelijke</a:t>
            </a:r>
            <a:r>
              <a:rPr lang="en-US" dirty="0"/>
              <a:t> </a:t>
            </a:r>
            <a:r>
              <a:rPr lang="en-US" dirty="0" err="1"/>
              <a:t>resultaat</a:t>
            </a:r>
            <a:r>
              <a:rPr lang="en-US" dirty="0"/>
              <a:t>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overeen</a:t>
            </a:r>
            <a:r>
              <a:rPr lang="en-US" dirty="0"/>
              <a:t> </a:t>
            </a:r>
            <a:r>
              <a:rPr lang="en-US" dirty="0" err="1"/>
              <a:t>komen</a:t>
            </a:r>
            <a:r>
              <a:rPr lang="en-US" dirty="0"/>
              <a:t> met de Ax Bu matrices die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gebruik</a:t>
            </a:r>
            <a:r>
              <a:rPr lang="en-US" dirty="0"/>
              <a:t>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52C72-266C-C561-85E9-9C5C4947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593" y="365125"/>
            <a:ext cx="8727898" cy="210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37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6D2D-AE11-584C-AB5A-C6D2091E7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56E3A-8FEE-3AE0-E537-41B824662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 is </a:t>
            </a:r>
            <a:r>
              <a:rPr lang="en-US" b="1" dirty="0"/>
              <a:t>not</a:t>
            </a:r>
            <a:r>
              <a:rPr lang="en-US" dirty="0"/>
              <a:t> the full Cartesian (</a:t>
            </a:r>
            <a:r>
              <a:rPr lang="en-US" dirty="0" err="1"/>
              <a:t>x,y,z</a:t>
            </a:r>
            <a:r>
              <a:rPr lang="en-US" dirty="0"/>
              <a:t>) position of the payload. In this model, Y is a </a:t>
            </a:r>
            <a:r>
              <a:rPr lang="en-US" b="1" dirty="0"/>
              <a:t>single scalar generalized coordinate</a:t>
            </a:r>
            <a:r>
              <a:rPr lang="en-US" dirty="0"/>
              <a:t>: the position of the payload carriage </a:t>
            </a:r>
            <a:r>
              <a:rPr lang="en-US" b="1" dirty="0"/>
              <a:t>along the cross-arm / Y-axis</a:t>
            </a:r>
            <a:r>
              <a:rPr lang="en-US" dirty="0"/>
              <a:t>, measured relative to the </a:t>
            </a:r>
            <a:r>
              <a:rPr lang="en-US" b="1" dirty="0"/>
              <a:t>center of the beam</a:t>
            </a:r>
            <a:r>
              <a:rPr lang="en-US" dirty="0"/>
              <a:t>. The repo notes this explicitly: Y = 0 is at the beam center, and positive/negative Y means moving to one side or the other of that center line; see</a:t>
            </a:r>
          </a:p>
          <a:p>
            <a:endParaRPr lang="en-US" dirty="0"/>
          </a:p>
          <a:p>
            <a:r>
              <a:rPr lang="en-US" dirty="0"/>
              <a:t>Y does </a:t>
            </a:r>
            <a:r>
              <a:rPr lang="en-US" b="1" dirty="0"/>
              <a:t>not</a:t>
            </a:r>
            <a:r>
              <a:rPr lang="en-US" dirty="0"/>
              <a:t> mean the payload can independently move in x, y, and z.</a:t>
            </a:r>
          </a:p>
          <a:p>
            <a:r>
              <a:rPr lang="en-US" dirty="0"/>
              <a:t>Y means only: “where is the payload carriage along the cross-beam?”</a:t>
            </a:r>
          </a:p>
          <a:p>
            <a:r>
              <a:rPr lang="en-US" dirty="0"/>
              <a:t>The model has 3 mechanical DOFs: X, Θ, and Y.</a:t>
            </a:r>
          </a:p>
          <a:p>
            <a:r>
              <a:rPr lang="en-US" dirty="0"/>
              <a:t>payload position in workspace = result of several coordinates together</a:t>
            </a:r>
          </a:p>
          <a:p>
            <a:r>
              <a:rPr lang="en-US" dirty="0"/>
              <a:t>Y is the payload carriage displacement along the beam, not the full Cartesian position of the payload.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10946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3DF6-D952-2A15-928D-B835D89E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M(Y) invertibility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6D8F2-CE5D-9A51-CE16-CB692B87C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673" y="3647209"/>
            <a:ext cx="10751127" cy="2529754"/>
          </a:xfrm>
        </p:spPr>
        <p:txBody>
          <a:bodyPr/>
          <a:lstStyle/>
          <a:p>
            <a:r>
              <a:rPr lang="en-US" dirty="0"/>
              <a:t>Holds for all Minor 1, 2 and 3 for the 3x3 symmetric matrix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Invertible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D0927-D12D-02E4-2C42-45877CAB5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62" y="1787236"/>
            <a:ext cx="9601746" cy="152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78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E827-3185-EED0-EA98-07C8AC2C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0"/>
            <a:ext cx="10515600" cy="1325563"/>
          </a:xfrm>
        </p:spPr>
        <p:txBody>
          <a:bodyPr/>
          <a:lstStyle/>
          <a:p>
            <a:r>
              <a:rPr lang="en-US" dirty="0"/>
              <a:t>LPV-LFR structure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BC354-1D7A-BD04-CD47-CE8C36BDA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113" y="126529"/>
            <a:ext cx="5601744" cy="560174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D75B1-C7F9-17E5-BCD7-EAF93E68D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2577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04898-D080-3388-AC8F-B1DE38174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25C3-FA3D-8C9A-E6FB-17BE754F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0"/>
            <a:ext cx="10515600" cy="1325563"/>
          </a:xfrm>
        </p:spPr>
        <p:txBody>
          <a:bodyPr/>
          <a:lstStyle/>
          <a:p>
            <a:r>
              <a:rPr lang="en-US" dirty="0"/>
              <a:t>LPV-LFR structure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1CA66-0F6E-11DD-F1B3-B07839AF7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113" y="126529"/>
            <a:ext cx="5601744" cy="5601744"/>
          </a:xfrm>
          <a:prstGeom prst="rect">
            <a:avLst/>
          </a:prstGeom>
        </p:spPr>
      </p:pic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89C10C31-2379-09EC-4E67-5B1C641BA7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421" y="1022764"/>
          <a:ext cx="5012482" cy="273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241">
                  <a:extLst>
                    <a:ext uri="{9D8B030D-6E8A-4147-A177-3AD203B41FA5}">
                      <a16:colId xmlns:a16="http://schemas.microsoft.com/office/drawing/2014/main" val="3203405701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3736446868"/>
                    </a:ext>
                  </a:extLst>
                </a:gridCol>
              </a:tblGrid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048233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Scheduling 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636749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151201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350321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output (G → </a:t>
                      </a:r>
                      <a:r>
                        <a:rPr lang="el-GR" dirty="0"/>
                        <a:t>Δ)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176552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input (</a:t>
                      </a:r>
                      <a:r>
                        <a:rPr lang="el-GR" dirty="0"/>
                        <a:t>Δ → </a:t>
                      </a:r>
                      <a:r>
                        <a:rPr lang="en-US" dirty="0"/>
                        <a:t>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6838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D8EA9DD3-E434-A951-4F0F-8115ABF3BA69}"/>
              </a:ext>
            </a:extLst>
          </p:cNvPr>
          <p:cNvGraphicFramePr>
            <a:graphicFrameLocks/>
          </p:cNvGraphicFramePr>
          <p:nvPr/>
        </p:nvGraphicFramePr>
        <p:xfrm>
          <a:off x="97421" y="4077273"/>
          <a:ext cx="7010398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286354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38077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02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Constant interconnection matrix: all dynamics, no P-dependence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28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Δ(</a:t>
                      </a:r>
                      <a:r>
                        <a:rPr lang="en-US"/>
                        <a:t>p_k)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Scheduling block: all P-dependence isolated 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51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274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F4B8-B4E4-23F5-CAB8-137FFAFF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B5483-4825-1F8D-AA87-4E4E811E9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EA5F1-0091-8F16-54BB-593B42227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38" y="1690688"/>
            <a:ext cx="11100262" cy="35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43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2628D-EE5B-5CF5-57E8-CE287F15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905E-0A46-FD17-D7F6-CECC12C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CEDFEF-1049-06F3-802D-96E330F35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589" y="1360968"/>
            <a:ext cx="8677401" cy="54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53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601E-E5B8-BBD0-ACE9-58C05BDBE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5193-97C0-EA8B-28BA-67E93FC9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F8797-975C-184C-0B60-E3E4B73C1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C4D66D-B6D1-A1A7-5EF3-7EA21B3CA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556" y="1283290"/>
            <a:ext cx="9196253" cy="54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02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3092-70B0-E26A-1EFD-3FFD7CBF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19D1-E6A7-1FFA-2408-3E06682E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7980-A8C1-690B-FCD2-A3AC58C41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4CC4B5-ADB8-E050-91F0-7A211E7B8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079" y="1507158"/>
            <a:ext cx="8177265" cy="498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96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96BB-A9B1-EF6E-CFE8-D8F431CE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A88E-B571-A1D2-B816-1B01A77B1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7E93F-C78C-B73C-928F-9388BBCA6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E26B0-473A-C2C3-C8AC-87CF06863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827" y="1353803"/>
            <a:ext cx="6881456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19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EE88B-AA47-0F9F-DFFC-7EB22413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EF4C-13E5-8E1D-5BFD-3FF86A31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E77AE1C-CD7D-086E-C57F-D5A4873B8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0099" y="3257899"/>
            <a:ext cx="8432651" cy="2675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642AAA-A541-F485-B9D8-A867221CA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4899"/>
          <a:stretch>
            <a:fillRect/>
          </a:stretch>
        </p:blipFill>
        <p:spPr>
          <a:xfrm>
            <a:off x="838200" y="1690688"/>
            <a:ext cx="8380751" cy="114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26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EA43-D330-E65F-4C2D-E20E7E14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0195-325A-2D01-A2A3-9BD90C12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C9A3-F45A-E146-B7A8-C0615BA56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F0E79-1FEE-85D3-B68E-6D42CEA0E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527" y="2343800"/>
            <a:ext cx="6873836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99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D93E-4453-E57B-B6D5-D3670038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EF9E-CEF9-103E-DC5E-A800BF30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9132E-1088-95AB-C153-B9DE8CA6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7785B-7508-FAAF-2484-65C2C48F8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096" y="1433944"/>
            <a:ext cx="6424683" cy="527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48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47A5-2077-CF95-AFA9-BCD28D2F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6452-E73F-3643-89A9-3B54A4C9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29382-5EBD-EDAC-21C0-51EF2D83F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CCC798-C771-40F3-EE18-AE3C59637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30" y="1825625"/>
            <a:ext cx="9516339" cy="357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35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2CA8-D17F-7105-4880-EAA26388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ED3A-15EA-F4EF-690D-3CDB4B21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5A811-19B3-59A6-58AA-237613D59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26E7D7-DA8B-3815-C0BF-3A4A96C04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990" y="1451637"/>
            <a:ext cx="8684320" cy="504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74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E64A-A57B-560F-C0B1-F1137B6F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3200-2FAE-7610-A0C3-A1BBC293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10C8-0BF3-5BB4-0E58-CAB487B42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E6A0F-893C-1E6D-2376-6CEACB05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661" y="1561785"/>
            <a:ext cx="8488283" cy="443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17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98648B-A443-A4AB-15AB-BC9CE928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180B-A447-D567-0CCB-D1E6BEB6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D767C-9B48-EEAC-C718-E1CDF08E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2778" cy="4351338"/>
          </a:xfrm>
        </p:spPr>
        <p:txBody>
          <a:bodyPr/>
          <a:lstStyle/>
          <a:p>
            <a:r>
              <a:rPr lang="en-US" dirty="0"/>
              <a:t>Y is the payload’s </a:t>
            </a:r>
            <a:r>
              <a:rPr lang="en-US" b="1" dirty="0"/>
              <a:t>single-axis position</a:t>
            </a:r>
            <a:endParaRPr lang="en-US" dirty="0"/>
          </a:p>
          <a:p>
            <a:r>
              <a:rPr lang="en-US" dirty="0"/>
              <a:t>Y does </a:t>
            </a:r>
            <a:r>
              <a:rPr lang="en-US" b="1" dirty="0"/>
              <a:t>not</a:t>
            </a:r>
            <a:r>
              <a:rPr lang="en-US" dirty="0"/>
              <a:t> include </a:t>
            </a:r>
            <a:r>
              <a:rPr lang="en-US" dirty="0" err="1"/>
              <a:t>x,y,z</a:t>
            </a:r>
            <a:r>
              <a:rPr lang="en-US" dirty="0"/>
              <a:t>; it is only the coordinate along the Y-axis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2225A-1C04-0CAC-D6AC-A0241AD89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045" y="510657"/>
            <a:ext cx="5448772" cy="5982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27706-EE5F-BE20-F494-950AB8FB4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83" y="3802624"/>
            <a:ext cx="8648991" cy="18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94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1C50-18ED-5E23-D812-298A3DE4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4D53-FCED-4B29-6ED3-B8B61504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0"/>
            <a:ext cx="10515600" cy="1325563"/>
          </a:xfrm>
        </p:spPr>
        <p:txBody>
          <a:bodyPr/>
          <a:lstStyle/>
          <a:p>
            <a:r>
              <a:rPr lang="en-US" dirty="0"/>
              <a:t>LPV-LFR structure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E30D2-BCDE-FBCD-2035-C02ED6301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012" y="505385"/>
            <a:ext cx="4232567" cy="4232567"/>
          </a:xfrm>
          <a:prstGeom prst="rect">
            <a:avLst/>
          </a:prstGeom>
        </p:spPr>
      </p:pic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4DA2D105-052F-8109-132F-BBBF65FF2D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421" y="1022764"/>
          <a:ext cx="7518723" cy="3841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241">
                  <a:extLst>
                    <a:ext uri="{9D8B030D-6E8A-4147-A177-3AD203B41FA5}">
                      <a16:colId xmlns:a16="http://schemas.microsoft.com/office/drawing/2014/main" val="3203405701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3736446868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1823978327"/>
                    </a:ext>
                  </a:extLst>
                </a:gridCol>
              </a:tblGrid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Gantry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048233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Scheduling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 payload position along the Y-axis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636749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Generalized logical force input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u_k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151201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Yk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qk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 err="1"/>
                        <a:t>qk</a:t>
                      </a:r>
                      <a:r>
                        <a:rPr lang="en-US" dirty="0"/>
                        <a:t> = [</a:t>
                      </a:r>
                      <a:r>
                        <a:rPr lang="en-US" dirty="0" err="1"/>
                        <a:t>Xk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thetak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Yk</a:t>
                      </a:r>
                      <a:r>
                        <a:rPr lang="en-US" dirty="0"/>
                        <a:t>]^T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350321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output (G → </a:t>
                      </a:r>
                      <a:r>
                        <a:rPr lang="el-GR" dirty="0"/>
                        <a:t>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Internal signal sent to the scheduling block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176552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input (</a:t>
                      </a:r>
                      <a:r>
                        <a:rPr lang="el-GR" dirty="0"/>
                        <a:t>Δ → </a:t>
                      </a:r>
                      <a:r>
                        <a:rPr lang="en-US" dirty="0"/>
                        <a:t>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Scheduled image of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z_k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fed back into 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6838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BFE454C9-7856-D59F-7515-D9488F77533D}"/>
              </a:ext>
            </a:extLst>
          </p:cNvPr>
          <p:cNvGraphicFramePr>
            <a:graphicFrameLocks/>
          </p:cNvGraphicFramePr>
          <p:nvPr/>
        </p:nvGraphicFramePr>
        <p:xfrm>
          <a:off x="97424" y="4932680"/>
          <a:ext cx="10515597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286354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380779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0819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02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Constant interconnection matrix: all dynamics, no P-dependence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Constant matrices built from M_0^{-1}, M_1, M_2, C, 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28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Δ(</a:t>
                      </a:r>
                      <a:r>
                        <a:rPr lang="en-US"/>
                        <a:t>p_k)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Scheduling block: all P-dependence isolated 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Applies the current scheduler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the latent signals:</a:t>
                      </a:r>
                    </a:p>
                    <a:p>
                      <a:pPr>
                        <a:buNone/>
                      </a:pP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Δ(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=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I_6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51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214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358AB-2E59-D647-88EE-56F27D68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“Algebraic loop”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B0D37-18DA-1448-15E3-A7E71C940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9" y="1300307"/>
            <a:ext cx="8808178" cy="55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58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C876-8EA0-9281-F3A3-53AA1497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267FC0-EA0C-29FE-06B7-335BABC4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66" y="170584"/>
            <a:ext cx="3560034" cy="390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78E1D4-2F83-7852-9BEC-457045C3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“Algebraic loop”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26C80B-FB59-74B2-C889-A114A1039C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8"/>
          <a:stretch>
            <a:fillRect/>
          </a:stretch>
        </p:blipFill>
        <p:spPr>
          <a:xfrm>
            <a:off x="190349" y="1300307"/>
            <a:ext cx="8422622" cy="55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15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491AC-9F4A-8E56-1D1B-D136A0E3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BA524F-AF0C-3FCA-8D10-93E85B62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66" y="170584"/>
            <a:ext cx="3560034" cy="390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B78D7D-655B-FF3C-6BAE-48C8AA1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“Algebraic loop”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FCD902-F1A8-2F69-F3F2-D3A06D004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8"/>
          <a:stretch>
            <a:fillRect/>
          </a:stretch>
        </p:blipFill>
        <p:spPr>
          <a:xfrm>
            <a:off x="190349" y="1300307"/>
            <a:ext cx="8422622" cy="55576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CF6A44-5A2B-F5D3-1765-5729D1AF7CB5}"/>
              </a:ext>
            </a:extLst>
          </p:cNvPr>
          <p:cNvSpPr/>
          <p:nvPr/>
        </p:nvSpPr>
        <p:spPr>
          <a:xfrm>
            <a:off x="8701548" y="170584"/>
            <a:ext cx="3372465" cy="31822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34035-2E37-A969-2766-A94BA0A14143}"/>
              </a:ext>
            </a:extLst>
          </p:cNvPr>
          <p:cNvSpPr txBox="1"/>
          <p:nvPr/>
        </p:nvSpPr>
        <p:spPr>
          <a:xfrm>
            <a:off x="9039382" y="5569545"/>
            <a:ext cx="3152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 only disappears when </a:t>
            </a:r>
            <a:r>
              <a:rPr lang="en-US" dirty="0" err="1"/>
              <a:t>Dzw</a:t>
            </a:r>
            <a:r>
              <a:rPr lang="en-US" dirty="0"/>
              <a:t> = 0, this is only the for the affine case. Gantry is rational.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475499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B858-7526-BC95-551E-E7A3A272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 with Jan’s code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D5505-D256-4069-FD92-644CCB374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198" y="4019093"/>
            <a:ext cx="5070987" cy="2295521"/>
          </a:xfrm>
        </p:spPr>
        <p:txBody>
          <a:bodyPr>
            <a:normAutofit/>
          </a:bodyPr>
          <a:lstStyle/>
          <a:p>
            <a:r>
              <a:rPr lang="en-US" dirty="0"/>
              <a:t>Derivation does have a unique solution, but Jan’s code does not work with algebraic loops.</a:t>
            </a:r>
            <a:br>
              <a:rPr lang="en-US" dirty="0"/>
            </a:br>
            <a:r>
              <a:rPr lang="en-US" dirty="0"/>
              <a:t>Jan’s Interconnect requires acyclic signal graphs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B3215-E506-C35E-7A20-DC90ED11D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1550578"/>
            <a:ext cx="6096223" cy="1660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F07565-B42C-B086-612B-2B06A856B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843" y="1479025"/>
            <a:ext cx="5956789" cy="2225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5726D4-6B0A-4A1B-0F19-33213F7F8CF4}"/>
              </a:ext>
            </a:extLst>
          </p:cNvPr>
          <p:cNvSpPr txBox="1"/>
          <p:nvPr/>
        </p:nvSpPr>
        <p:spPr>
          <a:xfrm>
            <a:off x="5428077" y="3882615"/>
            <a:ext cx="69515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Graph cycle detection via matrix powers</a:t>
            </a:r>
            <a:r>
              <a:rPr lang="en-NL" sz="2800" dirty="0"/>
              <a:t>: compute powers of  the signal adjacency matrix A² through Aⁿ.  </a:t>
            </a:r>
            <a:br>
              <a:rPr lang="en-US" sz="2800" dirty="0"/>
            </a:br>
            <a:r>
              <a:rPr lang="en-NL" sz="2800" dirty="0"/>
              <a:t>If any diagonal entry becomes nonzero, a    </a:t>
            </a:r>
            <a:br>
              <a:rPr lang="en-US" sz="2800" dirty="0"/>
            </a:br>
            <a:r>
              <a:rPr lang="en-NL" sz="2800" dirty="0"/>
              <a:t>cycle exists (a node can reach itself). </a:t>
            </a:r>
          </a:p>
        </p:txBody>
      </p:sp>
    </p:spTree>
    <p:extLst>
      <p:ext uri="{BB962C8B-B14F-4D97-AF65-F5344CB8AC3E}">
        <p14:creationId xmlns:p14="http://schemas.microsoft.com/office/powerpoint/2010/main" val="1076292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2C662-D66F-20F1-56E3-624AB7DB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71D87-5227-25D1-6F3D-CF243EFFE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Found it. Line 135 in interconnect.py:      </a:t>
            </a:r>
          </a:p>
          <a:p>
            <a:endParaRPr lang="en-US" dirty="0"/>
          </a:p>
          <a:p>
            <a:r>
              <a:rPr lang="en-US" dirty="0"/>
              <a:t>  assert not </a:t>
            </a:r>
            <a:r>
              <a:rPr lang="en-US" dirty="0" err="1"/>
              <a:t>detect_algebraic_loop</a:t>
            </a:r>
            <a:r>
              <a:rPr lang="en-US" dirty="0"/>
              <a:t>(directional</a:t>
            </a:r>
          </a:p>
          <a:p>
            <a:r>
              <a:rPr lang="en-US" dirty="0"/>
              <a:t>  _</a:t>
            </a:r>
            <a:r>
              <a:rPr lang="en-US" dirty="0" err="1"/>
              <a:t>signal_connection_matrix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This is in </a:t>
            </a:r>
            <a:r>
              <a:rPr lang="en-US" dirty="0" err="1"/>
              <a:t>init_forward</a:t>
            </a:r>
            <a:r>
              <a:rPr lang="en-US" dirty="0"/>
              <a:t>() — called once     </a:t>
            </a:r>
          </a:p>
          <a:p>
            <a:r>
              <a:rPr lang="en-US" dirty="0"/>
              <a:t>  before the first forward pass. Jan builds   </a:t>
            </a:r>
          </a:p>
          <a:p>
            <a:r>
              <a:rPr lang="en-US" dirty="0"/>
              <a:t>  the signal graph as a directed adjacency    </a:t>
            </a:r>
          </a:p>
          <a:p>
            <a:r>
              <a:rPr lang="en-US" dirty="0"/>
              <a:t>  matrix, then calls </a:t>
            </a:r>
            <a:r>
              <a:rPr lang="en-US" dirty="0" err="1"/>
              <a:t>detect_algebraic_loop</a:t>
            </a:r>
            <a:r>
              <a:rPr lang="en-US" dirty="0"/>
              <a:t>()  </a:t>
            </a:r>
          </a:p>
          <a:p>
            <a:r>
              <a:rPr lang="en-US" dirty="0"/>
              <a:t>  on it. If a loop exists, the assert fails   </a:t>
            </a:r>
          </a:p>
          <a:p>
            <a:r>
              <a:rPr lang="en-US" dirty="0"/>
              <a:t>  hard. Let me find what that function does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DF302-BB69-F677-BD4D-2ACE291F3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123" y="1203153"/>
            <a:ext cx="5956789" cy="2225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A99C5E-404C-F0B7-AE4B-C9914EDCBB97}"/>
              </a:ext>
            </a:extLst>
          </p:cNvPr>
          <p:cNvSpPr txBox="1"/>
          <p:nvPr/>
        </p:nvSpPr>
        <p:spPr>
          <a:xfrm>
            <a:off x="7878041" y="3662882"/>
            <a:ext cx="69515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The detection method is: compute powers of  </a:t>
            </a:r>
          </a:p>
          <a:p>
            <a:r>
              <a:rPr lang="en-NL" dirty="0"/>
              <a:t>  the signal adjacency matrix A² through Aⁿ.  </a:t>
            </a:r>
          </a:p>
          <a:p>
            <a:r>
              <a:rPr lang="en-NL" dirty="0"/>
              <a:t>  If any diagonal entry becomes nonzero, a    </a:t>
            </a:r>
          </a:p>
          <a:p>
            <a:r>
              <a:rPr lang="en-NL" dirty="0"/>
              <a:t>  cycle exists (a node can reach itself). This</a:t>
            </a:r>
          </a:p>
          <a:p>
            <a:r>
              <a:rPr lang="en-NL" dirty="0"/>
              <a:t>   is the standard graph-theoretic cycle      </a:t>
            </a:r>
          </a:p>
          <a:p>
            <a:r>
              <a:rPr lang="en-NL" dirty="0"/>
              <a:t>  detection via matrix powers.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1191B-248D-01E6-47ED-3B4439053BC3}"/>
              </a:ext>
            </a:extLst>
          </p:cNvPr>
          <p:cNvSpPr txBox="1"/>
          <p:nvPr/>
        </p:nvSpPr>
        <p:spPr>
          <a:xfrm>
            <a:off x="6403390" y="5432536"/>
            <a:ext cx="74135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assert in </a:t>
            </a:r>
            <a:r>
              <a:rPr lang="en-NL" dirty="0" err="1"/>
              <a:t>init_forward</a:t>
            </a:r>
            <a:r>
              <a:rPr lang="en-NL" dirty="0"/>
              <a:t>() means: if a    </a:t>
            </a:r>
          </a:p>
          <a:p>
            <a:r>
              <a:rPr lang="en-NL" dirty="0"/>
              <a:t>  loop is detected, the framework raises      </a:t>
            </a:r>
          </a:p>
          <a:p>
            <a:r>
              <a:rPr lang="en-NL" dirty="0"/>
              <a:t>  </a:t>
            </a:r>
            <a:r>
              <a:rPr lang="en-NL" dirty="0" err="1"/>
              <a:t>AssertionError</a:t>
            </a:r>
            <a:r>
              <a:rPr lang="en-NL" dirty="0"/>
              <a:t> and refuses to initialize.   </a:t>
            </a:r>
          </a:p>
          <a:p>
            <a:r>
              <a:rPr lang="en-NL" dirty="0"/>
              <a:t>  There is no fallback, no resolution — it    </a:t>
            </a:r>
          </a:p>
          <a:p>
            <a:r>
              <a:rPr lang="en-NL" dirty="0"/>
              <a:t>  simply does not run.</a:t>
            </a:r>
          </a:p>
          <a:p>
            <a:endParaRPr lang="en-NL" dirty="0"/>
          </a:p>
          <a:p>
            <a:r>
              <a:rPr lang="en-NL" dirty="0"/>
              <a:t>  This is not stated in the paper — it is a   </a:t>
            </a:r>
          </a:p>
          <a:p>
            <a:r>
              <a:rPr lang="en-NL" dirty="0"/>
              <a:t>  hard constraint enforced in the code. </a:t>
            </a:r>
          </a:p>
        </p:txBody>
      </p:sp>
    </p:spTree>
    <p:extLst>
      <p:ext uri="{BB962C8B-B14F-4D97-AF65-F5344CB8AC3E}">
        <p14:creationId xmlns:p14="http://schemas.microsoft.com/office/powerpoint/2010/main" val="1674656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27A9-BF7E-D8BE-6CB9-FE3FBA07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Solutions</a:t>
            </a:r>
            <a:br>
              <a:rPr lang="en-US" dirty="0"/>
            </a:br>
            <a:r>
              <a:rPr lang="en-US" dirty="0"/>
              <a:t>Before applying SVD for dimension reduction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0CAB0-32CE-FD14-5467-FEC2F57725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Elimination:</a:t>
                </a:r>
              </a:p>
              <a:p>
                <a:pPr lvl="1"/>
                <a:r>
                  <a:rPr lang="en-US" dirty="0"/>
                  <a:t>Since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ar-AE" dirty="0"/>
                  <a:t> </a:t>
                </a:r>
                <a:r>
                  <a:rPr lang="en-US" dirty="0"/>
                  <a:t>is invertible over the operating range, the internal static relation has a unique solution</a:t>
                </a:r>
              </a:p>
              <a:p>
                <a:pPr lvl="1"/>
                <a:r>
                  <a:rPr lang="en-US" dirty="0"/>
                  <a:t>Replace the coupled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ar-AE" dirty="0"/>
                  <a:t> </a:t>
                </a:r>
                <a:r>
                  <a:rPr lang="en-US" dirty="0"/>
                  <a:t>interconnection by a “feed-forward” evaluation sequence</a:t>
                </a:r>
              </a:p>
              <a:p>
                <a:r>
                  <a:rPr lang="en-US" dirty="0"/>
                  <a:t>Online resolve:</a:t>
                </a:r>
              </a:p>
              <a:p>
                <a:pPr lvl="1"/>
                <a:r>
                  <a:rPr lang="en-US" dirty="0"/>
                  <a:t>Keep direct LFR form: preserves LTI / scheduling separation</a:t>
                </a:r>
              </a:p>
              <a:p>
                <a:pPr lvl="1"/>
                <a:r>
                  <a:rPr lang="en-US" dirty="0"/>
                  <a:t>Resolve internal static signal online for each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Differentiate through the resolve step during training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0CAB0-32CE-FD14-5467-FEC2F57725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824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9E6E-5EC7-70BA-CE27-EE3E8312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8F52-C770-8588-BD75-A1ED96B0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16FE-D73D-6865-7172-59534241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3FD6A-F9FD-3136-B1B2-2F9E19731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44"/>
          <a:stretch>
            <a:fillRect/>
          </a:stretch>
        </p:blipFill>
        <p:spPr>
          <a:xfrm>
            <a:off x="259644" y="282223"/>
            <a:ext cx="11672711" cy="64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767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7FA3A-2FC5-0BF7-8CF8-41FFA7DC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497A1-E4FA-B8EF-B9F4-11F84998D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DAFBD6-3678-6E99-9875-0D6E5CBF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1" y="0"/>
            <a:ext cx="12011378" cy="654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14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6BC6-F9B7-B396-6DFE-1ECF28D3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3699-0711-0703-A8A7-EF203304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RK4 discretization in combination with augmentation code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D7DC-8744-38A9-BB4C-9E99300A2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CEBE3-A0C4-D3C9-F2DB-E2B12E558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901" y="1825625"/>
            <a:ext cx="9648197" cy="448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859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369D-B713-DF06-0B25-9BA0E271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4B436-478D-A738-527E-BFACDF268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resolve-and-retain approach is the bridge: solve the</a:t>
            </a:r>
          </a:p>
          <a:p>
            <a:r>
              <a:rPr lang="en-US" dirty="0"/>
              <a:t>  algebraic loop analytically once (producing z₁ =         </a:t>
            </a:r>
          </a:p>
          <a:p>
            <a:r>
              <a:rPr lang="en-US" dirty="0"/>
              <a:t>  M₀⁻¹(</a:t>
            </a:r>
            <a:r>
              <a:rPr lang="en-US" dirty="0" err="1"/>
              <a:t>fnet</a:t>
            </a:r>
            <a:r>
              <a:rPr lang="en-US" dirty="0"/>
              <a:t> − </a:t>
            </a:r>
            <a:r>
              <a:rPr lang="en-US" dirty="0" err="1"/>
              <a:t>M₁w</a:t>
            </a:r>
            <a:r>
              <a:rPr lang="en-US" dirty="0"/>
              <a:t>₁ − </a:t>
            </a:r>
            <a:r>
              <a:rPr lang="en-US" dirty="0" err="1"/>
              <a:t>M₂w</a:t>
            </a:r>
            <a:r>
              <a:rPr lang="en-US" dirty="0"/>
              <a:t>₂), which collapses to M(Y)⁻¹</a:t>
            </a:r>
          </a:p>
          <a:p>
            <a:r>
              <a:rPr lang="en-US" dirty="0"/>
              <a:t>  </a:t>
            </a:r>
            <a:r>
              <a:rPr lang="en-US" dirty="0" err="1"/>
              <a:t>fnet</a:t>
            </a:r>
            <a:r>
              <a:rPr lang="en-US" dirty="0"/>
              <a:t>), substitute back, and hand Jan's framework a signal</a:t>
            </a:r>
          </a:p>
          <a:p>
            <a:r>
              <a:rPr lang="en-US" dirty="0"/>
              <a:t>   graph with no loop. The unique solution that the LFR    </a:t>
            </a:r>
          </a:p>
          <a:p>
            <a:r>
              <a:rPr lang="en-US" dirty="0"/>
              <a:t>  guarantees is computed explicitly, and from that point   </a:t>
            </a:r>
          </a:p>
          <a:p>
            <a:r>
              <a:rPr lang="en-US" dirty="0"/>
              <a:t>  forward the framework sees only feed-forward signals.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865920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ADF4-802B-E4B5-F62A-F163DA65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from Roland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39039-9817-C184-A407-F97DF8FFE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SVD to reduce</a:t>
            </a:r>
          </a:p>
          <a:p>
            <a:r>
              <a:rPr lang="en-US" dirty="0"/>
              <a:t>What is the benefit of reducing the dimensions.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1ED2C-3E14-F1D1-19AF-EC2FC8FFB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436" y="164567"/>
            <a:ext cx="6822964" cy="763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605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BCE68-49A8-C83D-599B-02264E67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LFR-SVD – Method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67FF2-4286-0472-FA9C-2542992E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4F077-8E82-D84B-CCE2-50848B126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867" y="116771"/>
            <a:ext cx="6570133" cy="61684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0FD6EA-E132-F914-3A51-8881EDDAA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83995"/>
            <a:ext cx="5791200" cy="438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75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15443-D0EB-21F3-1BDE-7044DD32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17" y="-1174045"/>
            <a:ext cx="3910189" cy="5305778"/>
          </a:xfrm>
        </p:spPr>
        <p:txBody>
          <a:bodyPr/>
          <a:lstStyle/>
          <a:p>
            <a:r>
              <a:rPr lang="en-US" dirty="0"/>
              <a:t>Method 1 – </a:t>
            </a:r>
            <a:br>
              <a:rPr lang="en-US" dirty="0"/>
            </a:br>
            <a:r>
              <a:rPr lang="en-US" dirty="0"/>
              <a:t>no possible reduction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CB01A-9EA8-D289-C3AA-2528E008C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7B70B-6249-9334-B450-4EBDF99E51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0" b="6738"/>
          <a:stretch>
            <a:fillRect/>
          </a:stretch>
        </p:blipFill>
        <p:spPr>
          <a:xfrm>
            <a:off x="3939823" y="0"/>
            <a:ext cx="8252178" cy="679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537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BA8ED5-B0DA-9F36-FD26-1FDABA78C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060" y="517482"/>
            <a:ext cx="7204940" cy="47230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FFD562-500A-B6E5-AFB7-7EBD361F1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59667" cy="1892653"/>
          </a:xfrm>
        </p:spPr>
        <p:txBody>
          <a:bodyPr/>
          <a:lstStyle/>
          <a:p>
            <a:r>
              <a:rPr lang="en-US" dirty="0"/>
              <a:t>LFR-SVD – Method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03BF6-EE1B-103D-5473-B54DEA672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781"/>
            <a:ext cx="4828822" cy="3683353"/>
          </a:xfrm>
        </p:spPr>
        <p:txBody>
          <a:bodyPr/>
          <a:lstStyle/>
          <a:p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4FF948-D78B-FB04-5222-689983756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870780"/>
            <a:ext cx="6436519" cy="33697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174416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9A6A-BFDC-632F-5C9A-EA58D45B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validation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C441-9045-1FD2-13A6-91BA9F85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Implemented the SVD-based reduction in MATLAB with the physical parameters of the dual-gantry system</a:t>
            </a:r>
          </a:p>
          <a:p>
            <a:r>
              <a:rPr lang="en-US" dirty="0"/>
              <a:t>Verified over operating range of Y</a:t>
            </a:r>
          </a:p>
          <a:p>
            <a:r>
              <a:rPr lang="en-US" dirty="0"/>
              <a:t>Used the Frobenius norm for validation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729303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2B9B-12EC-860A-BEA9-8A86FD03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result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E6B86-FC9B-8171-4F87-880A0AABC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rank(</a:t>
            </a:r>
            <a:r>
              <a:rPr lang="en-US" dirty="0" err="1"/>
              <a:t>Dzw</a:t>
            </a:r>
            <a:r>
              <a:rPr lang="en-US" dirty="0"/>
              <a:t>) = 4 (expected 4)</a:t>
            </a:r>
          </a:p>
          <a:p>
            <a:r>
              <a:rPr lang="en-US" dirty="0"/>
              <a:t>rank(</a:t>
            </a:r>
            <a:r>
              <a:rPr lang="en-US" dirty="0" err="1"/>
              <a:t>Snew</a:t>
            </a:r>
            <a:r>
              <a:rPr lang="en-US" dirty="0"/>
              <a:t>) = 4 (expected 4)</a:t>
            </a:r>
          </a:p>
          <a:p>
            <a:r>
              <a:rPr lang="en-US" dirty="0"/>
              <a:t>Max ||</a:t>
            </a:r>
            <a:r>
              <a:rPr lang="en-US" dirty="0" err="1"/>
              <a:t>A_coll</a:t>
            </a:r>
            <a:r>
              <a:rPr lang="en-US" dirty="0"/>
              <a:t> - Ac||_F = 7.97e-13 </a:t>
            </a:r>
          </a:p>
          <a:p>
            <a:r>
              <a:rPr lang="en-US" dirty="0"/>
              <a:t>Max ||</a:t>
            </a:r>
            <a:r>
              <a:rPr lang="en-US" dirty="0" err="1"/>
              <a:t>B_coll</a:t>
            </a:r>
            <a:r>
              <a:rPr lang="en-US" dirty="0"/>
              <a:t> - </a:t>
            </a:r>
            <a:r>
              <a:rPr lang="en-US" dirty="0" err="1"/>
              <a:t>Bc</a:t>
            </a:r>
            <a:r>
              <a:rPr lang="en-US" dirty="0"/>
              <a:t>||_F = 1.72e-16</a:t>
            </a:r>
          </a:p>
          <a:p>
            <a:endParaRPr lang="en-US" dirty="0"/>
          </a:p>
          <a:p>
            <a:r>
              <a:rPr lang="en-US" dirty="0"/>
              <a:t> The slightly larger error for A can be explained due to two matrix inversions (M(Y)^{-1}K and M(Y)^{-1}C). While B= [0;\ M(Y)^{-1}] only involves one.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910212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02452-B270-F2EA-F377-3DB64C11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validation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2E7E9-F58E-D0E4-D72A-F3C39783F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3D57C-FA92-CB81-3F66-A1CD66DD2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58" y="1825625"/>
            <a:ext cx="10690734" cy="341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657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D8F3-E661-5917-50A0-D264AD3D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66D28-8EFA-EFB9-D2DC-4E032EC7B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LPV-LFR rational problem with Jan’s augmentation code:</a:t>
            </a:r>
            <a:br>
              <a:rPr lang="en-US" dirty="0"/>
            </a:br>
            <a:r>
              <a:rPr lang="en-US" dirty="0"/>
              <a:t>Would it be better to rewrite the rational LPV-LFR result into affine structure?</a:t>
            </a:r>
          </a:p>
        </p:txBody>
      </p:sp>
    </p:spTree>
    <p:extLst>
      <p:ext uri="{BB962C8B-B14F-4D97-AF65-F5344CB8AC3E}">
        <p14:creationId xmlns:p14="http://schemas.microsoft.com/office/powerpoint/2010/main" val="36694443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2947-875F-1C62-7568-339F19A8B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7480E-7F66-AC8A-5799-CFA46F70A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Hysteresis – note ASMPT</a:t>
            </a:r>
          </a:p>
          <a:p>
            <a:r>
              <a:rPr lang="en-US" dirty="0"/>
              <a:t>Additional scheduling variable?</a:t>
            </a:r>
          </a:p>
          <a:p>
            <a:endParaRPr lang="en-US" dirty="0"/>
          </a:p>
          <a:p>
            <a:r>
              <a:rPr lang="en-US" dirty="0"/>
              <a:t>Other notes meeting ASMPT: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9809B-4B12-D158-A65D-269BB06CAF92}"/>
              </a:ext>
            </a:extLst>
          </p:cNvPr>
          <p:cNvSpPr txBox="1"/>
          <p:nvPr/>
        </p:nvSpPr>
        <p:spPr>
          <a:xfrm>
            <a:off x="7179734" y="85306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 err="1"/>
              <a:t>meerdere</a:t>
            </a:r>
            <a:r>
              <a:rPr lang="en-NL" dirty="0"/>
              <a:t> scheduling variable </a:t>
            </a:r>
            <a:r>
              <a:rPr lang="en-NL" dirty="0" err="1"/>
              <a:t>toevoegen</a:t>
            </a:r>
            <a:r>
              <a:rPr lang="en-NL" dirty="0"/>
              <a:t>:</a:t>
            </a:r>
          </a:p>
          <a:p>
            <a:r>
              <a:rPr lang="en-NL" dirty="0"/>
              <a:t>sign van de speed </a:t>
            </a:r>
            <a:r>
              <a:rPr lang="en-NL" dirty="0" err="1"/>
              <a:t>als</a:t>
            </a:r>
            <a:r>
              <a:rPr lang="en-NL" dirty="0"/>
              <a:t> scheduling variable </a:t>
            </a:r>
            <a:r>
              <a:rPr lang="en-NL" dirty="0" err="1"/>
              <a:t>meenemen</a:t>
            </a:r>
            <a:endParaRPr lang="en-NL" dirty="0"/>
          </a:p>
          <a:p>
            <a:endParaRPr lang="en-NL" dirty="0"/>
          </a:p>
          <a:p>
            <a:r>
              <a:rPr lang="en-NL" dirty="0"/>
              <a:t>scheduling variable die de </a:t>
            </a:r>
            <a:r>
              <a:rPr lang="en-NL" dirty="0" err="1"/>
              <a:t>hysterese</a:t>
            </a:r>
            <a:r>
              <a:rPr lang="en-NL" dirty="0"/>
              <a:t> </a:t>
            </a:r>
            <a:r>
              <a:rPr lang="en-NL" dirty="0" err="1"/>
              <a:t>meeneemt</a:t>
            </a:r>
            <a:r>
              <a:rPr lang="en-NL" dirty="0"/>
              <a:t>.</a:t>
            </a:r>
          </a:p>
          <a:p>
            <a:r>
              <a:rPr lang="en-NL" dirty="0"/>
              <a:t>of je </a:t>
            </a:r>
            <a:r>
              <a:rPr lang="en-NL" dirty="0" err="1"/>
              <a:t>statische</a:t>
            </a:r>
            <a:r>
              <a:rPr lang="en-NL" dirty="0"/>
              <a:t> </a:t>
            </a:r>
            <a:r>
              <a:rPr lang="en-NL" dirty="0" err="1"/>
              <a:t>wrijving</a:t>
            </a:r>
            <a:r>
              <a:rPr lang="en-NL" dirty="0"/>
              <a:t> </a:t>
            </a:r>
            <a:r>
              <a:rPr lang="en-NL" dirty="0" err="1"/>
              <a:t>verwacht</a:t>
            </a:r>
            <a:r>
              <a:rPr lang="en-NL" dirty="0"/>
              <a:t> </a:t>
            </a:r>
            <a:r>
              <a:rPr lang="en-NL" dirty="0" err="1"/>
              <a:t>volgens</a:t>
            </a:r>
            <a:r>
              <a:rPr lang="en-NL" dirty="0"/>
              <a:t> je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FE2E4-1A8A-33C3-E0F9-34803E2A41B2}"/>
              </a:ext>
            </a:extLst>
          </p:cNvPr>
          <p:cNvSpPr txBox="1"/>
          <p:nvPr/>
        </p:nvSpPr>
        <p:spPr>
          <a:xfrm>
            <a:off x="2009421" y="3630553"/>
            <a:ext cx="66378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hysterese significant. als je hysterese toe wil passen, kunnen huidige structuur gebruiken?</a:t>
            </a:r>
          </a:p>
          <a:p>
            <a:r>
              <a:rPr lang="nl-NL" dirty="0"/>
              <a:t>alleen </a:t>
            </a:r>
            <a:r>
              <a:rPr lang="nl-NL" dirty="0" err="1"/>
              <a:t>positisie</a:t>
            </a:r>
            <a:r>
              <a:rPr lang="nl-NL" dirty="0"/>
              <a:t> meeneemt, niet genoeg om </a:t>
            </a:r>
            <a:r>
              <a:rPr lang="nl-NL" dirty="0" err="1"/>
              <a:t>directive</a:t>
            </a:r>
            <a:r>
              <a:rPr lang="nl-NL" dirty="0"/>
              <a:t> van hysterese mee te nemen</a:t>
            </a:r>
          </a:p>
          <a:p>
            <a:endParaRPr lang="nl-NL" dirty="0"/>
          </a:p>
          <a:p>
            <a:r>
              <a:rPr lang="nl-NL" dirty="0"/>
              <a:t>over na denken om wel of niet mee te nemen, kan het model dit representeren?</a:t>
            </a:r>
          </a:p>
          <a:p>
            <a:r>
              <a:rPr lang="nl-NL" dirty="0"/>
              <a:t>hysterese --&gt; niet een model wat altijd heel nauwkeurig is</a:t>
            </a:r>
          </a:p>
          <a:p>
            <a:r>
              <a:rPr lang="nl-NL" dirty="0"/>
              <a:t>als helemaal niet meeneemt, kan zijn dat </a:t>
            </a:r>
            <a:r>
              <a:rPr lang="nl-NL" dirty="0" err="1"/>
              <a:t>network</a:t>
            </a:r>
            <a:r>
              <a:rPr lang="nl-NL" dirty="0"/>
              <a:t> daar heel erg op gaat fitten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380298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252E-6A0A-EEF2-E8C2-E6D1D3B5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11365-B2AA-5789-7CFA-BEF627886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0604D-E6AD-15B4-1014-AE58EA32C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33730"/>
            <a:ext cx="12085320" cy="258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199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in simulation</a:t>
            </a:r>
          </a:p>
          <a:p>
            <a:pPr lvl="1"/>
            <a:r>
              <a:rPr lang="en-US" dirty="0"/>
              <a:t>Elimination method</a:t>
            </a:r>
          </a:p>
          <a:p>
            <a:pPr lvl="1"/>
            <a:r>
              <a:rPr lang="en-US" dirty="0"/>
              <a:t>Apply with and without SVD method</a:t>
            </a:r>
          </a:p>
          <a:p>
            <a:pPr lvl="1"/>
            <a:r>
              <a:rPr lang="en-US" dirty="0"/>
              <a:t>Implement feed-forward (rigid-body)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1701</TotalTime>
  <Words>2751</Words>
  <Application>Microsoft Office PowerPoint</Application>
  <PresentationFormat>Widescreen</PresentationFormat>
  <Paragraphs>307</Paragraphs>
  <Slides>53</Slides>
  <Notes>13</Notes>
  <HiddenSlides>13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Aptos</vt:lpstr>
      <vt:lpstr>Aptos Display</vt:lpstr>
      <vt:lpstr>Arial</vt:lpstr>
      <vt:lpstr>Cambria Math</vt:lpstr>
      <vt:lpstr>Consolas</vt:lpstr>
      <vt:lpstr>Segoe WPC</vt:lpstr>
      <vt:lpstr>Wingdings</vt:lpstr>
      <vt:lpstr>Office Theme</vt:lpstr>
      <vt:lpstr>Meeting Week 9</vt:lpstr>
      <vt:lpstr>Last week summary</vt:lpstr>
      <vt:lpstr>PowerPoint Presentation</vt:lpstr>
      <vt:lpstr>FP-baseline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Simplified motion equations</vt:lpstr>
      <vt:lpstr>MATLAB implementation</vt:lpstr>
      <vt:lpstr>MATLAB implementation</vt:lpstr>
      <vt:lpstr>MATLAB implementation</vt:lpstr>
      <vt:lpstr>Then MATLAB converts that second-order model into a first-order 6-state realization:</vt:lpstr>
      <vt:lpstr>PowerPoint Presentation</vt:lpstr>
      <vt:lpstr>PowerPoint Presentation</vt:lpstr>
      <vt:lpstr>M(Y) invertibility</vt:lpstr>
      <vt:lpstr>LPV-LFR structure</vt:lpstr>
      <vt:lpstr>LPV-LFR structure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PowerPoint Presentation</vt:lpstr>
      <vt:lpstr>LPV-LFR structure</vt:lpstr>
      <vt:lpstr>“Algebraic loop”</vt:lpstr>
      <vt:lpstr>“Algebraic loop”</vt:lpstr>
      <vt:lpstr>“Algebraic loop”</vt:lpstr>
      <vt:lpstr>Conflict with Jan’s code</vt:lpstr>
      <vt:lpstr>PowerPoint Presentation</vt:lpstr>
      <vt:lpstr>Possible Solutions Before applying SVD for dimension reduction</vt:lpstr>
      <vt:lpstr>PowerPoint Presentation</vt:lpstr>
      <vt:lpstr>PowerPoint Presentation</vt:lpstr>
      <vt:lpstr>RK4 discretization in combination with augmentation code</vt:lpstr>
      <vt:lpstr>PowerPoint Presentation</vt:lpstr>
      <vt:lpstr>Notes from Roland</vt:lpstr>
      <vt:lpstr>LFR-SVD – Method 1</vt:lpstr>
      <vt:lpstr>Method 1 –  no possible reduction</vt:lpstr>
      <vt:lpstr>LFR-SVD – Method 2</vt:lpstr>
      <vt:lpstr>Numerical validation</vt:lpstr>
      <vt:lpstr>Numerical result</vt:lpstr>
      <vt:lpstr>Numerical validation</vt:lpstr>
      <vt:lpstr>Question 1</vt:lpstr>
      <vt:lpstr>Question 2</vt:lpstr>
      <vt:lpstr>Question 2</vt:lpstr>
      <vt:lpstr>Outline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2026-04-06T17:02:52Z</dcterms:modified>
</cp:coreProperties>
</file>