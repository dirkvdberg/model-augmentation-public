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86" r:id="rId2"/>
    <p:sldId id="287" r:id="rId3"/>
    <p:sldId id="257" r:id="rId4"/>
    <p:sldId id="258" r:id="rId5"/>
    <p:sldId id="259" r:id="rId6"/>
    <p:sldId id="260" r:id="rId7"/>
    <p:sldId id="261" r:id="rId8"/>
    <p:sldId id="262" r:id="rId9"/>
    <p:sldId id="288" r:id="rId10"/>
    <p:sldId id="263" r:id="rId11"/>
    <p:sldId id="264" r:id="rId12"/>
    <p:sldId id="265" r:id="rId13"/>
    <p:sldId id="275" r:id="rId14"/>
    <p:sldId id="276" r:id="rId15"/>
    <p:sldId id="277" r:id="rId16"/>
    <p:sldId id="278" r:id="rId17"/>
    <p:sldId id="274" r:id="rId18"/>
    <p:sldId id="279" r:id="rId19"/>
    <p:sldId id="280" r:id="rId20"/>
    <p:sldId id="281" r:id="rId21"/>
    <p:sldId id="282" r:id="rId22"/>
    <p:sldId id="284" r:id="rId23"/>
    <p:sldId id="570" r:id="rId24"/>
    <p:sldId id="571" r:id="rId25"/>
    <p:sldId id="574" r:id="rId26"/>
    <p:sldId id="572" r:id="rId27"/>
    <p:sldId id="573" r:id="rId28"/>
    <p:sldId id="575" r:id="rId29"/>
    <p:sldId id="576" r:id="rId30"/>
    <p:sldId id="577" r:id="rId31"/>
    <p:sldId id="578" r:id="rId32"/>
    <p:sldId id="579" r:id="rId33"/>
    <p:sldId id="580" r:id="rId34"/>
    <p:sldId id="583" r:id="rId35"/>
    <p:sldId id="581" r:id="rId36"/>
    <p:sldId id="582" r:id="rId37"/>
    <p:sldId id="283" r:id="rId38"/>
    <p:sldId id="285" r:id="rId39"/>
    <p:sldId id="548" r:id="rId40"/>
    <p:sldId id="549" r:id="rId41"/>
    <p:sldId id="569" r:id="rId42"/>
    <p:sldId id="584" r:id="rId43"/>
    <p:sldId id="585" r:id="rId44"/>
    <p:sldId id="586" r:id="rId45"/>
    <p:sldId id="587" r:id="rId46"/>
    <p:sldId id="588" r:id="rId47"/>
    <p:sldId id="589" r:id="rId48"/>
    <p:sldId id="590" r:id="rId49"/>
    <p:sldId id="591" r:id="rId50"/>
    <p:sldId id="592" r:id="rId5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A3FBE9-DE13-4214-9E97-EEEF42695F0C}" v="1" dt="2026-08-17T06:41:05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8-17T06:41:05.376" v="1736"/>
      <pc:docMkLst>
        <pc:docMk/>
      </pc:docMkLst>
      <pc:sldChg chg="modSp mod">
        <pc:chgData name="Berg, Dirk van den" userId="035ecb32-01d9-4b47-a105-eacf059a4647" providerId="ADAL" clId="{F7FF961E-CF96-44AC-93C2-93612F62D46D}" dt="2026-08-14T09:21:29.527" v="197" actId="20577"/>
        <pc:sldMkLst>
          <pc:docMk/>
          <pc:sldMk cId="3903658413" sldId="265"/>
        </pc:sldMkLst>
        <pc:spChg chg="mod">
          <ac:chgData name="Berg, Dirk van den" userId="035ecb32-01d9-4b47-a105-eacf059a4647" providerId="ADAL" clId="{F7FF961E-CF96-44AC-93C2-93612F62D46D}" dt="2026-08-14T08:40:45.369" v="63" actId="20577"/>
          <ac:spMkLst>
            <pc:docMk/>
            <pc:sldMk cId="3903658413" sldId="265"/>
            <ac:spMk id="2" creationId="{66AC121A-AA89-F398-CFDD-6BC9903C1992}"/>
          </ac:spMkLst>
        </pc:spChg>
        <pc:spChg chg="mod">
          <ac:chgData name="Berg, Dirk van den" userId="035ecb32-01d9-4b47-a105-eacf059a4647" providerId="ADAL" clId="{F7FF961E-CF96-44AC-93C2-93612F62D46D}" dt="2026-08-14T09:21:29.527" v="197" actId="20577"/>
          <ac:spMkLst>
            <pc:docMk/>
            <pc:sldMk cId="3903658413" sldId="265"/>
            <ac:spMk id="3" creationId="{D790FDCB-D402-6C4C-CF3D-ACAC0826F196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8-14T12:27:00.898" v="1077" actId="729"/>
        <pc:sldMkLst>
          <pc:docMk/>
          <pc:sldMk cId="4123496775" sldId="274"/>
        </pc:sldMkLst>
        <pc:spChg chg="mod">
          <ac:chgData name="Berg, Dirk van den" userId="035ecb32-01d9-4b47-a105-eacf059a4647" providerId="ADAL" clId="{F7FF961E-CF96-44AC-93C2-93612F62D46D}" dt="2026-08-14T09:10:21.522" v="88" actId="20577"/>
          <ac:spMkLst>
            <pc:docMk/>
            <pc:sldMk cId="4123496775" sldId="274"/>
            <ac:spMk id="2" creationId="{03E21953-7897-2C59-D509-06B206E26578}"/>
          </ac:spMkLst>
        </pc:spChg>
        <pc:spChg chg="mod">
          <ac:chgData name="Berg, Dirk van den" userId="035ecb32-01d9-4b47-a105-eacf059a4647" providerId="ADAL" clId="{F7FF961E-CF96-44AC-93C2-93612F62D46D}" dt="2026-08-14T09:10:19.249" v="81" actId="27636"/>
          <ac:spMkLst>
            <pc:docMk/>
            <pc:sldMk cId="4123496775" sldId="274"/>
            <ac:spMk id="3" creationId="{8ADE5059-D8A1-A830-86C6-AD3B32C75E13}"/>
          </ac:spMkLst>
        </pc:spChg>
      </pc:sldChg>
      <pc:sldChg chg="addSp new mod">
        <pc:chgData name="Berg, Dirk van den" userId="035ecb32-01d9-4b47-a105-eacf059a4647" providerId="ADAL" clId="{F7FF961E-CF96-44AC-93C2-93612F62D46D}" dt="2026-08-14T09:20:59.912" v="94" actId="22"/>
        <pc:sldMkLst>
          <pc:docMk/>
          <pc:sldMk cId="971101588" sldId="275"/>
        </pc:sldMkLst>
        <pc:picChg chg="add">
          <ac:chgData name="Berg, Dirk van den" userId="035ecb32-01d9-4b47-a105-eacf059a4647" providerId="ADAL" clId="{F7FF961E-CF96-44AC-93C2-93612F62D46D}" dt="2026-08-14T09:20:59.912" v="94" actId="22"/>
          <ac:picMkLst>
            <pc:docMk/>
            <pc:sldMk cId="971101588" sldId="275"/>
            <ac:picMk id="5" creationId="{7F937518-B535-9C5F-980D-B975491F2752}"/>
          </ac:picMkLst>
        </pc:picChg>
      </pc:sldChg>
      <pc:sldChg chg="addSp new mod">
        <pc:chgData name="Berg, Dirk van den" userId="035ecb32-01d9-4b47-a105-eacf059a4647" providerId="ADAL" clId="{F7FF961E-CF96-44AC-93C2-93612F62D46D}" dt="2026-08-14T09:21:05.907" v="95" actId="22"/>
        <pc:sldMkLst>
          <pc:docMk/>
          <pc:sldMk cId="3487762570" sldId="276"/>
        </pc:sldMkLst>
        <pc:picChg chg="add">
          <ac:chgData name="Berg, Dirk van den" userId="035ecb32-01d9-4b47-a105-eacf059a4647" providerId="ADAL" clId="{F7FF961E-CF96-44AC-93C2-93612F62D46D}" dt="2026-08-14T09:21:05.907" v="95" actId="22"/>
          <ac:picMkLst>
            <pc:docMk/>
            <pc:sldMk cId="3487762570" sldId="276"/>
            <ac:picMk id="5" creationId="{82C942B7-282A-1660-744B-BFB6B12BC80E}"/>
          </ac:picMkLst>
        </pc:picChg>
      </pc:sldChg>
      <pc:sldChg chg="addSp new mod">
        <pc:chgData name="Berg, Dirk van den" userId="035ecb32-01d9-4b47-a105-eacf059a4647" providerId="ADAL" clId="{F7FF961E-CF96-44AC-93C2-93612F62D46D}" dt="2026-08-14T09:21:10.289" v="96" actId="22"/>
        <pc:sldMkLst>
          <pc:docMk/>
          <pc:sldMk cId="2371216519" sldId="277"/>
        </pc:sldMkLst>
        <pc:picChg chg="add">
          <ac:chgData name="Berg, Dirk van den" userId="035ecb32-01d9-4b47-a105-eacf059a4647" providerId="ADAL" clId="{F7FF961E-CF96-44AC-93C2-93612F62D46D}" dt="2026-08-14T09:21:10.289" v="96" actId="22"/>
          <ac:picMkLst>
            <pc:docMk/>
            <pc:sldMk cId="2371216519" sldId="277"/>
            <ac:picMk id="5" creationId="{4770D668-D037-D9F0-91BC-244F06D4508D}"/>
          </ac:picMkLst>
        </pc:picChg>
      </pc:sldChg>
      <pc:sldChg chg="modSp new mod">
        <pc:chgData name="Berg, Dirk van den" userId="035ecb32-01d9-4b47-a105-eacf059a4647" providerId="ADAL" clId="{F7FF961E-CF96-44AC-93C2-93612F62D46D}" dt="2026-08-14T12:38:48.269" v="1125" actId="20577"/>
        <pc:sldMkLst>
          <pc:docMk/>
          <pc:sldMk cId="2362422032" sldId="278"/>
        </pc:sldMkLst>
        <pc:spChg chg="mod">
          <ac:chgData name="Berg, Dirk van den" userId="035ecb32-01d9-4b47-a105-eacf059a4647" providerId="ADAL" clId="{F7FF961E-CF96-44AC-93C2-93612F62D46D}" dt="2026-08-14T09:22:12.158" v="229" actId="20577"/>
          <ac:spMkLst>
            <pc:docMk/>
            <pc:sldMk cId="2362422032" sldId="278"/>
            <ac:spMk id="2" creationId="{848EFE00-B934-91E0-17FC-716E22C218E5}"/>
          </ac:spMkLst>
        </pc:spChg>
        <pc:spChg chg="mod">
          <ac:chgData name="Berg, Dirk van den" userId="035ecb32-01d9-4b47-a105-eacf059a4647" providerId="ADAL" clId="{F7FF961E-CF96-44AC-93C2-93612F62D46D}" dt="2026-08-14T12:38:48.269" v="1125" actId="20577"/>
          <ac:spMkLst>
            <pc:docMk/>
            <pc:sldMk cId="2362422032" sldId="278"/>
            <ac:spMk id="3" creationId="{B875F5A7-1F99-D3FC-48B6-23904A32E12C}"/>
          </ac:spMkLst>
        </pc:spChg>
      </pc:sldChg>
      <pc:sldChg chg="addSp new mod">
        <pc:chgData name="Berg, Dirk van den" userId="035ecb32-01d9-4b47-a105-eacf059a4647" providerId="ADAL" clId="{F7FF961E-CF96-44AC-93C2-93612F62D46D}" dt="2026-08-14T09:22:22.544" v="230" actId="22"/>
        <pc:sldMkLst>
          <pc:docMk/>
          <pc:sldMk cId="915335761" sldId="279"/>
        </pc:sldMkLst>
        <pc:picChg chg="add">
          <ac:chgData name="Berg, Dirk van den" userId="035ecb32-01d9-4b47-a105-eacf059a4647" providerId="ADAL" clId="{F7FF961E-CF96-44AC-93C2-93612F62D46D}" dt="2026-08-14T09:22:22.544" v="230" actId="22"/>
          <ac:picMkLst>
            <pc:docMk/>
            <pc:sldMk cId="915335761" sldId="279"/>
            <ac:picMk id="5" creationId="{5C9CEED2-1F93-476B-3B0F-754C4B146414}"/>
          </ac:picMkLst>
        </pc:picChg>
      </pc:sldChg>
      <pc:sldChg chg="addSp new mod">
        <pc:chgData name="Berg, Dirk van den" userId="035ecb32-01d9-4b47-a105-eacf059a4647" providerId="ADAL" clId="{F7FF961E-CF96-44AC-93C2-93612F62D46D}" dt="2026-08-14T09:22:28.730" v="231" actId="22"/>
        <pc:sldMkLst>
          <pc:docMk/>
          <pc:sldMk cId="2119266793" sldId="280"/>
        </pc:sldMkLst>
        <pc:picChg chg="add">
          <ac:chgData name="Berg, Dirk van den" userId="035ecb32-01d9-4b47-a105-eacf059a4647" providerId="ADAL" clId="{F7FF961E-CF96-44AC-93C2-93612F62D46D}" dt="2026-08-14T09:22:28.730" v="231" actId="22"/>
          <ac:picMkLst>
            <pc:docMk/>
            <pc:sldMk cId="2119266793" sldId="280"/>
            <ac:picMk id="5" creationId="{C381A6FD-97E8-668C-5CDC-ADA73ADA0326}"/>
          </ac:picMkLst>
        </pc:picChg>
      </pc:sldChg>
      <pc:sldChg chg="addSp new mod">
        <pc:chgData name="Berg, Dirk van den" userId="035ecb32-01d9-4b47-a105-eacf059a4647" providerId="ADAL" clId="{F7FF961E-CF96-44AC-93C2-93612F62D46D}" dt="2026-08-14T09:22:35.061" v="233" actId="22"/>
        <pc:sldMkLst>
          <pc:docMk/>
          <pc:sldMk cId="3097432578" sldId="281"/>
        </pc:sldMkLst>
        <pc:picChg chg="add">
          <ac:chgData name="Berg, Dirk van den" userId="035ecb32-01d9-4b47-a105-eacf059a4647" providerId="ADAL" clId="{F7FF961E-CF96-44AC-93C2-93612F62D46D}" dt="2026-08-14T09:22:35.061" v="233" actId="22"/>
          <ac:picMkLst>
            <pc:docMk/>
            <pc:sldMk cId="3097432578" sldId="281"/>
            <ac:picMk id="5" creationId="{6F744C67-32DA-E4A2-50E0-6078536B3509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8-14T12:39:36.137" v="1127" actId="1076"/>
        <pc:sldMkLst>
          <pc:docMk/>
          <pc:sldMk cId="4090731290" sldId="282"/>
        </pc:sldMkLst>
        <pc:spChg chg="mod">
          <ac:chgData name="Berg, Dirk van den" userId="035ecb32-01d9-4b47-a105-eacf059a4647" providerId="ADAL" clId="{F7FF961E-CF96-44AC-93C2-93612F62D46D}" dt="2026-08-14T09:33:32.380" v="279" actId="20577"/>
          <ac:spMkLst>
            <pc:docMk/>
            <pc:sldMk cId="4090731290" sldId="282"/>
            <ac:spMk id="2" creationId="{7CD82C34-C4D8-8EBA-9BC3-C50FF286104C}"/>
          </ac:spMkLst>
        </pc:spChg>
        <pc:spChg chg="mod">
          <ac:chgData name="Berg, Dirk van den" userId="035ecb32-01d9-4b47-a105-eacf059a4647" providerId="ADAL" clId="{F7FF961E-CF96-44AC-93C2-93612F62D46D}" dt="2026-08-14T10:47:54.508" v="417" actId="20577"/>
          <ac:spMkLst>
            <pc:docMk/>
            <pc:sldMk cId="4090731290" sldId="282"/>
            <ac:spMk id="3" creationId="{B1F3D3DC-17B6-5800-C9ED-621B412B7FD6}"/>
          </ac:spMkLst>
        </pc:spChg>
        <pc:picChg chg="add mod">
          <ac:chgData name="Berg, Dirk van den" userId="035ecb32-01d9-4b47-a105-eacf059a4647" providerId="ADAL" clId="{F7FF961E-CF96-44AC-93C2-93612F62D46D}" dt="2026-08-14T12:39:36.137" v="1127" actId="1076"/>
          <ac:picMkLst>
            <pc:docMk/>
            <pc:sldMk cId="4090731290" sldId="282"/>
            <ac:picMk id="7" creationId="{2A87D1F2-CA70-4C19-A630-9AC667405CCA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8-14T13:07:59.004" v="1167" actId="729"/>
        <pc:sldMkLst>
          <pc:docMk/>
          <pc:sldMk cId="2781532115" sldId="283"/>
        </pc:sldMkLst>
        <pc:spChg chg="mod">
          <ac:chgData name="Berg, Dirk van den" userId="035ecb32-01d9-4b47-a105-eacf059a4647" providerId="ADAL" clId="{F7FF961E-CF96-44AC-93C2-93612F62D46D}" dt="2026-08-14T09:36:47.187" v="366"/>
          <ac:spMkLst>
            <pc:docMk/>
            <pc:sldMk cId="2781532115" sldId="283"/>
            <ac:spMk id="2" creationId="{AC6DDAF0-E4EA-9D1A-6AF7-BF0468F41092}"/>
          </ac:spMkLst>
        </pc:spChg>
        <pc:spChg chg="add mod">
          <ac:chgData name="Berg, Dirk van den" userId="035ecb32-01d9-4b47-a105-eacf059a4647" providerId="ADAL" clId="{F7FF961E-CF96-44AC-93C2-93612F62D46D}" dt="2026-08-14T09:35:53.945" v="329" actId="1076"/>
          <ac:spMkLst>
            <pc:docMk/>
            <pc:sldMk cId="2781532115" sldId="283"/>
            <ac:spMk id="5" creationId="{EB2E2D34-C773-E7F8-30BB-B74636466295}"/>
          </ac:spMkLst>
        </pc:spChg>
        <pc:spChg chg="add mod">
          <ac:chgData name="Berg, Dirk van den" userId="035ecb32-01d9-4b47-a105-eacf059a4647" providerId="ADAL" clId="{F7FF961E-CF96-44AC-93C2-93612F62D46D}" dt="2026-08-14T09:36:49.747" v="368" actId="1076"/>
          <ac:spMkLst>
            <pc:docMk/>
            <pc:sldMk cId="2781532115" sldId="283"/>
            <ac:spMk id="7" creationId="{C31C99E3-555B-FE2C-C0AD-CC9793A19AD2}"/>
          </ac:spMkLst>
        </pc:spChg>
      </pc:sldChg>
      <pc:sldChg chg="addSp new mod modShow">
        <pc:chgData name="Berg, Dirk van den" userId="035ecb32-01d9-4b47-a105-eacf059a4647" providerId="ADAL" clId="{F7FF961E-CF96-44AC-93C2-93612F62D46D}" dt="2026-08-14T12:39:45.219" v="1128" actId="729"/>
        <pc:sldMkLst>
          <pc:docMk/>
          <pc:sldMk cId="524601953" sldId="284"/>
        </pc:sldMkLst>
        <pc:picChg chg="add">
          <ac:chgData name="Berg, Dirk van den" userId="035ecb32-01d9-4b47-a105-eacf059a4647" providerId="ADAL" clId="{F7FF961E-CF96-44AC-93C2-93612F62D46D}" dt="2026-08-14T09:44:53.044" v="370" actId="22"/>
          <ac:picMkLst>
            <pc:docMk/>
            <pc:sldMk cId="524601953" sldId="284"/>
            <ac:picMk id="5" creationId="{0619C031-44B3-3CB8-2200-AC159A694BEF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8-14T13:07:51.461" v="1166" actId="729"/>
        <pc:sldMkLst>
          <pc:docMk/>
          <pc:sldMk cId="103607298" sldId="285"/>
        </pc:sldMkLst>
        <pc:spChg chg="mod">
          <ac:chgData name="Berg, Dirk van den" userId="035ecb32-01d9-4b47-a105-eacf059a4647" providerId="ADAL" clId="{F7FF961E-CF96-44AC-93C2-93612F62D46D}" dt="2026-08-14T12:02:25.188" v="456" actId="20577"/>
          <ac:spMkLst>
            <pc:docMk/>
            <pc:sldMk cId="103607298" sldId="285"/>
            <ac:spMk id="2" creationId="{8FCCC01F-9A31-9F37-4018-A068427C2A89}"/>
          </ac:spMkLst>
        </pc:spChg>
        <pc:spChg chg="mod">
          <ac:chgData name="Berg, Dirk van den" userId="035ecb32-01d9-4b47-a105-eacf059a4647" providerId="ADAL" clId="{F7FF961E-CF96-44AC-93C2-93612F62D46D}" dt="2026-08-14T12:02:17.488" v="424" actId="27636"/>
          <ac:spMkLst>
            <pc:docMk/>
            <pc:sldMk cId="103607298" sldId="285"/>
            <ac:spMk id="3" creationId="{5045BE1D-73A3-7D06-209A-B6A678F75331}"/>
          </ac:spMkLst>
        </pc:spChg>
      </pc:sldChg>
      <pc:sldChg chg="modSp new mod">
        <pc:chgData name="Berg, Dirk van den" userId="035ecb32-01d9-4b47-a105-eacf059a4647" providerId="ADAL" clId="{F7FF961E-CF96-44AC-93C2-93612F62D46D}" dt="2026-08-14T13:31:35.299" v="1649" actId="20577"/>
        <pc:sldMkLst>
          <pc:docMk/>
          <pc:sldMk cId="1102904052" sldId="286"/>
        </pc:sldMkLst>
        <pc:spChg chg="mod">
          <ac:chgData name="Berg, Dirk van den" userId="035ecb32-01d9-4b47-a105-eacf059a4647" providerId="ADAL" clId="{F7FF961E-CF96-44AC-93C2-93612F62D46D}" dt="2026-08-14T13:31:35.299" v="1649" actId="20577"/>
          <ac:spMkLst>
            <pc:docMk/>
            <pc:sldMk cId="1102904052" sldId="286"/>
            <ac:spMk id="3" creationId="{A397E29C-EA55-3CD2-9E0C-4507D5578F3D}"/>
          </ac:spMkLst>
        </pc:spChg>
      </pc:sldChg>
      <pc:sldChg chg="modSp new mod">
        <pc:chgData name="Berg, Dirk van den" userId="035ecb32-01d9-4b47-a105-eacf059a4647" providerId="ADAL" clId="{F7FF961E-CF96-44AC-93C2-93612F62D46D}" dt="2026-08-14T12:18:33.463" v="748" actId="20577"/>
        <pc:sldMkLst>
          <pc:docMk/>
          <pc:sldMk cId="69537409" sldId="287"/>
        </pc:sldMkLst>
        <pc:spChg chg="mod">
          <ac:chgData name="Berg, Dirk van den" userId="035ecb32-01d9-4b47-a105-eacf059a4647" providerId="ADAL" clId="{F7FF961E-CF96-44AC-93C2-93612F62D46D}" dt="2026-08-14T12:18:33.463" v="748" actId="20577"/>
          <ac:spMkLst>
            <pc:docMk/>
            <pc:sldMk cId="69537409" sldId="287"/>
            <ac:spMk id="2" creationId="{33C9E7FA-BBC5-C176-4EFE-65F8C9829EF4}"/>
          </ac:spMkLst>
        </pc:spChg>
      </pc:sldChg>
      <pc:sldChg chg="modSp add mod">
        <pc:chgData name="Berg, Dirk van den" userId="035ecb32-01d9-4b47-a105-eacf059a4647" providerId="ADAL" clId="{F7FF961E-CF96-44AC-93C2-93612F62D46D}" dt="2026-08-14T12:18:47.761" v="759" actId="20577"/>
        <pc:sldMkLst>
          <pc:docMk/>
          <pc:sldMk cId="1712353094" sldId="288"/>
        </pc:sldMkLst>
        <pc:spChg chg="mod">
          <ac:chgData name="Berg, Dirk van den" userId="035ecb32-01d9-4b47-a105-eacf059a4647" providerId="ADAL" clId="{F7FF961E-CF96-44AC-93C2-93612F62D46D}" dt="2026-08-14T12:18:47.761" v="759" actId="20577"/>
          <ac:spMkLst>
            <pc:docMk/>
            <pc:sldMk cId="1712353094" sldId="288"/>
            <ac:spMk id="2" creationId="{6F2D63BF-6ABB-178A-4EC1-19E4483587F5}"/>
          </ac:spMkLst>
        </pc:spChg>
      </pc:sldChg>
      <pc:sldChg chg="add">
        <pc:chgData name="Berg, Dirk van den" userId="035ecb32-01d9-4b47-a105-eacf059a4647" providerId="ADAL" clId="{F7FF961E-CF96-44AC-93C2-93612F62D46D}" dt="2026-08-14T12:20:44.166" v="839"/>
        <pc:sldMkLst>
          <pc:docMk/>
          <pc:sldMk cId="1189821286" sldId="548"/>
        </pc:sldMkLst>
      </pc:sldChg>
      <pc:sldChg chg="add">
        <pc:chgData name="Berg, Dirk van den" userId="035ecb32-01d9-4b47-a105-eacf059a4647" providerId="ADAL" clId="{F7FF961E-CF96-44AC-93C2-93612F62D46D}" dt="2026-08-14T12:20:44.166" v="839"/>
        <pc:sldMkLst>
          <pc:docMk/>
          <pc:sldMk cId="3111693306" sldId="549"/>
        </pc:sldMkLst>
      </pc:sldChg>
      <pc:sldChg chg="add">
        <pc:chgData name="Berg, Dirk van den" userId="035ecb32-01d9-4b47-a105-eacf059a4647" providerId="ADAL" clId="{F7FF961E-CF96-44AC-93C2-93612F62D46D}" dt="2026-08-14T12:20:48.612" v="840"/>
        <pc:sldMkLst>
          <pc:docMk/>
          <pc:sldMk cId="3327020564" sldId="569"/>
        </pc:sldMkLst>
      </pc:sldChg>
      <pc:sldChg chg="addSp new mod">
        <pc:chgData name="Berg, Dirk van den" userId="035ecb32-01d9-4b47-a105-eacf059a4647" providerId="ADAL" clId="{F7FF961E-CF96-44AC-93C2-93612F62D46D}" dt="2026-08-14T12:23:17.396" v="971" actId="22"/>
        <pc:sldMkLst>
          <pc:docMk/>
          <pc:sldMk cId="3900344927" sldId="570"/>
        </pc:sldMkLst>
        <pc:picChg chg="add">
          <ac:chgData name="Berg, Dirk van den" userId="035ecb32-01d9-4b47-a105-eacf059a4647" providerId="ADAL" clId="{F7FF961E-CF96-44AC-93C2-93612F62D46D}" dt="2026-08-14T12:23:17.396" v="971" actId="22"/>
          <ac:picMkLst>
            <pc:docMk/>
            <pc:sldMk cId="3900344927" sldId="570"/>
            <ac:picMk id="5" creationId="{10ECFD94-6CE8-8DE4-98CF-DE11B91CD3C0}"/>
          </ac:picMkLst>
        </pc:picChg>
      </pc:sldChg>
      <pc:sldChg chg="addSp new mod">
        <pc:chgData name="Berg, Dirk van den" userId="035ecb32-01d9-4b47-a105-eacf059a4647" providerId="ADAL" clId="{F7FF961E-CF96-44AC-93C2-93612F62D46D}" dt="2026-08-14T12:23:24.141" v="972" actId="22"/>
        <pc:sldMkLst>
          <pc:docMk/>
          <pc:sldMk cId="4178264981" sldId="571"/>
        </pc:sldMkLst>
        <pc:picChg chg="add">
          <ac:chgData name="Berg, Dirk van den" userId="035ecb32-01d9-4b47-a105-eacf059a4647" providerId="ADAL" clId="{F7FF961E-CF96-44AC-93C2-93612F62D46D}" dt="2026-08-14T12:23:24.141" v="972" actId="22"/>
          <ac:picMkLst>
            <pc:docMk/>
            <pc:sldMk cId="4178264981" sldId="571"/>
            <ac:picMk id="5" creationId="{8197C318-124F-364A-E052-9F031CA32CBA}"/>
          </ac:picMkLst>
        </pc:picChg>
      </pc:sldChg>
      <pc:sldChg chg="addSp new mod">
        <pc:chgData name="Berg, Dirk van den" userId="035ecb32-01d9-4b47-a105-eacf059a4647" providerId="ADAL" clId="{F7FF961E-CF96-44AC-93C2-93612F62D46D}" dt="2026-08-14T12:24:27.266" v="1027" actId="22"/>
        <pc:sldMkLst>
          <pc:docMk/>
          <pc:sldMk cId="1074964946" sldId="572"/>
        </pc:sldMkLst>
        <pc:picChg chg="add">
          <ac:chgData name="Berg, Dirk van den" userId="035ecb32-01d9-4b47-a105-eacf059a4647" providerId="ADAL" clId="{F7FF961E-CF96-44AC-93C2-93612F62D46D}" dt="2026-08-14T12:24:27.266" v="1027" actId="22"/>
          <ac:picMkLst>
            <pc:docMk/>
            <pc:sldMk cId="1074964946" sldId="572"/>
            <ac:picMk id="5" creationId="{5531C489-3DC5-9D0B-B84B-8F8D1DB16911}"/>
          </ac:picMkLst>
        </pc:picChg>
      </pc:sldChg>
      <pc:sldChg chg="addSp new mod">
        <pc:chgData name="Berg, Dirk van den" userId="035ecb32-01d9-4b47-a105-eacf059a4647" providerId="ADAL" clId="{F7FF961E-CF96-44AC-93C2-93612F62D46D}" dt="2026-08-14T12:24:34.650" v="1028" actId="22"/>
        <pc:sldMkLst>
          <pc:docMk/>
          <pc:sldMk cId="135752987" sldId="573"/>
        </pc:sldMkLst>
        <pc:picChg chg="add">
          <ac:chgData name="Berg, Dirk van den" userId="035ecb32-01d9-4b47-a105-eacf059a4647" providerId="ADAL" clId="{F7FF961E-CF96-44AC-93C2-93612F62D46D}" dt="2026-08-14T12:24:34.650" v="1028" actId="22"/>
          <ac:picMkLst>
            <pc:docMk/>
            <pc:sldMk cId="135752987" sldId="573"/>
            <ac:picMk id="5" creationId="{0F466354-3D43-26D2-677D-9389B189F92D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8-14T12:24:06.202" v="1026" actId="1076"/>
        <pc:sldMkLst>
          <pc:docMk/>
          <pc:sldMk cId="2649261491" sldId="574"/>
        </pc:sldMkLst>
        <pc:spChg chg="add mod">
          <ac:chgData name="Berg, Dirk van den" userId="035ecb32-01d9-4b47-a105-eacf059a4647" providerId="ADAL" clId="{F7FF961E-CF96-44AC-93C2-93612F62D46D}" dt="2026-08-14T12:24:06.202" v="1026" actId="1076"/>
          <ac:spMkLst>
            <pc:docMk/>
            <pc:sldMk cId="2649261491" sldId="574"/>
            <ac:spMk id="4" creationId="{3DDB0F54-2289-9626-2EB0-20D57004A4C0}"/>
          </ac:spMkLst>
        </pc:spChg>
      </pc:sldChg>
      <pc:sldChg chg="addSp new mod">
        <pc:chgData name="Berg, Dirk van den" userId="035ecb32-01d9-4b47-a105-eacf059a4647" providerId="ADAL" clId="{F7FF961E-CF96-44AC-93C2-93612F62D46D}" dt="2026-08-14T12:24:42.965" v="1031" actId="22"/>
        <pc:sldMkLst>
          <pc:docMk/>
          <pc:sldMk cId="3653855973" sldId="575"/>
        </pc:sldMkLst>
        <pc:picChg chg="add">
          <ac:chgData name="Berg, Dirk van den" userId="035ecb32-01d9-4b47-a105-eacf059a4647" providerId="ADAL" clId="{F7FF961E-CF96-44AC-93C2-93612F62D46D}" dt="2026-08-14T12:24:42.965" v="1031" actId="22"/>
          <ac:picMkLst>
            <pc:docMk/>
            <pc:sldMk cId="3653855973" sldId="575"/>
            <ac:picMk id="5" creationId="{DDE1EC68-5397-DA28-5416-3431A748B221}"/>
          </ac:picMkLst>
        </pc:picChg>
      </pc:sldChg>
      <pc:sldChg chg="addSp new mod">
        <pc:chgData name="Berg, Dirk van den" userId="035ecb32-01d9-4b47-a105-eacf059a4647" providerId="ADAL" clId="{F7FF961E-CF96-44AC-93C2-93612F62D46D}" dt="2026-08-14T12:24:47.877" v="1032" actId="22"/>
        <pc:sldMkLst>
          <pc:docMk/>
          <pc:sldMk cId="1519164697" sldId="576"/>
        </pc:sldMkLst>
        <pc:picChg chg="add">
          <ac:chgData name="Berg, Dirk van den" userId="035ecb32-01d9-4b47-a105-eacf059a4647" providerId="ADAL" clId="{F7FF961E-CF96-44AC-93C2-93612F62D46D}" dt="2026-08-14T12:24:47.877" v="1032" actId="22"/>
          <ac:picMkLst>
            <pc:docMk/>
            <pc:sldMk cId="1519164697" sldId="576"/>
            <ac:picMk id="5" creationId="{498E277B-4565-75B5-60FE-EE43E2A0096D}"/>
          </ac:picMkLst>
        </pc:picChg>
      </pc:sldChg>
      <pc:sldChg chg="modSp new mod">
        <pc:chgData name="Berg, Dirk van den" userId="035ecb32-01d9-4b47-a105-eacf059a4647" providerId="ADAL" clId="{F7FF961E-CF96-44AC-93C2-93612F62D46D}" dt="2026-08-14T13:06:51.780" v="1165"/>
        <pc:sldMkLst>
          <pc:docMk/>
          <pc:sldMk cId="2085316742" sldId="577"/>
        </pc:sldMkLst>
        <pc:spChg chg="mod">
          <ac:chgData name="Berg, Dirk van den" userId="035ecb32-01d9-4b47-a105-eacf059a4647" providerId="ADAL" clId="{F7FF961E-CF96-44AC-93C2-93612F62D46D}" dt="2026-08-14T13:01:03.517" v="1139" actId="20577"/>
          <ac:spMkLst>
            <pc:docMk/>
            <pc:sldMk cId="2085316742" sldId="577"/>
            <ac:spMk id="2" creationId="{474EAA53-FE87-7C4B-B29A-331DD563AB9E}"/>
          </ac:spMkLst>
        </pc:spChg>
        <pc:spChg chg="mod">
          <ac:chgData name="Berg, Dirk van den" userId="035ecb32-01d9-4b47-a105-eacf059a4647" providerId="ADAL" clId="{F7FF961E-CF96-44AC-93C2-93612F62D46D}" dt="2026-08-14T13:06:51.780" v="1165"/>
          <ac:spMkLst>
            <pc:docMk/>
            <pc:sldMk cId="2085316742" sldId="577"/>
            <ac:spMk id="3" creationId="{BC54208A-0C22-8B16-5BF5-B7B4FE4D3670}"/>
          </ac:spMkLst>
        </pc:spChg>
      </pc:sldChg>
      <pc:sldChg chg="addSp new mod">
        <pc:chgData name="Berg, Dirk van den" userId="035ecb32-01d9-4b47-a105-eacf059a4647" providerId="ADAL" clId="{F7FF961E-CF96-44AC-93C2-93612F62D46D}" dt="2026-08-14T13:01:05.674" v="1141" actId="22"/>
        <pc:sldMkLst>
          <pc:docMk/>
          <pc:sldMk cId="850276229" sldId="578"/>
        </pc:sldMkLst>
        <pc:picChg chg="add">
          <ac:chgData name="Berg, Dirk van den" userId="035ecb32-01d9-4b47-a105-eacf059a4647" providerId="ADAL" clId="{F7FF961E-CF96-44AC-93C2-93612F62D46D}" dt="2026-08-14T13:01:05.674" v="1141" actId="22"/>
          <ac:picMkLst>
            <pc:docMk/>
            <pc:sldMk cId="850276229" sldId="578"/>
            <ac:picMk id="5" creationId="{10C9E060-44D8-B0DE-9F28-8A3A0EEBD5CA}"/>
          </ac:picMkLst>
        </pc:picChg>
      </pc:sldChg>
      <pc:sldChg chg="addSp new mod">
        <pc:chgData name="Berg, Dirk van den" userId="035ecb32-01d9-4b47-a105-eacf059a4647" providerId="ADAL" clId="{F7FF961E-CF96-44AC-93C2-93612F62D46D}" dt="2026-08-14T13:01:21.568" v="1143" actId="22"/>
        <pc:sldMkLst>
          <pc:docMk/>
          <pc:sldMk cId="2122919995" sldId="579"/>
        </pc:sldMkLst>
        <pc:picChg chg="add">
          <ac:chgData name="Berg, Dirk van den" userId="035ecb32-01d9-4b47-a105-eacf059a4647" providerId="ADAL" clId="{F7FF961E-CF96-44AC-93C2-93612F62D46D}" dt="2026-08-14T13:01:21.568" v="1143" actId="22"/>
          <ac:picMkLst>
            <pc:docMk/>
            <pc:sldMk cId="2122919995" sldId="579"/>
            <ac:picMk id="5" creationId="{DC695BFE-ABDF-0C51-96E7-FE138D03B18B}"/>
          </ac:picMkLst>
        </pc:picChg>
      </pc:sldChg>
      <pc:sldChg chg="addSp new mod modNotesTx">
        <pc:chgData name="Berg, Dirk van den" userId="035ecb32-01d9-4b47-a105-eacf059a4647" providerId="ADAL" clId="{F7FF961E-CF96-44AC-93C2-93612F62D46D}" dt="2026-08-14T13:06:02.053" v="1164" actId="20577"/>
        <pc:sldMkLst>
          <pc:docMk/>
          <pc:sldMk cId="110353410" sldId="580"/>
        </pc:sldMkLst>
        <pc:picChg chg="add">
          <ac:chgData name="Berg, Dirk van den" userId="035ecb32-01d9-4b47-a105-eacf059a4647" providerId="ADAL" clId="{F7FF961E-CF96-44AC-93C2-93612F62D46D}" dt="2026-08-14T13:05:53.861" v="1145" actId="22"/>
          <ac:picMkLst>
            <pc:docMk/>
            <pc:sldMk cId="110353410" sldId="580"/>
            <ac:picMk id="5" creationId="{F5A0C394-F9F6-0AF8-4B1E-464D2BA8C3F6}"/>
          </ac:picMkLst>
        </pc:picChg>
      </pc:sldChg>
      <pc:sldChg chg="modSp new mod">
        <pc:chgData name="Berg, Dirk van den" userId="035ecb32-01d9-4b47-a105-eacf059a4647" providerId="ADAL" clId="{F7FF961E-CF96-44AC-93C2-93612F62D46D}" dt="2026-08-14T13:14:11.362" v="1212" actId="20577"/>
        <pc:sldMkLst>
          <pc:docMk/>
          <pc:sldMk cId="2063680034" sldId="581"/>
        </pc:sldMkLst>
        <pc:spChg chg="mod">
          <ac:chgData name="Berg, Dirk van den" userId="035ecb32-01d9-4b47-a105-eacf059a4647" providerId="ADAL" clId="{F7FF961E-CF96-44AC-93C2-93612F62D46D}" dt="2026-08-14T13:10:00.956" v="1188" actId="20577"/>
          <ac:spMkLst>
            <pc:docMk/>
            <pc:sldMk cId="2063680034" sldId="581"/>
            <ac:spMk id="2" creationId="{FFE72E61-F565-5E60-D116-9D25F412C44F}"/>
          </ac:spMkLst>
        </pc:spChg>
        <pc:spChg chg="mod">
          <ac:chgData name="Berg, Dirk van den" userId="035ecb32-01d9-4b47-a105-eacf059a4647" providerId="ADAL" clId="{F7FF961E-CF96-44AC-93C2-93612F62D46D}" dt="2026-08-14T13:14:11.362" v="1212" actId="20577"/>
          <ac:spMkLst>
            <pc:docMk/>
            <pc:sldMk cId="2063680034" sldId="581"/>
            <ac:spMk id="3" creationId="{AB8FA0EA-5F7D-041F-51D2-818A5EECE8A3}"/>
          </ac:spMkLst>
        </pc:spChg>
      </pc:sldChg>
      <pc:sldChg chg="modSp new mod">
        <pc:chgData name="Berg, Dirk van den" userId="035ecb32-01d9-4b47-a105-eacf059a4647" providerId="ADAL" clId="{F7FF961E-CF96-44AC-93C2-93612F62D46D}" dt="2026-08-14T13:22:24.550" v="1589"/>
        <pc:sldMkLst>
          <pc:docMk/>
          <pc:sldMk cId="147698523" sldId="582"/>
        </pc:sldMkLst>
        <pc:spChg chg="mod">
          <ac:chgData name="Berg, Dirk van den" userId="035ecb32-01d9-4b47-a105-eacf059a4647" providerId="ADAL" clId="{F7FF961E-CF96-44AC-93C2-93612F62D46D}" dt="2026-08-14T13:22:24.550" v="1589"/>
          <ac:spMkLst>
            <pc:docMk/>
            <pc:sldMk cId="147698523" sldId="582"/>
            <ac:spMk id="3" creationId="{0A632A93-36AA-46F7-25A1-6D26D42318C3}"/>
          </ac:spMkLst>
        </pc:spChg>
      </pc:sldChg>
      <pc:sldChg chg="modSp new mod ord">
        <pc:chgData name="Berg, Dirk van den" userId="035ecb32-01d9-4b47-a105-eacf059a4647" providerId="ADAL" clId="{F7FF961E-CF96-44AC-93C2-93612F62D46D}" dt="2026-08-14T13:29:35.078" v="1640"/>
        <pc:sldMkLst>
          <pc:docMk/>
          <pc:sldMk cId="2178728569" sldId="583"/>
        </pc:sldMkLst>
        <pc:spChg chg="mod">
          <ac:chgData name="Berg, Dirk van den" userId="035ecb32-01d9-4b47-a105-eacf059a4647" providerId="ADAL" clId="{F7FF961E-CF96-44AC-93C2-93612F62D46D}" dt="2026-08-14T13:19:16.666" v="1468" actId="20577"/>
          <ac:spMkLst>
            <pc:docMk/>
            <pc:sldMk cId="2178728569" sldId="583"/>
            <ac:spMk id="2" creationId="{4128F694-5C29-7B75-6D1B-504B5EFE9FAE}"/>
          </ac:spMkLst>
        </pc:spChg>
        <pc:spChg chg="mod">
          <ac:chgData name="Berg, Dirk van den" userId="035ecb32-01d9-4b47-a105-eacf059a4647" providerId="ADAL" clId="{F7FF961E-CF96-44AC-93C2-93612F62D46D}" dt="2026-08-14T13:26:10.338" v="1638" actId="20577"/>
          <ac:spMkLst>
            <pc:docMk/>
            <pc:sldMk cId="2178728569" sldId="583"/>
            <ac:spMk id="3" creationId="{F5803C55-312E-3DDB-FEF0-D8FD2559701B}"/>
          </ac:spMkLst>
        </pc:spChg>
      </pc:sldChg>
      <pc:sldChg chg="new">
        <pc:chgData name="Berg, Dirk van den" userId="035ecb32-01d9-4b47-a105-eacf059a4647" providerId="ADAL" clId="{F7FF961E-CF96-44AC-93C2-93612F62D46D}" dt="2026-08-15T11:47:02.302" v="1650" actId="680"/>
        <pc:sldMkLst>
          <pc:docMk/>
          <pc:sldMk cId="1491597344" sldId="584"/>
        </pc:sldMkLst>
      </pc:sldChg>
      <pc:sldChg chg="addSp delSp modSp new mod">
        <pc:chgData name="Berg, Dirk van den" userId="035ecb32-01d9-4b47-a105-eacf059a4647" providerId="ADAL" clId="{F7FF961E-CF96-44AC-93C2-93612F62D46D}" dt="2026-08-15T12:11:58.366" v="1667" actId="22"/>
        <pc:sldMkLst>
          <pc:docMk/>
          <pc:sldMk cId="3194927180" sldId="585"/>
        </pc:sldMkLst>
        <pc:picChg chg="add">
          <ac:chgData name="Berg, Dirk van den" userId="035ecb32-01d9-4b47-a105-eacf059a4647" providerId="ADAL" clId="{F7FF961E-CF96-44AC-93C2-93612F62D46D}" dt="2026-08-15T12:11:58.366" v="1667" actId="22"/>
          <ac:picMkLst>
            <pc:docMk/>
            <pc:sldMk cId="3194927180" sldId="585"/>
            <ac:picMk id="9" creationId="{CE98908B-646D-6E7E-568C-85F2B8C79830}"/>
          </ac:picMkLst>
        </pc:picChg>
      </pc:sldChg>
      <pc:sldChg chg="addSp delSp new mod">
        <pc:chgData name="Berg, Dirk van den" userId="035ecb32-01d9-4b47-a105-eacf059a4647" providerId="ADAL" clId="{F7FF961E-CF96-44AC-93C2-93612F62D46D}" dt="2026-08-15T12:12:06.447" v="1669" actId="22"/>
        <pc:sldMkLst>
          <pc:docMk/>
          <pc:sldMk cId="3111997744" sldId="586"/>
        </pc:sldMkLst>
        <pc:picChg chg="add">
          <ac:chgData name="Berg, Dirk van den" userId="035ecb32-01d9-4b47-a105-eacf059a4647" providerId="ADAL" clId="{F7FF961E-CF96-44AC-93C2-93612F62D46D}" dt="2026-08-15T12:12:06.447" v="1669" actId="22"/>
          <ac:picMkLst>
            <pc:docMk/>
            <pc:sldMk cId="3111997744" sldId="586"/>
            <ac:picMk id="9" creationId="{9CBAE042-C631-8FA8-85C2-F71CEB289D07}"/>
          </ac:picMkLst>
        </pc:picChg>
      </pc:sldChg>
      <pc:sldChg chg="addSp delSp new mod">
        <pc:chgData name="Berg, Dirk van den" userId="035ecb32-01d9-4b47-a105-eacf059a4647" providerId="ADAL" clId="{F7FF961E-CF96-44AC-93C2-93612F62D46D}" dt="2026-08-15T11:47:43.765" v="1658" actId="22"/>
        <pc:sldMkLst>
          <pc:docMk/>
          <pc:sldMk cId="614594079" sldId="587"/>
        </pc:sldMkLst>
        <pc:picChg chg="add">
          <ac:chgData name="Berg, Dirk van den" userId="035ecb32-01d9-4b47-a105-eacf059a4647" providerId="ADAL" clId="{F7FF961E-CF96-44AC-93C2-93612F62D46D}" dt="2026-08-15T11:47:43.765" v="1658" actId="22"/>
          <ac:picMkLst>
            <pc:docMk/>
            <pc:sldMk cId="614594079" sldId="587"/>
            <ac:picMk id="7" creationId="{76B494CB-52FC-666E-DE3D-7CC507CCF6E0}"/>
          </ac:picMkLst>
        </pc:picChg>
      </pc:sldChg>
      <pc:sldChg chg="addSp new mod">
        <pc:chgData name="Berg, Dirk van den" userId="035ecb32-01d9-4b47-a105-eacf059a4647" providerId="ADAL" clId="{F7FF961E-CF96-44AC-93C2-93612F62D46D}" dt="2026-08-15T12:11:37.797" v="1665" actId="22"/>
        <pc:sldMkLst>
          <pc:docMk/>
          <pc:sldMk cId="3240331677" sldId="588"/>
        </pc:sldMkLst>
        <pc:picChg chg="add">
          <ac:chgData name="Berg, Dirk van den" userId="035ecb32-01d9-4b47-a105-eacf059a4647" providerId="ADAL" clId="{F7FF961E-CF96-44AC-93C2-93612F62D46D}" dt="2026-08-15T12:11:37.797" v="1665" actId="22"/>
          <ac:picMkLst>
            <pc:docMk/>
            <pc:sldMk cId="3240331677" sldId="588"/>
            <ac:picMk id="5" creationId="{F64CDA64-CB4E-3313-31C3-71298716DBDD}"/>
          </ac:picMkLst>
        </pc:picChg>
      </pc:sldChg>
      <pc:sldChg chg="addSp new mod">
        <pc:chgData name="Berg, Dirk van den" userId="035ecb32-01d9-4b47-a105-eacf059a4647" providerId="ADAL" clId="{F7FF961E-CF96-44AC-93C2-93612F62D46D}" dt="2026-08-15T12:12:25.840" v="1671" actId="22"/>
        <pc:sldMkLst>
          <pc:docMk/>
          <pc:sldMk cId="13338095" sldId="589"/>
        </pc:sldMkLst>
        <pc:picChg chg="add">
          <ac:chgData name="Berg, Dirk van den" userId="035ecb32-01d9-4b47-a105-eacf059a4647" providerId="ADAL" clId="{F7FF961E-CF96-44AC-93C2-93612F62D46D}" dt="2026-08-15T12:12:25.840" v="1671" actId="22"/>
          <ac:picMkLst>
            <pc:docMk/>
            <pc:sldMk cId="13338095" sldId="589"/>
            <ac:picMk id="5" creationId="{928D32AA-521E-1B08-F09D-49D3C921B825}"/>
          </ac:picMkLst>
        </pc:picChg>
      </pc:sldChg>
      <pc:sldChg chg="modSp new mod">
        <pc:chgData name="Berg, Dirk van den" userId="035ecb32-01d9-4b47-a105-eacf059a4647" providerId="ADAL" clId="{F7FF961E-CF96-44AC-93C2-93612F62D46D}" dt="2026-08-15T12:13:01.342" v="1728" actId="20577"/>
        <pc:sldMkLst>
          <pc:docMk/>
          <pc:sldMk cId="415045627" sldId="590"/>
        </pc:sldMkLst>
        <pc:spChg chg="mod">
          <ac:chgData name="Berg, Dirk van den" userId="035ecb32-01d9-4b47-a105-eacf059a4647" providerId="ADAL" clId="{F7FF961E-CF96-44AC-93C2-93612F62D46D}" dt="2026-08-15T12:13:01.342" v="1728" actId="20577"/>
          <ac:spMkLst>
            <pc:docMk/>
            <pc:sldMk cId="415045627" sldId="590"/>
            <ac:spMk id="2" creationId="{296E4125-4924-9C8F-E01B-BF1AACC3DFDA}"/>
          </ac:spMkLst>
        </pc:spChg>
      </pc:sldChg>
      <pc:sldChg chg="addSp modSp new mod">
        <pc:chgData name="Berg, Dirk van den" userId="035ecb32-01d9-4b47-a105-eacf059a4647" providerId="ADAL" clId="{F7FF961E-CF96-44AC-93C2-93612F62D46D}" dt="2026-08-15T18:49:16.883" v="1734" actId="1076"/>
        <pc:sldMkLst>
          <pc:docMk/>
          <pc:sldMk cId="623193363" sldId="591"/>
        </pc:sldMkLst>
        <pc:spChg chg="add">
          <ac:chgData name="Berg, Dirk van den" userId="035ecb32-01d9-4b47-a105-eacf059a4647" providerId="ADAL" clId="{F7FF961E-CF96-44AC-93C2-93612F62D46D}" dt="2026-08-15T18:13:33.353" v="1730" actId="22"/>
          <ac:spMkLst>
            <pc:docMk/>
            <pc:sldMk cId="623193363" sldId="591"/>
            <ac:spMk id="5" creationId="{30F9AC57-23C1-A5C7-DFA1-ACCCB50F6B28}"/>
          </ac:spMkLst>
        </pc:spChg>
        <pc:spChg chg="add mod">
          <ac:chgData name="Berg, Dirk van den" userId="035ecb32-01d9-4b47-a105-eacf059a4647" providerId="ADAL" clId="{F7FF961E-CF96-44AC-93C2-93612F62D46D}" dt="2026-08-15T18:17:40.359" v="1732" actId="1076"/>
          <ac:spMkLst>
            <pc:docMk/>
            <pc:sldMk cId="623193363" sldId="591"/>
            <ac:spMk id="7" creationId="{F2920B6D-438D-138D-3F59-6BBCB98A46A2}"/>
          </ac:spMkLst>
        </pc:spChg>
        <pc:spChg chg="add mod">
          <ac:chgData name="Berg, Dirk van den" userId="035ecb32-01d9-4b47-a105-eacf059a4647" providerId="ADAL" clId="{F7FF961E-CF96-44AC-93C2-93612F62D46D}" dt="2026-08-15T18:49:16.883" v="1734" actId="1076"/>
          <ac:spMkLst>
            <pc:docMk/>
            <pc:sldMk cId="623193363" sldId="591"/>
            <ac:spMk id="9" creationId="{FD6EF8F7-1308-D1AD-0153-0FD866A69FEA}"/>
          </ac:spMkLst>
        </pc:spChg>
      </pc:sldChg>
      <pc:sldChg chg="modSp new">
        <pc:chgData name="Berg, Dirk van den" userId="035ecb32-01d9-4b47-a105-eacf059a4647" providerId="ADAL" clId="{F7FF961E-CF96-44AC-93C2-93612F62D46D}" dt="2026-08-17T06:41:05.376" v="1736"/>
        <pc:sldMkLst>
          <pc:docMk/>
          <pc:sldMk cId="2726925707" sldId="592"/>
        </pc:sldMkLst>
        <pc:spChg chg="mod">
          <ac:chgData name="Berg, Dirk van den" userId="035ecb32-01d9-4b47-a105-eacf059a4647" providerId="ADAL" clId="{F7FF961E-CF96-44AC-93C2-93612F62D46D}" dt="2026-08-17T06:41:05.376" v="1736"/>
          <ac:spMkLst>
            <pc:docMk/>
            <pc:sldMk cId="2726925707" sldId="592"/>
            <ac:spMk id="3" creationId="{72DBE2EF-B233-AF4B-76B6-987E962DBF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AB6D8-C27E-407B-98D7-E6DBA2AF0333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56CC7-CB53-4795-B466-004355321F4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4567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 </a:t>
            </a:r>
            <a:r>
              <a:rPr lang="en-US" dirty="0" err="1"/>
              <a:t>dY</a:t>
            </a:r>
            <a:r>
              <a:rPr lang="en-US" dirty="0"/>
              <a:t> = ma * </a:t>
            </a:r>
            <a:r>
              <a:rPr lang="en-US" dirty="0" err="1"/>
              <a:t>vda</a:t>
            </a:r>
            <a:r>
              <a:rPr lang="en-US" dirty="0"/>
              <a:t>(0) / cy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56CC7-CB53-4795-B466-004355321F4B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8980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noise V=0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56CC7-CB53-4795-B466-004355321F4B}" type="slidenum">
              <a:rPr lang="en-NL" smtClean="0"/>
              <a:t>33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1983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 Compute the gain, one per </a:t>
            </a:r>
            <a:r>
              <a:rPr lang="en-US" dirty="0" err="1"/>
              <a:t>channelEvaluate</a:t>
            </a:r>
            <a:r>
              <a:rPr lang="en-US" dirty="0"/>
              <a:t> at the design frequency s = </a:t>
            </a:r>
            <a:r>
              <a:rPr lang="en-US" dirty="0" err="1"/>
              <a:t>i</a:t>
            </a:r>
            <a:r>
              <a:rPr lang="en-US" dirty="0"/>
              <a:t>*w and take the diagonal </a:t>
            </a:r>
            <a:r>
              <a:rPr lang="en-US" dirty="0" err="1"/>
              <a:t>entries:kappa_j</a:t>
            </a:r>
            <a:r>
              <a:rPr lang="en-US" dirty="0"/>
              <a:t> = 1 / | </a:t>
            </a:r>
            <a:r>
              <a:rPr lang="en-US" dirty="0" err="1"/>
              <a:t>sys_jj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w) · </a:t>
            </a:r>
            <a:r>
              <a:rPr lang="en-US" dirty="0" err="1"/>
              <a:t>Cnorm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w) |        j = 1, 2, 3This forces |</a:t>
            </a:r>
            <a:r>
              <a:rPr lang="en-US" dirty="0" err="1"/>
              <a:t>kappa_j</a:t>
            </a:r>
            <a:r>
              <a:rPr lang="en-US" dirty="0"/>
              <a:t> </a:t>
            </a:r>
            <a:r>
              <a:rPr lang="en-US" dirty="0" err="1"/>
              <a:t>sys_jj</a:t>
            </a:r>
            <a:r>
              <a:rPr lang="en-US" dirty="0"/>
              <a:t> </a:t>
            </a:r>
            <a:r>
              <a:rPr lang="en-US" dirty="0" err="1"/>
              <a:t>Cnorm</a:t>
            </a:r>
            <a:r>
              <a:rPr lang="en-US" dirty="0"/>
              <a:t>| = 1 at 100 Hz, so each channel crosses over at the design bandwidth.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56CC7-CB53-4795-B466-004355321F4B}" type="slidenum">
              <a:rPr lang="en-NL" smtClean="0"/>
              <a:t>36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0556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DCF35-1D7D-05E0-F763-48B86520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20AD0-A82A-5D52-CF93-B9083A03A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8CA90-9D97-82D9-5A59-105778C96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0851B-33C8-891E-0DB8-5C3D0D866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07520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1242-B236-7D16-35BE-1EA613A4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F6211-ACCE-93B6-A1F0-705BB7FF2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E359F-0075-0973-2A0F-36E149D08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03781-8715-1F9E-1461-B5D8E728E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1207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</a:t>
            </a:r>
            <a:r>
              <a:rPr lang="en-US" dirty="0" err="1"/>
              <a:t>gaug</a:t>
            </a:r>
            <a:r>
              <a:rPr lang="en-US" dirty="0"/>
              <a:t> is </a:t>
            </a:r>
            <a:r>
              <a:rPr lang="en-US" dirty="0" err="1"/>
              <a:t>dat</a:t>
            </a:r>
            <a:r>
              <a:rPr lang="en-US" dirty="0"/>
              <a:t> augmented states?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5582B-9ED5-4B7F-BF1D-5EAA82C0EBB2}" type="slidenum">
              <a:rPr lang="en-NL" smtClean="0"/>
              <a:t>41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51675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D344-6BEE-64AD-535E-30B7684AC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31493-4309-9945-9F26-0EA3882F2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59F5F-7B48-8B8A-3C6B-0D7F8D35A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A1F34-9C57-E7BE-2C48-EE89E516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1943E-2F79-BAEE-9172-3BF0CA27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785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77F4B-0F1F-5202-F7C3-781DEC57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DC024-739F-B758-C3DF-7E1E5CDC2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99D63-5C1B-6983-D5D0-3CF536F29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3788E-D678-5DF3-77B2-A3258D95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4231C-094C-7DF9-5827-6C90B754A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409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E63B-BD11-0134-049A-0A506B92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5BE55-F5CA-944E-3DFA-F815525E9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E6473-EA36-583B-FBFD-C7BD84226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2C08D-9152-2654-D531-C78D5951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BBD54-99C9-C334-8E3C-7C65FEF42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81942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10C-50CA-1009-E840-C6E0DF2E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CDB19-EF15-214B-3BA9-ED0ECAFCB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CEABC-3F8B-6524-4528-1B469C0E8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695E6-1A0E-929E-E685-7527F4C0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96DDC-AEDC-D425-1A3D-51A8A646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AA521-F088-0145-90A5-027F1A1E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501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82364-D1EE-4295-697C-11170CCF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37EBE-4D05-E95C-B45D-09EA7EF2C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99C89-9AD2-01EA-C613-554AF9578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E0961-7C1B-B87F-4222-A62766E7D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7E5E7-1F90-5085-9473-7E3B657CF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774510-FFA3-BA5F-8486-68A3B2A3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5ED5D0-B749-0AB1-5B30-F8A61015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850969-4252-FA11-36CC-774E573D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5817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9251-388F-5B48-8C3E-7E1E4AD8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4C39F-FF99-B627-B4DA-AD9FA179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01F1C-3C64-6675-E2BB-101763A2E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97543-8A4D-06BB-F517-12760072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036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CA486-F27A-79EC-E62E-F8B1B4AB5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F3924-387A-5DA4-2772-C436434F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0783D-8946-3A75-D62A-CAC5625B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7443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46C1-7BB6-2E98-6CF2-B548FB50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2E337-B965-9FFA-D35A-5672D1333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634C2-8080-4C9A-82E0-08BD93F78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1FD4B-3D8E-345E-81AD-339332B9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08E59-E4C5-8D41-CC5C-8B85F6D5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35B8-7ADB-723A-02FB-E1FB4612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4839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854C0-4D29-2473-213B-1E8DF597C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CB8BB-2E0A-51F0-B47C-8149490F3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62ACF-324F-AC60-287D-5D5655589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EDAE9-F57F-3A0B-95EA-FAD432C5F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465D4-EB09-21A8-56AF-20F0A109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A33E9-4004-8294-1754-86171F439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458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3D07-B2B9-5099-4195-B2E44265B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6640A-268C-8E54-2E53-E8DF960D9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9C484-18BA-6854-176B-A85CCAFD0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30B90-450A-A45E-1DB8-CB66AEFF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88CE6-B100-6B95-DEFB-53DD07BB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6632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15DD3-951D-A644-E801-23EE820B0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906E2-EC12-0814-5104-71FF3DF49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3D955-89C4-AFB1-8EAF-24ED12B75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6EE8D-1E20-CE1A-37E8-8678CE3A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3A4A5-51F0-9A70-A7A7-8ADB4222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5806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713B08-0615-691C-A0F5-EB36639F5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EDDF1-12AF-5F93-0B76-31990DB8B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975B7-23FD-3257-5D22-83C0A26B4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BBE58-29FD-4451-8559-7AC41A93CEBC}" type="datetimeFigureOut">
              <a:rPr lang="en-NL" smtClean="0"/>
              <a:t>16/08/2026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AF4EB-1642-E215-AAC8-25118245D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3D10-26EC-AFC0-5852-651BD9D2D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4FEB1-65E0-40A6-AB2F-82173F67B36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248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13AF-1A12-ED80-DE59-4C561672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7E29C-EA55-3CD2-9E0C-4507D5578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Open-loop data generation of system with MSD</a:t>
            </a:r>
          </a:p>
          <a:p>
            <a:pPr lvl="1"/>
            <a:r>
              <a:rPr lang="en-US" dirty="0"/>
              <a:t>Only standstill </a:t>
            </a:r>
            <a:r>
              <a:rPr lang="en-US" dirty="0" err="1"/>
              <a:t>multisine</a:t>
            </a:r>
            <a:r>
              <a:rPr lang="en-US" dirty="0"/>
              <a:t> excitation</a:t>
            </a:r>
          </a:p>
          <a:p>
            <a:pPr lvl="2"/>
            <a:r>
              <a:rPr lang="en-US" dirty="0"/>
              <a:t>8 total</a:t>
            </a:r>
          </a:p>
          <a:p>
            <a:pPr lvl="3"/>
            <a:r>
              <a:rPr lang="en-US" dirty="0"/>
              <a:t>6 training</a:t>
            </a:r>
          </a:p>
          <a:p>
            <a:pPr lvl="3"/>
            <a:r>
              <a:rPr lang="en-US" dirty="0"/>
              <a:t>2 validation</a:t>
            </a:r>
          </a:p>
          <a:p>
            <a:pPr lvl="1"/>
            <a:r>
              <a:rPr lang="en-US" dirty="0"/>
              <a:t>Replay in open-loop for baseline model</a:t>
            </a:r>
          </a:p>
          <a:p>
            <a:r>
              <a:rPr lang="en-US" dirty="0"/>
              <a:t>Open-loop augmentation training </a:t>
            </a:r>
          </a:p>
          <a:p>
            <a:pPr lvl="1"/>
            <a:r>
              <a:rPr lang="en-US" dirty="0"/>
              <a:t>Linear encoder </a:t>
            </a:r>
            <a:r>
              <a:rPr lang="en-US" dirty="0" err="1"/>
              <a:t>init</a:t>
            </a:r>
            <a:endParaRPr lang="en-US" dirty="0"/>
          </a:p>
          <a:p>
            <a:pPr lvl="1"/>
            <a:r>
              <a:rPr lang="en-US" dirty="0"/>
              <a:t>baseline + ANN </a:t>
            </a:r>
          </a:p>
          <a:p>
            <a:r>
              <a:rPr lang="en-US" dirty="0"/>
              <a:t>Controller design</a:t>
            </a:r>
          </a:p>
          <a:p>
            <a:pPr lvl="1"/>
            <a:r>
              <a:rPr lang="en-US" dirty="0"/>
              <a:t>Question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0290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E7FA-BBC5-C176-4EFE-65F8C982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DED37-CCF4-AAE2-D7F8-004AD19FB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953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AE12F-0FCD-D73B-4666-1B2B6139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8F3A-3D7A-57CA-4D06-553E9F65E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3CA4-467C-1BB2-F85A-FA7774736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78" y="0"/>
            <a:ext cx="10284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4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4B3D-1200-25F6-7F81-68832EA0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17177-8696-88E7-B618-EB5A37F0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EA786-D4BA-6AA3-437E-6227D312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78" y="0"/>
            <a:ext cx="10284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9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A9D9-5F24-3F14-A0F8-1601B60ED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81A53-92E2-B8F6-D2C3-8C4F119C4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9C9C3-1B6F-1F34-79D3-F747A080C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78" y="0"/>
            <a:ext cx="10284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57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BFBF-7CE7-2C8D-D92C-3324A761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E3B8B-2A23-1306-B956-051A2E3D2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65C79-09BE-3F1B-E943-46700916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78" y="0"/>
            <a:ext cx="10284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75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3779-3F09-C0C4-BC35-D10C3FB3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A7E5D-F054-B6E6-1BB8-FC5878423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03A03-82BA-2C9B-C910-2BB7B1A46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78" y="0"/>
            <a:ext cx="10284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1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5641-4DDD-4DA9-34AA-7BCC1FA3A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4FE00-EEB0-D328-74E0-F1CC19789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84967-ED2D-366A-4983-AD8173743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78" y="0"/>
            <a:ext cx="10284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85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78F7-30FC-DC69-5951-9F6142665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63BF-6ABB-178A-4EC1-19E44835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54906-BF78-509C-A886-EA3FAED58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12353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DD755-2FDC-4DCB-F9AD-51DC8533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8266-4540-1988-3C9E-FD781E81C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6D382-1410-F5D8-9392-452DC43B5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78" y="0"/>
            <a:ext cx="10284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8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E598-0A53-04CF-4795-7ACE8970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1EAC-D19E-1BAE-9E72-6FC02F04D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60D535-DB9B-CD57-8529-209A22EF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78" y="0"/>
            <a:ext cx="10284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6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121A-AA89-F398-CFDD-6BC9903C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Replay open-loop</a:t>
            </a:r>
            <a:br>
              <a:rPr lang="en-US" dirty="0"/>
            </a:br>
            <a:r>
              <a:rPr lang="en-US" dirty="0"/>
              <a:t>System data recorded in open-loop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FDCB-D402-6C4C-CF3D-ACAC0826F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standstill</a:t>
            </a:r>
          </a:p>
          <a:p>
            <a:r>
              <a:rPr lang="en-US" dirty="0"/>
              <a:t>No reference because only input now without controller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03658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46DB5-C3BD-312B-C599-6F9CDF20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2EE0B-E258-A97E-296A-F21F69D06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937518-B535-9C5F-980D-B975491F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07" y="0"/>
            <a:ext cx="11164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0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C999-E82C-5616-6CEC-114469C6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F8AD-017C-B012-0D41-739D5E10D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942B7-282A-1660-744B-BFB6B12BC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51" y="0"/>
            <a:ext cx="110046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62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4EC1-679B-003C-D0B9-BB2FCF7D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5F88C-FBEC-C3B6-3947-7689D705D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0D668-D037-D9F0-91BC-244F06D45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16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FE00-B934-91E0-17FC-716E22C2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momentum of absorber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5F5A7-1F99-D3FC-48B6-23904A32E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dirty="0" err="1"/>
              <a:t>dY</a:t>
            </a:r>
            <a:r>
              <a:rPr lang="en-US" dirty="0"/>
              <a:t> add the momentum of the absorber</a:t>
            </a:r>
          </a:p>
          <a:p>
            <a:pPr lvl="1"/>
            <a:r>
              <a:rPr lang="en-US" dirty="0"/>
              <a:t>Both models carry the same 10.1 kg payload. The system splits it into a rigid part and a 1.01 kg absorber; the baseline keeps it as one rigid mass.</a:t>
            </a:r>
          </a:p>
          <a:p>
            <a:pPr lvl="1"/>
            <a:r>
              <a:rPr lang="en-US" dirty="0"/>
              <a:t>Seeding the baseline with the shared states matches position and payload velocity, but not the absorber's momentum.</a:t>
            </a:r>
          </a:p>
          <a:p>
            <a:pPr lvl="1"/>
            <a:r>
              <a:rPr lang="en-US" dirty="0"/>
              <a:t>Y has damping cy but no stiffness (K33 = 0). With no restoring force, the excess momentum can only travel through the damper.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Result: a fixed position offset</a:t>
            </a:r>
          </a:p>
          <a:p>
            <a:r>
              <a:rPr lang="en-US" dirty="0"/>
              <a:t>This is what the augmentation needs to learn</a:t>
            </a:r>
          </a:p>
          <a:p>
            <a:pPr lvl="1"/>
            <a:r>
              <a:rPr lang="en-US" dirty="0"/>
              <a:t>Mismatch due to absorber absent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62422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1953-7897-2C59-D509-06B206E2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seeding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E5059-D8A1-A830-86C6-AD3B32C75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To draw the baseline curve I have to integrate the 6-state model forward from somewhere. The record stores the system's 8-state initial condition, [X, Th, Y, da, </a:t>
            </a:r>
            <a:r>
              <a:rPr lang="en-US" dirty="0" err="1"/>
              <a:t>dX</a:t>
            </a:r>
            <a:r>
              <a:rPr lang="en-US" dirty="0"/>
              <a:t>, </a:t>
            </a:r>
            <a:r>
              <a:rPr lang="en-US" dirty="0" err="1"/>
              <a:t>dTh</a:t>
            </a:r>
            <a:r>
              <a:rPr lang="en-US" dirty="0"/>
              <a:t>, </a:t>
            </a:r>
            <a:r>
              <a:rPr lang="en-US" dirty="0" err="1"/>
              <a:t>dY</a:t>
            </a:r>
            <a:r>
              <a:rPr lang="en-US" dirty="0"/>
              <a:t>, </a:t>
            </a:r>
            <a:r>
              <a:rPr lang="en-US" dirty="0" err="1"/>
              <a:t>vda</a:t>
            </a:r>
            <a:r>
              <a:rPr lang="en-US" dirty="0"/>
              <a:t>]. The baseline has only six of those states, no da and no </a:t>
            </a:r>
            <a:r>
              <a:rPr lang="en-US" dirty="0" err="1"/>
              <a:t>vda</a:t>
            </a:r>
            <a:r>
              <a:rPr lang="en-US" dirty="0"/>
              <a:t>, because it has no </a:t>
            </a:r>
            <a:r>
              <a:rPr lang="en-US" dirty="0" err="1"/>
              <a:t>absorber.The</a:t>
            </a:r>
            <a:r>
              <a:rPr lang="en-US" dirty="0"/>
              <a:t> obvious thing, which is what I did first, is to copy the six states they share and drop the other two. That is wrong in a specific way. The absorber is a mass ma = 1.01 kg moving at </a:t>
            </a:r>
            <a:r>
              <a:rPr lang="en-US" dirty="0" err="1"/>
              <a:t>vda</a:t>
            </a:r>
            <a:r>
              <a:rPr lang="en-US" dirty="0"/>
              <a:t>(0), which at the record's first sample is up to 0.043 m/s. That is real Y momentum, ma * </a:t>
            </a:r>
            <a:r>
              <a:rPr lang="en-US" dirty="0" err="1"/>
              <a:t>vda</a:t>
            </a:r>
            <a:r>
              <a:rPr lang="en-US" dirty="0"/>
              <a:t>(0), and dropping the state drops the momentum with it. The baseline starts physically lighter in motion than the system it is being compared </a:t>
            </a:r>
            <a:r>
              <a:rPr lang="en-US" dirty="0" err="1"/>
              <a:t>to.Normally</a:t>
            </a:r>
            <a:r>
              <a:rPr lang="en-US" dirty="0"/>
              <a:t> a small momentum error would decay. Here it cannot: K33 = 0, Y has damping but no stiffness, so there is no restoring force and the momentum difference converts into a permanent position difference of ma * </a:t>
            </a:r>
            <a:r>
              <a:rPr lang="en-US" dirty="0" err="1"/>
              <a:t>vda</a:t>
            </a:r>
            <a:r>
              <a:rPr lang="en-US" dirty="0"/>
              <a:t>(0) / cy. With cy = 10 Ns/m that is </a:t>
            </a:r>
            <a:r>
              <a:rPr lang="en-US" dirty="0" err="1"/>
              <a:t>millimetres</a:t>
            </a:r>
            <a:r>
              <a:rPr lang="en-US" dirty="0"/>
              <a:t>, against a real model discrepancy of 2e-06 m. So the panel was showing my choice of initial condition, three orders larger than the physics.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23496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7168-5E53-514A-0756-495D00B39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5355-32AD-A884-0407-A4A0F4BC5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CEED2-1F93-476B-3B0F-754C4B146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63" y="0"/>
            <a:ext cx="110744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35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2B55-A7E9-E7ED-A652-628E8939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E5A5E-6EA6-C428-7252-90466369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1A6FD-97E8-668C-5CDC-ADA73ADA0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51" y="0"/>
            <a:ext cx="110046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66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9BD3-DAE5-C1DE-0589-39D4B843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272A8-1CD2-3FB7-BEB4-579FE171D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44C67-32DA-E4A2-50E0-6078536B3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32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2C34-C4D8-8EBA-9BC3-C50FF286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+ ANN</a:t>
            </a:r>
            <a:br>
              <a:rPr lang="en-US" dirty="0"/>
            </a:br>
            <a:r>
              <a:rPr lang="en-US" dirty="0"/>
              <a:t>Training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3D3DC-17B6-5800-C9ED-621B412B7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Momentum “fix” not included</a:t>
            </a:r>
          </a:p>
          <a:p>
            <a:r>
              <a:rPr lang="en-US" dirty="0"/>
              <a:t>Less data, only standstill no reference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87D1F2-CA70-4C19-A630-9AC667405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3988" y="1415385"/>
            <a:ext cx="3591426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31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5981-E208-7AA3-8DEA-AEE8D7E5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01321-34DA-43B2-4875-59B38D8C7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9C031-44B3-3CB8-2200-AC159A69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10" y="2271551"/>
            <a:ext cx="7192379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01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7D69-F5FC-D323-F532-A4A8ACEF0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84400-ADD1-6316-BF8C-3F27A593F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CFD94-6CE8-8DE4-98CF-DE11B91CD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9" y="0"/>
            <a:ext cx="11955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344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3786F-81CF-D857-C680-9B89FC7C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08D37-BB33-790D-8710-CA0284515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7C318-124F-364A-E052-9F031CA3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9" y="0"/>
            <a:ext cx="11955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264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2A0A4-EB3A-6481-1FD5-9D559DFC5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82D0-803D-FE29-0310-0CD29AF08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13A58-33AE-2235-C7AC-F6EAF919C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E42F2C-DFA2-7750-19FC-0D93CD239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9" y="0"/>
            <a:ext cx="1195516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DB0F54-2289-9626-2EB0-20D57004A4C0}"/>
              </a:ext>
            </a:extLst>
          </p:cNvPr>
          <p:cNvSpPr txBox="1"/>
          <p:nvPr/>
        </p:nvSpPr>
        <p:spPr>
          <a:xfrm>
            <a:off x="2984361" y="5275385"/>
            <a:ext cx="8186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Mismatch training window and validation window</a:t>
            </a:r>
            <a:endParaRPr lang="en-NL" sz="2800" b="1" dirty="0"/>
          </a:p>
        </p:txBody>
      </p:sp>
    </p:spTree>
    <p:extLst>
      <p:ext uri="{BB962C8B-B14F-4D97-AF65-F5344CB8AC3E}">
        <p14:creationId xmlns:p14="http://schemas.microsoft.com/office/powerpoint/2010/main" val="2649261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E0CF-D986-0608-1E69-6A979F21B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3BA01-E126-8339-B359-591BBBFD3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1C489-3DC5-9D0B-B84B-8F8D1DB16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469"/>
            <a:ext cx="12192000" cy="38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964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EECED-E242-7174-049A-7EDA0B88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459B3-A709-2CE6-8C77-7ED2E730C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66354-3D43-26D2-677D-9389B189F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337"/>
            <a:ext cx="12192000" cy="38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2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13E8B-BF07-0CBA-E90E-9494FABC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59D9D-5AFB-238F-854A-D43C82FFD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1EC68-5397-DA28-5416-3431A748B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469"/>
            <a:ext cx="12192000" cy="38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55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0F49-59AE-4FBA-3898-E134E0BBA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4E75D-4C6F-5ECE-3218-F173C1D8E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E277B-4565-75B5-60FE-EE43E2A00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337"/>
            <a:ext cx="12192000" cy="38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64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AA53-FE87-7C4B-B29A-331DD563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4208A-0C22-8B16-5BF5-B7B4FE4D3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System Identification Lecture 11: Closed-loop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0853167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E69-9AD0-B2E5-612B-A82F668AA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22079-BF85-3184-A933-709E16164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9E060-44D8-B0DE-9F28-8A3A0EEBD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55" y="0"/>
            <a:ext cx="11034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762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6A91-7E05-631D-38BC-FBCF5BF0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D683E-8740-865F-73C4-A516292EC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95BFE-ABDF-0C51-96E7-FE138D03B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55" y="51916"/>
            <a:ext cx="11031489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19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CA2A-120E-9D8E-C086-78B30B74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40DE0-63C4-55EF-4659-C47DDFBA9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0C394-F9F6-0AF8-4B1E-464D2BA8C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29" y="104311"/>
            <a:ext cx="11050542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3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8F694-5C29-7B75-6D1B-504B5EFE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03C55-312E-3DDB-FEF0-D8FD25597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to do with the controller states during training? For windowed training</a:t>
            </a:r>
          </a:p>
          <a:p>
            <a:r>
              <a:rPr lang="en-US" dirty="0"/>
              <a:t>Not part of the subnet encoder?</a:t>
            </a:r>
          </a:p>
          <a:p>
            <a:endParaRPr lang="en-US" dirty="0"/>
          </a:p>
          <a:p>
            <a:r>
              <a:rPr lang="en-US" dirty="0"/>
              <a:t>Options: </a:t>
            </a:r>
          </a:p>
          <a:p>
            <a:pPr lvl="1"/>
            <a:r>
              <a:rPr lang="en-US" dirty="0"/>
              <a:t>Drive the loop from r</a:t>
            </a:r>
          </a:p>
          <a:p>
            <a:pPr lvl="1"/>
            <a:r>
              <a:rPr lang="en-US" dirty="0"/>
              <a:t>Drive the loop from the recorded input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87285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72E61-F565-5E60-D116-9D25F412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out controller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A0EA-5F7D-041F-51D2-818A5EECE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</a:t>
            </a:r>
          </a:p>
          <a:p>
            <a:pPr lvl="1"/>
            <a:r>
              <a:rPr lang="en-US" dirty="0"/>
              <a:t>Read the three factors out of </a:t>
            </a:r>
            <a:r>
              <a:rPr lang="en-US" dirty="0" err="1"/>
              <a:t>ruleOfThumb.m</a:t>
            </a:r>
            <a:r>
              <a:rPr lang="en-US" dirty="0"/>
              <a:t>. With </a:t>
            </a:r>
            <a:r>
              <a:rPr lang="en-US" dirty="0" err="1"/>
              <a:t>fbw</a:t>
            </a:r>
            <a:r>
              <a:rPr lang="en-US" dirty="0"/>
              <a:t> = 100 Hz and w = 2*pi*</a:t>
            </a:r>
            <a:r>
              <a:rPr lang="en-US" dirty="0" err="1"/>
              <a:t>fbw</a:t>
            </a:r>
            <a:endParaRPr lang="en-US" dirty="0"/>
          </a:p>
          <a:p>
            <a:pPr lvl="2"/>
            <a:r>
              <a:rPr lang="en-US" dirty="0"/>
              <a:t>integrator  (s + w/6) / s</a:t>
            </a:r>
          </a:p>
          <a:p>
            <a:pPr lvl="2"/>
            <a:r>
              <a:rPr lang="en-US" dirty="0"/>
              <a:t>lead-lag    (s + w/3) / (s + 3w)</a:t>
            </a:r>
          </a:p>
          <a:p>
            <a:pPr lvl="2"/>
            <a:r>
              <a:rPr lang="en-US" dirty="0"/>
              <a:t>roll-off    10w / (s + 10w)</a:t>
            </a:r>
          </a:p>
          <a:p>
            <a:r>
              <a:rPr lang="en-US" dirty="0"/>
              <a:t>Step 2:</a:t>
            </a:r>
          </a:p>
          <a:p>
            <a:pPr lvl="1"/>
            <a:r>
              <a:rPr lang="en-US" dirty="0"/>
              <a:t>Multiply them into one transfer function</a:t>
            </a:r>
          </a:p>
          <a:p>
            <a:pPr lvl="1"/>
            <a:r>
              <a:rPr lang="en-US" dirty="0" err="1"/>
              <a:t>Cnorm</a:t>
            </a:r>
            <a:r>
              <a:rPr lang="en-US" dirty="0"/>
              <a:t>(s) = 10w (s + w/6)(s + w/3) / [ s (s + 3w)(s + 10w) ]</a:t>
            </a:r>
          </a:p>
          <a:p>
            <a:pPr lvl="1"/>
            <a:r>
              <a:rPr lang="en-US" dirty="0"/>
              <a:t>Numerator degree 2, denominator degree 3. One pole at the origin, that is the integrator.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63680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232B-6E5A-88D2-43BB-3E45C9D8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2A93-36AA-46F7-25A1-6D26D4231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Step 3: </a:t>
            </a:r>
          </a:p>
          <a:p>
            <a:pPr lvl="1"/>
            <a:r>
              <a:rPr lang="en-US" dirty="0"/>
              <a:t>Build the plant the controller is </a:t>
            </a:r>
            <a:r>
              <a:rPr lang="en-US" dirty="0" err="1"/>
              <a:t>normalised</a:t>
            </a:r>
            <a:r>
              <a:rPr lang="en-US" dirty="0"/>
              <a:t> against </a:t>
            </a:r>
          </a:p>
          <a:p>
            <a:pPr lvl="1"/>
            <a:r>
              <a:rPr lang="en-US" dirty="0"/>
              <a:t>M(</a:t>
            </a:r>
            <a:r>
              <a:rPr lang="en-US" dirty="0" err="1"/>
              <a:t>Y_op</a:t>
            </a:r>
            <a:r>
              <a:rPr lang="en-US" dirty="0"/>
              <a:t>) frozen at the operating Y</a:t>
            </a:r>
          </a:p>
          <a:p>
            <a:pPr lvl="1"/>
            <a:r>
              <a:rPr lang="en-US" dirty="0"/>
              <a:t>Transform state space to stage frame instead of logical coordinates</a:t>
            </a:r>
          </a:p>
          <a:p>
            <a:r>
              <a:rPr lang="en-US" dirty="0"/>
              <a:t>Step 4:</a:t>
            </a:r>
          </a:p>
          <a:p>
            <a:pPr lvl="1"/>
            <a:r>
              <a:rPr lang="en-US" dirty="0"/>
              <a:t>Compute the gain, one per channel</a:t>
            </a:r>
          </a:p>
          <a:p>
            <a:r>
              <a:rPr lang="en-US" dirty="0"/>
              <a:t>Step 5:</a:t>
            </a:r>
          </a:p>
          <a:p>
            <a:pPr lvl="1"/>
            <a:r>
              <a:rPr lang="en-US" dirty="0"/>
              <a:t>Scale: Three SISO controllers, same shape, different gains.</a:t>
            </a:r>
          </a:p>
          <a:p>
            <a:r>
              <a:rPr lang="en-US" dirty="0"/>
              <a:t>Step 6:</a:t>
            </a:r>
          </a:p>
          <a:p>
            <a:pPr lvl="1"/>
            <a:r>
              <a:rPr lang="en-US" dirty="0" err="1"/>
              <a:t>Discretise</a:t>
            </a:r>
            <a:endParaRPr lang="en-US" dirty="0"/>
          </a:p>
          <a:p>
            <a:r>
              <a:rPr lang="en-US" dirty="0"/>
              <a:t>Step 7:</a:t>
            </a:r>
          </a:p>
          <a:p>
            <a:pPr lvl="1"/>
            <a:r>
              <a:rPr lang="en-US" dirty="0" err="1"/>
              <a:t>Realise</a:t>
            </a:r>
            <a:r>
              <a:rPr lang="en-US" dirty="0"/>
              <a:t> as state space</a:t>
            </a:r>
          </a:p>
          <a:p>
            <a:pPr lvl="1"/>
            <a:r>
              <a:rPr lang="en-US" dirty="0"/>
              <a:t>I will get controller states</a:t>
            </a:r>
          </a:p>
          <a:p>
            <a:r>
              <a:rPr lang="en-US" dirty="0"/>
              <a:t>Step 8:</a:t>
            </a:r>
          </a:p>
          <a:p>
            <a:pPr lvl="1"/>
            <a:r>
              <a:rPr lang="en-US" dirty="0"/>
              <a:t>Connect it to the first-principles model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76985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DAF0-E4EA-9D1A-6AF7-BF0468F4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state </a:t>
            </a:r>
            <a:r>
              <a:rPr lang="en-US" dirty="0" err="1"/>
              <a:t>init</a:t>
            </a:r>
            <a:br>
              <a:rPr lang="en-US" dirty="0"/>
            </a:br>
            <a:r>
              <a:rPr lang="en-US" dirty="0"/>
              <a:t>Bas </a:t>
            </a:r>
            <a:r>
              <a:rPr lang="en-US" dirty="0" err="1"/>
              <a:t>Kessels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AFB3B-A4A4-F6EF-94C6-9A3F7B3A5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E2D34-C773-E7F8-30BB-B74636466295}"/>
              </a:ext>
            </a:extLst>
          </p:cNvPr>
          <p:cNvSpPr txBox="1"/>
          <p:nvPr/>
        </p:nvSpPr>
        <p:spPr>
          <a:xfrm>
            <a:off x="2939845" y="386863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1. The controller-state initialisation fix is his Remark 5.4 (p. 157). Since </a:t>
            </a:r>
            <a:r>
              <a:rPr lang="en-NL" dirty="0" err="1"/>
              <a:t>f_FB</a:t>
            </a:r>
            <a:r>
              <a:rPr lang="en-NL" dirty="0"/>
              <a:t> and </a:t>
            </a:r>
            <a:r>
              <a:rPr lang="en-NL" dirty="0" err="1"/>
              <a:t>g_FB</a:t>
            </a:r>
            <a:r>
              <a:rPr lang="en-NL" dirty="0"/>
              <a:t> are known, the FB states are either read from the machine or reconstructed from measured y, known r and the controller. In the industrial case (p. 171) he does exactly that: FB states extracted from measurement data, not encoder-initialised. Our zero-</a:t>
            </a:r>
            <a:r>
              <a:rPr lang="en-NL" dirty="0" err="1"/>
              <a:t>init</a:t>
            </a:r>
            <a:r>
              <a:rPr lang="en-NL" dirty="0"/>
              <a:t> is not a variant of his method, it is a defect relative to it. The handoff's planned fix is the literature-correct one.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C99E3-555B-FE2C-C0AD-CC9793A19AD2}"/>
              </a:ext>
            </a:extLst>
          </p:cNvPr>
          <p:cNvSpPr txBox="1"/>
          <p:nvPr/>
        </p:nvSpPr>
        <p:spPr>
          <a:xfrm>
            <a:off x="6204155" y="151203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4. His only reason SUBNET fails closed-loop is random initialisation into instability, not an information argument. He never engages the </a:t>
            </a:r>
            <a:r>
              <a:rPr lang="en-NL" dirty="0" err="1"/>
              <a:t>sigma_max</a:t>
            </a:r>
            <a:r>
              <a:rPr lang="en-NL" dirty="0"/>
              <a:t>(So) = 0.021 attenuation objection in section 8. So the "against" argument in the handoff remains unanswered by this reference.</a:t>
            </a:r>
          </a:p>
        </p:txBody>
      </p:sp>
    </p:spTree>
    <p:extLst>
      <p:ext uri="{BB962C8B-B14F-4D97-AF65-F5344CB8AC3E}">
        <p14:creationId xmlns:p14="http://schemas.microsoft.com/office/powerpoint/2010/main" val="27815321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C01F-9A31-9F37-4018-A068427C2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 </a:t>
            </a:r>
            <a:r>
              <a:rPr lang="en-US" dirty="0" err="1"/>
              <a:t>posedness</a:t>
            </a:r>
            <a:r>
              <a:rPr lang="en-US" dirty="0"/>
              <a:t> closed-loop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BE1D-73A3-7D06-209A-B6A678F75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- Well-</a:t>
            </a:r>
            <a:r>
              <a:rPr lang="en-US" dirty="0" err="1"/>
              <a:t>posedness</a:t>
            </a:r>
            <a:r>
              <a:rPr lang="en-US" dirty="0"/>
              <a:t> of the loop closure, which needs I + D_G D_C invertible. Your plant has D_d = 0 (gantry_ss.py:138), so there is no algebraic loop and the star product exists unconditionally. This is the same fact closed_loop.py:11-13 relies on.- The controller must not itself carry scheduling into Δ. Here it partly does: </a:t>
            </a:r>
            <a:r>
              <a:rPr lang="en-US" dirty="0" err="1"/>
              <a:t>kappa_j</a:t>
            </a:r>
            <a:r>
              <a:rPr lang="en-US" dirty="0"/>
              <a:t> = 1/|</a:t>
            </a:r>
            <a:r>
              <a:rPr lang="en-US" dirty="0" err="1"/>
              <a:t>Gop_jj</a:t>
            </a:r>
            <a:r>
              <a:rPr lang="en-US" dirty="0"/>
              <a:t>(</a:t>
            </a:r>
            <a:r>
              <a:rPr lang="en-US" dirty="0" err="1"/>
              <a:t>iw</a:t>
            </a:r>
            <a:r>
              <a:rPr lang="en-US" dirty="0"/>
              <a:t>) </a:t>
            </a:r>
            <a:r>
              <a:rPr lang="en-US" dirty="0" err="1"/>
              <a:t>Cnorm</a:t>
            </a:r>
            <a:r>
              <a:rPr lang="en-US" dirty="0"/>
              <a:t>(</a:t>
            </a:r>
            <a:r>
              <a:rPr lang="en-US" dirty="0" err="1"/>
              <a:t>iw</a:t>
            </a:r>
            <a:r>
              <a:rPr lang="en-US" dirty="0"/>
              <a:t>)| depends on </a:t>
            </a:r>
            <a:r>
              <a:rPr lang="en-US" dirty="0" err="1"/>
              <a:t>Y_op</a:t>
            </a:r>
            <a:r>
              <a:rPr lang="en-US" dirty="0"/>
              <a:t> through Gop. If the machine schedules those gains live, Y appears in both the plant and controller blocks and your Δ picks up repeated Y blocks, which complicates both well-</a:t>
            </a:r>
            <a:r>
              <a:rPr lang="en-US" dirty="0" err="1"/>
              <a:t>posedness</a:t>
            </a:r>
            <a:r>
              <a:rPr lang="en-US" dirty="0"/>
              <a:t> certificates and the projection. Worth checking, but the P2 table suggests it barely matters: </a:t>
            </a:r>
            <a:r>
              <a:rPr lang="en-US" dirty="0" err="1"/>
              <a:t>sigma_max</a:t>
            </a:r>
            <a:r>
              <a:rPr lang="en-US" dirty="0"/>
              <a:t>(So) at 150 Hz is 1.7983 at Y = 0.10 against 1.7937 at Y = 0.00, a 0.3 % difference. Treating </a:t>
            </a:r>
            <a:r>
              <a:rPr lang="en-US" dirty="0" err="1"/>
              <a:t>Cfb</a:t>
            </a:r>
            <a:r>
              <a:rPr lang="en-US" dirty="0"/>
              <a:t> as frozen LTI inside the LFR is defensible on those numbers.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3607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1766-357A-F697-D8CF-0B93B13F1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0F951-DD9B-F45D-50B5-11B4672E1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65416-E73C-E2C5-D375-735245493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A70E1-F44C-959E-F00A-7D1998A6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0188"/>
            <a:ext cx="10515600" cy="1325563"/>
          </a:xfrm>
        </p:spPr>
        <p:txBody>
          <a:bodyPr/>
          <a:lstStyle/>
          <a:p>
            <a:r>
              <a:rPr lang="en-US" dirty="0"/>
              <a:t>Baseline model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898212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8E9B4-23FB-1998-8E19-FFF40448C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08A7-FAFE-B899-33C8-DE52232C8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9AEE8-A13E-86ED-0ACF-7EB8AA4F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79187-6521-8183-A42D-6B722C41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8D048B6-2A3A-5938-7434-A28D6F029485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2ECBD7A-55A5-328D-D6B7-C6AFCAE1B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43EAF92-C9FE-A2F5-9E87-8A1CC21EF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87DC70C6-F08D-306D-6E22-0884C371A4BA}"/>
              </a:ext>
            </a:extLst>
          </p:cNvPr>
          <p:cNvSpPr txBox="1">
            <a:spLocks/>
          </p:cNvSpPr>
          <p:nvPr/>
        </p:nvSpPr>
        <p:spPr>
          <a:xfrm>
            <a:off x="0" y="-230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System for data generation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116933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017BA-333B-CF7E-9C61-BC1AC0751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4" y="18255"/>
            <a:ext cx="10515600" cy="1325563"/>
          </a:xfrm>
        </p:spPr>
        <p:txBody>
          <a:bodyPr/>
          <a:lstStyle/>
          <a:p>
            <a:r>
              <a:rPr lang="en-US" dirty="0"/>
              <a:t>Augmentation</a:t>
            </a:r>
            <a:br>
              <a:rPr lang="en-US" dirty="0"/>
            </a:br>
            <a:r>
              <a:rPr lang="en-US" dirty="0"/>
              <a:t>Overview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A4774-155F-CBC9-B73D-903FB490C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BF2FB-7752-EB77-2931-2A8D6437C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23" y="0"/>
            <a:ext cx="8382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205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A768-9F19-7793-1294-24E8BDA3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F76DE-CC56-95CF-FD19-088C293FA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15973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C244-6876-AFAB-0A4D-D7ADAB29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6CBEF-7EE0-10E3-C763-3D3C5AC58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98908B-646D-6E7E-568C-85F2B8C79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0"/>
            <a:ext cx="10613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271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495D-74BA-6FF5-C224-380FFB98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F14AC-A318-8927-5C71-F4611B420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BAE042-C631-8FA8-85C2-F71CEB289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0"/>
            <a:ext cx="10613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97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03AE-1893-1555-3705-DBD16F3BB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AA45A-2E1A-6692-9DD7-FEA9F81B2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B494CB-52FC-666E-DE3D-7CC507CCF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0"/>
            <a:ext cx="10613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940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E418-F38D-CB23-AC3A-F3D7F033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42B8B-93C1-5B2D-559E-4734139AA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CDA64-CB4E-3313-31C3-71298716D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0"/>
            <a:ext cx="10613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316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A0C0-C8B1-9BDB-BD2A-E8BB2576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285F8-8A40-7582-818A-C3526756B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D32AA-521E-1B08-F09D-49D3C921B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0"/>
            <a:ext cx="10613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80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E4125-4924-9C8F-E01B-BF1AACC3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 B controller?</a:t>
            </a:r>
            <a:br>
              <a:rPr lang="en-US" dirty="0"/>
            </a:br>
            <a:r>
              <a:rPr lang="en-US" dirty="0" err="1"/>
              <a:t>Kessels</a:t>
            </a:r>
            <a:r>
              <a:rPr lang="en-US" dirty="0"/>
              <a:t> </a:t>
            </a:r>
            <a:r>
              <a:rPr lang="en-US" dirty="0" err="1"/>
              <a:t>recommened</a:t>
            </a:r>
            <a:r>
              <a:rPr lang="en-US" dirty="0"/>
              <a:t> variant A??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DA1A3-C0D6-A479-7494-91255613E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50456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B8EE6-D4C4-D784-B99D-0E61FCD69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AF0E7-5AEE-A544-FB55-367E9763F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9AC57-23C1-A5C7-DFA1-ACCCB50F6B28}"/>
              </a:ext>
            </a:extLst>
          </p:cNvPr>
          <p:cNvSpPr txBox="1"/>
          <p:nvPr/>
        </p:nvSpPr>
        <p:spPr>
          <a:xfrm>
            <a:off x="3047163" y="2969847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So the accurate statement is: the controller removes the offset and amplifies the resonance. Not "the controller does not fix the issue".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20B6D-438D-138D-3F59-6BBCB98A46A2}"/>
              </a:ext>
            </a:extLst>
          </p:cNvPr>
          <p:cNvSpPr txBox="1"/>
          <p:nvPr/>
        </p:nvSpPr>
        <p:spPr>
          <a:xfrm>
            <a:off x="2920181" y="427494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currently we were under the impression that we get an offset due to the open-loop closed-loop mismatch  and that were dynamics of circa 6 seconds.  because the ANN is unable to learn / improve over the linear encoder </a:t>
            </a:r>
            <a:r>
              <a:rPr lang="en-NL" dirty="0" err="1"/>
              <a:t>init</a:t>
            </a:r>
            <a:r>
              <a:rPr lang="en-NL" dirty="0"/>
              <a:t> with ANN-off  we thought this was due to slow </a:t>
            </a:r>
            <a:r>
              <a:rPr lang="en-NL" dirty="0" err="1"/>
              <a:t>dynamcis</a:t>
            </a:r>
            <a:r>
              <a:rPr lang="en-NL" dirty="0"/>
              <a:t> which the window cant see, but currently that no longer seems  to be the case.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6EF8F7-1308-D1AD-0153-0FD866A69FEA}"/>
              </a:ext>
            </a:extLst>
          </p:cNvPr>
          <p:cNvSpPr txBox="1"/>
          <p:nvPr/>
        </p:nvSpPr>
        <p:spPr>
          <a:xfrm>
            <a:off x="5257800" y="130337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2. Y_OP = 0.10 is hardcoded at train_variants.py:52, one controller for all 14 training records. But the records were generated with a per-record operating point (D-039)</a:t>
            </a:r>
          </a:p>
        </p:txBody>
      </p:sp>
    </p:spTree>
    <p:extLst>
      <p:ext uri="{BB962C8B-B14F-4D97-AF65-F5344CB8AC3E}">
        <p14:creationId xmlns:p14="http://schemas.microsoft.com/office/powerpoint/2010/main" val="6231933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5C50-DF7A-798E-C429-D23B96AC0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BE2EF-B233-AF4B-76B6-987E962DB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horizon, </a:t>
            </a:r>
            <a:r>
              <a:rPr lang="en-US" dirty="0" err="1"/>
              <a:t>lr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2692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3279</TotalTime>
  <Words>1301</Words>
  <Application>Microsoft Office PowerPoint</Application>
  <PresentationFormat>Widescreen</PresentationFormat>
  <Paragraphs>87</Paragraphs>
  <Slides>50</Slides>
  <Notes>6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Aptos Display</vt:lpstr>
      <vt:lpstr>Arial</vt:lpstr>
      <vt:lpstr>Wingdings</vt:lpstr>
      <vt:lpstr>Office Theme</vt:lpstr>
      <vt:lpstr>PowerPoint Presentation</vt:lpstr>
      <vt:lpstr>Training Trajectories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Validation Trajectories</vt:lpstr>
      <vt:lpstr>PowerPoint Presentation</vt:lpstr>
      <vt:lpstr>PowerPoint Presentation</vt:lpstr>
      <vt:lpstr>Replay open-loop System data recorded in open-loop</vt:lpstr>
      <vt:lpstr>PowerPoint Presentation</vt:lpstr>
      <vt:lpstr>PowerPoint Presentation</vt:lpstr>
      <vt:lpstr>PowerPoint Presentation</vt:lpstr>
      <vt:lpstr>Add momentum of absorber</vt:lpstr>
      <vt:lpstr>seeding</vt:lpstr>
      <vt:lpstr>PowerPoint Presentation</vt:lpstr>
      <vt:lpstr>PowerPoint Presentation</vt:lpstr>
      <vt:lpstr>PowerPoint Presentation</vt:lpstr>
      <vt:lpstr>Baseline + ANN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Controller</vt:lpstr>
      <vt:lpstr>PowerPoint Presentation</vt:lpstr>
      <vt:lpstr>PowerPoint Presentation</vt:lpstr>
      <vt:lpstr>PowerPoint Presentation</vt:lpstr>
      <vt:lpstr>Question</vt:lpstr>
      <vt:lpstr>Write out controller</vt:lpstr>
      <vt:lpstr>PowerPoint Presentation</vt:lpstr>
      <vt:lpstr>Controller state init Bas Kessels</vt:lpstr>
      <vt:lpstr>Well posedness closed-loop</vt:lpstr>
      <vt:lpstr>Baseline model</vt:lpstr>
      <vt:lpstr>PowerPoint Presentation</vt:lpstr>
      <vt:lpstr>Augmentation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Variant B controller? Kessels recommened variant A??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Berg, Dirk van den</dc:creator>
  <cp:lastModifiedBy>Berg, Dirk van den</cp:lastModifiedBy>
  <cp:revision>1</cp:revision>
  <dcterms:created xsi:type="dcterms:W3CDTF">2026-08-14T08:25:41Z</dcterms:created>
  <dcterms:modified xsi:type="dcterms:W3CDTF">2026-08-17T06:41:50Z</dcterms:modified>
</cp:coreProperties>
</file>