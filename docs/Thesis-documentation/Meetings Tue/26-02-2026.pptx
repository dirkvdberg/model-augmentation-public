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7" r:id="rId1"/>
  </p:sldMasterIdLst>
  <p:notesMasterIdLst>
    <p:notesMasterId r:id="rId56"/>
  </p:notesMasterIdLst>
  <p:sldIdLst>
    <p:sldId id="257" r:id="rId2"/>
    <p:sldId id="286" r:id="rId3"/>
    <p:sldId id="258" r:id="rId4"/>
    <p:sldId id="287" r:id="rId5"/>
    <p:sldId id="302" r:id="rId6"/>
    <p:sldId id="305" r:id="rId7"/>
    <p:sldId id="306" r:id="rId8"/>
    <p:sldId id="319" r:id="rId9"/>
    <p:sldId id="303" r:id="rId10"/>
    <p:sldId id="307" r:id="rId11"/>
    <p:sldId id="308" r:id="rId12"/>
    <p:sldId id="284" r:id="rId13"/>
    <p:sldId id="293" r:id="rId14"/>
    <p:sldId id="309" r:id="rId15"/>
    <p:sldId id="292" r:id="rId16"/>
    <p:sldId id="311" r:id="rId17"/>
    <p:sldId id="301" r:id="rId18"/>
    <p:sldId id="320" r:id="rId19"/>
    <p:sldId id="321" r:id="rId20"/>
    <p:sldId id="310" r:id="rId21"/>
    <p:sldId id="314" r:id="rId22"/>
    <p:sldId id="312" r:id="rId23"/>
    <p:sldId id="294" r:id="rId24"/>
    <p:sldId id="297" r:id="rId25"/>
    <p:sldId id="315" r:id="rId26"/>
    <p:sldId id="323" r:id="rId27"/>
    <p:sldId id="318" r:id="rId28"/>
    <p:sldId id="299" r:id="rId29"/>
    <p:sldId id="295" r:id="rId30"/>
    <p:sldId id="300" r:id="rId31"/>
    <p:sldId id="296" r:id="rId32"/>
    <p:sldId id="263" r:id="rId33"/>
    <p:sldId id="264" r:id="rId34"/>
    <p:sldId id="265" r:id="rId35"/>
    <p:sldId id="266" r:id="rId36"/>
    <p:sldId id="269" r:id="rId37"/>
    <p:sldId id="270" r:id="rId38"/>
    <p:sldId id="271" r:id="rId39"/>
    <p:sldId id="274" r:id="rId40"/>
    <p:sldId id="276" r:id="rId41"/>
    <p:sldId id="278" r:id="rId42"/>
    <p:sldId id="279" r:id="rId43"/>
    <p:sldId id="281" r:id="rId44"/>
    <p:sldId id="282" r:id="rId45"/>
    <p:sldId id="283" r:id="rId46"/>
    <p:sldId id="316" r:id="rId47"/>
    <p:sldId id="280" r:id="rId48"/>
    <p:sldId id="317" r:id="rId49"/>
    <p:sldId id="322" r:id="rId50"/>
    <p:sldId id="277" r:id="rId51"/>
    <p:sldId id="273" r:id="rId52"/>
    <p:sldId id="272" r:id="rId53"/>
    <p:sldId id="267" r:id="rId54"/>
    <p:sldId id="261" r:id="rId55"/>
  </p:sldIdLst>
  <p:sldSz cx="12192000" cy="6858000"/>
  <p:notesSz cx="6858000" cy="9144000"/>
  <p:defaultTex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80654" autoAdjust="0"/>
  </p:normalViewPr>
  <p:slideViewPr>
    <p:cSldViewPr snapToGrid="0">
      <p:cViewPr varScale="1">
        <p:scale>
          <a:sx n="64" d="100"/>
          <a:sy n="64" d="100"/>
        </p:scale>
        <p:origin x="38" y="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61" Type="http://schemas.microsoft.com/office/2016/11/relationships/changesInfo" Target="changesInfos/changesInfo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rg, Dirk van den" userId="035ecb32-01d9-4b47-a105-eacf059a4647" providerId="ADAL" clId="{F7FF961E-CF96-44AC-93C2-93612F62D46D}"/>
    <pc:docChg chg="undo redo custSel addSld delSld modSld sldOrd">
      <pc:chgData name="Berg, Dirk van den" userId="035ecb32-01d9-4b47-a105-eacf059a4647" providerId="ADAL" clId="{F7FF961E-CF96-44AC-93C2-93612F62D46D}" dt="2026-03-16T13:15:50.187" v="12744" actId="1076"/>
      <pc:docMkLst>
        <pc:docMk/>
      </pc:docMkLst>
      <pc:sldChg chg="delSp modSp mod modNotesTx">
        <pc:chgData name="Berg, Dirk van den" userId="035ecb32-01d9-4b47-a105-eacf059a4647" providerId="ADAL" clId="{F7FF961E-CF96-44AC-93C2-93612F62D46D}" dt="2026-02-26T11:25:45.139" v="12366" actId="20577"/>
        <pc:sldMkLst>
          <pc:docMk/>
          <pc:sldMk cId="2679595137" sldId="257"/>
        </pc:sldMkLst>
        <pc:spChg chg="mod">
          <ac:chgData name="Berg, Dirk van den" userId="035ecb32-01d9-4b47-a105-eacf059a4647" providerId="ADAL" clId="{F7FF961E-CF96-44AC-93C2-93612F62D46D}" dt="2026-02-22T19:18:29.006" v="2411" actId="20577"/>
          <ac:spMkLst>
            <pc:docMk/>
            <pc:sldMk cId="2679595137" sldId="257"/>
            <ac:spMk id="2" creationId="{1CA58346-11EF-AF16-3F7E-D4AE642D6182}"/>
          </ac:spMkLst>
        </pc:spChg>
        <pc:spChg chg="mod">
          <ac:chgData name="Berg, Dirk van den" userId="035ecb32-01d9-4b47-a105-eacf059a4647" providerId="ADAL" clId="{F7FF961E-CF96-44AC-93C2-93612F62D46D}" dt="2026-02-26T11:25:45.139" v="12366" actId="20577"/>
          <ac:spMkLst>
            <pc:docMk/>
            <pc:sldMk cId="2679595137" sldId="257"/>
            <ac:spMk id="3" creationId="{DAAEF679-3C39-E36C-B710-9B50CBAE487E}"/>
          </ac:spMkLst>
        </pc:spChg>
      </pc:sldChg>
      <pc:sldChg chg="addSp delSp modSp mod">
        <pc:chgData name="Berg, Dirk van den" userId="035ecb32-01d9-4b47-a105-eacf059a4647" providerId="ADAL" clId="{F7FF961E-CF96-44AC-93C2-93612F62D46D}" dt="2026-02-22T21:07:04.848" v="4303" actId="1076"/>
        <pc:sldMkLst>
          <pc:docMk/>
          <pc:sldMk cId="1617226886" sldId="258"/>
        </pc:sldMkLst>
        <pc:spChg chg="mod">
          <ac:chgData name="Berg, Dirk van den" userId="035ecb32-01d9-4b47-a105-eacf059a4647" providerId="ADAL" clId="{F7FF961E-CF96-44AC-93C2-93612F62D46D}" dt="2026-02-22T21:07:04.848" v="4303" actId="1076"/>
          <ac:spMkLst>
            <pc:docMk/>
            <pc:sldMk cId="1617226886" sldId="258"/>
            <ac:spMk id="2" creationId="{4509700D-FF42-415C-9519-CE16CBBB575A}"/>
          </ac:spMkLst>
        </pc:spChg>
        <pc:spChg chg="mod">
          <ac:chgData name="Berg, Dirk van den" userId="035ecb32-01d9-4b47-a105-eacf059a4647" providerId="ADAL" clId="{F7FF961E-CF96-44AC-93C2-93612F62D46D}" dt="2026-02-22T21:07:01.330" v="4302" actId="1076"/>
          <ac:spMkLst>
            <pc:docMk/>
            <pc:sldMk cId="1617226886" sldId="258"/>
            <ac:spMk id="3" creationId="{1B16F991-22E1-98ED-FDA2-6483679AE450}"/>
          </ac:spMkLst>
        </pc:spChg>
        <pc:spChg chg="add mod">
          <ac:chgData name="Berg, Dirk van den" userId="035ecb32-01d9-4b47-a105-eacf059a4647" providerId="ADAL" clId="{F7FF961E-CF96-44AC-93C2-93612F62D46D}" dt="2026-02-22T20:02:48.579" v="3700" actId="14100"/>
          <ac:spMkLst>
            <pc:docMk/>
            <pc:sldMk cId="1617226886" sldId="258"/>
            <ac:spMk id="7" creationId="{4208640E-9C73-E745-4D4C-DA63BBB9F13C}"/>
          </ac:spMkLst>
        </pc:spChg>
        <pc:picChg chg="add mod modCrop">
          <ac:chgData name="Berg, Dirk van den" userId="035ecb32-01d9-4b47-a105-eacf059a4647" providerId="ADAL" clId="{F7FF961E-CF96-44AC-93C2-93612F62D46D}" dt="2026-02-22T20:02:38.485" v="3699" actId="1076"/>
          <ac:picMkLst>
            <pc:docMk/>
            <pc:sldMk cId="1617226886" sldId="258"/>
            <ac:picMk id="6" creationId="{5E833E8D-00E4-1B71-0EAD-730EF71F7048}"/>
          </ac:picMkLst>
        </pc:picChg>
      </pc:sldChg>
      <pc:sldChg chg="addSp modSp mod">
        <pc:chgData name="Berg, Dirk van den" userId="035ecb32-01d9-4b47-a105-eacf059a4647" providerId="ADAL" clId="{F7FF961E-CF96-44AC-93C2-93612F62D46D}" dt="2026-02-26T10:55:01.510" v="11788" actId="20577"/>
        <pc:sldMkLst>
          <pc:docMk/>
          <pc:sldMk cId="4133975854" sldId="261"/>
        </pc:sldMkLst>
        <pc:spChg chg="mod">
          <ac:chgData name="Berg, Dirk van den" userId="035ecb32-01d9-4b47-a105-eacf059a4647" providerId="ADAL" clId="{F7FF961E-CF96-44AC-93C2-93612F62D46D}" dt="2026-02-26T10:55:01.510" v="11788" actId="20577"/>
          <ac:spMkLst>
            <pc:docMk/>
            <pc:sldMk cId="4133975854" sldId="261"/>
            <ac:spMk id="3" creationId="{78179DB8-2509-8E4F-14E4-B0B6B2FE756A}"/>
          </ac:spMkLst>
        </pc:spChg>
        <pc:picChg chg="add mod">
          <ac:chgData name="Berg, Dirk van den" userId="035ecb32-01d9-4b47-a105-eacf059a4647" providerId="ADAL" clId="{F7FF961E-CF96-44AC-93C2-93612F62D46D}" dt="2026-02-26T10:54:24.280" v="11727" actId="1076"/>
          <ac:picMkLst>
            <pc:docMk/>
            <pc:sldMk cId="4133975854" sldId="261"/>
            <ac:picMk id="5" creationId="{ABCB9E92-F12C-D74B-9061-C602725FDC5E}"/>
          </ac:picMkLst>
        </pc:picChg>
      </pc:sldChg>
      <pc:sldChg chg="modSp mod modShow">
        <pc:chgData name="Berg, Dirk van den" userId="035ecb32-01d9-4b47-a105-eacf059a4647" providerId="ADAL" clId="{F7FF961E-CF96-44AC-93C2-93612F62D46D}" dt="2026-02-22T21:29:32.371" v="4376" actId="729"/>
        <pc:sldMkLst>
          <pc:docMk/>
          <pc:sldMk cId="3942518179" sldId="263"/>
        </pc:sldMkLst>
        <pc:picChg chg="mod">
          <ac:chgData name="Berg, Dirk van den" userId="035ecb32-01d9-4b47-a105-eacf059a4647" providerId="ADAL" clId="{F7FF961E-CF96-44AC-93C2-93612F62D46D}" dt="2026-02-22T21:29:30.462" v="4375" actId="1076"/>
          <ac:picMkLst>
            <pc:docMk/>
            <pc:sldMk cId="3942518179" sldId="263"/>
            <ac:picMk id="6" creationId="{0FE7EC14-4CD9-54FF-EA51-B0F42D9FE95A}"/>
          </ac:picMkLst>
        </pc:picChg>
        <pc:picChg chg="mod">
          <ac:chgData name="Berg, Dirk van den" userId="035ecb32-01d9-4b47-a105-eacf059a4647" providerId="ADAL" clId="{F7FF961E-CF96-44AC-93C2-93612F62D46D}" dt="2026-02-22T21:29:30.055" v="4374" actId="1076"/>
          <ac:picMkLst>
            <pc:docMk/>
            <pc:sldMk cId="3942518179" sldId="263"/>
            <ac:picMk id="8" creationId="{E81956B4-448A-9CA9-6B80-2B858459845C}"/>
          </ac:picMkLst>
        </pc:picChg>
      </pc:sldChg>
      <pc:sldChg chg="modSp mod modShow">
        <pc:chgData name="Berg, Dirk van den" userId="035ecb32-01d9-4b47-a105-eacf059a4647" providerId="ADAL" clId="{F7FF961E-CF96-44AC-93C2-93612F62D46D}" dt="2026-02-22T21:29:39.985" v="4378" actId="729"/>
        <pc:sldMkLst>
          <pc:docMk/>
          <pc:sldMk cId="1815601047" sldId="264"/>
        </pc:sldMkLst>
        <pc:picChg chg="mod">
          <ac:chgData name="Berg, Dirk van den" userId="035ecb32-01d9-4b47-a105-eacf059a4647" providerId="ADAL" clId="{F7FF961E-CF96-44AC-93C2-93612F62D46D}" dt="2026-02-22T21:29:36.799" v="4377" actId="1076"/>
          <ac:picMkLst>
            <pc:docMk/>
            <pc:sldMk cId="1815601047" sldId="264"/>
            <ac:picMk id="5" creationId="{82C96B3D-D6EA-FFE6-E5D2-A211A08EFAAB}"/>
          </ac:picMkLst>
        </pc:picChg>
      </pc:sldChg>
      <pc:sldChg chg="mod modShow">
        <pc:chgData name="Berg, Dirk van den" userId="035ecb32-01d9-4b47-a105-eacf059a4647" providerId="ADAL" clId="{F7FF961E-CF96-44AC-93C2-93612F62D46D}" dt="2026-02-22T21:29:45.208" v="4379" actId="729"/>
        <pc:sldMkLst>
          <pc:docMk/>
          <pc:sldMk cId="3438033161" sldId="265"/>
        </pc:sldMkLst>
      </pc:sldChg>
      <pc:sldChg chg="addSp delSp modSp new mod modShow">
        <pc:chgData name="Berg, Dirk van den" userId="035ecb32-01d9-4b47-a105-eacf059a4647" providerId="ADAL" clId="{F7FF961E-CF96-44AC-93C2-93612F62D46D}" dt="2026-02-23T08:08:58.892" v="6718" actId="729"/>
        <pc:sldMkLst>
          <pc:docMk/>
          <pc:sldMk cId="3955997240" sldId="266"/>
        </pc:sldMkLst>
        <pc:spChg chg="mod">
          <ac:chgData name="Berg, Dirk van den" userId="035ecb32-01d9-4b47-a105-eacf059a4647" providerId="ADAL" clId="{F7FF961E-CF96-44AC-93C2-93612F62D46D}" dt="2026-02-19T10:36:51.123" v="455" actId="20577"/>
          <ac:spMkLst>
            <pc:docMk/>
            <pc:sldMk cId="3955997240" sldId="266"/>
            <ac:spMk id="2" creationId="{6DA35903-B34C-AF9B-7298-CD61080477AB}"/>
          </ac:spMkLst>
        </pc:spChg>
        <pc:spChg chg="mod">
          <ac:chgData name="Berg, Dirk van den" userId="035ecb32-01d9-4b47-a105-eacf059a4647" providerId="ADAL" clId="{F7FF961E-CF96-44AC-93C2-93612F62D46D}" dt="2026-02-20T08:11:42.135" v="501"/>
          <ac:spMkLst>
            <pc:docMk/>
            <pc:sldMk cId="3955997240" sldId="266"/>
            <ac:spMk id="3" creationId="{556CA084-4DEA-5469-2A71-C8316BEFE961}"/>
          </ac:spMkLst>
        </pc:spChg>
        <pc:picChg chg="add mod">
          <ac:chgData name="Berg, Dirk van den" userId="035ecb32-01d9-4b47-a105-eacf059a4647" providerId="ADAL" clId="{F7FF961E-CF96-44AC-93C2-93612F62D46D}" dt="2026-02-19T10:53:44.890" v="490" actId="1076"/>
          <ac:picMkLst>
            <pc:docMk/>
            <pc:sldMk cId="3955997240" sldId="266"/>
            <ac:picMk id="5" creationId="{648D2956-C720-2685-46DD-2A55257C562E}"/>
          </ac:picMkLst>
        </pc:picChg>
      </pc:sldChg>
      <pc:sldChg chg="modSp new mod">
        <pc:chgData name="Berg, Dirk van den" userId="035ecb32-01d9-4b47-a105-eacf059a4647" providerId="ADAL" clId="{F7FF961E-CF96-44AC-93C2-93612F62D46D}" dt="2026-02-26T11:02:32.448" v="12181" actId="1076"/>
        <pc:sldMkLst>
          <pc:docMk/>
          <pc:sldMk cId="3125315886" sldId="267"/>
        </pc:sldMkLst>
        <pc:spChg chg="mod">
          <ac:chgData name="Berg, Dirk van den" userId="035ecb32-01d9-4b47-a105-eacf059a4647" providerId="ADAL" clId="{F7FF961E-CF96-44AC-93C2-93612F62D46D}" dt="2026-02-23T07:53:45.521" v="6570" actId="1076"/>
          <ac:spMkLst>
            <pc:docMk/>
            <pc:sldMk cId="3125315886" sldId="267"/>
            <ac:spMk id="2" creationId="{19D1EB37-587A-9B10-69E9-A1FC178AEE08}"/>
          </ac:spMkLst>
        </pc:spChg>
        <pc:spChg chg="mod">
          <ac:chgData name="Berg, Dirk van den" userId="035ecb32-01d9-4b47-a105-eacf059a4647" providerId="ADAL" clId="{F7FF961E-CF96-44AC-93C2-93612F62D46D}" dt="2026-02-26T11:02:32.448" v="12181" actId="1076"/>
          <ac:spMkLst>
            <pc:docMk/>
            <pc:sldMk cId="3125315886" sldId="267"/>
            <ac:spMk id="3" creationId="{4CEB9D55-87E9-B8D1-7EA4-E9111E8ADFC6}"/>
          </ac:spMkLst>
        </pc:spChg>
      </pc:sldChg>
      <pc:sldChg chg="addSp modSp new mod modShow">
        <pc:chgData name="Berg, Dirk van den" userId="035ecb32-01d9-4b47-a105-eacf059a4647" providerId="ADAL" clId="{F7FF961E-CF96-44AC-93C2-93612F62D46D}" dt="2026-02-23T08:09:01.284" v="6719" actId="729"/>
        <pc:sldMkLst>
          <pc:docMk/>
          <pc:sldMk cId="1005052575" sldId="269"/>
        </pc:sldMkLst>
        <pc:spChg chg="mod">
          <ac:chgData name="Berg, Dirk van den" userId="035ecb32-01d9-4b47-a105-eacf059a4647" providerId="ADAL" clId="{F7FF961E-CF96-44AC-93C2-93612F62D46D}" dt="2026-02-20T08:17:34.478" v="628" actId="5793"/>
          <ac:spMkLst>
            <pc:docMk/>
            <pc:sldMk cId="1005052575" sldId="269"/>
            <ac:spMk id="3" creationId="{3E2853CA-E014-028D-8787-F5FC4F694E5B}"/>
          </ac:spMkLst>
        </pc:spChg>
        <pc:picChg chg="add mod">
          <ac:chgData name="Berg, Dirk van den" userId="035ecb32-01d9-4b47-a105-eacf059a4647" providerId="ADAL" clId="{F7FF961E-CF96-44AC-93C2-93612F62D46D}" dt="2026-02-22T21:51:15.744" v="4585" actId="1076"/>
          <ac:picMkLst>
            <pc:docMk/>
            <pc:sldMk cId="1005052575" sldId="269"/>
            <ac:picMk id="5" creationId="{7E605DB6-EA21-C601-5F48-4A02E3AD8097}"/>
          </ac:picMkLst>
        </pc:picChg>
        <pc:picChg chg="add mod">
          <ac:chgData name="Berg, Dirk van den" userId="035ecb32-01d9-4b47-a105-eacf059a4647" providerId="ADAL" clId="{F7FF961E-CF96-44AC-93C2-93612F62D46D}" dt="2026-02-22T21:51:14.937" v="4584" actId="1076"/>
          <ac:picMkLst>
            <pc:docMk/>
            <pc:sldMk cId="1005052575" sldId="269"/>
            <ac:picMk id="7" creationId="{04881DD5-479E-7C8E-A331-F34705702193}"/>
          </ac:picMkLst>
        </pc:picChg>
        <pc:picChg chg="add mod">
          <ac:chgData name="Berg, Dirk van den" userId="035ecb32-01d9-4b47-a105-eacf059a4647" providerId="ADAL" clId="{F7FF961E-CF96-44AC-93C2-93612F62D46D}" dt="2026-02-20T08:18:55.711" v="633" actId="1076"/>
          <ac:picMkLst>
            <pc:docMk/>
            <pc:sldMk cId="1005052575" sldId="269"/>
            <ac:picMk id="9" creationId="{0A61B71C-F38A-374D-C658-ACED1CBC0526}"/>
          </ac:picMkLst>
        </pc:picChg>
      </pc:sldChg>
      <pc:sldChg chg="addSp delSp modSp new mod setBg modShow">
        <pc:chgData name="Berg, Dirk van den" userId="035ecb32-01d9-4b47-a105-eacf059a4647" providerId="ADAL" clId="{F7FF961E-CF96-44AC-93C2-93612F62D46D}" dt="2026-02-23T08:09:02.961" v="6720" actId="729"/>
        <pc:sldMkLst>
          <pc:docMk/>
          <pc:sldMk cId="4093790507" sldId="270"/>
        </pc:sldMkLst>
        <pc:spChg chg="add del">
          <ac:chgData name="Berg, Dirk van den" userId="035ecb32-01d9-4b47-a105-eacf059a4647" providerId="ADAL" clId="{F7FF961E-CF96-44AC-93C2-93612F62D46D}" dt="2026-02-20T10:00:51.107" v="638" actId="26606"/>
          <ac:spMkLst>
            <pc:docMk/>
            <pc:sldMk cId="4093790507" sldId="270"/>
            <ac:spMk id="2" creationId="{9B8C465E-1557-398B-7408-37271132A277}"/>
          </ac:spMkLst>
        </pc:spChg>
        <pc:spChg chg="add del mod">
          <ac:chgData name="Berg, Dirk van den" userId="035ecb32-01d9-4b47-a105-eacf059a4647" providerId="ADAL" clId="{F7FF961E-CF96-44AC-93C2-93612F62D46D}" dt="2026-02-20T10:02:08.416" v="645" actId="27636"/>
          <ac:spMkLst>
            <pc:docMk/>
            <pc:sldMk cId="4093790507" sldId="270"/>
            <ac:spMk id="3" creationId="{39DB397E-975C-3B12-FA10-D16B3DBDBC12}"/>
          </ac:spMkLst>
        </pc:spChg>
        <pc:picChg chg="add mod">
          <ac:chgData name="Berg, Dirk van den" userId="035ecb32-01d9-4b47-a105-eacf059a4647" providerId="ADAL" clId="{F7FF961E-CF96-44AC-93C2-93612F62D46D}" dt="2026-02-20T10:01:58.683" v="642" actId="1076"/>
          <ac:picMkLst>
            <pc:docMk/>
            <pc:sldMk cId="4093790507" sldId="270"/>
            <ac:picMk id="5" creationId="{759B14CD-46FD-9210-ADF7-AC33428D594A}"/>
          </ac:picMkLst>
        </pc:picChg>
      </pc:sldChg>
      <pc:sldChg chg="addSp delSp modSp new mod modShow">
        <pc:chgData name="Berg, Dirk van den" userId="035ecb32-01d9-4b47-a105-eacf059a4647" providerId="ADAL" clId="{F7FF961E-CF96-44AC-93C2-93612F62D46D}" dt="2026-02-23T08:09:05.127" v="6721" actId="729"/>
        <pc:sldMkLst>
          <pc:docMk/>
          <pc:sldMk cId="159631859" sldId="271"/>
        </pc:sldMkLst>
        <pc:spChg chg="mod">
          <ac:chgData name="Berg, Dirk van den" userId="035ecb32-01d9-4b47-a105-eacf059a4647" providerId="ADAL" clId="{F7FF961E-CF96-44AC-93C2-93612F62D46D}" dt="2026-02-20T10:05:10.183" v="648" actId="27636"/>
          <ac:spMkLst>
            <pc:docMk/>
            <pc:sldMk cId="159631859" sldId="271"/>
            <ac:spMk id="3" creationId="{F59D6227-5B63-5E79-38EC-066386E7E518}"/>
          </ac:spMkLst>
        </pc:spChg>
      </pc:sldChg>
      <pc:sldChg chg="addSp modSp new mod modShow">
        <pc:chgData name="Berg, Dirk van den" userId="035ecb32-01d9-4b47-a105-eacf059a4647" providerId="ADAL" clId="{F7FF961E-CF96-44AC-93C2-93612F62D46D}" dt="2026-02-23T08:11:32.851" v="6884" actId="729"/>
        <pc:sldMkLst>
          <pc:docMk/>
          <pc:sldMk cId="4117459713" sldId="272"/>
        </pc:sldMkLst>
        <pc:spChg chg="mod">
          <ac:chgData name="Berg, Dirk van den" userId="035ecb32-01d9-4b47-a105-eacf059a4647" providerId="ADAL" clId="{F7FF961E-CF96-44AC-93C2-93612F62D46D}" dt="2026-02-20T10:11:25.013" v="692" actId="313"/>
          <ac:spMkLst>
            <pc:docMk/>
            <pc:sldMk cId="4117459713" sldId="272"/>
            <ac:spMk id="2" creationId="{5CF9E8BB-825D-7713-575A-48785E3B0421}"/>
          </ac:spMkLst>
        </pc:spChg>
        <pc:picChg chg="add mod">
          <ac:chgData name="Berg, Dirk van den" userId="035ecb32-01d9-4b47-a105-eacf059a4647" providerId="ADAL" clId="{F7FF961E-CF96-44AC-93C2-93612F62D46D}" dt="2026-02-20T10:11:29.745" v="696" actId="1076"/>
          <ac:picMkLst>
            <pc:docMk/>
            <pc:sldMk cId="4117459713" sldId="272"/>
            <ac:picMk id="5" creationId="{23589686-B502-50D1-2D81-3134D1AE096B}"/>
          </ac:picMkLst>
        </pc:picChg>
      </pc:sldChg>
      <pc:sldChg chg="addSp modSp new mod modShow">
        <pc:chgData name="Berg, Dirk van den" userId="035ecb32-01d9-4b47-a105-eacf059a4647" providerId="ADAL" clId="{F7FF961E-CF96-44AC-93C2-93612F62D46D}" dt="2026-02-23T08:11:31.356" v="6883" actId="729"/>
        <pc:sldMkLst>
          <pc:docMk/>
          <pc:sldMk cId="443035203" sldId="273"/>
        </pc:sldMkLst>
        <pc:spChg chg="mod">
          <ac:chgData name="Berg, Dirk van den" userId="035ecb32-01d9-4b47-a105-eacf059a4647" providerId="ADAL" clId="{F7FF961E-CF96-44AC-93C2-93612F62D46D}" dt="2026-02-20T10:12:39.267" v="702"/>
          <ac:spMkLst>
            <pc:docMk/>
            <pc:sldMk cId="443035203" sldId="273"/>
            <ac:spMk id="3" creationId="{427B27FF-CB1B-0173-B534-8C4C217FBC10}"/>
          </ac:spMkLst>
        </pc:spChg>
        <pc:picChg chg="add mod">
          <ac:chgData name="Berg, Dirk van den" userId="035ecb32-01d9-4b47-a105-eacf059a4647" providerId="ADAL" clId="{F7FF961E-CF96-44AC-93C2-93612F62D46D}" dt="2026-02-20T10:12:29.945" v="701" actId="1076"/>
          <ac:picMkLst>
            <pc:docMk/>
            <pc:sldMk cId="443035203" sldId="273"/>
            <ac:picMk id="5" creationId="{E404784E-1DC9-AF6F-EE9E-4DBDC9E6AF6A}"/>
          </ac:picMkLst>
        </pc:picChg>
      </pc:sldChg>
      <pc:sldChg chg="addSp modSp new mod modShow">
        <pc:chgData name="Berg, Dirk van den" userId="035ecb32-01d9-4b47-a105-eacf059a4647" providerId="ADAL" clId="{F7FF961E-CF96-44AC-93C2-93612F62D46D}" dt="2026-02-23T08:09:06.635" v="6722" actId="729"/>
        <pc:sldMkLst>
          <pc:docMk/>
          <pc:sldMk cId="3169427992" sldId="274"/>
        </pc:sldMkLst>
        <pc:spChg chg="mod">
          <ac:chgData name="Berg, Dirk van den" userId="035ecb32-01d9-4b47-a105-eacf059a4647" providerId="ADAL" clId="{F7FF961E-CF96-44AC-93C2-93612F62D46D}" dt="2026-02-20T10:14:40.933" v="744" actId="20577"/>
          <ac:spMkLst>
            <pc:docMk/>
            <pc:sldMk cId="3169427992" sldId="274"/>
            <ac:spMk id="2" creationId="{FDC161B7-0FD7-92A8-00C4-23F5F3C2BD1B}"/>
          </ac:spMkLst>
        </pc:spChg>
        <pc:spChg chg="mod">
          <ac:chgData name="Berg, Dirk van den" userId="035ecb32-01d9-4b47-a105-eacf059a4647" providerId="ADAL" clId="{F7FF961E-CF96-44AC-93C2-93612F62D46D}" dt="2026-02-20T10:22:03.380" v="1383" actId="20577"/>
          <ac:spMkLst>
            <pc:docMk/>
            <pc:sldMk cId="3169427992" sldId="274"/>
            <ac:spMk id="3" creationId="{D98AB7F8-D639-F9CB-C759-2B5AFB8BF353}"/>
          </ac:spMkLst>
        </pc:spChg>
        <pc:picChg chg="add mod">
          <ac:chgData name="Berg, Dirk van den" userId="035ecb32-01d9-4b47-a105-eacf059a4647" providerId="ADAL" clId="{F7FF961E-CF96-44AC-93C2-93612F62D46D}" dt="2026-02-20T10:15:26.423" v="897" actId="1076"/>
          <ac:picMkLst>
            <pc:docMk/>
            <pc:sldMk cId="3169427992" sldId="274"/>
            <ac:picMk id="5" creationId="{752ECA93-60AB-660C-A765-8D0545137A68}"/>
          </ac:picMkLst>
        </pc:picChg>
      </pc:sldChg>
      <pc:sldChg chg="modSp new mod modShow">
        <pc:chgData name="Berg, Dirk van den" userId="035ecb32-01d9-4b47-a105-eacf059a4647" providerId="ADAL" clId="{F7FF961E-CF96-44AC-93C2-93612F62D46D}" dt="2026-02-23T08:09:09.170" v="6723" actId="729"/>
        <pc:sldMkLst>
          <pc:docMk/>
          <pc:sldMk cId="1051617198" sldId="276"/>
        </pc:sldMkLst>
        <pc:spChg chg="mod">
          <ac:chgData name="Berg, Dirk van den" userId="035ecb32-01d9-4b47-a105-eacf059a4647" providerId="ADAL" clId="{F7FF961E-CF96-44AC-93C2-93612F62D46D}" dt="2026-02-20T10:53:38.669" v="1458" actId="27636"/>
          <ac:spMkLst>
            <pc:docMk/>
            <pc:sldMk cId="1051617198" sldId="276"/>
            <ac:spMk id="3" creationId="{CC7F36FF-59CA-B162-F98B-4FE813A72CD4}"/>
          </ac:spMkLst>
        </pc:spChg>
      </pc:sldChg>
      <pc:sldChg chg="modSp new mod modShow">
        <pc:chgData name="Berg, Dirk van den" userId="035ecb32-01d9-4b47-a105-eacf059a4647" providerId="ADAL" clId="{F7FF961E-CF96-44AC-93C2-93612F62D46D}" dt="2026-02-23T08:11:28.712" v="6882" actId="729"/>
        <pc:sldMkLst>
          <pc:docMk/>
          <pc:sldMk cId="1032692642" sldId="277"/>
        </pc:sldMkLst>
        <pc:spChg chg="mod">
          <ac:chgData name="Berg, Dirk van den" userId="035ecb32-01d9-4b47-a105-eacf059a4647" providerId="ADAL" clId="{F7FF961E-CF96-44AC-93C2-93612F62D46D}" dt="2026-02-20T10:54:38.149" v="1546" actId="20577"/>
          <ac:spMkLst>
            <pc:docMk/>
            <pc:sldMk cId="1032692642" sldId="277"/>
            <ac:spMk id="2" creationId="{DA3757FC-17C0-E76F-778C-2518BF4A588D}"/>
          </ac:spMkLst>
        </pc:spChg>
        <pc:spChg chg="mod">
          <ac:chgData name="Berg, Dirk van den" userId="035ecb32-01d9-4b47-a105-eacf059a4647" providerId="ADAL" clId="{F7FF961E-CF96-44AC-93C2-93612F62D46D}" dt="2026-02-20T10:54:07.937" v="1460"/>
          <ac:spMkLst>
            <pc:docMk/>
            <pc:sldMk cId="1032692642" sldId="277"/>
            <ac:spMk id="3" creationId="{369A4AA2-3742-6268-ACC1-2660BF1C34EC}"/>
          </ac:spMkLst>
        </pc:spChg>
      </pc:sldChg>
      <pc:sldChg chg="modSp new mod ord modShow">
        <pc:chgData name="Berg, Dirk van den" userId="035ecb32-01d9-4b47-a105-eacf059a4647" providerId="ADAL" clId="{F7FF961E-CF96-44AC-93C2-93612F62D46D}" dt="2026-02-23T08:09:10.735" v="6724" actId="729"/>
        <pc:sldMkLst>
          <pc:docMk/>
          <pc:sldMk cId="1509563035" sldId="278"/>
        </pc:sldMkLst>
        <pc:spChg chg="mod">
          <ac:chgData name="Berg, Dirk van den" userId="035ecb32-01d9-4b47-a105-eacf059a4647" providerId="ADAL" clId="{F7FF961E-CF96-44AC-93C2-93612F62D46D}" dt="2026-02-20T10:59:20.224" v="1606" actId="20577"/>
          <ac:spMkLst>
            <pc:docMk/>
            <pc:sldMk cId="1509563035" sldId="278"/>
            <ac:spMk id="2" creationId="{5BF319CD-740F-D311-6163-C761A112C813}"/>
          </ac:spMkLst>
        </pc:spChg>
        <pc:spChg chg="mod">
          <ac:chgData name="Berg, Dirk van den" userId="035ecb32-01d9-4b47-a105-eacf059a4647" providerId="ADAL" clId="{F7FF961E-CF96-44AC-93C2-93612F62D46D}" dt="2026-02-20T12:00:50.732" v="1612" actId="27636"/>
          <ac:spMkLst>
            <pc:docMk/>
            <pc:sldMk cId="1509563035" sldId="278"/>
            <ac:spMk id="3" creationId="{FB6644DA-B9A7-F9B8-CBFF-8A430B64ED28}"/>
          </ac:spMkLst>
        </pc:spChg>
      </pc:sldChg>
      <pc:sldChg chg="modSp new mod modShow">
        <pc:chgData name="Berg, Dirk van den" userId="035ecb32-01d9-4b47-a105-eacf059a4647" providerId="ADAL" clId="{F7FF961E-CF96-44AC-93C2-93612F62D46D}" dt="2026-02-23T08:09:13.678" v="6725" actId="729"/>
        <pc:sldMkLst>
          <pc:docMk/>
          <pc:sldMk cId="1988434359" sldId="279"/>
        </pc:sldMkLst>
        <pc:spChg chg="mod">
          <ac:chgData name="Berg, Dirk van den" userId="035ecb32-01d9-4b47-a105-eacf059a4647" providerId="ADAL" clId="{F7FF961E-CF96-44AC-93C2-93612F62D46D}" dt="2026-02-20T12:03:10.613" v="1614"/>
          <ac:spMkLst>
            <pc:docMk/>
            <pc:sldMk cId="1988434359" sldId="279"/>
            <ac:spMk id="3" creationId="{6B79302D-4945-84D0-BA39-D57222680BB3}"/>
          </ac:spMkLst>
        </pc:spChg>
      </pc:sldChg>
      <pc:sldChg chg="modSp new mod">
        <pc:chgData name="Berg, Dirk van den" userId="035ecb32-01d9-4b47-a105-eacf059a4647" providerId="ADAL" clId="{F7FF961E-CF96-44AC-93C2-93612F62D46D}" dt="2026-02-26T10:58:54.355" v="11973" actId="20577"/>
        <pc:sldMkLst>
          <pc:docMk/>
          <pc:sldMk cId="2683377742" sldId="280"/>
        </pc:sldMkLst>
        <pc:spChg chg="mod">
          <ac:chgData name="Berg, Dirk van den" userId="035ecb32-01d9-4b47-a105-eacf059a4647" providerId="ADAL" clId="{F7FF961E-CF96-44AC-93C2-93612F62D46D}" dt="2026-02-25T14:00:16.715" v="8539" actId="20577"/>
          <ac:spMkLst>
            <pc:docMk/>
            <pc:sldMk cId="2683377742" sldId="280"/>
            <ac:spMk id="2" creationId="{765C0028-2D3A-09EC-D35F-3E0D73540206}"/>
          </ac:spMkLst>
        </pc:spChg>
        <pc:spChg chg="mod">
          <ac:chgData name="Berg, Dirk van den" userId="035ecb32-01d9-4b47-a105-eacf059a4647" providerId="ADAL" clId="{F7FF961E-CF96-44AC-93C2-93612F62D46D}" dt="2026-02-26T10:58:54.355" v="11973" actId="20577"/>
          <ac:spMkLst>
            <pc:docMk/>
            <pc:sldMk cId="2683377742" sldId="280"/>
            <ac:spMk id="3" creationId="{6B21616A-5707-3F2F-EAB0-D5CA22FB88DC}"/>
          </ac:spMkLst>
        </pc:spChg>
      </pc:sldChg>
      <pc:sldChg chg="addSp modSp new mod modShow">
        <pc:chgData name="Berg, Dirk van den" userId="035ecb32-01d9-4b47-a105-eacf059a4647" providerId="ADAL" clId="{F7FF961E-CF96-44AC-93C2-93612F62D46D}" dt="2026-02-23T08:09:15.569" v="6726" actId="729"/>
        <pc:sldMkLst>
          <pc:docMk/>
          <pc:sldMk cId="875318156" sldId="281"/>
        </pc:sldMkLst>
        <pc:spChg chg="mod">
          <ac:chgData name="Berg, Dirk van den" userId="035ecb32-01d9-4b47-a105-eacf059a4647" providerId="ADAL" clId="{F7FF961E-CF96-44AC-93C2-93612F62D46D}" dt="2026-02-20T12:18:26.912" v="2268" actId="20577"/>
          <ac:spMkLst>
            <pc:docMk/>
            <pc:sldMk cId="875318156" sldId="281"/>
            <ac:spMk id="2" creationId="{6CCC7819-1567-41C4-4C79-7664FF7331AD}"/>
          </ac:spMkLst>
        </pc:spChg>
        <pc:spChg chg="mod">
          <ac:chgData name="Berg, Dirk van den" userId="035ecb32-01d9-4b47-a105-eacf059a4647" providerId="ADAL" clId="{F7FF961E-CF96-44AC-93C2-93612F62D46D}" dt="2026-02-20T12:18:49.768" v="2270" actId="27636"/>
          <ac:spMkLst>
            <pc:docMk/>
            <pc:sldMk cId="875318156" sldId="281"/>
            <ac:spMk id="3" creationId="{0051E82A-A0BB-FAB5-A59F-3F877CB75AA8}"/>
          </ac:spMkLst>
        </pc:spChg>
        <pc:spChg chg="add mod">
          <ac:chgData name="Berg, Dirk van den" userId="035ecb32-01d9-4b47-a105-eacf059a4647" providerId="ADAL" clId="{F7FF961E-CF96-44AC-93C2-93612F62D46D}" dt="2026-02-20T12:19:22.999" v="2275" actId="207"/>
          <ac:spMkLst>
            <pc:docMk/>
            <pc:sldMk cId="875318156" sldId="281"/>
            <ac:spMk id="5" creationId="{73D696BC-0311-6EFA-C173-DB485932C0BF}"/>
          </ac:spMkLst>
        </pc:spChg>
      </pc:sldChg>
      <pc:sldChg chg="modSp new mod modShow">
        <pc:chgData name="Berg, Dirk van den" userId="035ecb32-01d9-4b47-a105-eacf059a4647" providerId="ADAL" clId="{F7FF961E-CF96-44AC-93C2-93612F62D46D}" dt="2026-02-23T08:09:19.681" v="6727" actId="729"/>
        <pc:sldMkLst>
          <pc:docMk/>
          <pc:sldMk cId="2584821421" sldId="282"/>
        </pc:sldMkLst>
        <pc:spChg chg="mod">
          <ac:chgData name="Berg, Dirk van den" userId="035ecb32-01d9-4b47-a105-eacf059a4647" providerId="ADAL" clId="{F7FF961E-CF96-44AC-93C2-93612F62D46D}" dt="2026-02-20T12:31:41.574" v="2299" actId="20577"/>
          <ac:spMkLst>
            <pc:docMk/>
            <pc:sldMk cId="2584821421" sldId="282"/>
            <ac:spMk id="2" creationId="{DDEE0A3B-31CF-339E-B4E4-5FF54EFD7225}"/>
          </ac:spMkLst>
        </pc:spChg>
        <pc:spChg chg="mod">
          <ac:chgData name="Berg, Dirk van den" userId="035ecb32-01d9-4b47-a105-eacf059a4647" providerId="ADAL" clId="{F7FF961E-CF96-44AC-93C2-93612F62D46D}" dt="2026-02-20T12:26:59.101" v="2278" actId="27636"/>
          <ac:spMkLst>
            <pc:docMk/>
            <pc:sldMk cId="2584821421" sldId="282"/>
            <ac:spMk id="3" creationId="{12D50F80-41DD-4178-C266-A7BBFC30EAC5}"/>
          </ac:spMkLst>
        </pc:spChg>
      </pc:sldChg>
      <pc:sldChg chg="modSp new mod modShow">
        <pc:chgData name="Berg, Dirk van den" userId="035ecb32-01d9-4b47-a105-eacf059a4647" providerId="ADAL" clId="{F7FF961E-CF96-44AC-93C2-93612F62D46D}" dt="2026-02-23T08:09:22.723" v="6728" actId="729"/>
        <pc:sldMkLst>
          <pc:docMk/>
          <pc:sldMk cId="2602705661" sldId="283"/>
        </pc:sldMkLst>
        <pc:spChg chg="mod">
          <ac:chgData name="Berg, Dirk van den" userId="035ecb32-01d9-4b47-a105-eacf059a4647" providerId="ADAL" clId="{F7FF961E-CF96-44AC-93C2-93612F62D46D}" dt="2026-02-20T12:32:42.686" v="2409" actId="20577"/>
          <ac:spMkLst>
            <pc:docMk/>
            <pc:sldMk cId="2602705661" sldId="283"/>
            <ac:spMk id="2" creationId="{598A0DBD-9426-AED6-5285-F1BF801367B6}"/>
          </ac:spMkLst>
        </pc:spChg>
      </pc:sldChg>
      <pc:sldChg chg="addSp delSp modSp new mod ord">
        <pc:chgData name="Berg, Dirk van den" userId="035ecb32-01d9-4b47-a105-eacf059a4647" providerId="ADAL" clId="{F7FF961E-CF96-44AC-93C2-93612F62D46D}" dt="2026-02-26T08:32:18.776" v="10091" actId="1076"/>
        <pc:sldMkLst>
          <pc:docMk/>
          <pc:sldMk cId="3581336851" sldId="284"/>
        </pc:sldMkLst>
        <pc:spChg chg="mod">
          <ac:chgData name="Berg, Dirk van den" userId="035ecb32-01d9-4b47-a105-eacf059a4647" providerId="ADAL" clId="{F7FF961E-CF96-44AC-93C2-93612F62D46D}" dt="2026-02-26T08:32:18.776" v="10091" actId="1076"/>
          <ac:spMkLst>
            <pc:docMk/>
            <pc:sldMk cId="3581336851" sldId="284"/>
            <ac:spMk id="2" creationId="{1D11F7D3-0B3B-0A23-C22B-6AA38287474E}"/>
          </ac:spMkLst>
        </pc:spChg>
        <pc:spChg chg="mod">
          <ac:chgData name="Berg, Dirk van den" userId="035ecb32-01d9-4b47-a105-eacf059a4647" providerId="ADAL" clId="{F7FF961E-CF96-44AC-93C2-93612F62D46D}" dt="2026-02-23T08:19:29.559" v="6920" actId="20577"/>
          <ac:spMkLst>
            <pc:docMk/>
            <pc:sldMk cId="3581336851" sldId="284"/>
            <ac:spMk id="3" creationId="{1B2E3C58-8AB0-4B38-AFCF-1EC29BCFD7D9}"/>
          </ac:spMkLst>
        </pc:spChg>
        <pc:picChg chg="add mod">
          <ac:chgData name="Berg, Dirk van den" userId="035ecb32-01d9-4b47-a105-eacf059a4647" providerId="ADAL" clId="{F7FF961E-CF96-44AC-93C2-93612F62D46D}" dt="2026-02-23T08:19:13.385" v="6918" actId="1076"/>
          <ac:picMkLst>
            <pc:docMk/>
            <pc:sldMk cId="3581336851" sldId="284"/>
            <ac:picMk id="7" creationId="{6B9993EA-5BB0-E764-AFDB-887F41E812F4}"/>
          </ac:picMkLst>
        </pc:picChg>
      </pc:sldChg>
      <pc:sldChg chg="delSp modSp add mod ord">
        <pc:chgData name="Berg, Dirk van den" userId="035ecb32-01d9-4b47-a105-eacf059a4647" providerId="ADAL" clId="{F7FF961E-CF96-44AC-93C2-93612F62D46D}" dt="2026-02-25T07:56:25.344" v="7073" actId="20577"/>
        <pc:sldMkLst>
          <pc:docMk/>
          <pc:sldMk cId="684564015" sldId="286"/>
        </pc:sldMkLst>
        <pc:spChg chg="mod">
          <ac:chgData name="Berg, Dirk van den" userId="035ecb32-01d9-4b47-a105-eacf059a4647" providerId="ADAL" clId="{F7FF961E-CF96-44AC-93C2-93612F62D46D}" dt="2026-02-25T07:56:25.344" v="7073" actId="20577"/>
          <ac:spMkLst>
            <pc:docMk/>
            <pc:sldMk cId="684564015" sldId="286"/>
            <ac:spMk id="3" creationId="{79C0EE02-C369-E541-479E-FC3F9BEB881B}"/>
          </ac:spMkLst>
        </pc:spChg>
      </pc:sldChg>
      <pc:sldChg chg="addSp delSp modSp add mod">
        <pc:chgData name="Berg, Dirk van den" userId="035ecb32-01d9-4b47-a105-eacf059a4647" providerId="ADAL" clId="{F7FF961E-CF96-44AC-93C2-93612F62D46D}" dt="2026-02-23T08:07:36.055" v="6714" actId="403"/>
        <pc:sldMkLst>
          <pc:docMk/>
          <pc:sldMk cId="733777746" sldId="287"/>
        </pc:sldMkLst>
        <pc:spChg chg="mod">
          <ac:chgData name="Berg, Dirk van den" userId="035ecb32-01d9-4b47-a105-eacf059a4647" providerId="ADAL" clId="{F7FF961E-CF96-44AC-93C2-93612F62D46D}" dt="2026-02-23T08:07:36.055" v="6714" actId="403"/>
          <ac:spMkLst>
            <pc:docMk/>
            <pc:sldMk cId="733777746" sldId="287"/>
            <ac:spMk id="3" creationId="{6D10D74E-0C9A-F461-8EDA-A5C4B745433E}"/>
          </ac:spMkLst>
        </pc:spChg>
      </pc:sldChg>
      <pc:sldChg chg="modSp new mod ord modNotesTx">
        <pc:chgData name="Berg, Dirk van den" userId="035ecb32-01d9-4b47-a105-eacf059a4647" providerId="ADAL" clId="{F7FF961E-CF96-44AC-93C2-93612F62D46D}" dt="2026-02-26T09:51:58.748" v="10918"/>
        <pc:sldMkLst>
          <pc:docMk/>
          <pc:sldMk cId="3141712895" sldId="292"/>
        </pc:sldMkLst>
        <pc:spChg chg="mod">
          <ac:chgData name="Berg, Dirk van den" userId="035ecb32-01d9-4b47-a105-eacf059a4647" providerId="ADAL" clId="{F7FF961E-CF96-44AC-93C2-93612F62D46D}" dt="2026-02-26T09:29:32.314" v="10698" actId="20577"/>
          <ac:spMkLst>
            <pc:docMk/>
            <pc:sldMk cId="3141712895" sldId="292"/>
            <ac:spMk id="2" creationId="{435E0472-0A93-4485-CF33-11A8C55CB19E}"/>
          </ac:spMkLst>
        </pc:spChg>
        <pc:spChg chg="mod">
          <ac:chgData name="Berg, Dirk van den" userId="035ecb32-01d9-4b47-a105-eacf059a4647" providerId="ADAL" clId="{F7FF961E-CF96-44AC-93C2-93612F62D46D}" dt="2026-02-26T09:37:50.952" v="10781" actId="20577"/>
          <ac:spMkLst>
            <pc:docMk/>
            <pc:sldMk cId="3141712895" sldId="292"/>
            <ac:spMk id="3" creationId="{0297507E-7454-35B2-D48F-7ADD98266564}"/>
          </ac:spMkLst>
        </pc:spChg>
      </pc:sldChg>
      <pc:sldChg chg="modSp new mod modShow">
        <pc:chgData name="Berg, Dirk van den" userId="035ecb32-01d9-4b47-a105-eacf059a4647" providerId="ADAL" clId="{F7FF961E-CF96-44AC-93C2-93612F62D46D}" dt="2026-02-23T08:07:59.450" v="6716" actId="729"/>
        <pc:sldMkLst>
          <pc:docMk/>
          <pc:sldMk cId="1258506069" sldId="293"/>
        </pc:sldMkLst>
        <pc:spChg chg="mod">
          <ac:chgData name="Berg, Dirk van den" userId="035ecb32-01d9-4b47-a105-eacf059a4647" providerId="ADAL" clId="{F7FF961E-CF96-44AC-93C2-93612F62D46D}" dt="2026-02-22T21:55:19.438" v="4763" actId="20577"/>
          <ac:spMkLst>
            <pc:docMk/>
            <pc:sldMk cId="1258506069" sldId="293"/>
            <ac:spMk id="2" creationId="{A775DA42-D448-5989-61AD-1A39594CE452}"/>
          </ac:spMkLst>
        </pc:spChg>
      </pc:sldChg>
      <pc:sldChg chg="addSp modSp new mod">
        <pc:chgData name="Berg, Dirk van den" userId="035ecb32-01d9-4b47-a105-eacf059a4647" providerId="ADAL" clId="{F7FF961E-CF96-44AC-93C2-93612F62D46D}" dt="2026-02-26T08:41:47.496" v="10098" actId="5793"/>
        <pc:sldMkLst>
          <pc:docMk/>
          <pc:sldMk cId="204469149" sldId="294"/>
        </pc:sldMkLst>
        <pc:spChg chg="mod">
          <ac:chgData name="Berg, Dirk van den" userId="035ecb32-01d9-4b47-a105-eacf059a4647" providerId="ADAL" clId="{F7FF961E-CF96-44AC-93C2-93612F62D46D}" dt="2026-02-26T08:41:47.496" v="10098" actId="5793"/>
          <ac:spMkLst>
            <pc:docMk/>
            <pc:sldMk cId="204469149" sldId="294"/>
            <ac:spMk id="2" creationId="{F6B2EC01-B18F-0F88-B29B-23F2FF2F32F3}"/>
          </ac:spMkLst>
        </pc:spChg>
        <pc:spChg chg="mod">
          <ac:chgData name="Berg, Dirk van den" userId="035ecb32-01d9-4b47-a105-eacf059a4647" providerId="ADAL" clId="{F7FF961E-CF96-44AC-93C2-93612F62D46D}" dt="2026-02-26T08:08:51.879" v="10001" actId="1076"/>
          <ac:spMkLst>
            <pc:docMk/>
            <pc:sldMk cId="204469149" sldId="294"/>
            <ac:spMk id="3" creationId="{E75136A0-B3AE-93AC-6F3F-0F25AF091E48}"/>
          </ac:spMkLst>
        </pc:spChg>
        <pc:picChg chg="add mod ord">
          <ac:chgData name="Berg, Dirk van den" userId="035ecb32-01d9-4b47-a105-eacf059a4647" providerId="ADAL" clId="{F7FF961E-CF96-44AC-93C2-93612F62D46D}" dt="2026-02-26T07:49:48.753" v="9994" actId="167"/>
          <ac:picMkLst>
            <pc:docMk/>
            <pc:sldMk cId="204469149" sldId="294"/>
            <ac:picMk id="5" creationId="{2EF37739-76F7-6290-A43F-93929C4A8AF4}"/>
          </ac:picMkLst>
        </pc:picChg>
      </pc:sldChg>
      <pc:sldChg chg="addSp modSp new mod modShow">
        <pc:chgData name="Berg, Dirk van den" userId="035ecb32-01d9-4b47-a105-eacf059a4647" providerId="ADAL" clId="{F7FF961E-CF96-44AC-93C2-93612F62D46D}" dt="2026-02-26T11:14:14.942" v="12182" actId="729"/>
        <pc:sldMkLst>
          <pc:docMk/>
          <pc:sldMk cId="3978926956" sldId="295"/>
        </pc:sldMkLst>
        <pc:spChg chg="mod">
          <ac:chgData name="Berg, Dirk van den" userId="035ecb32-01d9-4b47-a105-eacf059a4647" providerId="ADAL" clId="{F7FF961E-CF96-44AC-93C2-93612F62D46D}" dt="2026-02-23T07:28:44.844" v="6165" actId="20577"/>
          <ac:spMkLst>
            <pc:docMk/>
            <pc:sldMk cId="3978926956" sldId="295"/>
            <ac:spMk id="2" creationId="{34B643F7-DA44-F861-FEA3-8710CEDBCBD2}"/>
          </ac:spMkLst>
        </pc:spChg>
        <pc:spChg chg="mod">
          <ac:chgData name="Berg, Dirk van den" userId="035ecb32-01d9-4b47-a105-eacf059a4647" providerId="ADAL" clId="{F7FF961E-CF96-44AC-93C2-93612F62D46D}" dt="2026-02-26T08:28:22.089" v="10042" actId="20577"/>
          <ac:spMkLst>
            <pc:docMk/>
            <pc:sldMk cId="3978926956" sldId="295"/>
            <ac:spMk id="3" creationId="{0F12FB9C-7BA8-38B1-B7AB-C0322033226B}"/>
          </ac:spMkLst>
        </pc:spChg>
        <pc:picChg chg="add mod ord modCrop">
          <ac:chgData name="Berg, Dirk van den" userId="035ecb32-01d9-4b47-a105-eacf059a4647" providerId="ADAL" clId="{F7FF961E-CF96-44AC-93C2-93612F62D46D}" dt="2026-02-23T07:09:05.741" v="5685" actId="167"/>
          <ac:picMkLst>
            <pc:docMk/>
            <pc:sldMk cId="3978926956" sldId="295"/>
            <ac:picMk id="5" creationId="{821CB778-3B74-37DE-56C4-B926F5CE7B7C}"/>
          </ac:picMkLst>
        </pc:picChg>
      </pc:sldChg>
      <pc:sldChg chg="modSp new mod modShow">
        <pc:chgData name="Berg, Dirk van den" userId="035ecb32-01d9-4b47-a105-eacf059a4647" providerId="ADAL" clId="{F7FF961E-CF96-44AC-93C2-93612F62D46D}" dt="2026-02-23T07:47:13.911" v="6409" actId="729"/>
        <pc:sldMkLst>
          <pc:docMk/>
          <pc:sldMk cId="1476473259" sldId="296"/>
        </pc:sldMkLst>
        <pc:spChg chg="mod">
          <ac:chgData name="Berg, Dirk van den" userId="035ecb32-01d9-4b47-a105-eacf059a4647" providerId="ADAL" clId="{F7FF961E-CF96-44AC-93C2-93612F62D46D}" dt="2026-02-23T06:48:39.138" v="4923" actId="20577"/>
          <ac:spMkLst>
            <pc:docMk/>
            <pc:sldMk cId="1476473259" sldId="296"/>
            <ac:spMk id="2" creationId="{40C08FD9-FC1C-2256-22F9-F56B30E07ECD}"/>
          </ac:spMkLst>
        </pc:spChg>
        <pc:spChg chg="mod">
          <ac:chgData name="Berg, Dirk van den" userId="035ecb32-01d9-4b47-a105-eacf059a4647" providerId="ADAL" clId="{F7FF961E-CF96-44AC-93C2-93612F62D46D}" dt="2026-02-23T06:48:28.321" v="4896"/>
          <ac:spMkLst>
            <pc:docMk/>
            <pc:sldMk cId="1476473259" sldId="296"/>
            <ac:spMk id="3" creationId="{8C226DE6-D545-AD04-EE3A-174DA49D12D5}"/>
          </ac:spMkLst>
        </pc:spChg>
      </pc:sldChg>
      <pc:sldChg chg="addSp modSp new mod ord">
        <pc:chgData name="Berg, Dirk van den" userId="035ecb32-01d9-4b47-a105-eacf059a4647" providerId="ADAL" clId="{F7FF961E-CF96-44AC-93C2-93612F62D46D}" dt="2026-02-26T08:42:00.231" v="10102"/>
        <pc:sldMkLst>
          <pc:docMk/>
          <pc:sldMk cId="4039426875" sldId="297"/>
        </pc:sldMkLst>
        <pc:spChg chg="mod">
          <ac:chgData name="Berg, Dirk van den" userId="035ecb32-01d9-4b47-a105-eacf059a4647" providerId="ADAL" clId="{F7FF961E-CF96-44AC-93C2-93612F62D46D}" dt="2026-02-23T07:45:47.346" v="6408" actId="20577"/>
          <ac:spMkLst>
            <pc:docMk/>
            <pc:sldMk cId="4039426875" sldId="297"/>
            <ac:spMk id="2" creationId="{591A6452-E195-F0B8-32F9-AEF734849B5A}"/>
          </ac:spMkLst>
        </pc:spChg>
        <pc:spChg chg="mod">
          <ac:chgData name="Berg, Dirk van den" userId="035ecb32-01d9-4b47-a105-eacf059a4647" providerId="ADAL" clId="{F7FF961E-CF96-44AC-93C2-93612F62D46D}" dt="2026-02-23T08:05:32.084" v="6710" actId="27636"/>
          <ac:spMkLst>
            <pc:docMk/>
            <pc:sldMk cId="4039426875" sldId="297"/>
            <ac:spMk id="3" creationId="{270C202D-27A6-D869-9F1F-F17E542868DB}"/>
          </ac:spMkLst>
        </pc:spChg>
        <pc:picChg chg="add mod ord">
          <ac:chgData name="Berg, Dirk van den" userId="035ecb32-01d9-4b47-a105-eacf059a4647" providerId="ADAL" clId="{F7FF961E-CF96-44AC-93C2-93612F62D46D}" dt="2026-02-23T08:05:37.805" v="6711" actId="167"/>
          <ac:picMkLst>
            <pc:docMk/>
            <pc:sldMk cId="4039426875" sldId="297"/>
            <ac:picMk id="5" creationId="{A5A5A32C-09A4-C024-1ED8-1E2831312196}"/>
          </ac:picMkLst>
        </pc:picChg>
      </pc:sldChg>
      <pc:sldChg chg="modSp new mod modShow">
        <pc:chgData name="Berg, Dirk van den" userId="035ecb32-01d9-4b47-a105-eacf059a4647" providerId="ADAL" clId="{F7FF961E-CF96-44AC-93C2-93612F62D46D}" dt="2026-02-26T11:14:14.942" v="12182" actId="729"/>
        <pc:sldMkLst>
          <pc:docMk/>
          <pc:sldMk cId="2453237143" sldId="299"/>
        </pc:sldMkLst>
        <pc:spChg chg="mod">
          <ac:chgData name="Berg, Dirk van den" userId="035ecb32-01d9-4b47-a105-eacf059a4647" providerId="ADAL" clId="{F7FF961E-CF96-44AC-93C2-93612F62D46D}" dt="2026-02-23T06:58:39.428" v="5328" actId="20577"/>
          <ac:spMkLst>
            <pc:docMk/>
            <pc:sldMk cId="2453237143" sldId="299"/>
            <ac:spMk id="2" creationId="{822C3284-DCDA-9DFC-5BC6-9D508C91D3D4}"/>
          </ac:spMkLst>
        </pc:spChg>
        <pc:spChg chg="mod">
          <ac:chgData name="Berg, Dirk van den" userId="035ecb32-01d9-4b47-a105-eacf059a4647" providerId="ADAL" clId="{F7FF961E-CF96-44AC-93C2-93612F62D46D}" dt="2026-02-23T07:04:19.124" v="5440" actId="6549"/>
          <ac:spMkLst>
            <pc:docMk/>
            <pc:sldMk cId="2453237143" sldId="299"/>
            <ac:spMk id="3" creationId="{8B4505E7-A53E-6BB1-3057-34A950C151C2}"/>
          </ac:spMkLst>
        </pc:spChg>
      </pc:sldChg>
      <pc:sldChg chg="modSp new mod modShow">
        <pc:chgData name="Berg, Dirk van den" userId="035ecb32-01d9-4b47-a105-eacf059a4647" providerId="ADAL" clId="{F7FF961E-CF96-44AC-93C2-93612F62D46D}" dt="2026-02-26T11:14:20.516" v="12183" actId="729"/>
        <pc:sldMkLst>
          <pc:docMk/>
          <pc:sldMk cId="310648352" sldId="300"/>
        </pc:sldMkLst>
        <pc:spChg chg="mod">
          <ac:chgData name="Berg, Dirk van den" userId="035ecb32-01d9-4b47-a105-eacf059a4647" providerId="ADAL" clId="{F7FF961E-CF96-44AC-93C2-93612F62D46D}" dt="2026-02-23T07:12:52.358" v="5791"/>
          <ac:spMkLst>
            <pc:docMk/>
            <pc:sldMk cId="310648352" sldId="300"/>
            <ac:spMk id="2" creationId="{597D4B36-521E-CDA6-D6D0-23C915489FA0}"/>
          </ac:spMkLst>
        </pc:spChg>
        <pc:spChg chg="mod">
          <ac:chgData name="Berg, Dirk van den" userId="035ecb32-01d9-4b47-a105-eacf059a4647" providerId="ADAL" clId="{F7FF961E-CF96-44AC-93C2-93612F62D46D}" dt="2026-02-23T07:31:15.130" v="6283" actId="114"/>
          <ac:spMkLst>
            <pc:docMk/>
            <pc:sldMk cId="310648352" sldId="300"/>
            <ac:spMk id="3" creationId="{255BAFF4-887C-CEBA-AC4C-C7C077227482}"/>
          </ac:spMkLst>
        </pc:spChg>
      </pc:sldChg>
      <pc:sldChg chg="modSp new mod modNotesTx">
        <pc:chgData name="Berg, Dirk van den" userId="035ecb32-01d9-4b47-a105-eacf059a4647" providerId="ADAL" clId="{F7FF961E-CF96-44AC-93C2-93612F62D46D}" dt="2026-02-26T10:11:30.160" v="11058" actId="6549"/>
        <pc:sldMkLst>
          <pc:docMk/>
          <pc:sldMk cId="158879424" sldId="301"/>
        </pc:sldMkLst>
        <pc:spChg chg="mod">
          <ac:chgData name="Berg, Dirk van den" userId="035ecb32-01d9-4b47-a105-eacf059a4647" providerId="ADAL" clId="{F7FF961E-CF96-44AC-93C2-93612F62D46D}" dt="2026-02-23T08:21:24.777" v="6968" actId="113"/>
          <ac:spMkLst>
            <pc:docMk/>
            <pc:sldMk cId="158879424" sldId="301"/>
            <ac:spMk id="2" creationId="{CF43C25D-6A39-84B3-076C-2A4A34312A27}"/>
          </ac:spMkLst>
        </pc:spChg>
        <pc:spChg chg="mod">
          <ac:chgData name="Berg, Dirk van den" userId="035ecb32-01d9-4b47-a105-eacf059a4647" providerId="ADAL" clId="{F7FF961E-CF96-44AC-93C2-93612F62D46D}" dt="2026-02-26T10:11:30.160" v="11058" actId="6549"/>
          <ac:spMkLst>
            <pc:docMk/>
            <pc:sldMk cId="158879424" sldId="301"/>
            <ac:spMk id="3" creationId="{164B1ADE-CC92-6C27-F59F-7FA33FF0458C}"/>
          </ac:spMkLst>
        </pc:spChg>
      </pc:sldChg>
      <pc:sldChg chg="addSp delSp modSp new mod">
        <pc:chgData name="Berg, Dirk van den" userId="035ecb32-01d9-4b47-a105-eacf059a4647" providerId="ADAL" clId="{F7FF961E-CF96-44AC-93C2-93612F62D46D}" dt="2026-02-25T08:13:55.910" v="7215" actId="207"/>
        <pc:sldMkLst>
          <pc:docMk/>
          <pc:sldMk cId="3035719297" sldId="302"/>
        </pc:sldMkLst>
        <pc:spChg chg="mod">
          <ac:chgData name="Berg, Dirk van den" userId="035ecb32-01d9-4b47-a105-eacf059a4647" providerId="ADAL" clId="{F7FF961E-CF96-44AC-93C2-93612F62D46D}" dt="2026-02-25T08:02:46.025" v="7157" actId="20577"/>
          <ac:spMkLst>
            <pc:docMk/>
            <pc:sldMk cId="3035719297" sldId="302"/>
            <ac:spMk id="2" creationId="{A66D64BD-F3A4-2F9D-BAE6-248270D9F501}"/>
          </ac:spMkLst>
        </pc:spChg>
        <pc:spChg chg="mod">
          <ac:chgData name="Berg, Dirk van den" userId="035ecb32-01d9-4b47-a105-eacf059a4647" providerId="ADAL" clId="{F7FF961E-CF96-44AC-93C2-93612F62D46D}" dt="2026-02-25T08:13:55.910" v="7215" actId="207"/>
          <ac:spMkLst>
            <pc:docMk/>
            <pc:sldMk cId="3035719297" sldId="302"/>
            <ac:spMk id="3" creationId="{7C31ADB7-BB8F-E3FD-2F87-7BF74E2FBBE6}"/>
          </ac:spMkLst>
        </pc:spChg>
      </pc:sldChg>
      <pc:sldChg chg="modSp new mod">
        <pc:chgData name="Berg, Dirk van den" userId="035ecb32-01d9-4b47-a105-eacf059a4647" providerId="ADAL" clId="{F7FF961E-CF96-44AC-93C2-93612F62D46D}" dt="2026-02-25T08:13:06.129" v="7208" actId="113"/>
        <pc:sldMkLst>
          <pc:docMk/>
          <pc:sldMk cId="2040043487" sldId="303"/>
        </pc:sldMkLst>
        <pc:spChg chg="mod">
          <ac:chgData name="Berg, Dirk van den" userId="035ecb32-01d9-4b47-a105-eacf059a4647" providerId="ADAL" clId="{F7FF961E-CF96-44AC-93C2-93612F62D46D}" dt="2026-02-25T08:03:08.526" v="7169"/>
          <ac:spMkLst>
            <pc:docMk/>
            <pc:sldMk cId="2040043487" sldId="303"/>
            <ac:spMk id="2" creationId="{E953B0A2-68C9-0ADA-4D34-6FBF5E39D8FF}"/>
          </ac:spMkLst>
        </pc:spChg>
        <pc:spChg chg="mod">
          <ac:chgData name="Berg, Dirk van den" userId="035ecb32-01d9-4b47-a105-eacf059a4647" providerId="ADAL" clId="{F7FF961E-CF96-44AC-93C2-93612F62D46D}" dt="2026-02-25T08:13:06.129" v="7208" actId="113"/>
          <ac:spMkLst>
            <pc:docMk/>
            <pc:sldMk cId="2040043487" sldId="303"/>
            <ac:spMk id="3" creationId="{6C50133B-63B0-E2A5-3038-2605B0CBC60E}"/>
          </ac:spMkLst>
        </pc:spChg>
      </pc:sldChg>
      <pc:sldChg chg="addSp modSp add mod">
        <pc:chgData name="Berg, Dirk van den" userId="035ecb32-01d9-4b47-a105-eacf059a4647" providerId="ADAL" clId="{F7FF961E-CF96-44AC-93C2-93612F62D46D}" dt="2026-02-25T09:51:15.957" v="7597" actId="14100"/>
        <pc:sldMkLst>
          <pc:docMk/>
          <pc:sldMk cId="2235259351" sldId="305"/>
        </pc:sldMkLst>
        <pc:spChg chg="mod">
          <ac:chgData name="Berg, Dirk van den" userId="035ecb32-01d9-4b47-a105-eacf059a4647" providerId="ADAL" clId="{F7FF961E-CF96-44AC-93C2-93612F62D46D}" dt="2026-02-25T09:35:22.264" v="7405" actId="15"/>
          <ac:spMkLst>
            <pc:docMk/>
            <pc:sldMk cId="2235259351" sldId="305"/>
            <ac:spMk id="3" creationId="{7D08DCEF-3788-C08C-72BE-9D317DD4AAC1}"/>
          </ac:spMkLst>
        </pc:spChg>
        <pc:spChg chg="add mod">
          <ac:chgData name="Berg, Dirk van den" userId="035ecb32-01d9-4b47-a105-eacf059a4647" providerId="ADAL" clId="{F7FF961E-CF96-44AC-93C2-93612F62D46D}" dt="2026-02-25T09:51:15.957" v="7597" actId="14100"/>
          <ac:spMkLst>
            <pc:docMk/>
            <pc:sldMk cId="2235259351" sldId="305"/>
            <ac:spMk id="7" creationId="{DB7565F8-94AB-570C-ED83-94AA5B37B251}"/>
          </ac:spMkLst>
        </pc:spChg>
      </pc:sldChg>
      <pc:sldChg chg="addSp modSp add mod modNotesTx">
        <pc:chgData name="Berg, Dirk van den" userId="035ecb32-01d9-4b47-a105-eacf059a4647" providerId="ADAL" clId="{F7FF961E-CF96-44AC-93C2-93612F62D46D}" dt="2026-02-26T09:04:00.254" v="10430" actId="20577"/>
        <pc:sldMkLst>
          <pc:docMk/>
          <pc:sldMk cId="1890544362" sldId="306"/>
        </pc:sldMkLst>
        <pc:spChg chg="mod">
          <ac:chgData name="Berg, Dirk van den" userId="035ecb32-01d9-4b47-a105-eacf059a4647" providerId="ADAL" clId="{F7FF961E-CF96-44AC-93C2-93612F62D46D}" dt="2026-02-25T09:35:04.485" v="7404" actId="15"/>
          <ac:spMkLst>
            <pc:docMk/>
            <pc:sldMk cId="1890544362" sldId="306"/>
            <ac:spMk id="3" creationId="{FD40EF81-5E94-D081-6393-0F5407EB89A6}"/>
          </ac:spMkLst>
        </pc:spChg>
        <pc:spChg chg="add mod">
          <ac:chgData name="Berg, Dirk van den" userId="035ecb32-01d9-4b47-a105-eacf059a4647" providerId="ADAL" clId="{F7FF961E-CF96-44AC-93C2-93612F62D46D}" dt="2026-02-25T09:51:24.018" v="7598"/>
          <ac:spMkLst>
            <pc:docMk/>
            <pc:sldMk cId="1890544362" sldId="306"/>
            <ac:spMk id="4" creationId="{837F55B8-EBD2-67DD-00C8-C8BC28BC5388}"/>
          </ac:spMkLst>
        </pc:spChg>
      </pc:sldChg>
      <pc:sldChg chg="modSp new mod">
        <pc:chgData name="Berg, Dirk van den" userId="035ecb32-01d9-4b47-a105-eacf059a4647" providerId="ADAL" clId="{F7FF961E-CF96-44AC-93C2-93612F62D46D}" dt="2026-02-25T08:15:54.213" v="7248" actId="403"/>
        <pc:sldMkLst>
          <pc:docMk/>
          <pc:sldMk cId="3129393358" sldId="307"/>
        </pc:sldMkLst>
        <pc:spChg chg="mod">
          <ac:chgData name="Berg, Dirk van den" userId="035ecb32-01d9-4b47-a105-eacf059a4647" providerId="ADAL" clId="{F7FF961E-CF96-44AC-93C2-93612F62D46D}" dt="2026-02-25T08:15:12.321" v="7234" actId="20577"/>
          <ac:spMkLst>
            <pc:docMk/>
            <pc:sldMk cId="3129393358" sldId="307"/>
            <ac:spMk id="2" creationId="{F0C30C42-74FD-75D9-2352-FFE6936A32FC}"/>
          </ac:spMkLst>
        </pc:spChg>
        <pc:spChg chg="mod">
          <ac:chgData name="Berg, Dirk van den" userId="035ecb32-01d9-4b47-a105-eacf059a4647" providerId="ADAL" clId="{F7FF961E-CF96-44AC-93C2-93612F62D46D}" dt="2026-02-25T08:15:54.213" v="7248" actId="403"/>
          <ac:spMkLst>
            <pc:docMk/>
            <pc:sldMk cId="3129393358" sldId="307"/>
            <ac:spMk id="3" creationId="{69B2A670-3971-254B-BF24-A95851C101DA}"/>
          </ac:spMkLst>
        </pc:spChg>
      </pc:sldChg>
      <pc:sldChg chg="modSp new mod modNotesTx">
        <pc:chgData name="Berg, Dirk van den" userId="035ecb32-01d9-4b47-a105-eacf059a4647" providerId="ADAL" clId="{F7FF961E-CF96-44AC-93C2-93612F62D46D}" dt="2026-02-25T12:10:31.078" v="8008" actId="20577"/>
        <pc:sldMkLst>
          <pc:docMk/>
          <pc:sldMk cId="275117799" sldId="308"/>
        </pc:sldMkLst>
        <pc:spChg chg="mod">
          <ac:chgData name="Berg, Dirk van den" userId="035ecb32-01d9-4b47-a105-eacf059a4647" providerId="ADAL" clId="{F7FF961E-CF96-44AC-93C2-93612F62D46D}" dt="2026-02-25T12:10:31.078" v="8008" actId="20577"/>
          <ac:spMkLst>
            <pc:docMk/>
            <pc:sldMk cId="275117799" sldId="308"/>
            <ac:spMk id="2" creationId="{55A51947-763E-7EBF-0AED-AB348A1C7691}"/>
          </ac:spMkLst>
        </pc:spChg>
        <pc:spChg chg="mod">
          <ac:chgData name="Berg, Dirk van den" userId="035ecb32-01d9-4b47-a105-eacf059a4647" providerId="ADAL" clId="{F7FF961E-CF96-44AC-93C2-93612F62D46D}" dt="2026-02-25T08:17:08.042" v="7271" actId="20577"/>
          <ac:spMkLst>
            <pc:docMk/>
            <pc:sldMk cId="275117799" sldId="308"/>
            <ac:spMk id="3" creationId="{1887F7B1-DE89-304C-8D12-8908CD61A3E6}"/>
          </ac:spMkLst>
        </pc:spChg>
      </pc:sldChg>
      <pc:sldChg chg="addSp delSp modSp new mod ord setBg">
        <pc:chgData name="Berg, Dirk van den" userId="035ecb32-01d9-4b47-a105-eacf059a4647" providerId="ADAL" clId="{F7FF961E-CF96-44AC-93C2-93612F62D46D}" dt="2026-02-26T09:58:09.210" v="11030"/>
        <pc:sldMkLst>
          <pc:docMk/>
          <pc:sldMk cId="3889420193" sldId="309"/>
        </pc:sldMkLst>
        <pc:spChg chg="mod">
          <ac:chgData name="Berg, Dirk van den" userId="035ecb32-01d9-4b47-a105-eacf059a4647" providerId="ADAL" clId="{F7FF961E-CF96-44AC-93C2-93612F62D46D}" dt="2026-02-26T09:51:31.044" v="10903" actId="20577"/>
          <ac:spMkLst>
            <pc:docMk/>
            <pc:sldMk cId="3889420193" sldId="309"/>
            <ac:spMk id="2" creationId="{365E0BC8-7E90-DCF6-9154-4D142BB5D5B8}"/>
          </ac:spMkLst>
        </pc:spChg>
        <pc:spChg chg="mod">
          <ac:chgData name="Berg, Dirk van den" userId="035ecb32-01d9-4b47-a105-eacf059a4647" providerId="ADAL" clId="{F7FF961E-CF96-44AC-93C2-93612F62D46D}" dt="2026-02-26T09:53:34.146" v="11022" actId="20577"/>
          <ac:spMkLst>
            <pc:docMk/>
            <pc:sldMk cId="3889420193" sldId="309"/>
            <ac:spMk id="3" creationId="{47CA0CF2-9BD0-38C9-8E87-6B4968D4834A}"/>
          </ac:spMkLst>
        </pc:spChg>
        <pc:spChg chg="add mod">
          <ac:chgData name="Berg, Dirk van den" userId="035ecb32-01d9-4b47-a105-eacf059a4647" providerId="ADAL" clId="{F7FF961E-CF96-44AC-93C2-93612F62D46D}" dt="2026-02-26T09:52:19.835" v="10926" actId="20577"/>
          <ac:spMkLst>
            <pc:docMk/>
            <pc:sldMk cId="3889420193" sldId="309"/>
            <ac:spMk id="5" creationId="{EB7866DB-F98D-009E-607D-494B48C18A23}"/>
          </ac:spMkLst>
        </pc:spChg>
        <pc:picChg chg="add mod">
          <ac:chgData name="Berg, Dirk van den" userId="035ecb32-01d9-4b47-a105-eacf059a4647" providerId="ADAL" clId="{F7FF961E-CF96-44AC-93C2-93612F62D46D}" dt="2026-02-25T09:47:40.756" v="7517" actId="1076"/>
          <ac:picMkLst>
            <pc:docMk/>
            <pc:sldMk cId="3889420193" sldId="309"/>
            <ac:picMk id="1026" creationId="{863432AB-5BEA-6A28-7E7E-688E0A670E36}"/>
          </ac:picMkLst>
        </pc:picChg>
      </pc:sldChg>
      <pc:sldChg chg="addSp modSp new mod modShow">
        <pc:chgData name="Berg, Dirk van den" userId="035ecb32-01d9-4b47-a105-eacf059a4647" providerId="ADAL" clId="{F7FF961E-CF96-44AC-93C2-93612F62D46D}" dt="2026-02-26T09:46:13.481" v="10887" actId="729"/>
        <pc:sldMkLst>
          <pc:docMk/>
          <pc:sldMk cId="4221650191" sldId="310"/>
        </pc:sldMkLst>
        <pc:spChg chg="mod">
          <ac:chgData name="Berg, Dirk van den" userId="035ecb32-01d9-4b47-a105-eacf059a4647" providerId="ADAL" clId="{F7FF961E-CF96-44AC-93C2-93612F62D46D}" dt="2026-02-25T13:10:20.255" v="8382" actId="20577"/>
          <ac:spMkLst>
            <pc:docMk/>
            <pc:sldMk cId="4221650191" sldId="310"/>
            <ac:spMk id="2" creationId="{61183A08-E576-98C5-14FE-B3F60FC77C64}"/>
          </ac:spMkLst>
        </pc:spChg>
        <pc:spChg chg="mod">
          <ac:chgData name="Berg, Dirk van den" userId="035ecb32-01d9-4b47-a105-eacf059a4647" providerId="ADAL" clId="{F7FF961E-CF96-44AC-93C2-93612F62D46D}" dt="2026-02-25T13:56:21.985" v="8537" actId="27636"/>
          <ac:spMkLst>
            <pc:docMk/>
            <pc:sldMk cId="4221650191" sldId="310"/>
            <ac:spMk id="3" creationId="{41F7472A-5289-F1C4-5E17-28FF1B34D98A}"/>
          </ac:spMkLst>
        </pc:spChg>
        <pc:picChg chg="add mod">
          <ac:chgData name="Berg, Dirk van den" userId="035ecb32-01d9-4b47-a105-eacf059a4647" providerId="ADAL" clId="{F7FF961E-CF96-44AC-93C2-93612F62D46D}" dt="2026-02-25T13:14:31.590" v="8396" actId="1076"/>
          <ac:picMkLst>
            <pc:docMk/>
            <pc:sldMk cId="4221650191" sldId="310"/>
            <ac:picMk id="5" creationId="{14525817-D4C1-C93F-6040-06844CFB4554}"/>
          </ac:picMkLst>
        </pc:picChg>
      </pc:sldChg>
      <pc:sldChg chg="modSp add mod modNotesTx">
        <pc:chgData name="Berg, Dirk van den" userId="035ecb32-01d9-4b47-a105-eacf059a4647" providerId="ADAL" clId="{F7FF961E-CF96-44AC-93C2-93612F62D46D}" dt="2026-02-26T09:58:17.117" v="11031" actId="20577"/>
        <pc:sldMkLst>
          <pc:docMk/>
          <pc:sldMk cId="2985560707" sldId="311"/>
        </pc:sldMkLst>
        <pc:spChg chg="mod">
          <ac:chgData name="Berg, Dirk van den" userId="035ecb32-01d9-4b47-a105-eacf059a4647" providerId="ADAL" clId="{F7FF961E-CF96-44AC-93C2-93612F62D46D}" dt="2026-02-26T09:58:17.117" v="11031" actId="20577"/>
          <ac:spMkLst>
            <pc:docMk/>
            <pc:sldMk cId="2985560707" sldId="311"/>
            <ac:spMk id="2" creationId="{6975B073-3ADE-DEC9-E306-C1F8E0818CB0}"/>
          </ac:spMkLst>
        </pc:spChg>
        <pc:spChg chg="mod">
          <ac:chgData name="Berg, Dirk van den" userId="035ecb32-01d9-4b47-a105-eacf059a4647" providerId="ADAL" clId="{F7FF961E-CF96-44AC-93C2-93612F62D46D}" dt="2026-02-26T09:57:02.015" v="11028"/>
          <ac:spMkLst>
            <pc:docMk/>
            <pc:sldMk cId="2985560707" sldId="311"/>
            <ac:spMk id="3" creationId="{C1A35E73-C4C4-96DB-1BF4-ED01897E7C50}"/>
          </ac:spMkLst>
        </pc:spChg>
      </pc:sldChg>
      <pc:sldChg chg="modSp new mod modShow">
        <pc:chgData name="Berg, Dirk van den" userId="035ecb32-01d9-4b47-a105-eacf059a4647" providerId="ADAL" clId="{F7FF961E-CF96-44AC-93C2-93612F62D46D}" dt="2026-02-26T09:46:20.442" v="10889" actId="729"/>
        <pc:sldMkLst>
          <pc:docMk/>
          <pc:sldMk cId="3664330195" sldId="312"/>
        </pc:sldMkLst>
        <pc:spChg chg="mod">
          <ac:chgData name="Berg, Dirk van den" userId="035ecb32-01d9-4b47-a105-eacf059a4647" providerId="ADAL" clId="{F7FF961E-CF96-44AC-93C2-93612F62D46D}" dt="2026-02-25T13:43:08.152" v="8517" actId="27636"/>
          <ac:spMkLst>
            <pc:docMk/>
            <pc:sldMk cId="3664330195" sldId="312"/>
            <ac:spMk id="2" creationId="{70A46B98-4201-FC27-8A18-DEB94E4CDAD5}"/>
          </ac:spMkLst>
        </pc:spChg>
      </pc:sldChg>
      <pc:sldChg chg="addSp modSp new mod modShow">
        <pc:chgData name="Berg, Dirk van den" userId="035ecb32-01d9-4b47-a105-eacf059a4647" providerId="ADAL" clId="{F7FF961E-CF96-44AC-93C2-93612F62D46D}" dt="2026-02-26T09:46:15.478" v="10888" actId="729"/>
        <pc:sldMkLst>
          <pc:docMk/>
          <pc:sldMk cId="4281035678" sldId="314"/>
        </pc:sldMkLst>
        <pc:spChg chg="mod">
          <ac:chgData name="Berg, Dirk van den" userId="035ecb32-01d9-4b47-a105-eacf059a4647" providerId="ADAL" clId="{F7FF961E-CF96-44AC-93C2-93612F62D46D}" dt="2026-02-25T14:37:25.454" v="8962" actId="20577"/>
          <ac:spMkLst>
            <pc:docMk/>
            <pc:sldMk cId="4281035678" sldId="314"/>
            <ac:spMk id="2" creationId="{6B6D80B5-DD07-A846-CB85-B87B17058657}"/>
          </ac:spMkLst>
        </pc:spChg>
        <pc:picChg chg="add">
          <ac:chgData name="Berg, Dirk van den" userId="035ecb32-01d9-4b47-a105-eacf059a4647" providerId="ADAL" clId="{F7FF961E-CF96-44AC-93C2-93612F62D46D}" dt="2026-02-25T14:37:28.285" v="8963" actId="22"/>
          <ac:picMkLst>
            <pc:docMk/>
            <pc:sldMk cId="4281035678" sldId="314"/>
            <ac:picMk id="5" creationId="{6337A3E9-3045-7CFB-F0C7-38FB7478B5AF}"/>
          </ac:picMkLst>
        </pc:picChg>
      </pc:sldChg>
      <pc:sldChg chg="addSp modSp new mod ord modShow modNotesTx">
        <pc:chgData name="Berg, Dirk van den" userId="035ecb32-01d9-4b47-a105-eacf059a4647" providerId="ADAL" clId="{F7FF961E-CF96-44AC-93C2-93612F62D46D}" dt="2026-02-26T11:44:04.676" v="12742" actId="20577"/>
        <pc:sldMkLst>
          <pc:docMk/>
          <pc:sldMk cId="4124823506" sldId="315"/>
        </pc:sldMkLst>
        <pc:spChg chg="mod">
          <ac:chgData name="Berg, Dirk van den" userId="035ecb32-01d9-4b47-a105-eacf059a4647" providerId="ADAL" clId="{F7FF961E-CF96-44AC-93C2-93612F62D46D}" dt="2026-02-26T11:23:42.113" v="12235" actId="20577"/>
          <ac:spMkLst>
            <pc:docMk/>
            <pc:sldMk cId="4124823506" sldId="315"/>
            <ac:spMk id="2" creationId="{C7DBE124-0725-66E8-389D-3018FB5CB3DC}"/>
          </ac:spMkLst>
        </pc:spChg>
        <pc:spChg chg="mod">
          <ac:chgData name="Berg, Dirk van den" userId="035ecb32-01d9-4b47-a105-eacf059a4647" providerId="ADAL" clId="{F7FF961E-CF96-44AC-93C2-93612F62D46D}" dt="2026-02-26T11:43:13.911" v="12740" actId="20577"/>
          <ac:spMkLst>
            <pc:docMk/>
            <pc:sldMk cId="4124823506" sldId="315"/>
            <ac:spMk id="3" creationId="{AC23873C-45B6-7953-9208-D3C1D527CA80}"/>
          </ac:spMkLst>
        </pc:spChg>
      </pc:sldChg>
      <pc:sldChg chg="modSp new add del mod modShow">
        <pc:chgData name="Berg, Dirk van den" userId="035ecb32-01d9-4b47-a105-eacf059a4647" providerId="ADAL" clId="{F7FF961E-CF96-44AC-93C2-93612F62D46D}" dt="2026-02-26T10:53:25.710" v="11606" actId="729"/>
        <pc:sldMkLst>
          <pc:docMk/>
          <pc:sldMk cId="764070731" sldId="316"/>
        </pc:sldMkLst>
        <pc:spChg chg="mod">
          <ac:chgData name="Berg, Dirk van den" userId="035ecb32-01d9-4b47-a105-eacf059a4647" providerId="ADAL" clId="{F7FF961E-CF96-44AC-93C2-93612F62D46D}" dt="2026-02-25T20:17:33.087" v="9267" actId="20577"/>
          <ac:spMkLst>
            <pc:docMk/>
            <pc:sldMk cId="764070731" sldId="316"/>
            <ac:spMk id="2" creationId="{B0FB5998-0C87-859B-6BD4-8F30927A597A}"/>
          </ac:spMkLst>
        </pc:spChg>
        <pc:spChg chg="mod">
          <ac:chgData name="Berg, Dirk van den" userId="035ecb32-01d9-4b47-a105-eacf059a4647" providerId="ADAL" clId="{F7FF961E-CF96-44AC-93C2-93612F62D46D}" dt="2026-02-25T20:22:27.967" v="9669" actId="5793"/>
          <ac:spMkLst>
            <pc:docMk/>
            <pc:sldMk cId="764070731" sldId="316"/>
            <ac:spMk id="3" creationId="{69232822-C81C-A4EE-76B9-E1D89D983B57}"/>
          </ac:spMkLst>
        </pc:spChg>
      </pc:sldChg>
      <pc:sldChg chg="modSp new mod">
        <pc:chgData name="Berg, Dirk van den" userId="035ecb32-01d9-4b47-a105-eacf059a4647" providerId="ADAL" clId="{F7FF961E-CF96-44AC-93C2-93612F62D46D}" dt="2026-02-26T11:00:49.859" v="12024" actId="20577"/>
        <pc:sldMkLst>
          <pc:docMk/>
          <pc:sldMk cId="717721983" sldId="317"/>
        </pc:sldMkLst>
        <pc:spChg chg="mod">
          <ac:chgData name="Berg, Dirk van den" userId="035ecb32-01d9-4b47-a105-eacf059a4647" providerId="ADAL" clId="{F7FF961E-CF96-44AC-93C2-93612F62D46D}" dt="2026-02-26T10:59:04.970" v="11976" actId="20577"/>
          <ac:spMkLst>
            <pc:docMk/>
            <pc:sldMk cId="717721983" sldId="317"/>
            <ac:spMk id="2" creationId="{7D62E27C-0BD6-342F-E347-D1D82F59685B}"/>
          </ac:spMkLst>
        </pc:spChg>
        <pc:spChg chg="mod">
          <ac:chgData name="Berg, Dirk van den" userId="035ecb32-01d9-4b47-a105-eacf059a4647" providerId="ADAL" clId="{F7FF961E-CF96-44AC-93C2-93612F62D46D}" dt="2026-02-26T11:00:49.859" v="12024" actId="20577"/>
          <ac:spMkLst>
            <pc:docMk/>
            <pc:sldMk cId="717721983" sldId="317"/>
            <ac:spMk id="3" creationId="{DFEA28B3-CC51-345F-CC74-972862EB0A46}"/>
          </ac:spMkLst>
        </pc:spChg>
      </pc:sldChg>
      <pc:sldChg chg="addSp modSp new mod ord modShow">
        <pc:chgData name="Berg, Dirk van den" userId="035ecb32-01d9-4b47-a105-eacf059a4647" providerId="ADAL" clId="{F7FF961E-CF96-44AC-93C2-93612F62D46D}" dt="2026-03-16T13:15:50.187" v="12744" actId="1076"/>
        <pc:sldMkLst>
          <pc:docMk/>
          <pc:sldMk cId="3065739215" sldId="318"/>
        </pc:sldMkLst>
        <pc:spChg chg="mod">
          <ac:chgData name="Berg, Dirk van den" userId="035ecb32-01d9-4b47-a105-eacf059a4647" providerId="ADAL" clId="{F7FF961E-CF96-44AC-93C2-93612F62D46D}" dt="2026-02-25T20:55:14.405" v="9816" actId="27636"/>
          <ac:spMkLst>
            <pc:docMk/>
            <pc:sldMk cId="3065739215" sldId="318"/>
            <ac:spMk id="3" creationId="{E8CD6A1C-D42E-8241-5599-8802524E9764}"/>
          </ac:spMkLst>
        </pc:spChg>
        <pc:spChg chg="add mod">
          <ac:chgData name="Berg, Dirk van den" userId="035ecb32-01d9-4b47-a105-eacf059a4647" providerId="ADAL" clId="{F7FF961E-CF96-44AC-93C2-93612F62D46D}" dt="2026-02-25T20:55:46.955" v="9823"/>
          <ac:spMkLst>
            <pc:docMk/>
            <pc:sldMk cId="3065739215" sldId="318"/>
            <ac:spMk id="5" creationId="{2AD2292D-8181-B4D8-16CD-B4516A91A42C}"/>
          </ac:spMkLst>
        </pc:spChg>
        <pc:picChg chg="add mod">
          <ac:chgData name="Berg, Dirk van den" userId="035ecb32-01d9-4b47-a105-eacf059a4647" providerId="ADAL" clId="{F7FF961E-CF96-44AC-93C2-93612F62D46D}" dt="2026-03-16T13:15:47.902" v="12743" actId="1076"/>
          <ac:picMkLst>
            <pc:docMk/>
            <pc:sldMk cId="3065739215" sldId="318"/>
            <ac:picMk id="7" creationId="{16071A6C-5BA2-7F72-854A-2C5F8CD5B9DF}"/>
          </ac:picMkLst>
        </pc:picChg>
        <pc:picChg chg="add mod">
          <ac:chgData name="Berg, Dirk van den" userId="035ecb32-01d9-4b47-a105-eacf059a4647" providerId="ADAL" clId="{F7FF961E-CF96-44AC-93C2-93612F62D46D}" dt="2026-03-16T13:15:50.187" v="12744" actId="1076"/>
          <ac:picMkLst>
            <pc:docMk/>
            <pc:sldMk cId="3065739215" sldId="318"/>
            <ac:picMk id="9" creationId="{20DF0A87-56E1-4950-5B53-6FF747A874F4}"/>
          </ac:picMkLst>
        </pc:picChg>
      </pc:sldChg>
      <pc:sldChg chg="addSp modSp new mod modNotesTx">
        <pc:chgData name="Berg, Dirk van den" userId="035ecb32-01d9-4b47-a105-eacf059a4647" providerId="ADAL" clId="{F7FF961E-CF96-44AC-93C2-93612F62D46D}" dt="2026-02-26T09:04:46.313" v="10511" actId="313"/>
        <pc:sldMkLst>
          <pc:docMk/>
          <pc:sldMk cId="3950049016" sldId="319"/>
        </pc:sldMkLst>
        <pc:spChg chg="mod">
          <ac:chgData name="Berg, Dirk van den" userId="035ecb32-01d9-4b47-a105-eacf059a4647" providerId="ADAL" clId="{F7FF961E-CF96-44AC-93C2-93612F62D46D}" dt="2026-02-26T08:47:34.068" v="10155" actId="1076"/>
          <ac:spMkLst>
            <pc:docMk/>
            <pc:sldMk cId="3950049016" sldId="319"/>
            <ac:spMk id="2" creationId="{30C4E26A-56D2-9290-1BC2-E366E6685443}"/>
          </ac:spMkLst>
        </pc:spChg>
        <pc:spChg chg="mod">
          <ac:chgData name="Berg, Dirk van den" userId="035ecb32-01d9-4b47-a105-eacf059a4647" providerId="ADAL" clId="{F7FF961E-CF96-44AC-93C2-93612F62D46D}" dt="2026-02-26T08:58:06.212" v="10374" actId="20577"/>
          <ac:spMkLst>
            <pc:docMk/>
            <pc:sldMk cId="3950049016" sldId="319"/>
            <ac:spMk id="3" creationId="{537729C2-87E4-32B9-CDAE-C689CCA51262}"/>
          </ac:spMkLst>
        </pc:spChg>
        <pc:picChg chg="add mod ord">
          <ac:chgData name="Berg, Dirk van den" userId="035ecb32-01d9-4b47-a105-eacf059a4647" providerId="ADAL" clId="{F7FF961E-CF96-44AC-93C2-93612F62D46D}" dt="2026-02-26T08:57:30.327" v="10359" actId="167"/>
          <ac:picMkLst>
            <pc:docMk/>
            <pc:sldMk cId="3950049016" sldId="319"/>
            <ac:picMk id="5" creationId="{80076D6B-DEF6-5164-3138-8F2F3C05C6D9}"/>
          </ac:picMkLst>
        </pc:picChg>
      </pc:sldChg>
      <pc:sldChg chg="modSp new mod">
        <pc:chgData name="Berg, Dirk van den" userId="035ecb32-01d9-4b47-a105-eacf059a4647" providerId="ADAL" clId="{F7FF961E-CF96-44AC-93C2-93612F62D46D}" dt="2026-02-26T10:19:08.552" v="11406" actId="20577"/>
        <pc:sldMkLst>
          <pc:docMk/>
          <pc:sldMk cId="172555045" sldId="320"/>
        </pc:sldMkLst>
        <pc:spChg chg="mod">
          <ac:chgData name="Berg, Dirk van den" userId="035ecb32-01d9-4b47-a105-eacf059a4647" providerId="ADAL" clId="{F7FF961E-CF96-44AC-93C2-93612F62D46D}" dt="2026-02-26T10:19:08.552" v="11406" actId="20577"/>
          <ac:spMkLst>
            <pc:docMk/>
            <pc:sldMk cId="172555045" sldId="320"/>
            <ac:spMk id="3" creationId="{40BE6BB6-57C3-7B2E-E29C-A4575D61CC5F}"/>
          </ac:spMkLst>
        </pc:spChg>
      </pc:sldChg>
      <pc:sldChg chg="addSp modSp new mod modNotesTx">
        <pc:chgData name="Berg, Dirk van den" userId="035ecb32-01d9-4b47-a105-eacf059a4647" providerId="ADAL" clId="{F7FF961E-CF96-44AC-93C2-93612F62D46D}" dt="2026-02-26T10:52:21.330" v="11603" actId="20577"/>
        <pc:sldMkLst>
          <pc:docMk/>
          <pc:sldMk cId="1643364391" sldId="321"/>
        </pc:sldMkLst>
        <pc:spChg chg="mod">
          <ac:chgData name="Berg, Dirk van den" userId="035ecb32-01d9-4b47-a105-eacf059a4647" providerId="ADAL" clId="{F7FF961E-CF96-44AC-93C2-93612F62D46D}" dt="2026-02-26T10:47:23.930" v="11585" actId="1076"/>
          <ac:spMkLst>
            <pc:docMk/>
            <pc:sldMk cId="1643364391" sldId="321"/>
            <ac:spMk id="2" creationId="{FF229C10-5A06-4B33-DF58-CAB7090EF892}"/>
          </ac:spMkLst>
        </pc:spChg>
        <pc:spChg chg="mod">
          <ac:chgData name="Berg, Dirk van den" userId="035ecb32-01d9-4b47-a105-eacf059a4647" providerId="ADAL" clId="{F7FF961E-CF96-44AC-93C2-93612F62D46D}" dt="2026-02-26T10:47:58.041" v="11601" actId="20577"/>
          <ac:spMkLst>
            <pc:docMk/>
            <pc:sldMk cId="1643364391" sldId="321"/>
            <ac:spMk id="3" creationId="{E1F083CE-B556-E2F0-3FCB-15B4E299774D}"/>
          </ac:spMkLst>
        </pc:spChg>
        <pc:picChg chg="add mod">
          <ac:chgData name="Berg, Dirk van den" userId="035ecb32-01d9-4b47-a105-eacf059a4647" providerId="ADAL" clId="{F7FF961E-CF96-44AC-93C2-93612F62D46D}" dt="2026-02-26T10:47:18.663" v="11584" actId="1076"/>
          <ac:picMkLst>
            <pc:docMk/>
            <pc:sldMk cId="1643364391" sldId="321"/>
            <ac:picMk id="5" creationId="{4A4ADE5F-3D4A-8D30-BCA2-BE07F9828A83}"/>
          </ac:picMkLst>
        </pc:picChg>
      </pc:sldChg>
      <pc:sldChg chg="modSp new mod">
        <pc:chgData name="Berg, Dirk van den" userId="035ecb32-01d9-4b47-a105-eacf059a4647" providerId="ADAL" clId="{F7FF961E-CF96-44AC-93C2-93612F62D46D}" dt="2026-02-26T11:02:13.931" v="12178" actId="20577"/>
        <pc:sldMkLst>
          <pc:docMk/>
          <pc:sldMk cId="1928551108" sldId="322"/>
        </pc:sldMkLst>
        <pc:spChg chg="mod">
          <ac:chgData name="Berg, Dirk van den" userId="035ecb32-01d9-4b47-a105-eacf059a4647" providerId="ADAL" clId="{F7FF961E-CF96-44AC-93C2-93612F62D46D}" dt="2026-02-26T11:00:58.216" v="12035" actId="20577"/>
          <ac:spMkLst>
            <pc:docMk/>
            <pc:sldMk cId="1928551108" sldId="322"/>
            <ac:spMk id="2" creationId="{1D0454BF-70FB-DA28-8316-6435EB171F9C}"/>
          </ac:spMkLst>
        </pc:spChg>
        <pc:spChg chg="mod">
          <ac:chgData name="Berg, Dirk van den" userId="035ecb32-01d9-4b47-a105-eacf059a4647" providerId="ADAL" clId="{F7FF961E-CF96-44AC-93C2-93612F62D46D}" dt="2026-02-26T11:02:13.931" v="12178" actId="20577"/>
          <ac:spMkLst>
            <pc:docMk/>
            <pc:sldMk cId="1928551108" sldId="322"/>
            <ac:spMk id="3" creationId="{A1F87267-D1E8-01BB-2406-00FA14C50F56}"/>
          </ac:spMkLst>
        </pc:spChg>
      </pc:sldChg>
      <pc:sldChg chg="addSp modSp new mod modShow modNotesTx">
        <pc:chgData name="Berg, Dirk van den" userId="035ecb32-01d9-4b47-a105-eacf059a4647" providerId="ADAL" clId="{F7FF961E-CF96-44AC-93C2-93612F62D46D}" dt="2026-02-26T11:38:34.547" v="12684" actId="729"/>
        <pc:sldMkLst>
          <pc:docMk/>
          <pc:sldMk cId="519476915" sldId="323"/>
        </pc:sldMkLst>
        <pc:spChg chg="mod">
          <ac:chgData name="Berg, Dirk van den" userId="035ecb32-01d9-4b47-a105-eacf059a4647" providerId="ADAL" clId="{F7FF961E-CF96-44AC-93C2-93612F62D46D}" dt="2026-02-26T11:36:25.467" v="12606"/>
          <ac:spMkLst>
            <pc:docMk/>
            <pc:sldMk cId="519476915" sldId="323"/>
            <ac:spMk id="2" creationId="{153E6D6C-37B0-F649-16E5-849B3CAC2638}"/>
          </ac:spMkLst>
        </pc:spChg>
        <pc:spChg chg="mod">
          <ac:chgData name="Berg, Dirk van den" userId="035ecb32-01d9-4b47-a105-eacf059a4647" providerId="ADAL" clId="{F7FF961E-CF96-44AC-93C2-93612F62D46D}" dt="2026-02-26T11:37:36.844" v="12683" actId="15"/>
          <ac:spMkLst>
            <pc:docMk/>
            <pc:sldMk cId="519476915" sldId="323"/>
            <ac:spMk id="3" creationId="{5263DDA7-3BB2-90EA-C1B8-70FDF14C6D3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642682-855F-4265-9925-21E363BFA725}" type="datetimeFigureOut">
              <a:rPr lang="en-NL" smtClean="0"/>
              <a:t>16/03/2026</a:t>
            </a:fld>
            <a:endParaRPr lang="en-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C4EECF-7CFE-4F6E-9B3B-50F8DF1D9DC3}" type="slidenum">
              <a:rPr lang="en-NL" smtClean="0"/>
              <a:t>‹#›</a:t>
            </a:fld>
            <a:endParaRPr lang="en-NL"/>
          </a:p>
        </p:txBody>
      </p:sp>
    </p:spTree>
    <p:extLst>
      <p:ext uri="{BB962C8B-B14F-4D97-AF65-F5344CB8AC3E}">
        <p14:creationId xmlns:p14="http://schemas.microsoft.com/office/powerpoint/2010/main" val="4136632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file+.vscode-resource.vscode-cdn.net/c%3A/Users/20203253/.vscode/extensions/openai.chatgpt-0.4.76-win32-x64/webview/" TargetMode="External"/><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8BC4EECF-7CFE-4F6E-9B3B-50F8DF1D9DC3}" type="slidenum">
              <a:rPr lang="en-NL" smtClean="0"/>
              <a:t>1</a:t>
            </a:fld>
            <a:endParaRPr lang="en-NL"/>
          </a:p>
        </p:txBody>
      </p:sp>
    </p:spTree>
    <p:extLst>
      <p:ext uri="{BB962C8B-B14F-4D97-AF65-F5344CB8AC3E}">
        <p14:creationId xmlns:p14="http://schemas.microsoft.com/office/powerpoint/2010/main" val="28368899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Similar to </a:t>
            </a:r>
            <a:r>
              <a:rPr lang="en-US" dirty="0" err="1"/>
              <a:t>jan’s</a:t>
            </a:r>
            <a:r>
              <a:rPr lang="en-US" dirty="0"/>
              <a:t> method</a:t>
            </a:r>
            <a:endParaRPr lang="en-NL" dirty="0"/>
          </a:p>
          <a:p>
            <a:endParaRPr lang="en-NL" dirty="0"/>
          </a:p>
        </p:txBody>
      </p:sp>
      <p:sp>
        <p:nvSpPr>
          <p:cNvPr id="4" name="Slide Number Placeholder 3"/>
          <p:cNvSpPr>
            <a:spLocks noGrp="1"/>
          </p:cNvSpPr>
          <p:nvPr>
            <p:ph type="sldNum" sz="quarter" idx="5"/>
          </p:nvPr>
        </p:nvSpPr>
        <p:spPr/>
        <p:txBody>
          <a:bodyPr/>
          <a:lstStyle/>
          <a:p>
            <a:fld id="{8BC4EECF-7CFE-4F6E-9B3B-50F8DF1D9DC3}" type="slidenum">
              <a:rPr lang="en-NL" smtClean="0"/>
              <a:t>2</a:t>
            </a:fld>
            <a:endParaRPr lang="en-NL"/>
          </a:p>
        </p:txBody>
      </p:sp>
    </p:spTree>
    <p:extLst>
      <p:ext uri="{BB962C8B-B14F-4D97-AF65-F5344CB8AC3E}">
        <p14:creationId xmlns:p14="http://schemas.microsoft.com/office/powerpoint/2010/main" val="41676907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b="1" i="0" kern="1200" dirty="0">
                <a:solidFill>
                  <a:schemeClr val="tx1"/>
                </a:solidFill>
                <a:effectLst/>
                <a:latin typeface="+mn-lt"/>
                <a:ea typeface="+mn-ea"/>
                <a:cs typeface="+mn-cs"/>
              </a:rPr>
              <a:t>modal transformation matrix (</a:t>
            </a:r>
            <a:r>
              <a:rPr lang="fr-FR" sz="1200" b="0" i="0" kern="1200" dirty="0">
                <a:solidFill>
                  <a:schemeClr val="tx1"/>
                </a:solidFill>
                <a:effectLst/>
                <a:latin typeface="+mn-lt"/>
                <a:ea typeface="+mn-ea"/>
                <a:cs typeface="+mn-cs"/>
              </a:rPr>
              <a:t>Φ−1</a:t>
            </a:r>
            <a:r>
              <a:rPr lang="fr-FR" sz="1200" b="1"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purpose is to take the real-world, coupled physical coordinates of the gantry stage and mathematically transform them into a "decoupling basis“</a:t>
            </a:r>
          </a:p>
          <a:p>
            <a:r>
              <a:rPr lang="en-US" sz="1200" b="1" i="0" kern="1200" dirty="0">
                <a:solidFill>
                  <a:schemeClr val="tx1"/>
                </a:solidFill>
                <a:effectLst/>
                <a:latin typeface="+mn-lt"/>
                <a:ea typeface="+mn-ea"/>
                <a:cs typeface="+mn-cs"/>
              </a:rPr>
              <a:t>Input vector (</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1​</a:t>
            </a:r>
            <a:r>
              <a:rPr lang="en-US" sz="1200" b="1" i="0" kern="1200" dirty="0">
                <a:solidFill>
                  <a:schemeClr val="tx1"/>
                </a:solidFill>
                <a:effectLst/>
                <a:latin typeface="+mn-lt"/>
                <a:ea typeface="+mn-ea"/>
                <a:cs typeface="+mn-cs"/>
              </a:rPr>
              <a:t>, </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2​</a:t>
            </a:r>
            <a:r>
              <a:rPr lang="en-US" sz="1200" b="1" i="0" kern="1200" dirty="0">
                <a:solidFill>
                  <a:schemeClr val="tx1"/>
                </a:solidFill>
                <a:effectLst/>
                <a:latin typeface="+mn-lt"/>
                <a:ea typeface="+mn-ea"/>
                <a:cs typeface="+mn-cs"/>
              </a:rPr>
              <a:t>, </a:t>
            </a:r>
            <a:r>
              <a:rPr lang="en-US" sz="1200" b="0" i="1" kern="1200" dirty="0">
                <a:solidFill>
                  <a:schemeClr val="tx1"/>
                </a:solidFill>
                <a:effectLst/>
                <a:latin typeface="+mn-lt"/>
                <a:ea typeface="+mn-ea"/>
                <a:cs typeface="+mn-cs"/>
              </a:rPr>
              <a:t>Y</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These are the standard, measured position references for the physical actuators. </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1​ and </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2​ are the two parallel motors carrying the cross-arm, and </a:t>
            </a:r>
            <a:r>
              <a:rPr lang="en-US" sz="1200" b="0" i="1" kern="1200" dirty="0">
                <a:solidFill>
                  <a:schemeClr val="tx1"/>
                </a:solidFill>
                <a:effectLst/>
                <a:latin typeface="+mn-lt"/>
                <a:ea typeface="+mn-ea"/>
                <a:cs typeface="+mn-cs"/>
              </a:rPr>
              <a:t>Y</a:t>
            </a:r>
            <a:r>
              <a:rPr lang="en-US" sz="1200" b="0" i="0" kern="1200" dirty="0">
                <a:solidFill>
                  <a:schemeClr val="tx1"/>
                </a:solidFill>
                <a:effectLst/>
                <a:latin typeface="+mn-lt"/>
                <a:ea typeface="+mn-ea"/>
                <a:cs typeface="+mn-cs"/>
              </a:rPr>
              <a:t> is the motor carrying the payload</a:t>
            </a:r>
          </a:p>
          <a:p>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Row 1: Translation Equation (</a:t>
            </a:r>
            <a:r>
              <a:rPr lang="en-US" sz="1200" b="0" i="1" kern="1200" dirty="0">
                <a:solidFill>
                  <a:schemeClr val="tx1"/>
                </a:solidFill>
                <a:effectLst/>
                <a:latin typeface="+mn-lt"/>
                <a:ea typeface="+mn-ea"/>
                <a:cs typeface="+mn-cs"/>
              </a:rPr>
              <a:t>η</a:t>
            </a:r>
            <a:r>
              <a:rPr lang="en-US" sz="1200" b="0" i="0" kern="1200" dirty="0">
                <a:solidFill>
                  <a:schemeClr val="tx1"/>
                </a:solidFill>
                <a:effectLst/>
                <a:latin typeface="+mn-lt"/>
                <a:ea typeface="+mn-ea"/>
                <a:cs typeface="+mn-cs"/>
              </a:rPr>
              <a:t>1​=1/2​</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1​+1/2​</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2​</a:t>
            </a:r>
            <a:r>
              <a:rPr lang="en-US" sz="1200" b="1" i="0" kern="1200" dirty="0">
                <a:solidFill>
                  <a:schemeClr val="tx1"/>
                </a:solidFill>
                <a:effectLst/>
                <a:latin typeface="+mn-lt"/>
                <a:ea typeface="+mn-ea"/>
                <a:cs typeface="+mn-cs"/>
              </a:rPr>
              <a:t>)</a:t>
            </a:r>
            <a:r>
              <a:rPr lang="en-US" sz="1200" b="0" i="1" kern="1200" dirty="0">
                <a:solidFill>
                  <a:schemeClr val="tx1"/>
                </a:solidFill>
                <a:effectLst/>
                <a:latin typeface="+mn-lt"/>
                <a:ea typeface="+mn-ea"/>
                <a:cs typeface="+mn-cs"/>
              </a:rPr>
              <a:t>What to explain:</a:t>
            </a:r>
            <a:r>
              <a:rPr lang="en-US" sz="1200" b="0" i="0" kern="1200" dirty="0">
                <a:solidFill>
                  <a:schemeClr val="tx1"/>
                </a:solidFill>
                <a:effectLst/>
                <a:latin typeface="+mn-lt"/>
                <a:ea typeface="+mn-ea"/>
                <a:cs typeface="+mn-cs"/>
              </a:rPr>
              <a:t> By averaging the position of the two parallel actuators (</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1​ and </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2​), this equation calculates the exact center point of the cross-arm</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Row 2: The Rotation Equation (</a:t>
            </a:r>
            <a:r>
              <a:rPr lang="en-US" sz="1200" b="0" i="1" kern="1200" dirty="0">
                <a:solidFill>
                  <a:schemeClr val="tx1"/>
                </a:solidFill>
                <a:effectLst/>
                <a:latin typeface="+mn-lt"/>
                <a:ea typeface="+mn-ea"/>
                <a:cs typeface="+mn-cs"/>
              </a:rPr>
              <a:t>η</a:t>
            </a:r>
            <a:r>
              <a:rPr lang="en-US" sz="1200" b="0" i="0" kern="1200" dirty="0">
                <a:solidFill>
                  <a:schemeClr val="tx1"/>
                </a:solidFill>
                <a:effectLst/>
                <a:latin typeface="+mn-lt"/>
                <a:ea typeface="+mn-ea"/>
                <a:cs typeface="+mn-cs"/>
              </a:rPr>
              <a:t>2​=1/</a:t>
            </a:r>
            <a:r>
              <a:rPr lang="en-US" sz="1200" b="0" i="1" kern="1200" dirty="0">
                <a:solidFill>
                  <a:schemeClr val="tx1"/>
                </a:solidFill>
                <a:effectLst/>
                <a:latin typeface="+mn-lt"/>
                <a:ea typeface="+mn-ea"/>
                <a:cs typeface="+mn-cs"/>
              </a:rPr>
              <a:t>Lb</a:t>
            </a:r>
            <a:r>
              <a:rPr lang="en-US" sz="1200" b="0" i="0" kern="1200" dirty="0">
                <a:solidFill>
                  <a:schemeClr val="tx1"/>
                </a:solidFill>
                <a:effectLst/>
                <a:latin typeface="+mn-lt"/>
                <a:ea typeface="+mn-ea"/>
                <a:cs typeface="+mn-cs"/>
              </a:rPr>
              <a:t>1​</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1​−1/</a:t>
            </a:r>
            <a:r>
              <a:rPr lang="en-US" sz="1200" b="0" i="1" kern="1200" dirty="0" err="1">
                <a:solidFill>
                  <a:schemeClr val="tx1"/>
                </a:solidFill>
                <a:effectLst/>
                <a:latin typeface="+mn-lt"/>
                <a:ea typeface="+mn-ea"/>
                <a:cs typeface="+mn-cs"/>
              </a:rPr>
              <a:t>Lb</a:t>
            </a:r>
            <a:r>
              <a:rPr lang="en-US" sz="1200" b="0" i="0" kern="1200" dirty="0">
                <a:solidFill>
                  <a:schemeClr val="tx1"/>
                </a:solidFill>
                <a:effectLst/>
                <a:latin typeface="+mn-lt"/>
                <a:ea typeface="+mn-ea"/>
                <a:cs typeface="+mn-cs"/>
              </a:rPr>
              <a:t>​​</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2​</a:t>
            </a:r>
            <a:r>
              <a:rPr lang="en-US" sz="1200" b="1" i="0" kern="1200" dirty="0">
                <a:solidFill>
                  <a:schemeClr val="tx1"/>
                </a:solidFill>
                <a:effectLst/>
                <a:latin typeface="+mn-lt"/>
                <a:ea typeface="+mn-ea"/>
                <a:cs typeface="+mn-cs"/>
              </a:rPr>
              <a:t>)</a:t>
            </a:r>
            <a:r>
              <a:rPr lang="en-US" sz="1200" b="0" i="1" kern="1200" dirty="0">
                <a:solidFill>
                  <a:schemeClr val="tx1"/>
                </a:solidFill>
                <a:effectLst/>
                <a:latin typeface="+mn-lt"/>
                <a:ea typeface="+mn-ea"/>
                <a:cs typeface="+mn-cs"/>
              </a:rPr>
              <a:t>What to explain:</a:t>
            </a:r>
            <a:r>
              <a:rPr lang="en-US" sz="1200" b="0" i="0" kern="1200" dirty="0">
                <a:solidFill>
                  <a:schemeClr val="tx1"/>
                </a:solidFill>
                <a:effectLst/>
                <a:latin typeface="+mn-lt"/>
                <a:ea typeface="+mn-ea"/>
                <a:cs typeface="+mn-cs"/>
              </a:rPr>
              <a:t> This equation calculates the difference in position between the two parallel actuators and divides it by </a:t>
            </a:r>
            <a:r>
              <a:rPr lang="en-US" sz="1200" b="0" i="1" kern="1200" dirty="0" err="1">
                <a:solidFill>
                  <a:schemeClr val="tx1"/>
                </a:solidFill>
                <a:effectLst/>
                <a:latin typeface="+mn-lt"/>
                <a:ea typeface="+mn-ea"/>
                <a:cs typeface="+mn-cs"/>
              </a:rPr>
              <a:t>Lb</a:t>
            </a:r>
            <a:r>
              <a:rPr lang="en-US" sz="1200" b="0" i="0" kern="1200" dirty="0">
                <a:solidFill>
                  <a:schemeClr val="tx1"/>
                </a:solidFill>
                <a:effectLst/>
                <a:latin typeface="+mn-lt"/>
                <a:ea typeface="+mn-ea"/>
                <a:cs typeface="+mn-cs"/>
              </a:rPr>
              <a:t>​ (the length of the moving cross-arm)</a:t>
            </a:r>
          </a:p>
          <a:p>
            <a:endParaRPr lang="en-US" dirty="0"/>
          </a:p>
          <a:p>
            <a:r>
              <a:rPr lang="en-US" sz="1200" b="0" i="1" kern="1200" dirty="0">
                <a:solidFill>
                  <a:schemeClr val="tx1"/>
                </a:solidFill>
                <a:effectLst/>
                <a:latin typeface="+mn-lt"/>
                <a:ea typeface="+mn-ea"/>
                <a:cs typeface="+mn-cs"/>
              </a:rPr>
              <a:t>Physical meaning:</a:t>
            </a:r>
            <a:r>
              <a:rPr lang="en-US" sz="1200" b="0" i="0" kern="1200" dirty="0">
                <a:solidFill>
                  <a:schemeClr val="tx1"/>
                </a:solidFill>
                <a:effectLst/>
                <a:latin typeface="+mn-lt"/>
                <a:ea typeface="+mn-ea"/>
                <a:cs typeface="+mn-cs"/>
              </a:rPr>
              <a:t> Dividing the arc length (the difference in </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by the radius (</a:t>
            </a:r>
            <a:r>
              <a:rPr lang="en-US" sz="1200" b="0" i="1" kern="1200" dirty="0" err="1">
                <a:solidFill>
                  <a:schemeClr val="tx1"/>
                </a:solidFill>
                <a:effectLst/>
                <a:latin typeface="+mn-lt"/>
                <a:ea typeface="+mn-ea"/>
                <a:cs typeface="+mn-cs"/>
              </a:rPr>
              <a:t>Lb</a:t>
            </a:r>
            <a:r>
              <a:rPr lang="en-US" sz="1200" b="0" i="0" kern="1200" dirty="0">
                <a:solidFill>
                  <a:schemeClr val="tx1"/>
                </a:solidFill>
                <a:effectLst/>
                <a:latin typeface="+mn-lt"/>
                <a:ea typeface="+mn-ea"/>
                <a:cs typeface="+mn-cs"/>
              </a:rPr>
              <a:t>​) calculates the yaw angle (Θ). This isolates the pure rotation or twisting of the cross-arm about its own center of mass</a:t>
            </a: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Row 3: The Payload Equation (</a:t>
            </a:r>
            <a:r>
              <a:rPr lang="en-US" sz="1200" b="0" i="1" kern="1200" dirty="0">
                <a:solidFill>
                  <a:schemeClr val="tx1"/>
                </a:solidFill>
                <a:effectLst/>
                <a:latin typeface="+mn-lt"/>
                <a:ea typeface="+mn-ea"/>
                <a:cs typeface="+mn-cs"/>
              </a:rPr>
              <a:t>Y</a:t>
            </a:r>
            <a:r>
              <a:rPr lang="en-US" sz="1200" b="0" i="0" kern="1200" dirty="0">
                <a:solidFill>
                  <a:schemeClr val="tx1"/>
                </a:solidFill>
                <a:effectLst/>
                <a:latin typeface="+mn-lt"/>
                <a:ea typeface="+mn-ea"/>
                <a:cs typeface="+mn-cs"/>
              </a:rPr>
              <a:t>=</a:t>
            </a:r>
            <a:r>
              <a:rPr lang="en-US" sz="1200" b="0" i="1" kern="1200" dirty="0">
                <a:solidFill>
                  <a:schemeClr val="tx1"/>
                </a:solidFill>
                <a:effectLst/>
                <a:latin typeface="+mn-lt"/>
                <a:ea typeface="+mn-ea"/>
                <a:cs typeface="+mn-cs"/>
              </a:rPr>
              <a:t>Y</a:t>
            </a:r>
            <a:r>
              <a:rPr lang="en-US" sz="1200" b="1" i="0" kern="1200" dirty="0">
                <a:solidFill>
                  <a:schemeClr val="tx1"/>
                </a:solidFill>
                <a:effectLst/>
                <a:latin typeface="+mn-lt"/>
                <a:ea typeface="+mn-ea"/>
                <a:cs typeface="+mn-cs"/>
              </a:rPr>
              <a:t>)</a:t>
            </a:r>
            <a:r>
              <a:rPr lang="en-US" sz="1200" b="0" i="1" kern="1200" dirty="0">
                <a:solidFill>
                  <a:schemeClr val="tx1"/>
                </a:solidFill>
                <a:effectLst/>
                <a:latin typeface="+mn-lt"/>
                <a:ea typeface="+mn-ea"/>
                <a:cs typeface="+mn-cs"/>
              </a:rPr>
              <a:t>What to explain:</a:t>
            </a:r>
            <a:r>
              <a:rPr lang="en-US" sz="1200" b="0" i="0" kern="1200" dirty="0">
                <a:solidFill>
                  <a:schemeClr val="tx1"/>
                </a:solidFill>
                <a:effectLst/>
                <a:latin typeface="+mn-lt"/>
                <a:ea typeface="+mn-ea"/>
                <a:cs typeface="+mn-cs"/>
              </a:rPr>
              <a:t> The coordinate for the payload translation simply equals itself; the matrix multiplies it by 1 and ignores </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1​ and </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2​</a:t>
            </a:r>
          </a:p>
          <a:p>
            <a:br>
              <a:rPr lang="en-US" dirty="0"/>
            </a:br>
            <a:r>
              <a:rPr lang="en-US" sz="1200" b="0" i="1" kern="1200" dirty="0">
                <a:solidFill>
                  <a:schemeClr val="tx1"/>
                </a:solidFill>
                <a:effectLst/>
                <a:latin typeface="+mn-lt"/>
                <a:ea typeface="+mn-ea"/>
                <a:cs typeface="+mn-cs"/>
              </a:rPr>
              <a:t>Y</a:t>
            </a:r>
            <a:r>
              <a:rPr lang="en-US" sz="1200" b="0" i="0" kern="1200" dirty="0">
                <a:solidFill>
                  <a:schemeClr val="tx1"/>
                </a:solidFill>
                <a:effectLst/>
                <a:latin typeface="+mn-lt"/>
                <a:ea typeface="+mn-ea"/>
                <a:cs typeface="+mn-cs"/>
              </a:rPr>
              <a:t> does not need a new modal coordinate because it has already been "pre-decoupled“; feedforward anticipation.</a:t>
            </a:r>
            <a:endParaRPr lang="en-NL" dirty="0"/>
          </a:p>
        </p:txBody>
      </p:sp>
      <p:sp>
        <p:nvSpPr>
          <p:cNvPr id="4" name="Slide Number Placeholder 3"/>
          <p:cNvSpPr>
            <a:spLocks noGrp="1"/>
          </p:cNvSpPr>
          <p:nvPr>
            <p:ph type="sldNum" sz="quarter" idx="5"/>
          </p:nvPr>
        </p:nvSpPr>
        <p:spPr/>
        <p:txBody>
          <a:bodyPr/>
          <a:lstStyle/>
          <a:p>
            <a:fld id="{8BC4EECF-7CFE-4F6E-9B3B-50F8DF1D9DC3}" type="slidenum">
              <a:rPr lang="en-NL" smtClean="0"/>
              <a:t>7</a:t>
            </a:fld>
            <a:endParaRPr lang="en-NL"/>
          </a:p>
        </p:txBody>
      </p:sp>
    </p:spTree>
    <p:extLst>
      <p:ext uri="{BB962C8B-B14F-4D97-AF65-F5344CB8AC3E}">
        <p14:creationId xmlns:p14="http://schemas.microsoft.com/office/powerpoint/2010/main" val="7759194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“Recommended to repeat these experiments, seemed very doable”- ASMPT</a:t>
            </a:r>
            <a:endParaRPr lang="en-NL" dirty="0"/>
          </a:p>
        </p:txBody>
      </p:sp>
      <p:sp>
        <p:nvSpPr>
          <p:cNvPr id="4" name="Slide Number Placeholder 3"/>
          <p:cNvSpPr>
            <a:spLocks noGrp="1"/>
          </p:cNvSpPr>
          <p:nvPr>
            <p:ph type="sldNum" sz="quarter" idx="5"/>
          </p:nvPr>
        </p:nvSpPr>
        <p:spPr/>
        <p:txBody>
          <a:bodyPr/>
          <a:lstStyle/>
          <a:p>
            <a:fld id="{8BC4EECF-7CFE-4F6E-9B3B-50F8DF1D9DC3}" type="slidenum">
              <a:rPr lang="en-NL" smtClean="0"/>
              <a:t>8</a:t>
            </a:fld>
            <a:endParaRPr lang="en-NL"/>
          </a:p>
        </p:txBody>
      </p:sp>
    </p:spTree>
    <p:extLst>
      <p:ext uri="{BB962C8B-B14F-4D97-AF65-F5344CB8AC3E}">
        <p14:creationId xmlns:p14="http://schemas.microsoft.com/office/powerpoint/2010/main" val="29172075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 you Jan’s DT methods.</a:t>
            </a:r>
            <a:endParaRPr lang="en-NL" dirty="0"/>
          </a:p>
        </p:txBody>
      </p:sp>
      <p:sp>
        <p:nvSpPr>
          <p:cNvPr id="4" name="Slide Number Placeholder 3"/>
          <p:cNvSpPr>
            <a:spLocks noGrp="1"/>
          </p:cNvSpPr>
          <p:nvPr>
            <p:ph type="sldNum" sz="quarter" idx="5"/>
          </p:nvPr>
        </p:nvSpPr>
        <p:spPr/>
        <p:txBody>
          <a:bodyPr/>
          <a:lstStyle/>
          <a:p>
            <a:fld id="{8BC4EECF-7CFE-4F6E-9B3B-50F8DF1D9DC3}" type="slidenum">
              <a:rPr lang="en-NL" smtClean="0"/>
              <a:t>11</a:t>
            </a:fld>
            <a:endParaRPr lang="en-NL"/>
          </a:p>
        </p:txBody>
      </p:sp>
    </p:spTree>
    <p:extLst>
      <p:ext uri="{BB962C8B-B14F-4D97-AF65-F5344CB8AC3E}">
        <p14:creationId xmlns:p14="http://schemas.microsoft.com/office/powerpoint/2010/main" val="29807391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However, </a:t>
            </a:r>
            <a:r>
              <a:rPr lang="en-US" sz="1200" dirty="0"/>
              <a:t>got recommended to first start with one </a:t>
            </a:r>
            <a:r>
              <a:rPr lang="en-US" sz="1200" dirty="0" err="1"/>
              <a:t>guantry</a:t>
            </a:r>
            <a:endParaRPr lang="en-US" dirty="0"/>
          </a:p>
          <a:p>
            <a:endParaRPr lang="en-US" dirty="0"/>
          </a:p>
          <a:p>
            <a:r>
              <a:rPr lang="en-US" dirty="0"/>
              <a:t>The excitation signal should also comply with the constraints imposed by the process (that is, restrictions on the amplitude level and signal gradients)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OMNIPUS’s major advantage is its incremental design so that the subsequences of the signal are space-filling. The GOATS’s main advantage is its high degree of freedom due to the utilization of a global approach. Unfortunately, with the advantage of the OMNIPUS also comes the disadvantage of a lack in the degree of freedom. That is, in every iteration, OMNIPUS optimizes only one amplitude of one input. To overcome this limitation and to weaken the resulting disadvantage of previous suboptimal optimized sequences, an incremental version of the GOATS (</a:t>
            </a:r>
            <a:r>
              <a:rPr lang="en-US" dirty="0" err="1"/>
              <a:t>iGOATS</a:t>
            </a:r>
            <a:r>
              <a:rPr lang="en-US" dirty="0"/>
              <a:t>) is developed by considering a bigger and more complex subsequence inside one iteration. </a:t>
            </a:r>
          </a:p>
          <a:p>
            <a:endParaRPr lang="en-US" dirty="0"/>
          </a:p>
          <a:p>
            <a:r>
              <a:rPr lang="en-US" sz="1200" b="1" i="0" kern="1200" dirty="0">
                <a:solidFill>
                  <a:schemeClr val="tx1"/>
                </a:solidFill>
                <a:effectLst/>
                <a:latin typeface="+mn-lt"/>
                <a:ea typeface="+mn-ea"/>
                <a:cs typeface="+mn-cs"/>
              </a:rPr>
              <a:t>The OMNIPUS Bottleneck:</a:t>
            </a:r>
            <a:r>
              <a:rPr lang="en-US" sz="1200" b="0" i="0" kern="1200" dirty="0">
                <a:solidFill>
                  <a:schemeClr val="tx1"/>
                </a:solidFill>
                <a:effectLst/>
                <a:latin typeface="+mn-lt"/>
                <a:ea typeface="+mn-ea"/>
                <a:cs typeface="+mn-cs"/>
              </a:rPr>
              <a:t> OMNIPUS suffers from a "lack in the degree of freedom" because it can only optimize </a:t>
            </a:r>
            <a:r>
              <a:rPr lang="en-US" sz="1200" b="1" i="0" kern="1200" dirty="0">
                <a:solidFill>
                  <a:schemeClr val="tx1"/>
                </a:solidFill>
                <a:effectLst/>
                <a:latin typeface="+mn-lt"/>
                <a:ea typeface="+mn-ea"/>
                <a:cs typeface="+mn-cs"/>
              </a:rPr>
              <a:t>one amplitude of one input at a time</a:t>
            </a:r>
            <a:r>
              <a:rPr lang="en-US" sz="1200" b="0" i="0" kern="1200" dirty="0">
                <a:solidFill>
                  <a:schemeClr val="tx1"/>
                </a:solidFill>
                <a:effectLst/>
                <a:latin typeface="+mn-lt"/>
                <a:ea typeface="+mn-ea"/>
                <a:cs typeface="+mn-cs"/>
              </a:rPr>
              <a:t> during each iteration</a:t>
            </a:r>
            <a:endParaRPr lang="en-NL" dirty="0"/>
          </a:p>
        </p:txBody>
      </p:sp>
      <p:sp>
        <p:nvSpPr>
          <p:cNvPr id="4" name="Slide Number Placeholder 3"/>
          <p:cNvSpPr>
            <a:spLocks noGrp="1"/>
          </p:cNvSpPr>
          <p:nvPr>
            <p:ph type="sldNum" sz="quarter" idx="5"/>
          </p:nvPr>
        </p:nvSpPr>
        <p:spPr/>
        <p:txBody>
          <a:bodyPr/>
          <a:lstStyle/>
          <a:p>
            <a:fld id="{8BC4EECF-7CFE-4F6E-9B3B-50F8DF1D9DC3}" type="slidenum">
              <a:rPr lang="en-NL" smtClean="0"/>
              <a:t>15</a:t>
            </a:fld>
            <a:endParaRPr lang="en-NL"/>
          </a:p>
        </p:txBody>
      </p:sp>
    </p:spTree>
    <p:extLst>
      <p:ext uri="{BB962C8B-B14F-4D97-AF65-F5344CB8AC3E}">
        <p14:creationId xmlns:p14="http://schemas.microsoft.com/office/powerpoint/2010/main" val="2451125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On Space-Filling Input Design for Nonlinear Dynamic Model Learning: A Gaussian Process Approach</a:t>
            </a:r>
          </a:p>
          <a:p>
            <a:endParaRPr lang="en-US" dirty="0"/>
          </a:p>
          <a:p>
            <a:endParaRPr lang="en-US" dirty="0"/>
          </a:p>
          <a:p>
            <a:r>
              <a:rPr lang="en-US" b="1" dirty="0"/>
              <a:t>Online Kernel-Based Methods</a:t>
            </a:r>
            <a:endParaRPr lang="en-US" dirty="0"/>
          </a:p>
          <a:p>
            <a:pPr lvl="1"/>
            <a:r>
              <a:rPr lang="en-US" b="1" dirty="0"/>
              <a:t>DSS (Direct Spectrum Shaping):</a:t>
            </a:r>
            <a:r>
              <a:rPr lang="en-US" dirty="0"/>
              <a:t> An online input design method formulated around the biased Cramér–Rao lower bound. It optimizes the signal one bit at a time on the fly, offering very low computational costs suitable for systems with fast dynamics</a:t>
            </a:r>
          </a:p>
          <a:p>
            <a:pPr lvl="1"/>
            <a:r>
              <a:rPr lang="en-US" b="1" dirty="0"/>
              <a:t>BAO (Bayesian A-optimality):</a:t>
            </a:r>
            <a:r>
              <a:rPr lang="en-US" dirty="0"/>
              <a:t> Another online input design technique that minimizes the posterior uncertainty of the frequency response. It typically attains higher estimation accuracy for oscillatory systems but requires significantly higher computational time than DSS</a:t>
            </a:r>
          </a:p>
          <a:p>
            <a:endParaRPr lang="en-NL" dirty="0"/>
          </a:p>
        </p:txBody>
      </p:sp>
      <p:sp>
        <p:nvSpPr>
          <p:cNvPr id="4" name="Slide Number Placeholder 3"/>
          <p:cNvSpPr>
            <a:spLocks noGrp="1"/>
          </p:cNvSpPr>
          <p:nvPr>
            <p:ph type="sldNum" sz="quarter" idx="5"/>
          </p:nvPr>
        </p:nvSpPr>
        <p:spPr/>
        <p:txBody>
          <a:bodyPr/>
          <a:lstStyle/>
          <a:p>
            <a:fld id="{8BC4EECF-7CFE-4F6E-9B3B-50F8DF1D9DC3}" type="slidenum">
              <a:rPr lang="en-NL" smtClean="0"/>
              <a:t>16</a:t>
            </a:fld>
            <a:endParaRPr lang="en-NL"/>
          </a:p>
        </p:txBody>
      </p:sp>
    </p:spTree>
    <p:extLst>
      <p:ext uri="{BB962C8B-B14F-4D97-AF65-F5344CB8AC3E}">
        <p14:creationId xmlns:p14="http://schemas.microsoft.com/office/powerpoint/2010/main" val="13605149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Can be executed </a:t>
            </a:r>
            <a:r>
              <a:rPr lang="en-US" sz="1200" b="1" i="0" kern="1200" dirty="0">
                <a:solidFill>
                  <a:schemeClr val="tx1"/>
                </a:solidFill>
                <a:effectLst/>
                <a:latin typeface="+mn-lt"/>
                <a:ea typeface="+mn-ea"/>
                <a:cs typeface="+mn-cs"/>
              </a:rPr>
              <a:t>Offline</a:t>
            </a:r>
            <a:r>
              <a:rPr lang="en-US" sz="1200" b="0" i="0" kern="1200" dirty="0">
                <a:solidFill>
                  <a:schemeClr val="tx1"/>
                </a:solidFill>
                <a:effectLst/>
                <a:latin typeface="+mn-lt"/>
                <a:ea typeface="+mn-ea"/>
                <a:cs typeface="+mn-cs"/>
              </a:rPr>
              <a:t> (using a fixed, coarse surrogate model) or </a:t>
            </a:r>
            <a:r>
              <a:rPr lang="en-US" sz="1200" b="1" i="0" kern="1200" dirty="0">
                <a:solidFill>
                  <a:schemeClr val="tx1"/>
                </a:solidFill>
                <a:effectLst/>
                <a:latin typeface="+mn-lt"/>
                <a:ea typeface="+mn-ea"/>
                <a:cs typeface="+mn-cs"/>
              </a:rPr>
              <a:t>Online</a:t>
            </a:r>
            <a:r>
              <a:rPr lang="en-US" sz="1200" b="0" i="0" kern="1200" dirty="0">
                <a:solidFill>
                  <a:schemeClr val="tx1"/>
                </a:solidFill>
                <a:effectLst/>
                <a:latin typeface="+mn-lt"/>
                <a:ea typeface="+mn-ea"/>
                <a:cs typeface="+mn-cs"/>
              </a:rPr>
              <a:t> (adaptively updating the model as data is collected)</a:t>
            </a:r>
          </a:p>
          <a:p>
            <a:endParaRPr lang="en-US" sz="1200" b="0" i="0" kern="1200" dirty="0">
              <a:solidFill>
                <a:schemeClr val="tx1"/>
              </a:solidFill>
              <a:effectLst/>
              <a:latin typeface="+mn-lt"/>
              <a:ea typeface="+mn-ea"/>
              <a:cs typeface="+mn-cs"/>
            </a:endParaRPr>
          </a:p>
          <a:p>
            <a:r>
              <a:rPr lang="en-US" b="1" dirty="0">
                <a:effectLst/>
              </a:rPr>
              <a:t>Introduction &amp; The Problem</a:t>
            </a:r>
            <a:r>
              <a:rPr lang="en-US" dirty="0">
                <a:effectLst/>
              </a:rPr>
              <a:t> "This paper addresses a major flaw in traditional data-driven modeling: the </a:t>
            </a:r>
            <a:r>
              <a:rPr lang="en-US" i="1" dirty="0">
                <a:effectLst/>
              </a:rPr>
              <a:t>generalization error</a:t>
            </a:r>
            <a:r>
              <a:rPr lang="en-US" dirty="0">
                <a:effectLst/>
              </a:rPr>
              <a:t>. If our excitation signal doesn't visit a specific region of the operating space, our nonlinear model will likely fail in that region. We need a signal that explicitly explores everywhere."</a:t>
            </a:r>
          </a:p>
          <a:p>
            <a:r>
              <a:rPr lang="en-US" b="1" dirty="0">
                <a:effectLst/>
              </a:rPr>
              <a:t>The Methodology</a:t>
            </a:r>
            <a:r>
              <a:rPr lang="en-US" dirty="0">
                <a:effectLst/>
              </a:rPr>
              <a:t> "To solve this, the authors propose a 'space-filling' design. Instead of just injecting random noise, they use a Receding Horizon Control (RHC) optimization framework. Essentially, the algorithm looks at the data points it has already collected, looks at a grid of target 'anchor points' distributed evenly across the desired operating space, and mathematically calculates the optimal next inputs to fill in the empty gaps."</a:t>
            </a:r>
          </a:p>
          <a:p>
            <a:r>
              <a:rPr lang="en-US" b="1" dirty="0">
                <a:effectLst/>
              </a:rPr>
              <a:t>Why it Matters for Our System (Safety &amp; Flexibility)</a:t>
            </a:r>
            <a:r>
              <a:rPr lang="en-US" dirty="0">
                <a:effectLst/>
              </a:rPr>
              <a:t> "There are two massive benefits to this approach for our specific needs. First, because it uses RHC, we can define strict, mathematical hard constraints on both the inputs and the system states. This guarantees the system will not try to drive into a physical collision or a blocked region. Second, it is highly flexible; we can run it purely offline using a rough baseline model, or we can run it online so it adapts its exploration as it learns the true system dynamics."</a:t>
            </a:r>
          </a:p>
          <a:p>
            <a:r>
              <a:rPr lang="en-US" b="1" dirty="0">
                <a:effectLst/>
              </a:rPr>
              <a:t>Conclusion</a:t>
            </a:r>
            <a:r>
              <a:rPr lang="en-US" dirty="0">
                <a:effectLst/>
              </a:rPr>
              <a:t> "Ultimately, the paper proves that this method significantly outperforms standard excitation signals—like APRBS—in uniformly mapping a nonlinear system's dynamics, resulting in a robust model that generalizes safely across the entire operational envelope."</a:t>
            </a:r>
          </a:p>
          <a:p>
            <a:endParaRPr lang="en-NL" dirty="0"/>
          </a:p>
        </p:txBody>
      </p:sp>
      <p:sp>
        <p:nvSpPr>
          <p:cNvPr id="4" name="Slide Number Placeholder 3"/>
          <p:cNvSpPr>
            <a:spLocks noGrp="1"/>
          </p:cNvSpPr>
          <p:nvPr>
            <p:ph type="sldNum" sz="quarter" idx="5"/>
          </p:nvPr>
        </p:nvSpPr>
        <p:spPr/>
        <p:txBody>
          <a:bodyPr/>
          <a:lstStyle/>
          <a:p>
            <a:fld id="{8BC4EECF-7CFE-4F6E-9B3B-50F8DF1D9DC3}" type="slidenum">
              <a:rPr lang="en-NL" smtClean="0"/>
              <a:t>17</a:t>
            </a:fld>
            <a:endParaRPr lang="en-NL"/>
          </a:p>
        </p:txBody>
      </p:sp>
    </p:spTree>
    <p:extLst>
      <p:ext uri="{BB962C8B-B14F-4D97-AF65-F5344CB8AC3E}">
        <p14:creationId xmlns:p14="http://schemas.microsoft.com/office/powerpoint/2010/main" val="17376797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(using Sobol sequences</a:t>
            </a:r>
            <a:endParaRPr lang="en-NL" dirty="0"/>
          </a:p>
        </p:txBody>
      </p:sp>
      <p:sp>
        <p:nvSpPr>
          <p:cNvPr id="4" name="Slide Number Placeholder 3"/>
          <p:cNvSpPr>
            <a:spLocks noGrp="1"/>
          </p:cNvSpPr>
          <p:nvPr>
            <p:ph type="sldNum" sz="quarter" idx="5"/>
          </p:nvPr>
        </p:nvSpPr>
        <p:spPr/>
        <p:txBody>
          <a:bodyPr/>
          <a:lstStyle/>
          <a:p>
            <a:fld id="{8BC4EECF-7CFE-4F6E-9B3B-50F8DF1D9DC3}" type="slidenum">
              <a:rPr lang="en-NL" smtClean="0"/>
              <a:t>18</a:t>
            </a:fld>
            <a:endParaRPr lang="en-NL"/>
          </a:p>
        </p:txBody>
      </p:sp>
    </p:spTree>
    <p:extLst>
      <p:ext uri="{BB962C8B-B14F-4D97-AF65-F5344CB8AC3E}">
        <p14:creationId xmlns:p14="http://schemas.microsoft.com/office/powerpoint/2010/main" val="35575859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state space model of the dual gantry </a:t>
            </a:r>
            <a:r>
              <a:rPr lang="en-US" dirty="0">
                <a:sym typeface="Wingdings" panose="05000000000000000000" pitchFamily="2" charset="2"/>
              </a:rPr>
              <a:t> FP</a:t>
            </a:r>
          </a:p>
          <a:p>
            <a:endParaRPr lang="en-US" dirty="0">
              <a:sym typeface="Wingdings" panose="05000000000000000000" pitchFamily="2" charset="2"/>
            </a:endParaRPr>
          </a:p>
          <a:p>
            <a:r>
              <a:rPr lang="en-US" sz="1200" b="1" i="0" kern="1200" dirty="0">
                <a:solidFill>
                  <a:schemeClr val="tx1"/>
                </a:solidFill>
                <a:effectLst/>
                <a:latin typeface="+mn-lt"/>
                <a:ea typeface="+mn-ea"/>
                <a:cs typeface="+mn-cs"/>
              </a:rPr>
              <a:t>Define the Region of Interest (ROI) via Physical Considerations</a:t>
            </a:r>
            <a:r>
              <a:rPr lang="en-US" sz="1200" b="0" i="0" kern="1200" dirty="0">
                <a:solidFill>
                  <a:schemeClr val="tx1"/>
                </a:solidFill>
                <a:effectLst/>
                <a:latin typeface="+mn-lt"/>
                <a:ea typeface="+mn-ea"/>
                <a:cs typeface="+mn-cs"/>
              </a:rPr>
              <a:t> You do not place anchor points randomly across all mathematical possibilities. Instead, you define your ROI based strictly on "physical considerations"</a:t>
            </a:r>
            <a:endParaRPr lang="en-NL" dirty="0"/>
          </a:p>
        </p:txBody>
      </p:sp>
      <p:sp>
        <p:nvSpPr>
          <p:cNvPr id="4" name="Slide Number Placeholder 3"/>
          <p:cNvSpPr>
            <a:spLocks noGrp="1"/>
          </p:cNvSpPr>
          <p:nvPr>
            <p:ph type="sldNum" sz="quarter" idx="5"/>
          </p:nvPr>
        </p:nvSpPr>
        <p:spPr/>
        <p:txBody>
          <a:bodyPr/>
          <a:lstStyle/>
          <a:p>
            <a:fld id="{8BC4EECF-7CFE-4F6E-9B3B-50F8DF1D9DC3}" type="slidenum">
              <a:rPr lang="en-NL" smtClean="0"/>
              <a:t>19</a:t>
            </a:fld>
            <a:endParaRPr lang="en-NL"/>
          </a:p>
        </p:txBody>
      </p:sp>
    </p:spTree>
    <p:extLst>
      <p:ext uri="{BB962C8B-B14F-4D97-AF65-F5344CB8AC3E}">
        <p14:creationId xmlns:p14="http://schemas.microsoft.com/office/powerpoint/2010/main" val="24009446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Swapping the default to </a:t>
            </a:r>
            <a:r>
              <a:rPr lang="en-US" sz="1200" b="0" i="0" kern="1200" dirty="0" err="1">
                <a:solidFill>
                  <a:schemeClr val="tx1"/>
                </a:solidFill>
                <a:effectLst/>
                <a:latin typeface="+mn-lt"/>
                <a:ea typeface="+mn-ea"/>
                <a:cs typeface="+mn-cs"/>
              </a:rPr>
              <a:t>default_encoder_net</a:t>
            </a:r>
            <a:r>
              <a:rPr lang="en-US" sz="1200" b="0" i="0" kern="1200" dirty="0">
                <a:solidFill>
                  <a:schemeClr val="tx1"/>
                </a:solidFill>
                <a:effectLst/>
                <a:latin typeface="+mn-lt"/>
                <a:ea typeface="+mn-ea"/>
                <a:cs typeface="+mn-cs"/>
              </a:rPr>
              <a:t> does two practical things:</a:t>
            </a:r>
          </a:p>
          <a:p>
            <a:r>
              <a:rPr lang="en-US" sz="1200" b="1" i="0" kern="1200" dirty="0">
                <a:solidFill>
                  <a:schemeClr val="tx1"/>
                </a:solidFill>
                <a:effectLst/>
                <a:latin typeface="+mn-lt"/>
                <a:ea typeface="+mn-ea"/>
                <a:cs typeface="+mn-cs"/>
              </a:rPr>
              <a:t>Removes the risk of reintroducing SISO-only tweaks</a:t>
            </a:r>
            <a:r>
              <a:rPr lang="en-US" sz="1200" b="0" i="0" kern="1200" dirty="0">
                <a:solidFill>
                  <a:schemeClr val="tx1"/>
                </a:solidFill>
                <a:effectLst/>
                <a:latin typeface="+mn-lt"/>
                <a:ea typeface="+mn-ea"/>
                <a:cs typeface="+mn-cs"/>
              </a:rPr>
              <a:t> via the custom encoder being used implicitly.</a:t>
            </a:r>
          </a:p>
          <a:p>
            <a:r>
              <a:rPr lang="en-US" sz="1200" b="1" i="0" kern="1200" dirty="0">
                <a:solidFill>
                  <a:schemeClr val="tx1"/>
                </a:solidFill>
                <a:effectLst/>
                <a:latin typeface="+mn-lt"/>
                <a:ea typeface="+mn-ea"/>
                <a:cs typeface="+mn-cs"/>
              </a:rPr>
              <a:t>Makes MIMO the default behavior</a:t>
            </a:r>
            <a:r>
              <a:rPr lang="en-US" sz="1200" b="0" i="0" kern="1200" dirty="0">
                <a:solidFill>
                  <a:schemeClr val="tx1"/>
                </a:solidFill>
                <a:effectLst/>
                <a:latin typeface="+mn-lt"/>
                <a:ea typeface="+mn-ea"/>
                <a:cs typeface="+mn-cs"/>
              </a:rPr>
              <a:t>: if </a:t>
            </a:r>
            <a:r>
              <a:rPr lang="en-US" sz="1200" b="0" i="0" kern="1200" dirty="0" err="1">
                <a:solidFill>
                  <a:schemeClr val="tx1"/>
                </a:solidFill>
                <a:effectLst/>
                <a:latin typeface="+mn-lt"/>
                <a:ea typeface="+mn-ea"/>
                <a:cs typeface="+mn-cs"/>
                <a:hlinkClick r:id="rId3"/>
              </a:rPr>
              <a:t>sys_data.ny</a:t>
            </a:r>
            <a:r>
              <a:rPr lang="en-US" sz="1200" b="0" i="0" kern="1200" dirty="0">
                <a:solidFill>
                  <a:schemeClr val="tx1"/>
                </a:solidFill>
                <a:effectLst/>
                <a:latin typeface="+mn-lt"/>
                <a:ea typeface="+mn-ea"/>
                <a:cs typeface="+mn-cs"/>
                <a:hlinkClick r:id="rId3"/>
              </a:rPr>
              <a:t>&gt;1</a:t>
            </a:r>
            <a:r>
              <a:rPr lang="en-US" sz="1200" b="0" i="0" kern="1200" dirty="0">
                <a:solidFill>
                  <a:schemeClr val="tx1"/>
                </a:solidFill>
                <a:effectLst/>
                <a:latin typeface="+mn-lt"/>
                <a:ea typeface="+mn-ea"/>
                <a:cs typeface="+mn-cs"/>
              </a:rPr>
              <a:t>, the default </a:t>
            </a:r>
            <a:r>
              <a:rPr lang="en-US" sz="1200" b="0" i="0" kern="1200" dirty="0" err="1">
                <a:solidFill>
                  <a:schemeClr val="tx1"/>
                </a:solidFill>
                <a:effectLst/>
                <a:latin typeface="+mn-lt"/>
                <a:ea typeface="+mn-ea"/>
                <a:cs typeface="+mn-cs"/>
              </a:rPr>
              <a:t>deepSI</a:t>
            </a:r>
            <a:r>
              <a:rPr lang="en-US" sz="1200" b="0" i="0" kern="1200">
                <a:solidFill>
                  <a:schemeClr val="tx1"/>
                </a:solidFill>
                <a:effectLst/>
                <a:latin typeface="+mn-lt"/>
                <a:ea typeface="+mn-ea"/>
                <a:cs typeface="+mn-cs"/>
              </a:rPr>
              <a:t> encoder will size itself correctly without relying on your local fixes.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Interconnect (in </a:t>
            </a:r>
            <a:r>
              <a:rPr lang="en-US" sz="1200" b="0" i="0" kern="1200" dirty="0">
                <a:solidFill>
                  <a:schemeClr val="tx1"/>
                </a:solidFill>
                <a:effectLst/>
                <a:latin typeface="+mn-lt"/>
                <a:ea typeface="+mn-ea"/>
                <a:cs typeface="+mn-cs"/>
                <a:hlinkClick r:id="rId3"/>
              </a:rPr>
              <a:t>interconnect.py</a:t>
            </a:r>
            <a:r>
              <a:rPr lang="en-US" sz="1200" b="0" i="0" kern="1200" dirty="0">
                <a:solidFill>
                  <a:schemeClr val="tx1"/>
                </a:solidFill>
                <a:effectLst/>
                <a:latin typeface="+mn-lt"/>
                <a:ea typeface="+mn-ea"/>
                <a:cs typeface="+mn-cs"/>
              </a:rPr>
              <a:t>) is the “wiring + execution engine” that turns a set of blocks into one closed state-space model step.</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ensure data pipeline feeds multi-column </a:t>
            </a:r>
            <a:r>
              <a:rPr lang="en-US" dirty="0" err="1"/>
              <a:t>arraysand</a:t>
            </a:r>
            <a:r>
              <a:rPr lang="en-US" dirty="0"/>
              <a:t> widen our data routing matrices so all gantry channels flow through the switchboard simultaneously."</a:t>
            </a:r>
          </a:p>
          <a:p>
            <a:endParaRPr lang="en-US" dirty="0"/>
          </a:p>
          <a:p>
            <a:endParaRPr lang="en-US" dirty="0"/>
          </a:p>
          <a:p>
            <a:r>
              <a:rPr lang="en-US" dirty="0"/>
              <a:t>*   **The Context:** "To use Jan Hoekstra's model-augmentation codebase for our dual-gantry system, we had to enable MIMO capabilities within the SUBNET-style encoder wrapper. The issue wasn't in the LFR math itself, but in how the encoder ingests past data to guess the initial state."</a:t>
            </a:r>
          </a:p>
          <a:p>
            <a:r>
              <a:rPr lang="en-US" dirty="0"/>
              <a:t>*   **Explain the Bug:** "In the public repository, the developer hardcoded the output dimension variable (`</a:t>
            </a:r>
            <a:r>
              <a:rPr lang="en-US" dirty="0" err="1"/>
              <a:t>ny</a:t>
            </a:r>
            <a:r>
              <a:rPr lang="en-US" dirty="0"/>
              <a:t>`) to an empty tuple. This doesn't just fail to scale the network; it effectively removes the output-history term entirely. Because the network expects zero output features, but the code still tries to feed it our multi-sensor gantry data, it immediately throws a dimension mismatch error."</a:t>
            </a:r>
          </a:p>
          <a:p>
            <a:r>
              <a:rPr lang="en-US" dirty="0"/>
              <a:t>*   **Explain the Fix:** "The fix is a precise one-line code change in `interconnect.py`. Instead of an empty tuple, we evaluate `</a:t>
            </a:r>
            <a:r>
              <a:rPr lang="en-US" dirty="0" err="1"/>
              <a:t>ny</a:t>
            </a:r>
            <a:r>
              <a:rPr lang="en-US" dirty="0"/>
              <a:t>` dynamically so the encoder's input layer automatically matches the number of outputs in our dataset. We also clean up the architecture by defaulting to </a:t>
            </a:r>
            <a:r>
              <a:rPr lang="en-US" dirty="0" err="1"/>
              <a:t>deepSI's</a:t>
            </a:r>
            <a:r>
              <a:rPr lang="en-US" dirty="0"/>
              <a:t> natively MIMO-safe encoder."</a:t>
            </a:r>
          </a:p>
          <a:p>
            <a:r>
              <a:rPr lang="en-US" dirty="0"/>
              <a:t>*   **Explain the System Implementation:** "With the core engine fixed, adapting the rest to our dual-gantry system just requires swapping out the hardcoded 1D physics blocks for appropriately dimensioned generic state-space blocks where the number of inputs and outputs are strictly greater than one."</a:t>
            </a:r>
            <a:endParaRPr lang="en-NL" dirty="0"/>
          </a:p>
          <a:p>
            <a:endParaRPr lang="en-NL" dirty="0"/>
          </a:p>
        </p:txBody>
      </p:sp>
      <p:sp>
        <p:nvSpPr>
          <p:cNvPr id="4" name="Slide Number Placeholder 3"/>
          <p:cNvSpPr>
            <a:spLocks noGrp="1"/>
          </p:cNvSpPr>
          <p:nvPr>
            <p:ph type="sldNum" sz="quarter" idx="5"/>
          </p:nvPr>
        </p:nvSpPr>
        <p:spPr/>
        <p:txBody>
          <a:bodyPr/>
          <a:lstStyle/>
          <a:p>
            <a:fld id="{8BC4EECF-7CFE-4F6E-9B3B-50F8DF1D9DC3}" type="slidenum">
              <a:rPr lang="en-NL" smtClean="0"/>
              <a:t>25</a:t>
            </a:fld>
            <a:endParaRPr lang="en-NL"/>
          </a:p>
        </p:txBody>
      </p:sp>
    </p:spTree>
    <p:extLst>
      <p:ext uri="{BB962C8B-B14F-4D97-AF65-F5344CB8AC3E}">
        <p14:creationId xmlns:p14="http://schemas.microsoft.com/office/powerpoint/2010/main" val="21411571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Context:** "To use Jan Hoekstra's model-augmentation codebase for our dual-gantry system, we had to enable MIMO capabilities within the SUBNET-style encoder wrapper. The issue wasn't in the LFR math itself, but in how the encoder ingests past data to guess the initial state."</a:t>
            </a:r>
          </a:p>
          <a:p>
            <a:r>
              <a:rPr lang="en-US" dirty="0"/>
              <a:t>*   **Explain the Bug:** "In the public repository, the developer hardcoded the output dimension variable (`</a:t>
            </a:r>
            <a:r>
              <a:rPr lang="en-US" dirty="0" err="1"/>
              <a:t>ny</a:t>
            </a:r>
            <a:r>
              <a:rPr lang="en-US" dirty="0"/>
              <a:t>`) to an empty tuple. This doesn't just fail to scale the network; it effectively removes the output-history term entirely. Because the network expects zero output features, but the code still tries to feed it our multi-sensor gantry data, it immediately throws a dimension mismatch error."</a:t>
            </a:r>
          </a:p>
          <a:p>
            <a:r>
              <a:rPr lang="en-US" dirty="0"/>
              <a:t>*   **Explain the Fix:** "The fix is a precise one-line code change in `interconnect.py`. Instead of an empty tuple, we evaluate `</a:t>
            </a:r>
            <a:r>
              <a:rPr lang="en-US" dirty="0" err="1"/>
              <a:t>ny</a:t>
            </a:r>
            <a:r>
              <a:rPr lang="en-US" dirty="0"/>
              <a:t>` dynamically so the encoder's input layer automatically matches the number of outputs in our dataset. We also clean up the architecture by defaulting to </a:t>
            </a:r>
            <a:r>
              <a:rPr lang="en-US" dirty="0" err="1"/>
              <a:t>deepSI's</a:t>
            </a:r>
            <a:r>
              <a:rPr lang="en-US" dirty="0"/>
              <a:t> natively MIMO-safe encoder."</a:t>
            </a:r>
          </a:p>
          <a:p>
            <a:r>
              <a:rPr lang="en-US" dirty="0"/>
              <a:t>*   **Explain the System Implementation:** "With the core engine fixed, adapting the rest to our dual-gantry system just requires swapping out the hardcoded 1D physics blocks for appropriately dimensioned generic state-space blocks where the number of inputs and outputs are strictly greater than one."</a:t>
            </a:r>
            <a:endParaRPr lang="en-NL" dirty="0"/>
          </a:p>
        </p:txBody>
      </p:sp>
      <p:sp>
        <p:nvSpPr>
          <p:cNvPr id="4" name="Slide Number Placeholder 3"/>
          <p:cNvSpPr>
            <a:spLocks noGrp="1"/>
          </p:cNvSpPr>
          <p:nvPr>
            <p:ph type="sldNum" sz="quarter" idx="5"/>
          </p:nvPr>
        </p:nvSpPr>
        <p:spPr/>
        <p:txBody>
          <a:bodyPr/>
          <a:lstStyle/>
          <a:p>
            <a:fld id="{8BC4EECF-7CFE-4F6E-9B3B-50F8DF1D9DC3}" type="slidenum">
              <a:rPr lang="en-NL" smtClean="0"/>
              <a:t>26</a:t>
            </a:fld>
            <a:endParaRPr lang="en-NL"/>
          </a:p>
        </p:txBody>
      </p:sp>
    </p:spTree>
    <p:extLst>
      <p:ext uri="{BB962C8B-B14F-4D97-AF65-F5344CB8AC3E}">
        <p14:creationId xmlns:p14="http://schemas.microsoft.com/office/powerpoint/2010/main" val="39478953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 </a:t>
            </a:r>
            <a:r>
              <a:rPr lang="en-US" b="1" dirty="0">
                <a:effectLst/>
              </a:rPr>
              <a:t>Concept:</a:t>
            </a:r>
            <a:r>
              <a:rPr lang="en-US" dirty="0">
                <a:effectLst/>
              </a:rPr>
              <a:t> </a:t>
            </a:r>
            <a:r>
              <a:rPr lang="en-US" dirty="0" err="1">
                <a:effectLst/>
              </a:rPr>
              <a:t>Kessels</a:t>
            </a:r>
            <a:r>
              <a:rPr lang="en-US" dirty="0">
                <a:effectLst/>
              </a:rPr>
              <a:t> defines these unmodeled phenomena as </a:t>
            </a:r>
            <a:r>
              <a:rPr lang="en-US" b="1" dirty="0">
                <a:effectLst/>
              </a:rPr>
              <a:t>"missing states"</a:t>
            </a:r>
            <a:r>
              <a:rPr lang="en-US" dirty="0">
                <a:effectLst/>
              </a:rPr>
              <a:t>. A state, by definition, summarizes the past history of the system [Source 5, 206].</a:t>
            </a:r>
          </a:p>
          <a:p>
            <a:r>
              <a:rPr lang="en-US" dirty="0">
                <a:effectLst/>
              </a:rPr>
              <a:t>• </a:t>
            </a:r>
            <a:r>
              <a:rPr lang="en-US" b="1" dirty="0">
                <a:effectLst/>
              </a:rPr>
              <a:t>Justification:</a:t>
            </a:r>
            <a:r>
              <a:rPr lang="en-US" dirty="0">
                <a:effectLst/>
              </a:rPr>
              <a:t> If you simply map Input </a:t>
            </a:r>
            <a:r>
              <a:rPr lang="en-US" sz="1200" kern="1200" dirty="0">
                <a:solidFill>
                  <a:schemeClr val="tx1"/>
                </a:solidFill>
                <a:effectLst/>
                <a:latin typeface="+mn-lt"/>
                <a:ea typeface="+mn-ea"/>
                <a:cs typeface="+mn-cs"/>
              </a:rPr>
              <a:t>→</a:t>
            </a:r>
            <a:r>
              <a:rPr lang="en-US" dirty="0">
                <a:effectLst/>
              </a:rPr>
              <a:t> Output (Feedforward), you assume the system reacts instantly or with a fixed finite delay. However, a flexible mode continues to oscillate </a:t>
            </a:r>
            <a:r>
              <a:rPr lang="en-US" i="1" dirty="0">
                <a:effectLst/>
              </a:rPr>
              <a:t>after</a:t>
            </a:r>
            <a:r>
              <a:rPr lang="en-US" dirty="0">
                <a:effectLst/>
              </a:rPr>
              <a:t> the input has stopped. To model this, the system must know its </a:t>
            </a:r>
            <a:r>
              <a:rPr lang="en-US" i="1" dirty="0">
                <a:effectLst/>
              </a:rPr>
              <a:t>current</a:t>
            </a:r>
            <a:r>
              <a:rPr lang="en-US" dirty="0">
                <a:effectLst/>
              </a:rPr>
              <a:t> status (position/velocity of the vibration) to calculate its </a:t>
            </a:r>
            <a:r>
              <a:rPr lang="en-US" i="1" dirty="0">
                <a:effectLst/>
              </a:rPr>
              <a:t>next</a:t>
            </a:r>
            <a:r>
              <a:rPr lang="en-US" dirty="0">
                <a:effectLst/>
              </a:rPr>
              <a:t> step.</a:t>
            </a:r>
          </a:p>
          <a:p>
            <a:endParaRPr lang="en-NL" dirty="0"/>
          </a:p>
        </p:txBody>
      </p:sp>
      <p:sp>
        <p:nvSpPr>
          <p:cNvPr id="4" name="Slide Number Placeholder 3"/>
          <p:cNvSpPr>
            <a:spLocks noGrp="1"/>
          </p:cNvSpPr>
          <p:nvPr>
            <p:ph type="sldNum" sz="quarter" idx="5"/>
          </p:nvPr>
        </p:nvSpPr>
        <p:spPr/>
        <p:txBody>
          <a:bodyPr/>
          <a:lstStyle/>
          <a:p>
            <a:fld id="{8BC4EECF-7CFE-4F6E-9B3B-50F8DF1D9DC3}" type="slidenum">
              <a:rPr lang="en-NL" smtClean="0"/>
              <a:t>32</a:t>
            </a:fld>
            <a:endParaRPr lang="en-NL"/>
          </a:p>
        </p:txBody>
      </p:sp>
    </p:spTree>
    <p:extLst>
      <p:ext uri="{BB962C8B-B14F-4D97-AF65-F5344CB8AC3E}">
        <p14:creationId xmlns:p14="http://schemas.microsoft.com/office/powerpoint/2010/main" val="14137640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8BC4EECF-7CFE-4F6E-9B3B-50F8DF1D9DC3}" type="slidenum">
              <a:rPr lang="en-NL" smtClean="0"/>
              <a:t>43</a:t>
            </a:fld>
            <a:endParaRPr lang="en-NL"/>
          </a:p>
        </p:txBody>
      </p:sp>
    </p:spTree>
    <p:extLst>
      <p:ext uri="{BB962C8B-B14F-4D97-AF65-F5344CB8AC3E}">
        <p14:creationId xmlns:p14="http://schemas.microsoft.com/office/powerpoint/2010/main" val="41626493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Always has the same starting position </a:t>
            </a:r>
            <a:r>
              <a:rPr lang="en-US" dirty="0">
                <a:sym typeface="Wingdings" panose="05000000000000000000" pitchFamily="2" charset="2"/>
              </a:rPr>
              <a:t> So constraints are less important to take into account, will only need to capture the dynamics for the nominal dual-gantry use. And since it always has the same starting position, it will have the exact same constraints as during experiment design.</a:t>
            </a:r>
          </a:p>
          <a:p>
            <a:endParaRPr lang="en-NL" dirty="0"/>
          </a:p>
        </p:txBody>
      </p:sp>
      <p:sp>
        <p:nvSpPr>
          <p:cNvPr id="4" name="Slide Number Placeholder 3"/>
          <p:cNvSpPr>
            <a:spLocks noGrp="1"/>
          </p:cNvSpPr>
          <p:nvPr>
            <p:ph type="sldNum" sz="quarter" idx="5"/>
          </p:nvPr>
        </p:nvSpPr>
        <p:spPr/>
        <p:txBody>
          <a:bodyPr/>
          <a:lstStyle/>
          <a:p>
            <a:fld id="{8BC4EECF-7CFE-4F6E-9B3B-50F8DF1D9DC3}" type="slidenum">
              <a:rPr lang="en-NL" smtClean="0"/>
              <a:t>47</a:t>
            </a:fld>
            <a:endParaRPr lang="en-NL"/>
          </a:p>
        </p:txBody>
      </p:sp>
    </p:spTree>
    <p:extLst>
      <p:ext uri="{BB962C8B-B14F-4D97-AF65-F5344CB8AC3E}">
        <p14:creationId xmlns:p14="http://schemas.microsoft.com/office/powerpoint/2010/main" val="19896623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A9B0A-21A9-11D8-6AC0-0853C7FE8D2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L"/>
          </a:p>
        </p:txBody>
      </p:sp>
      <p:sp>
        <p:nvSpPr>
          <p:cNvPr id="3" name="Subtitle 2">
            <a:extLst>
              <a:ext uri="{FF2B5EF4-FFF2-40B4-BE49-F238E27FC236}">
                <a16:creationId xmlns:a16="http://schemas.microsoft.com/office/drawing/2014/main" id="{12E18FFD-A4E2-0D4E-7BCD-58E1748D8E4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L"/>
          </a:p>
        </p:txBody>
      </p:sp>
      <p:sp>
        <p:nvSpPr>
          <p:cNvPr id="4" name="Date Placeholder 3">
            <a:extLst>
              <a:ext uri="{FF2B5EF4-FFF2-40B4-BE49-F238E27FC236}">
                <a16:creationId xmlns:a16="http://schemas.microsoft.com/office/drawing/2014/main" id="{8DCB645C-4A53-6DC7-25C3-9688B7178E8C}"/>
              </a:ext>
            </a:extLst>
          </p:cNvPr>
          <p:cNvSpPr>
            <a:spLocks noGrp="1"/>
          </p:cNvSpPr>
          <p:nvPr>
            <p:ph type="dt" sz="half" idx="10"/>
          </p:nvPr>
        </p:nvSpPr>
        <p:spPr/>
        <p:txBody>
          <a:bodyPr/>
          <a:lstStyle/>
          <a:p>
            <a:fld id="{488B314D-8566-407C-8138-35BC3B95AB82}" type="datetimeFigureOut">
              <a:rPr lang="en-NL" smtClean="0"/>
              <a:t>16/03/2026</a:t>
            </a:fld>
            <a:endParaRPr lang="en-NL"/>
          </a:p>
        </p:txBody>
      </p:sp>
      <p:sp>
        <p:nvSpPr>
          <p:cNvPr id="5" name="Footer Placeholder 4">
            <a:extLst>
              <a:ext uri="{FF2B5EF4-FFF2-40B4-BE49-F238E27FC236}">
                <a16:creationId xmlns:a16="http://schemas.microsoft.com/office/drawing/2014/main" id="{2A582621-D3E9-86E1-A821-53772827292D}"/>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0611C98C-0F73-A8F2-02F4-2AB4973CDAC2}"/>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8187164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50BA0-583D-0185-EE69-28099DAEC32E}"/>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E6D8891D-C30A-9834-578C-76F335D9CFF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CB586B7C-AB90-7DAA-F0EA-C7122F775E42}"/>
              </a:ext>
            </a:extLst>
          </p:cNvPr>
          <p:cNvSpPr>
            <a:spLocks noGrp="1"/>
          </p:cNvSpPr>
          <p:nvPr>
            <p:ph type="dt" sz="half" idx="10"/>
          </p:nvPr>
        </p:nvSpPr>
        <p:spPr/>
        <p:txBody>
          <a:bodyPr/>
          <a:lstStyle/>
          <a:p>
            <a:fld id="{7DB07CE9-C8DF-41DF-BDBB-830B84D62F5B}" type="datetimeFigureOut">
              <a:rPr lang="en-NL" smtClean="0"/>
              <a:t>16/03/2026</a:t>
            </a:fld>
            <a:endParaRPr lang="en-NL"/>
          </a:p>
        </p:txBody>
      </p:sp>
      <p:sp>
        <p:nvSpPr>
          <p:cNvPr id="5" name="Footer Placeholder 4">
            <a:extLst>
              <a:ext uri="{FF2B5EF4-FFF2-40B4-BE49-F238E27FC236}">
                <a16:creationId xmlns:a16="http://schemas.microsoft.com/office/drawing/2014/main" id="{BB6BD878-B8D5-9BF6-B119-CB8E2FBA6878}"/>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DC1A9D23-71DC-CC7B-17C0-5E08C967D942}"/>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35838012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55E79-0500-A1A2-6D30-0F0DFDD6001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L"/>
          </a:p>
        </p:txBody>
      </p:sp>
      <p:sp>
        <p:nvSpPr>
          <p:cNvPr id="3" name="Text Placeholder 2">
            <a:extLst>
              <a:ext uri="{FF2B5EF4-FFF2-40B4-BE49-F238E27FC236}">
                <a16:creationId xmlns:a16="http://schemas.microsoft.com/office/drawing/2014/main" id="{05B6914D-49A9-E97D-2C4E-18FAAF7260C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AFDA4EA-60CD-56E7-0DAD-21A6159BCBB8}"/>
              </a:ext>
            </a:extLst>
          </p:cNvPr>
          <p:cNvSpPr>
            <a:spLocks noGrp="1"/>
          </p:cNvSpPr>
          <p:nvPr>
            <p:ph type="dt" sz="half" idx="10"/>
          </p:nvPr>
        </p:nvSpPr>
        <p:spPr/>
        <p:txBody>
          <a:bodyPr/>
          <a:lstStyle/>
          <a:p>
            <a:fld id="{7DB07CE9-C8DF-41DF-BDBB-830B84D62F5B}" type="datetimeFigureOut">
              <a:rPr lang="en-NL" smtClean="0"/>
              <a:t>16/03/2026</a:t>
            </a:fld>
            <a:endParaRPr lang="en-NL"/>
          </a:p>
        </p:txBody>
      </p:sp>
      <p:sp>
        <p:nvSpPr>
          <p:cNvPr id="5" name="Footer Placeholder 4">
            <a:extLst>
              <a:ext uri="{FF2B5EF4-FFF2-40B4-BE49-F238E27FC236}">
                <a16:creationId xmlns:a16="http://schemas.microsoft.com/office/drawing/2014/main" id="{C77721A8-BB79-306A-08AB-EFFF7B85E338}"/>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B6A46C38-EEEE-5592-0604-AA374F8CCAE0}"/>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14592305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65D4E-F716-266C-EB44-F320FF044FC4}"/>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20FA0776-C324-EFAB-A946-10C85364B98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Content Placeholder 3">
            <a:extLst>
              <a:ext uri="{FF2B5EF4-FFF2-40B4-BE49-F238E27FC236}">
                <a16:creationId xmlns:a16="http://schemas.microsoft.com/office/drawing/2014/main" id="{53F9D3D4-7D3D-D1F4-CD2A-A518E546943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Date Placeholder 4">
            <a:extLst>
              <a:ext uri="{FF2B5EF4-FFF2-40B4-BE49-F238E27FC236}">
                <a16:creationId xmlns:a16="http://schemas.microsoft.com/office/drawing/2014/main" id="{CE693131-FB94-2B88-8093-B6F21E860B47}"/>
              </a:ext>
            </a:extLst>
          </p:cNvPr>
          <p:cNvSpPr>
            <a:spLocks noGrp="1"/>
          </p:cNvSpPr>
          <p:nvPr>
            <p:ph type="dt" sz="half" idx="10"/>
          </p:nvPr>
        </p:nvSpPr>
        <p:spPr/>
        <p:txBody>
          <a:bodyPr/>
          <a:lstStyle/>
          <a:p>
            <a:fld id="{7DB07CE9-C8DF-41DF-BDBB-830B84D62F5B}" type="datetimeFigureOut">
              <a:rPr lang="en-NL" smtClean="0"/>
              <a:t>16/03/2026</a:t>
            </a:fld>
            <a:endParaRPr lang="en-NL"/>
          </a:p>
        </p:txBody>
      </p:sp>
      <p:sp>
        <p:nvSpPr>
          <p:cNvPr id="6" name="Footer Placeholder 5">
            <a:extLst>
              <a:ext uri="{FF2B5EF4-FFF2-40B4-BE49-F238E27FC236}">
                <a16:creationId xmlns:a16="http://schemas.microsoft.com/office/drawing/2014/main" id="{4BD21B79-6DB2-349F-C356-71774F673FC1}"/>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185CBD36-D0DC-8F43-ACFD-1E9E357E7EB4}"/>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3267830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3BC18-D101-9213-B897-8851FE7C3D56}"/>
              </a:ext>
            </a:extLst>
          </p:cNvPr>
          <p:cNvSpPr>
            <a:spLocks noGrp="1"/>
          </p:cNvSpPr>
          <p:nvPr>
            <p:ph type="title"/>
          </p:nvPr>
        </p:nvSpPr>
        <p:spPr>
          <a:xfrm>
            <a:off x="839788" y="365125"/>
            <a:ext cx="10515600" cy="1325563"/>
          </a:xfrm>
        </p:spPr>
        <p:txBody>
          <a:bodyPr/>
          <a:lstStyle/>
          <a:p>
            <a:r>
              <a:rPr lang="en-US"/>
              <a:t>Click to edit Master title style</a:t>
            </a:r>
            <a:endParaRPr lang="en-NL"/>
          </a:p>
        </p:txBody>
      </p:sp>
      <p:sp>
        <p:nvSpPr>
          <p:cNvPr id="3" name="Text Placeholder 2">
            <a:extLst>
              <a:ext uri="{FF2B5EF4-FFF2-40B4-BE49-F238E27FC236}">
                <a16:creationId xmlns:a16="http://schemas.microsoft.com/office/drawing/2014/main" id="{325E5057-8AB1-D931-F79F-0D54E845EDE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9C2EF1A-2434-D230-33B4-D17316B77A3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Text Placeholder 4">
            <a:extLst>
              <a:ext uri="{FF2B5EF4-FFF2-40B4-BE49-F238E27FC236}">
                <a16:creationId xmlns:a16="http://schemas.microsoft.com/office/drawing/2014/main" id="{3C0C9925-AAE9-B6AC-9461-0917219EACD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74E5211-4325-D275-EE19-9984E66A821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7" name="Date Placeholder 6">
            <a:extLst>
              <a:ext uri="{FF2B5EF4-FFF2-40B4-BE49-F238E27FC236}">
                <a16:creationId xmlns:a16="http://schemas.microsoft.com/office/drawing/2014/main" id="{457FEE0D-2772-4FE7-99AD-4C1D3AC628AD}"/>
              </a:ext>
            </a:extLst>
          </p:cNvPr>
          <p:cNvSpPr>
            <a:spLocks noGrp="1"/>
          </p:cNvSpPr>
          <p:nvPr>
            <p:ph type="dt" sz="half" idx="10"/>
          </p:nvPr>
        </p:nvSpPr>
        <p:spPr/>
        <p:txBody>
          <a:bodyPr/>
          <a:lstStyle/>
          <a:p>
            <a:fld id="{7DB07CE9-C8DF-41DF-BDBB-830B84D62F5B}" type="datetimeFigureOut">
              <a:rPr lang="en-NL" smtClean="0"/>
              <a:t>16/03/2026</a:t>
            </a:fld>
            <a:endParaRPr lang="en-NL"/>
          </a:p>
        </p:txBody>
      </p:sp>
      <p:sp>
        <p:nvSpPr>
          <p:cNvPr id="8" name="Footer Placeholder 7">
            <a:extLst>
              <a:ext uri="{FF2B5EF4-FFF2-40B4-BE49-F238E27FC236}">
                <a16:creationId xmlns:a16="http://schemas.microsoft.com/office/drawing/2014/main" id="{993169B9-CD5B-369C-DBC2-925297EB21EB}"/>
              </a:ext>
            </a:extLst>
          </p:cNvPr>
          <p:cNvSpPr>
            <a:spLocks noGrp="1"/>
          </p:cNvSpPr>
          <p:nvPr>
            <p:ph type="ftr" sz="quarter" idx="11"/>
          </p:nvPr>
        </p:nvSpPr>
        <p:spPr/>
        <p:txBody>
          <a:bodyPr/>
          <a:lstStyle/>
          <a:p>
            <a:endParaRPr lang="en-NL"/>
          </a:p>
        </p:txBody>
      </p:sp>
      <p:sp>
        <p:nvSpPr>
          <p:cNvPr id="9" name="Slide Number Placeholder 8">
            <a:extLst>
              <a:ext uri="{FF2B5EF4-FFF2-40B4-BE49-F238E27FC236}">
                <a16:creationId xmlns:a16="http://schemas.microsoft.com/office/drawing/2014/main" id="{3E0BA7D5-A78A-09BB-A363-994BD9A02F46}"/>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2869802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9777B-F5E7-C08C-590D-ACFBE4C45424}"/>
              </a:ext>
            </a:extLst>
          </p:cNvPr>
          <p:cNvSpPr>
            <a:spLocks noGrp="1"/>
          </p:cNvSpPr>
          <p:nvPr>
            <p:ph type="title"/>
          </p:nvPr>
        </p:nvSpPr>
        <p:spPr/>
        <p:txBody>
          <a:bodyPr/>
          <a:lstStyle/>
          <a:p>
            <a:r>
              <a:rPr lang="en-US"/>
              <a:t>Click to edit Master title style</a:t>
            </a:r>
            <a:endParaRPr lang="en-NL"/>
          </a:p>
        </p:txBody>
      </p:sp>
      <p:sp>
        <p:nvSpPr>
          <p:cNvPr id="3" name="Date Placeholder 2">
            <a:extLst>
              <a:ext uri="{FF2B5EF4-FFF2-40B4-BE49-F238E27FC236}">
                <a16:creationId xmlns:a16="http://schemas.microsoft.com/office/drawing/2014/main" id="{300CC399-4A6B-4593-9E74-B6F8CA3DC207}"/>
              </a:ext>
            </a:extLst>
          </p:cNvPr>
          <p:cNvSpPr>
            <a:spLocks noGrp="1"/>
          </p:cNvSpPr>
          <p:nvPr>
            <p:ph type="dt" sz="half" idx="10"/>
          </p:nvPr>
        </p:nvSpPr>
        <p:spPr/>
        <p:txBody>
          <a:bodyPr/>
          <a:lstStyle/>
          <a:p>
            <a:fld id="{7DB07CE9-C8DF-41DF-BDBB-830B84D62F5B}" type="datetimeFigureOut">
              <a:rPr lang="en-NL" smtClean="0"/>
              <a:t>16/03/2026</a:t>
            </a:fld>
            <a:endParaRPr lang="en-NL"/>
          </a:p>
        </p:txBody>
      </p:sp>
      <p:sp>
        <p:nvSpPr>
          <p:cNvPr id="4" name="Footer Placeholder 3">
            <a:extLst>
              <a:ext uri="{FF2B5EF4-FFF2-40B4-BE49-F238E27FC236}">
                <a16:creationId xmlns:a16="http://schemas.microsoft.com/office/drawing/2014/main" id="{48EE88BE-564F-9BC9-D256-883FCC2992C9}"/>
              </a:ext>
            </a:extLst>
          </p:cNvPr>
          <p:cNvSpPr>
            <a:spLocks noGrp="1"/>
          </p:cNvSpPr>
          <p:nvPr>
            <p:ph type="ftr" sz="quarter" idx="11"/>
          </p:nvPr>
        </p:nvSpPr>
        <p:spPr/>
        <p:txBody>
          <a:bodyPr/>
          <a:lstStyle/>
          <a:p>
            <a:endParaRPr lang="en-NL"/>
          </a:p>
        </p:txBody>
      </p:sp>
      <p:sp>
        <p:nvSpPr>
          <p:cNvPr id="5" name="Slide Number Placeholder 4">
            <a:extLst>
              <a:ext uri="{FF2B5EF4-FFF2-40B4-BE49-F238E27FC236}">
                <a16:creationId xmlns:a16="http://schemas.microsoft.com/office/drawing/2014/main" id="{A197D54D-0C50-C773-E94C-9E2D30D9305C}"/>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27452653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6994506-3D43-84EA-E881-39D633077381}"/>
              </a:ext>
            </a:extLst>
          </p:cNvPr>
          <p:cNvSpPr>
            <a:spLocks noGrp="1"/>
          </p:cNvSpPr>
          <p:nvPr>
            <p:ph type="dt" sz="half" idx="10"/>
          </p:nvPr>
        </p:nvSpPr>
        <p:spPr/>
        <p:txBody>
          <a:bodyPr/>
          <a:lstStyle/>
          <a:p>
            <a:fld id="{7DB07CE9-C8DF-41DF-BDBB-830B84D62F5B}" type="datetimeFigureOut">
              <a:rPr lang="en-NL" smtClean="0"/>
              <a:t>16/03/2026</a:t>
            </a:fld>
            <a:endParaRPr lang="en-NL"/>
          </a:p>
        </p:txBody>
      </p:sp>
      <p:sp>
        <p:nvSpPr>
          <p:cNvPr id="3" name="Footer Placeholder 2">
            <a:extLst>
              <a:ext uri="{FF2B5EF4-FFF2-40B4-BE49-F238E27FC236}">
                <a16:creationId xmlns:a16="http://schemas.microsoft.com/office/drawing/2014/main" id="{981C55CA-8DBE-9019-86DA-AEBED897E0C9}"/>
              </a:ext>
            </a:extLst>
          </p:cNvPr>
          <p:cNvSpPr>
            <a:spLocks noGrp="1"/>
          </p:cNvSpPr>
          <p:nvPr>
            <p:ph type="ftr" sz="quarter" idx="11"/>
          </p:nvPr>
        </p:nvSpPr>
        <p:spPr/>
        <p:txBody>
          <a:bodyPr/>
          <a:lstStyle/>
          <a:p>
            <a:endParaRPr lang="en-NL"/>
          </a:p>
        </p:txBody>
      </p:sp>
      <p:sp>
        <p:nvSpPr>
          <p:cNvPr id="4" name="Slide Number Placeholder 3">
            <a:extLst>
              <a:ext uri="{FF2B5EF4-FFF2-40B4-BE49-F238E27FC236}">
                <a16:creationId xmlns:a16="http://schemas.microsoft.com/office/drawing/2014/main" id="{2159772A-9555-52DB-D4E9-75AF3C15D25A}"/>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18742203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D3A6E-DBBE-812E-85F2-A38B5249BA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Content Placeholder 2">
            <a:extLst>
              <a:ext uri="{FF2B5EF4-FFF2-40B4-BE49-F238E27FC236}">
                <a16:creationId xmlns:a16="http://schemas.microsoft.com/office/drawing/2014/main" id="{5AFB2DEC-7E11-7FE1-3C8F-AB40257CCC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Text Placeholder 3">
            <a:extLst>
              <a:ext uri="{FF2B5EF4-FFF2-40B4-BE49-F238E27FC236}">
                <a16:creationId xmlns:a16="http://schemas.microsoft.com/office/drawing/2014/main" id="{CA67515C-82D6-C8CD-79FD-0E6A1C9B19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208F352-32B7-00FA-4DA5-12E23612C097}"/>
              </a:ext>
            </a:extLst>
          </p:cNvPr>
          <p:cNvSpPr>
            <a:spLocks noGrp="1"/>
          </p:cNvSpPr>
          <p:nvPr>
            <p:ph type="dt" sz="half" idx="10"/>
          </p:nvPr>
        </p:nvSpPr>
        <p:spPr/>
        <p:txBody>
          <a:bodyPr/>
          <a:lstStyle/>
          <a:p>
            <a:fld id="{7DB07CE9-C8DF-41DF-BDBB-830B84D62F5B}" type="datetimeFigureOut">
              <a:rPr lang="en-NL" smtClean="0"/>
              <a:t>16/03/2026</a:t>
            </a:fld>
            <a:endParaRPr lang="en-NL"/>
          </a:p>
        </p:txBody>
      </p:sp>
      <p:sp>
        <p:nvSpPr>
          <p:cNvPr id="6" name="Footer Placeholder 5">
            <a:extLst>
              <a:ext uri="{FF2B5EF4-FFF2-40B4-BE49-F238E27FC236}">
                <a16:creationId xmlns:a16="http://schemas.microsoft.com/office/drawing/2014/main" id="{77D78EF5-AAF6-9556-0DA1-762E1477F249}"/>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F23A06DC-6CC1-26FA-41F2-FA573F7A3579}"/>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35876782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5C77B-CBEF-A395-D0FA-1C65A9CE29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Picture Placeholder 2">
            <a:extLst>
              <a:ext uri="{FF2B5EF4-FFF2-40B4-BE49-F238E27FC236}">
                <a16:creationId xmlns:a16="http://schemas.microsoft.com/office/drawing/2014/main" id="{E3E17272-008C-028F-3164-75FD0D3FA47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L"/>
          </a:p>
        </p:txBody>
      </p:sp>
      <p:sp>
        <p:nvSpPr>
          <p:cNvPr id="4" name="Text Placeholder 3">
            <a:extLst>
              <a:ext uri="{FF2B5EF4-FFF2-40B4-BE49-F238E27FC236}">
                <a16:creationId xmlns:a16="http://schemas.microsoft.com/office/drawing/2014/main" id="{6FCEFC27-BE0A-B312-4CAE-0D22A173EF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841F1B-BF0C-E7EE-C200-6ACDD52E8532}"/>
              </a:ext>
            </a:extLst>
          </p:cNvPr>
          <p:cNvSpPr>
            <a:spLocks noGrp="1"/>
          </p:cNvSpPr>
          <p:nvPr>
            <p:ph type="dt" sz="half" idx="10"/>
          </p:nvPr>
        </p:nvSpPr>
        <p:spPr/>
        <p:txBody>
          <a:bodyPr/>
          <a:lstStyle/>
          <a:p>
            <a:fld id="{7DB07CE9-C8DF-41DF-BDBB-830B84D62F5B}" type="datetimeFigureOut">
              <a:rPr lang="en-NL" smtClean="0"/>
              <a:t>16/03/2026</a:t>
            </a:fld>
            <a:endParaRPr lang="en-NL"/>
          </a:p>
        </p:txBody>
      </p:sp>
      <p:sp>
        <p:nvSpPr>
          <p:cNvPr id="6" name="Footer Placeholder 5">
            <a:extLst>
              <a:ext uri="{FF2B5EF4-FFF2-40B4-BE49-F238E27FC236}">
                <a16:creationId xmlns:a16="http://schemas.microsoft.com/office/drawing/2014/main" id="{E33DBEA7-5C08-D5DF-326D-402497EEC0EB}"/>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128AB07C-EC9D-1E6E-88BF-08CF4DC29F79}"/>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23134194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C2113-B4D5-3AA6-7F42-D0DF7E554A28}"/>
              </a:ext>
            </a:extLst>
          </p:cNvPr>
          <p:cNvSpPr>
            <a:spLocks noGrp="1"/>
          </p:cNvSpPr>
          <p:nvPr>
            <p:ph type="title"/>
          </p:nvPr>
        </p:nvSpPr>
        <p:spPr/>
        <p:txBody>
          <a:bodyPr/>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327AC1B1-B636-EC3C-8268-7CF0D78B63F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13308ECA-F03E-2322-8AB9-FF1B3570AC0C}"/>
              </a:ext>
            </a:extLst>
          </p:cNvPr>
          <p:cNvSpPr>
            <a:spLocks noGrp="1"/>
          </p:cNvSpPr>
          <p:nvPr>
            <p:ph type="dt" sz="half" idx="10"/>
          </p:nvPr>
        </p:nvSpPr>
        <p:spPr/>
        <p:txBody>
          <a:bodyPr/>
          <a:lstStyle/>
          <a:p>
            <a:fld id="{7DB07CE9-C8DF-41DF-BDBB-830B84D62F5B}" type="datetimeFigureOut">
              <a:rPr lang="en-NL" smtClean="0"/>
              <a:t>16/03/2026</a:t>
            </a:fld>
            <a:endParaRPr lang="en-NL"/>
          </a:p>
        </p:txBody>
      </p:sp>
      <p:sp>
        <p:nvSpPr>
          <p:cNvPr id="5" name="Footer Placeholder 4">
            <a:extLst>
              <a:ext uri="{FF2B5EF4-FFF2-40B4-BE49-F238E27FC236}">
                <a16:creationId xmlns:a16="http://schemas.microsoft.com/office/drawing/2014/main" id="{0A560E39-73E9-DBC5-E7A0-57B5094635D8}"/>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91BBA569-67AF-6D26-BB44-6C9DA6C33646}"/>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1915785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980FA20-7E26-5811-0F8E-E937CD7F6C3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CBC0AB59-9859-7F7C-9F9C-9BFEA1EF0FF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C6583E10-4C21-18B0-80CE-477CC93505A1}"/>
              </a:ext>
            </a:extLst>
          </p:cNvPr>
          <p:cNvSpPr>
            <a:spLocks noGrp="1"/>
          </p:cNvSpPr>
          <p:nvPr>
            <p:ph type="dt" sz="half" idx="10"/>
          </p:nvPr>
        </p:nvSpPr>
        <p:spPr/>
        <p:txBody>
          <a:bodyPr/>
          <a:lstStyle/>
          <a:p>
            <a:fld id="{7DB07CE9-C8DF-41DF-BDBB-830B84D62F5B}" type="datetimeFigureOut">
              <a:rPr lang="en-NL" smtClean="0"/>
              <a:t>16/03/2026</a:t>
            </a:fld>
            <a:endParaRPr lang="en-NL"/>
          </a:p>
        </p:txBody>
      </p:sp>
      <p:sp>
        <p:nvSpPr>
          <p:cNvPr id="5" name="Footer Placeholder 4">
            <a:extLst>
              <a:ext uri="{FF2B5EF4-FFF2-40B4-BE49-F238E27FC236}">
                <a16:creationId xmlns:a16="http://schemas.microsoft.com/office/drawing/2014/main" id="{38CB85F3-CF9A-29D5-DEA3-31B6193373A6}"/>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E6122B00-4173-AFD9-EDBF-57D15872F595}"/>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1318455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64814AA-CC4F-26EF-0940-42AD31BA469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L"/>
          </a:p>
        </p:txBody>
      </p:sp>
      <p:sp>
        <p:nvSpPr>
          <p:cNvPr id="3" name="Text Placeholder 2">
            <a:extLst>
              <a:ext uri="{FF2B5EF4-FFF2-40B4-BE49-F238E27FC236}">
                <a16:creationId xmlns:a16="http://schemas.microsoft.com/office/drawing/2014/main" id="{498EE76C-C9DD-829C-0E04-FD727D93688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EEA92AA8-31FA-1538-0020-A6770000A69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DB07CE9-C8DF-41DF-BDBB-830B84D62F5B}" type="datetimeFigureOut">
              <a:rPr lang="en-NL" smtClean="0"/>
              <a:t>16/03/2026</a:t>
            </a:fld>
            <a:endParaRPr lang="en-NL"/>
          </a:p>
        </p:txBody>
      </p:sp>
      <p:sp>
        <p:nvSpPr>
          <p:cNvPr id="5" name="Footer Placeholder 4">
            <a:extLst>
              <a:ext uri="{FF2B5EF4-FFF2-40B4-BE49-F238E27FC236}">
                <a16:creationId xmlns:a16="http://schemas.microsoft.com/office/drawing/2014/main" id="{852936D0-EF18-388D-6CDB-4886CBEB09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L"/>
          </a:p>
        </p:txBody>
      </p:sp>
      <p:sp>
        <p:nvSpPr>
          <p:cNvPr id="6" name="Slide Number Placeholder 5">
            <a:extLst>
              <a:ext uri="{FF2B5EF4-FFF2-40B4-BE49-F238E27FC236}">
                <a16:creationId xmlns:a16="http://schemas.microsoft.com/office/drawing/2014/main" id="{3600218A-4CD5-B355-2F90-F63E2428D7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A9C285A-41FD-47C8-9B13-D40BAB452FEE}" type="slidenum">
              <a:rPr lang="en-NL" smtClean="0"/>
              <a:t>‹#›</a:t>
            </a:fld>
            <a:endParaRPr lang="en-NL"/>
          </a:p>
        </p:txBody>
      </p:sp>
    </p:spTree>
    <p:extLst>
      <p:ext uri="{BB962C8B-B14F-4D97-AF65-F5344CB8AC3E}">
        <p14:creationId xmlns:p14="http://schemas.microsoft.com/office/powerpoint/2010/main" val="3808427065"/>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file+.vscode-resource.vscode-cdn.net/c%3A/Users/20203253/.vscode/extensions/openai.chatgpt-0.4.76-win32-x64/webview/" TargetMode="Externa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3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58346-11EF-AF16-3F7E-D4AE642D6182}"/>
              </a:ext>
            </a:extLst>
          </p:cNvPr>
          <p:cNvSpPr>
            <a:spLocks noGrp="1"/>
          </p:cNvSpPr>
          <p:nvPr>
            <p:ph type="title"/>
          </p:nvPr>
        </p:nvSpPr>
        <p:spPr/>
        <p:txBody>
          <a:bodyPr/>
          <a:lstStyle/>
          <a:p>
            <a:r>
              <a:rPr lang="en-US" dirty="0"/>
              <a:t>Meeting Week 4</a:t>
            </a:r>
            <a:endParaRPr lang="en-NL" dirty="0"/>
          </a:p>
        </p:txBody>
      </p:sp>
      <p:sp>
        <p:nvSpPr>
          <p:cNvPr id="3" name="Content Placeholder 2">
            <a:extLst>
              <a:ext uri="{FF2B5EF4-FFF2-40B4-BE49-F238E27FC236}">
                <a16:creationId xmlns:a16="http://schemas.microsoft.com/office/drawing/2014/main" id="{DAAEF679-3C39-E36C-B710-9B50CBAE487E}"/>
              </a:ext>
            </a:extLst>
          </p:cNvPr>
          <p:cNvSpPr>
            <a:spLocks noGrp="1"/>
          </p:cNvSpPr>
          <p:nvPr>
            <p:ph idx="1"/>
          </p:nvPr>
        </p:nvSpPr>
        <p:spPr/>
        <p:txBody>
          <a:bodyPr>
            <a:normAutofit lnSpcReduction="10000"/>
          </a:bodyPr>
          <a:lstStyle/>
          <a:p>
            <a:r>
              <a:rPr lang="en-US" dirty="0"/>
              <a:t>Last week summary</a:t>
            </a:r>
          </a:p>
          <a:p>
            <a:r>
              <a:rPr lang="en-US" dirty="0"/>
              <a:t>ASMPT Specifications</a:t>
            </a:r>
          </a:p>
          <a:p>
            <a:r>
              <a:rPr lang="en-US" dirty="0"/>
              <a:t>OMNIPUS and alternatives</a:t>
            </a:r>
          </a:p>
          <a:p>
            <a:r>
              <a:rPr lang="en-US" dirty="0"/>
              <a:t>Simulation</a:t>
            </a:r>
          </a:p>
          <a:p>
            <a:pPr lvl="1"/>
            <a:r>
              <a:rPr lang="en-US" dirty="0"/>
              <a:t>LPV and MIMO</a:t>
            </a:r>
          </a:p>
          <a:p>
            <a:r>
              <a:rPr lang="en-US" dirty="0"/>
              <a:t>Question 1</a:t>
            </a:r>
          </a:p>
          <a:p>
            <a:r>
              <a:rPr lang="en-US" dirty="0"/>
              <a:t>Question 2</a:t>
            </a:r>
          </a:p>
          <a:p>
            <a:r>
              <a:rPr lang="en-US" dirty="0"/>
              <a:t>Question 3</a:t>
            </a:r>
          </a:p>
          <a:p>
            <a:r>
              <a:rPr lang="en-US" dirty="0"/>
              <a:t>Outline </a:t>
            </a:r>
            <a:r>
              <a:rPr lang="en-US" dirty="0" err="1"/>
              <a:t>ToDo</a:t>
            </a:r>
            <a:r>
              <a:rPr lang="en-US" dirty="0"/>
              <a:t> next week</a:t>
            </a:r>
            <a:endParaRPr lang="en-NL" dirty="0"/>
          </a:p>
        </p:txBody>
      </p:sp>
    </p:spTree>
    <p:extLst>
      <p:ext uri="{BB962C8B-B14F-4D97-AF65-F5344CB8AC3E}">
        <p14:creationId xmlns:p14="http://schemas.microsoft.com/office/powerpoint/2010/main" val="26795951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BAB10-E766-830C-F531-7FE1BDEAE3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565E8C-EA73-EC0F-2039-CFE18C52A7EB}"/>
              </a:ext>
            </a:extLst>
          </p:cNvPr>
          <p:cNvSpPr>
            <a:spLocks noGrp="1"/>
          </p:cNvSpPr>
          <p:nvPr>
            <p:ph type="title"/>
          </p:nvPr>
        </p:nvSpPr>
        <p:spPr/>
        <p:txBody>
          <a:bodyPr/>
          <a:lstStyle/>
          <a:p>
            <a:r>
              <a:rPr lang="en-US" dirty="0"/>
              <a:t>Last week summary</a:t>
            </a:r>
            <a:endParaRPr lang="en-NL" dirty="0"/>
          </a:p>
        </p:txBody>
      </p:sp>
      <p:sp>
        <p:nvSpPr>
          <p:cNvPr id="3" name="Content Placeholder 2">
            <a:extLst>
              <a:ext uri="{FF2B5EF4-FFF2-40B4-BE49-F238E27FC236}">
                <a16:creationId xmlns:a16="http://schemas.microsoft.com/office/drawing/2014/main" id="{79C0EE02-C369-E541-479E-FC3F9BEB881B}"/>
              </a:ext>
            </a:extLst>
          </p:cNvPr>
          <p:cNvSpPr>
            <a:spLocks noGrp="1"/>
          </p:cNvSpPr>
          <p:nvPr>
            <p:ph idx="1"/>
          </p:nvPr>
        </p:nvSpPr>
        <p:spPr/>
        <p:txBody>
          <a:bodyPr>
            <a:normAutofit/>
          </a:bodyPr>
          <a:lstStyle/>
          <a:p>
            <a:r>
              <a:rPr lang="en-US" dirty="0"/>
              <a:t>Combining Bas </a:t>
            </a:r>
            <a:r>
              <a:rPr lang="en-US" dirty="0" err="1"/>
              <a:t>Kessels</a:t>
            </a:r>
            <a:r>
              <a:rPr lang="en-US" dirty="0"/>
              <a:t> his Extension and Augmentation with Orthogonality Regularization</a:t>
            </a:r>
          </a:p>
          <a:p>
            <a:pPr lvl="1"/>
            <a:r>
              <a:rPr lang="en-US" b="1" dirty="0"/>
              <a:t>Extension</a:t>
            </a:r>
            <a:r>
              <a:rPr lang="en-US" dirty="0"/>
              <a:t>: New states are added to the model to capture unmodeled dynamics </a:t>
            </a:r>
          </a:p>
          <a:p>
            <a:pPr lvl="1"/>
            <a:r>
              <a:rPr lang="en-US" b="1" dirty="0"/>
              <a:t>Augmentation: </a:t>
            </a:r>
            <a:r>
              <a:rPr lang="en-US" dirty="0"/>
              <a:t>Existing state derivative and output equations of the FP model are augmented with NNs</a:t>
            </a:r>
            <a:endParaRPr lang="en-US" b="1" dirty="0"/>
          </a:p>
          <a:p>
            <a:pPr lvl="1"/>
            <a:r>
              <a:rPr lang="en-US" b="1" dirty="0"/>
              <a:t>Orthogonality Regularization</a:t>
            </a:r>
            <a:r>
              <a:rPr lang="en-US" dirty="0"/>
              <a:t>: Penalizes the neural network from learning dynamics explained by the FP model use State-Space</a:t>
            </a:r>
          </a:p>
          <a:p>
            <a:pPr lvl="2"/>
            <a:r>
              <a:rPr lang="en-US" dirty="0"/>
              <a:t>Restricts the NN so it is forced to learn unmodeled "leftover" dynamics</a:t>
            </a:r>
          </a:p>
          <a:p>
            <a:pPr lvl="2"/>
            <a:r>
              <a:rPr lang="en-US" dirty="0"/>
              <a:t>Preservers interpretability</a:t>
            </a:r>
          </a:p>
          <a:p>
            <a:endParaRPr lang="en-US" dirty="0"/>
          </a:p>
        </p:txBody>
      </p:sp>
    </p:spTree>
    <p:extLst>
      <p:ext uri="{BB962C8B-B14F-4D97-AF65-F5344CB8AC3E}">
        <p14:creationId xmlns:p14="http://schemas.microsoft.com/office/powerpoint/2010/main" val="6845640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9700D-FF42-415C-9519-CE16CBBB575A}"/>
              </a:ext>
            </a:extLst>
          </p:cNvPr>
          <p:cNvSpPr>
            <a:spLocks noGrp="1"/>
          </p:cNvSpPr>
          <p:nvPr>
            <p:ph type="title"/>
          </p:nvPr>
        </p:nvSpPr>
        <p:spPr>
          <a:xfrm>
            <a:off x="0" y="0"/>
            <a:ext cx="10515600" cy="1325563"/>
          </a:xfrm>
        </p:spPr>
        <p:txBody>
          <a:bodyPr/>
          <a:lstStyle/>
          <a:p>
            <a:r>
              <a:rPr lang="en-US" dirty="0"/>
              <a:t>Last week summary</a:t>
            </a:r>
            <a:endParaRPr lang="en-NL" dirty="0"/>
          </a:p>
        </p:txBody>
      </p:sp>
      <p:sp>
        <p:nvSpPr>
          <p:cNvPr id="3" name="Content Placeholder 2">
            <a:extLst>
              <a:ext uri="{FF2B5EF4-FFF2-40B4-BE49-F238E27FC236}">
                <a16:creationId xmlns:a16="http://schemas.microsoft.com/office/drawing/2014/main" id="{1B16F991-22E1-98ED-FDA2-6483679AE450}"/>
              </a:ext>
            </a:extLst>
          </p:cNvPr>
          <p:cNvSpPr>
            <a:spLocks noGrp="1"/>
          </p:cNvSpPr>
          <p:nvPr>
            <p:ph idx="1"/>
          </p:nvPr>
        </p:nvSpPr>
        <p:spPr>
          <a:xfrm>
            <a:off x="9358" y="1057402"/>
            <a:ext cx="8583930" cy="5497829"/>
          </a:xfrm>
        </p:spPr>
        <p:txBody>
          <a:bodyPr>
            <a:normAutofit/>
          </a:bodyPr>
          <a:lstStyle/>
          <a:p>
            <a:r>
              <a:rPr lang="en-US" sz="3600" dirty="0"/>
              <a:t>Key metric to design experiments around: settling error bounds</a:t>
            </a:r>
          </a:p>
          <a:p>
            <a:pPr lvl="1"/>
            <a:r>
              <a:rPr lang="en-US" sz="3200" dirty="0"/>
              <a:t>Weighting function to tell the optimizer where accuracy matters </a:t>
            </a:r>
            <a:r>
              <a:rPr lang="en-US" sz="3200" dirty="0">
                <a:sym typeface="Wingdings" panose="05000000000000000000" pitchFamily="2" charset="2"/>
              </a:rPr>
              <a:t> acts as prefilter</a:t>
            </a:r>
          </a:p>
          <a:p>
            <a:pPr lvl="2"/>
            <a:r>
              <a:rPr lang="en-US" sz="2800" dirty="0">
                <a:sym typeface="Wingdings" panose="05000000000000000000" pitchFamily="2" charset="2"/>
              </a:rPr>
              <a:t>Specify frequencies where accuracy matters most</a:t>
            </a:r>
          </a:p>
          <a:p>
            <a:pPr lvl="1"/>
            <a:r>
              <a:rPr lang="en-US" sz="3200" dirty="0">
                <a:sym typeface="Wingdings" panose="05000000000000000000" pitchFamily="2" charset="2"/>
              </a:rPr>
              <a:t>Proposed cost function instead of Feature selection from </a:t>
            </a:r>
            <a:r>
              <a:rPr lang="en-US" sz="3200" dirty="0" err="1">
                <a:sym typeface="Wingdings" panose="05000000000000000000" pitchFamily="2" charset="2"/>
              </a:rPr>
              <a:t>Kessels</a:t>
            </a:r>
            <a:r>
              <a:rPr lang="en-US" sz="3200" dirty="0">
                <a:sym typeface="Wingdings" panose="05000000000000000000" pitchFamily="2" charset="2"/>
              </a:rPr>
              <a:t> for the peaks</a:t>
            </a:r>
          </a:p>
          <a:p>
            <a:pPr lvl="2"/>
            <a:r>
              <a:rPr lang="en-US" sz="2800" dirty="0"/>
              <a:t>Can we actually rule out Time Extremum (peaks and valley) features for dual-gantry?</a:t>
            </a:r>
          </a:p>
        </p:txBody>
      </p:sp>
      <p:pic>
        <p:nvPicPr>
          <p:cNvPr id="6" name="Picture 5">
            <a:extLst>
              <a:ext uri="{FF2B5EF4-FFF2-40B4-BE49-F238E27FC236}">
                <a16:creationId xmlns:a16="http://schemas.microsoft.com/office/drawing/2014/main" id="{5E833E8D-00E4-1B71-0EAD-730EF71F7048}"/>
              </a:ext>
            </a:extLst>
          </p:cNvPr>
          <p:cNvPicPr>
            <a:picLocks noChangeAspect="1"/>
          </p:cNvPicPr>
          <p:nvPr/>
        </p:nvPicPr>
        <p:blipFill>
          <a:blip r:embed="rId2"/>
          <a:srcRect l="5035" t="4007" r="7223" b="2007"/>
          <a:stretch>
            <a:fillRect/>
          </a:stretch>
        </p:blipFill>
        <p:spPr>
          <a:xfrm>
            <a:off x="8593288" y="0"/>
            <a:ext cx="3598712" cy="5604018"/>
          </a:xfrm>
          <a:prstGeom prst="rect">
            <a:avLst/>
          </a:prstGeom>
        </p:spPr>
      </p:pic>
      <p:sp>
        <p:nvSpPr>
          <p:cNvPr id="7" name="TextBox 6">
            <a:extLst>
              <a:ext uri="{FF2B5EF4-FFF2-40B4-BE49-F238E27FC236}">
                <a16:creationId xmlns:a16="http://schemas.microsoft.com/office/drawing/2014/main" id="{4208640E-9C73-E745-4D4C-DA63BBB9F13C}"/>
              </a:ext>
            </a:extLst>
          </p:cNvPr>
          <p:cNvSpPr txBox="1"/>
          <p:nvPr/>
        </p:nvSpPr>
        <p:spPr>
          <a:xfrm>
            <a:off x="9439274" y="5436473"/>
            <a:ext cx="3076576" cy="1754326"/>
          </a:xfrm>
          <a:prstGeom prst="rect">
            <a:avLst/>
          </a:prstGeom>
          <a:noFill/>
        </p:spPr>
        <p:txBody>
          <a:bodyPr wrap="square" rtlCol="0">
            <a:spAutoFit/>
          </a:bodyPr>
          <a:lstStyle/>
          <a:p>
            <a:r>
              <a:rPr lang="en-US" dirty="0"/>
              <a:t>Measured system – black</a:t>
            </a:r>
          </a:p>
          <a:p>
            <a:r>
              <a:rPr lang="en-US" dirty="0"/>
              <a:t>FP model – blue</a:t>
            </a:r>
          </a:p>
          <a:p>
            <a:r>
              <a:rPr lang="en-US" dirty="0"/>
              <a:t>EA model – red</a:t>
            </a:r>
          </a:p>
          <a:p>
            <a:r>
              <a:rPr lang="en-US" dirty="0"/>
              <a:t>Reference profile – green</a:t>
            </a:r>
          </a:p>
          <a:p>
            <a:r>
              <a:rPr lang="en-US" dirty="0"/>
              <a:t>Error bounds – yellow</a:t>
            </a:r>
          </a:p>
          <a:p>
            <a:endParaRPr lang="en-NL" dirty="0"/>
          </a:p>
        </p:txBody>
      </p:sp>
    </p:spTree>
    <p:extLst>
      <p:ext uri="{BB962C8B-B14F-4D97-AF65-F5344CB8AC3E}">
        <p14:creationId xmlns:p14="http://schemas.microsoft.com/office/powerpoint/2010/main" val="16172268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2D9718-4FD5-428C-DB82-E13D5EA9DE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E2ABC3-0B7B-98E1-FFE2-80B0F590F2B4}"/>
              </a:ext>
            </a:extLst>
          </p:cNvPr>
          <p:cNvSpPr>
            <a:spLocks noGrp="1"/>
          </p:cNvSpPr>
          <p:nvPr>
            <p:ph type="title"/>
          </p:nvPr>
        </p:nvSpPr>
        <p:spPr>
          <a:xfrm>
            <a:off x="285750" y="0"/>
            <a:ext cx="10515600" cy="1325563"/>
          </a:xfrm>
        </p:spPr>
        <p:txBody>
          <a:bodyPr/>
          <a:lstStyle/>
          <a:p>
            <a:r>
              <a:rPr lang="en-US" dirty="0"/>
              <a:t>Last week summary</a:t>
            </a:r>
            <a:endParaRPr lang="en-NL" dirty="0"/>
          </a:p>
        </p:txBody>
      </p:sp>
      <p:sp>
        <p:nvSpPr>
          <p:cNvPr id="3" name="Content Placeholder 2">
            <a:extLst>
              <a:ext uri="{FF2B5EF4-FFF2-40B4-BE49-F238E27FC236}">
                <a16:creationId xmlns:a16="http://schemas.microsoft.com/office/drawing/2014/main" id="{6D10D74E-0C9A-F461-8EDA-A5C4B745433E}"/>
              </a:ext>
            </a:extLst>
          </p:cNvPr>
          <p:cNvSpPr>
            <a:spLocks noGrp="1"/>
          </p:cNvSpPr>
          <p:nvPr>
            <p:ph idx="1"/>
          </p:nvPr>
        </p:nvSpPr>
        <p:spPr>
          <a:xfrm>
            <a:off x="102870" y="1360170"/>
            <a:ext cx="8583930" cy="5497829"/>
          </a:xfrm>
        </p:spPr>
        <p:txBody>
          <a:bodyPr>
            <a:normAutofit/>
          </a:bodyPr>
          <a:lstStyle/>
          <a:p>
            <a:r>
              <a:rPr lang="en-US" sz="3600" dirty="0"/>
              <a:t>Experiment design</a:t>
            </a:r>
          </a:p>
          <a:p>
            <a:pPr lvl="1"/>
            <a:r>
              <a:rPr lang="en-US" sz="3200" dirty="0"/>
              <a:t>Wet-clutch “spike” signal to capture local dynamics</a:t>
            </a:r>
          </a:p>
          <a:p>
            <a:pPr lvl="1"/>
            <a:r>
              <a:rPr lang="en-US" sz="3200" dirty="0"/>
              <a:t>OMNIPUS for global movement to cover full operating space</a:t>
            </a:r>
          </a:p>
        </p:txBody>
      </p:sp>
    </p:spTree>
    <p:extLst>
      <p:ext uri="{BB962C8B-B14F-4D97-AF65-F5344CB8AC3E}">
        <p14:creationId xmlns:p14="http://schemas.microsoft.com/office/powerpoint/2010/main" val="7337777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6D64BD-F3A4-2F9D-BAE6-248270D9F501}"/>
              </a:ext>
            </a:extLst>
          </p:cNvPr>
          <p:cNvSpPr>
            <a:spLocks noGrp="1"/>
          </p:cNvSpPr>
          <p:nvPr>
            <p:ph type="title"/>
          </p:nvPr>
        </p:nvSpPr>
        <p:spPr>
          <a:xfrm>
            <a:off x="183861" y="-104107"/>
            <a:ext cx="10515600" cy="1325563"/>
          </a:xfrm>
        </p:spPr>
        <p:txBody>
          <a:bodyPr/>
          <a:lstStyle/>
          <a:p>
            <a:r>
              <a:rPr lang="en-US" dirty="0"/>
              <a:t>ASMPT Specifications - Decoupling</a:t>
            </a:r>
            <a:endParaRPr lang="en-NL" dirty="0"/>
          </a:p>
        </p:txBody>
      </p:sp>
      <p:sp>
        <p:nvSpPr>
          <p:cNvPr id="3" name="Content Placeholder 2">
            <a:extLst>
              <a:ext uri="{FF2B5EF4-FFF2-40B4-BE49-F238E27FC236}">
                <a16:creationId xmlns:a16="http://schemas.microsoft.com/office/drawing/2014/main" id="{7C31ADB7-BB8F-E3FD-2F87-7BF74E2FBBE6}"/>
              </a:ext>
            </a:extLst>
          </p:cNvPr>
          <p:cNvSpPr>
            <a:spLocks noGrp="1"/>
          </p:cNvSpPr>
          <p:nvPr>
            <p:ph idx="1"/>
          </p:nvPr>
        </p:nvSpPr>
        <p:spPr>
          <a:xfrm>
            <a:off x="183861" y="911432"/>
            <a:ext cx="11546928" cy="3672599"/>
          </a:xfrm>
        </p:spPr>
        <p:txBody>
          <a:bodyPr>
            <a:normAutofit fontScale="92500" lnSpcReduction="10000"/>
          </a:bodyPr>
          <a:lstStyle/>
          <a:p>
            <a:r>
              <a:rPr lang="en-US" dirty="0"/>
              <a:t>FP model decoupling</a:t>
            </a:r>
            <a:endParaRPr lang="en-NL" dirty="0"/>
          </a:p>
          <a:p>
            <a:pPr lvl="1"/>
            <a:r>
              <a:rPr lang="en-US" dirty="0"/>
              <a:t>Both coupled and decoupled FP model are available. </a:t>
            </a:r>
            <a:endParaRPr lang="en-NL" dirty="0"/>
          </a:p>
          <a:p>
            <a:pPr lvl="1"/>
            <a:r>
              <a:rPr lang="en-US" dirty="0"/>
              <a:t>Modal transformation decoupling: </a:t>
            </a:r>
            <a:endParaRPr lang="en-NL" dirty="0"/>
          </a:p>
          <a:p>
            <a:r>
              <a:rPr lang="en-US" dirty="0">
                <a:solidFill>
                  <a:schemeClr val="bg1"/>
                </a:solidFill>
              </a:rPr>
              <a:t>T</a:t>
            </a:r>
            <a:r>
              <a:rPr lang="en-NL" dirty="0">
                <a:solidFill>
                  <a:schemeClr val="bg1"/>
                </a:solidFill>
              </a:rPr>
              <a:t>he physical motor positions</a:t>
            </a:r>
            <a:r>
              <a:rPr lang="en-US" dirty="0">
                <a:solidFill>
                  <a:schemeClr val="bg1"/>
                </a:solidFill>
              </a:rPr>
              <a:t> X1, X2 </a:t>
            </a:r>
            <a:r>
              <a:rPr lang="en-NL" dirty="0">
                <a:solidFill>
                  <a:schemeClr val="bg1"/>
                </a:solidFill>
              </a:rPr>
              <a:t>are transformed into two (approximately) independent modal coordinates:</a:t>
            </a:r>
          </a:p>
          <a:p>
            <a:pPr lvl="2"/>
            <a:r>
              <a:rPr lang="en-NL" dirty="0">
                <a:solidFill>
                  <a:schemeClr val="bg1"/>
                </a:solidFill>
              </a:rPr>
              <a:t>η</a:t>
            </a:r>
            <a:r>
              <a:rPr lang="en-US" dirty="0">
                <a:solidFill>
                  <a:schemeClr val="bg1"/>
                </a:solidFill>
              </a:rPr>
              <a:t>1: translation/synchronous motion of the cross-arm</a:t>
            </a:r>
            <a:endParaRPr lang="en-NL" dirty="0">
              <a:solidFill>
                <a:schemeClr val="bg1"/>
              </a:solidFill>
            </a:endParaRPr>
          </a:p>
          <a:p>
            <a:pPr lvl="2"/>
            <a:r>
              <a:rPr lang="en-NL" dirty="0">
                <a:solidFill>
                  <a:schemeClr val="bg1"/>
                </a:solidFill>
              </a:rPr>
              <a:t>η</a:t>
            </a:r>
            <a:r>
              <a:rPr lang="en-US" dirty="0">
                <a:solidFill>
                  <a:schemeClr val="bg1"/>
                </a:solidFill>
              </a:rPr>
              <a:t>2: twist/rotational mode of the cross-arm</a:t>
            </a:r>
          </a:p>
          <a:p>
            <a:r>
              <a:rPr lang="en-US" dirty="0">
                <a:solidFill>
                  <a:schemeClr val="bg1"/>
                </a:solidFill>
              </a:rPr>
              <a:t>The decoupled FP model can be used in the feedforward. The feedback cannot be changed due to firmware constraints, so we assume the existing feedback bandwidth is sufficient</a:t>
            </a:r>
            <a:endParaRPr lang="en-NL" dirty="0">
              <a:solidFill>
                <a:schemeClr val="bg1"/>
              </a:solidFill>
            </a:endParaRPr>
          </a:p>
          <a:p>
            <a:endParaRPr lang="en-NL" dirty="0"/>
          </a:p>
          <a:p>
            <a:endParaRPr lang="en-NL" dirty="0"/>
          </a:p>
        </p:txBody>
      </p:sp>
    </p:spTree>
    <p:extLst>
      <p:ext uri="{BB962C8B-B14F-4D97-AF65-F5344CB8AC3E}">
        <p14:creationId xmlns:p14="http://schemas.microsoft.com/office/powerpoint/2010/main" val="30357192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CF581-589C-FF1B-8711-5DBD33EAB0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9244D9-B3BA-777F-E3FB-173B55CA4D54}"/>
              </a:ext>
            </a:extLst>
          </p:cNvPr>
          <p:cNvSpPr>
            <a:spLocks noGrp="1"/>
          </p:cNvSpPr>
          <p:nvPr>
            <p:ph type="title"/>
          </p:nvPr>
        </p:nvSpPr>
        <p:spPr>
          <a:xfrm>
            <a:off x="183861" y="-104107"/>
            <a:ext cx="10515600" cy="1325563"/>
          </a:xfrm>
        </p:spPr>
        <p:txBody>
          <a:bodyPr/>
          <a:lstStyle/>
          <a:p>
            <a:r>
              <a:rPr lang="en-US" dirty="0"/>
              <a:t>ASMPT Specifications - Decoupling</a:t>
            </a:r>
            <a:endParaRPr lang="en-NL" dirty="0"/>
          </a:p>
        </p:txBody>
      </p:sp>
      <p:sp>
        <p:nvSpPr>
          <p:cNvPr id="3" name="Content Placeholder 2">
            <a:extLst>
              <a:ext uri="{FF2B5EF4-FFF2-40B4-BE49-F238E27FC236}">
                <a16:creationId xmlns:a16="http://schemas.microsoft.com/office/drawing/2014/main" id="{7D08DCEF-3788-C08C-72BE-9D317DD4AAC1}"/>
              </a:ext>
            </a:extLst>
          </p:cNvPr>
          <p:cNvSpPr>
            <a:spLocks noGrp="1"/>
          </p:cNvSpPr>
          <p:nvPr>
            <p:ph idx="1"/>
          </p:nvPr>
        </p:nvSpPr>
        <p:spPr>
          <a:xfrm>
            <a:off x="183861" y="911432"/>
            <a:ext cx="11546928" cy="3672599"/>
          </a:xfrm>
        </p:spPr>
        <p:txBody>
          <a:bodyPr>
            <a:normAutofit fontScale="92500" lnSpcReduction="10000"/>
          </a:bodyPr>
          <a:lstStyle/>
          <a:p>
            <a:r>
              <a:rPr lang="en-US" dirty="0"/>
              <a:t>FP model decoupling</a:t>
            </a:r>
            <a:endParaRPr lang="en-NL" dirty="0"/>
          </a:p>
          <a:p>
            <a:pPr lvl="1"/>
            <a:r>
              <a:rPr lang="en-US" dirty="0"/>
              <a:t>Both coupled and decoupled FP model are available. </a:t>
            </a:r>
            <a:endParaRPr lang="en-NL" dirty="0"/>
          </a:p>
          <a:p>
            <a:pPr lvl="1"/>
            <a:r>
              <a:rPr lang="en-US" dirty="0"/>
              <a:t>Modal transformation decoupling: </a:t>
            </a:r>
            <a:endParaRPr lang="en-NL" dirty="0"/>
          </a:p>
          <a:p>
            <a:pPr lvl="1"/>
            <a:r>
              <a:rPr lang="en-US" dirty="0"/>
              <a:t>T</a:t>
            </a:r>
            <a:r>
              <a:rPr lang="en-NL" dirty="0"/>
              <a:t>he physical motor positions</a:t>
            </a:r>
            <a:r>
              <a:rPr lang="en-US" dirty="0"/>
              <a:t> X1, X2 </a:t>
            </a:r>
            <a:r>
              <a:rPr lang="en-NL" dirty="0"/>
              <a:t>are transformed into two (approximately) independent modal coordinates:</a:t>
            </a:r>
          </a:p>
          <a:p>
            <a:pPr lvl="2"/>
            <a:r>
              <a:rPr lang="en-NL" dirty="0"/>
              <a:t>η</a:t>
            </a:r>
            <a:r>
              <a:rPr lang="en-US" dirty="0"/>
              <a:t>1: translation/synchronous motion of the cross-arm</a:t>
            </a:r>
            <a:endParaRPr lang="en-NL" dirty="0"/>
          </a:p>
          <a:p>
            <a:pPr lvl="2"/>
            <a:r>
              <a:rPr lang="en-NL" dirty="0"/>
              <a:t>η</a:t>
            </a:r>
            <a:r>
              <a:rPr lang="en-US" dirty="0"/>
              <a:t>2: twist/rotational mode of the cross-arm</a:t>
            </a:r>
          </a:p>
          <a:p>
            <a:r>
              <a:rPr lang="en-US" dirty="0">
                <a:solidFill>
                  <a:schemeClr val="bg1"/>
                </a:solidFill>
              </a:rPr>
              <a:t>The decoupled FP model can be used in the feedforward. The feedback cannot be changed due to firmware constraints, so we assume the existing feedback bandwidth is sufficient</a:t>
            </a:r>
            <a:endParaRPr lang="en-NL" dirty="0">
              <a:solidFill>
                <a:schemeClr val="bg1"/>
              </a:solidFill>
            </a:endParaRPr>
          </a:p>
          <a:p>
            <a:endParaRPr lang="en-NL" dirty="0"/>
          </a:p>
          <a:p>
            <a:endParaRPr lang="en-NL" dirty="0"/>
          </a:p>
        </p:txBody>
      </p:sp>
      <p:pic>
        <p:nvPicPr>
          <p:cNvPr id="5" name="Picture 4">
            <a:extLst>
              <a:ext uri="{FF2B5EF4-FFF2-40B4-BE49-F238E27FC236}">
                <a16:creationId xmlns:a16="http://schemas.microsoft.com/office/drawing/2014/main" id="{F15652AC-B1F4-F8E7-F478-356274278E2B}"/>
              </a:ext>
            </a:extLst>
          </p:cNvPr>
          <p:cNvPicPr>
            <a:picLocks noChangeAspect="1"/>
          </p:cNvPicPr>
          <p:nvPr/>
        </p:nvPicPr>
        <p:blipFill>
          <a:blip r:embed="rId2"/>
          <a:srcRect t="19083" b="18930"/>
          <a:stretch>
            <a:fillRect/>
          </a:stretch>
        </p:blipFill>
        <p:spPr>
          <a:xfrm>
            <a:off x="665206" y="4442534"/>
            <a:ext cx="10034255" cy="1325564"/>
          </a:xfrm>
          <a:prstGeom prst="rect">
            <a:avLst/>
          </a:prstGeom>
        </p:spPr>
      </p:pic>
      <p:sp>
        <p:nvSpPr>
          <p:cNvPr id="6" name="TextBox 5">
            <a:extLst>
              <a:ext uri="{FF2B5EF4-FFF2-40B4-BE49-F238E27FC236}">
                <a16:creationId xmlns:a16="http://schemas.microsoft.com/office/drawing/2014/main" id="{61E52FE9-2D48-76ED-A064-10205F0CA13B}"/>
              </a:ext>
            </a:extLst>
          </p:cNvPr>
          <p:cNvSpPr txBox="1"/>
          <p:nvPr/>
        </p:nvSpPr>
        <p:spPr>
          <a:xfrm>
            <a:off x="556921" y="5846052"/>
            <a:ext cx="11078157" cy="931696"/>
          </a:xfrm>
          <a:prstGeom prst="rect">
            <a:avLst/>
          </a:prstGeom>
          <a:noFill/>
        </p:spPr>
        <p:txBody>
          <a:bodyPr wrap="square" rtlCol="0">
            <a:spAutoFit/>
          </a:bodyPr>
          <a:lstStyle/>
          <a:p>
            <a:r>
              <a:rPr lang="en-US" b="1" i="1" dirty="0"/>
              <a:t>“The feedforward control starts from the reference positions, velocities, and accelerations X1 ref, X2 ref, and </a:t>
            </a:r>
            <a:r>
              <a:rPr lang="en-US" b="1" i="1" dirty="0" err="1"/>
              <a:t>Yref</a:t>
            </a:r>
            <a:r>
              <a:rPr lang="en-US" b="1" i="1" dirty="0"/>
              <a:t>. These references are transformed into the equivalent decoupling basis references η1 ref, η2 ref and </a:t>
            </a:r>
            <a:r>
              <a:rPr lang="en-US" b="1" i="1" dirty="0" err="1"/>
              <a:t>Yref</a:t>
            </a:r>
            <a:r>
              <a:rPr lang="en-US" b="1" i="1" dirty="0"/>
              <a:t>, using (39)”</a:t>
            </a:r>
            <a:endParaRPr lang="en-NL" b="1" i="1" dirty="0"/>
          </a:p>
        </p:txBody>
      </p:sp>
      <p:sp>
        <p:nvSpPr>
          <p:cNvPr id="7" name="TextBox 6">
            <a:extLst>
              <a:ext uri="{FF2B5EF4-FFF2-40B4-BE49-F238E27FC236}">
                <a16:creationId xmlns:a16="http://schemas.microsoft.com/office/drawing/2014/main" id="{DB7565F8-94AB-570C-ED83-94AA5B37B251}"/>
              </a:ext>
            </a:extLst>
          </p:cNvPr>
          <p:cNvSpPr txBox="1"/>
          <p:nvPr/>
        </p:nvSpPr>
        <p:spPr>
          <a:xfrm>
            <a:off x="10535115" y="4806732"/>
            <a:ext cx="772222" cy="461665"/>
          </a:xfrm>
          <a:prstGeom prst="rect">
            <a:avLst/>
          </a:prstGeom>
          <a:noFill/>
        </p:spPr>
        <p:txBody>
          <a:bodyPr wrap="square">
            <a:spAutoFit/>
          </a:bodyPr>
          <a:lstStyle/>
          <a:p>
            <a:r>
              <a:rPr lang="en-US" sz="2400" dirty="0"/>
              <a:t>(39)</a:t>
            </a:r>
            <a:endParaRPr lang="en-NL" sz="2400" dirty="0"/>
          </a:p>
        </p:txBody>
      </p:sp>
    </p:spTree>
    <p:extLst>
      <p:ext uri="{BB962C8B-B14F-4D97-AF65-F5344CB8AC3E}">
        <p14:creationId xmlns:p14="http://schemas.microsoft.com/office/powerpoint/2010/main" val="22352593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B072AD-DC96-381F-8ABB-45256AEC8E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4F3020-9B36-122C-2225-30B135F311CE}"/>
              </a:ext>
            </a:extLst>
          </p:cNvPr>
          <p:cNvSpPr>
            <a:spLocks noGrp="1"/>
          </p:cNvSpPr>
          <p:nvPr>
            <p:ph type="title"/>
          </p:nvPr>
        </p:nvSpPr>
        <p:spPr>
          <a:xfrm>
            <a:off x="183861" y="-104107"/>
            <a:ext cx="10515600" cy="1325563"/>
          </a:xfrm>
        </p:spPr>
        <p:txBody>
          <a:bodyPr/>
          <a:lstStyle/>
          <a:p>
            <a:r>
              <a:rPr lang="en-US" dirty="0"/>
              <a:t>ASMPT Specifications - Decoupling</a:t>
            </a:r>
            <a:endParaRPr lang="en-NL" dirty="0"/>
          </a:p>
        </p:txBody>
      </p:sp>
      <p:sp>
        <p:nvSpPr>
          <p:cNvPr id="3" name="Content Placeholder 2">
            <a:extLst>
              <a:ext uri="{FF2B5EF4-FFF2-40B4-BE49-F238E27FC236}">
                <a16:creationId xmlns:a16="http://schemas.microsoft.com/office/drawing/2014/main" id="{FD40EF81-5E94-D081-6393-0F5407EB89A6}"/>
              </a:ext>
            </a:extLst>
          </p:cNvPr>
          <p:cNvSpPr>
            <a:spLocks noGrp="1"/>
          </p:cNvSpPr>
          <p:nvPr>
            <p:ph idx="1"/>
          </p:nvPr>
        </p:nvSpPr>
        <p:spPr>
          <a:xfrm>
            <a:off x="183861" y="911432"/>
            <a:ext cx="11546928" cy="3672599"/>
          </a:xfrm>
        </p:spPr>
        <p:txBody>
          <a:bodyPr>
            <a:normAutofit lnSpcReduction="10000"/>
          </a:bodyPr>
          <a:lstStyle/>
          <a:p>
            <a:r>
              <a:rPr lang="en-US" dirty="0"/>
              <a:t>FP model decoupling</a:t>
            </a:r>
            <a:endParaRPr lang="en-NL" dirty="0"/>
          </a:p>
          <a:p>
            <a:pPr lvl="1"/>
            <a:r>
              <a:rPr lang="en-US" dirty="0"/>
              <a:t>Both coupled and decoupled FP model are available. </a:t>
            </a:r>
            <a:endParaRPr lang="en-NL" dirty="0"/>
          </a:p>
          <a:p>
            <a:pPr lvl="1"/>
            <a:r>
              <a:rPr lang="en-US" dirty="0"/>
              <a:t>Modal transformation decoupling: </a:t>
            </a:r>
          </a:p>
          <a:p>
            <a:pPr lvl="1"/>
            <a:r>
              <a:rPr lang="en-US" dirty="0"/>
              <a:t>T</a:t>
            </a:r>
            <a:r>
              <a:rPr lang="en-NL" dirty="0"/>
              <a:t>he physical motor positions</a:t>
            </a:r>
            <a:r>
              <a:rPr lang="en-US" dirty="0"/>
              <a:t> X1, X2 </a:t>
            </a:r>
            <a:r>
              <a:rPr lang="en-NL" dirty="0"/>
              <a:t>are transformed into two (approximately)</a:t>
            </a:r>
            <a:r>
              <a:rPr lang="en-US" dirty="0"/>
              <a:t> </a:t>
            </a:r>
            <a:r>
              <a:rPr lang="en-NL" dirty="0"/>
              <a:t>independent modal coordinates:</a:t>
            </a:r>
          </a:p>
          <a:p>
            <a:pPr lvl="2"/>
            <a:r>
              <a:rPr lang="en-NL" dirty="0"/>
              <a:t>η</a:t>
            </a:r>
            <a:r>
              <a:rPr lang="en-US" dirty="0"/>
              <a:t>1: translation/synchronous motion of the cross-arm</a:t>
            </a:r>
            <a:endParaRPr lang="en-NL" dirty="0"/>
          </a:p>
          <a:p>
            <a:pPr lvl="2"/>
            <a:r>
              <a:rPr lang="en-NL" dirty="0"/>
              <a:t>η</a:t>
            </a:r>
            <a:r>
              <a:rPr lang="en-US" dirty="0"/>
              <a:t>2: twist/rotational mode of the cross-arm</a:t>
            </a:r>
          </a:p>
          <a:p>
            <a:r>
              <a:rPr lang="en-US" dirty="0"/>
              <a:t>The decoupled FP model can be used in the feedforward. The feedback cannot be changed due to firmware constraints, so we assume the existing feedback bandwidth is sufficient</a:t>
            </a:r>
            <a:endParaRPr lang="en-NL" dirty="0"/>
          </a:p>
          <a:p>
            <a:endParaRPr lang="en-NL" dirty="0"/>
          </a:p>
          <a:p>
            <a:endParaRPr lang="en-NL" dirty="0"/>
          </a:p>
        </p:txBody>
      </p:sp>
      <p:pic>
        <p:nvPicPr>
          <p:cNvPr id="5" name="Picture 4">
            <a:extLst>
              <a:ext uri="{FF2B5EF4-FFF2-40B4-BE49-F238E27FC236}">
                <a16:creationId xmlns:a16="http://schemas.microsoft.com/office/drawing/2014/main" id="{8EDA656A-69F0-7959-E4A1-B6E1F131D560}"/>
              </a:ext>
            </a:extLst>
          </p:cNvPr>
          <p:cNvPicPr>
            <a:picLocks noChangeAspect="1"/>
          </p:cNvPicPr>
          <p:nvPr/>
        </p:nvPicPr>
        <p:blipFill>
          <a:blip r:embed="rId3"/>
          <a:srcRect t="19083" b="18930"/>
          <a:stretch>
            <a:fillRect/>
          </a:stretch>
        </p:blipFill>
        <p:spPr>
          <a:xfrm>
            <a:off x="665206" y="4442534"/>
            <a:ext cx="10034255" cy="1325564"/>
          </a:xfrm>
          <a:prstGeom prst="rect">
            <a:avLst/>
          </a:prstGeom>
        </p:spPr>
      </p:pic>
      <p:sp>
        <p:nvSpPr>
          <p:cNvPr id="6" name="TextBox 5">
            <a:extLst>
              <a:ext uri="{FF2B5EF4-FFF2-40B4-BE49-F238E27FC236}">
                <a16:creationId xmlns:a16="http://schemas.microsoft.com/office/drawing/2014/main" id="{F39CE1E9-3FD0-6277-CF8E-B94EA0902BB6}"/>
              </a:ext>
            </a:extLst>
          </p:cNvPr>
          <p:cNvSpPr txBox="1"/>
          <p:nvPr/>
        </p:nvSpPr>
        <p:spPr>
          <a:xfrm>
            <a:off x="556921" y="5846052"/>
            <a:ext cx="11078157" cy="931696"/>
          </a:xfrm>
          <a:prstGeom prst="rect">
            <a:avLst/>
          </a:prstGeom>
          <a:noFill/>
        </p:spPr>
        <p:txBody>
          <a:bodyPr wrap="square" rtlCol="0">
            <a:spAutoFit/>
          </a:bodyPr>
          <a:lstStyle/>
          <a:p>
            <a:r>
              <a:rPr lang="en-US" b="1" i="1" dirty="0"/>
              <a:t>“The feedforward control starts from the reference positions, velocities, and accelerations X1 ref, X2 ref, and </a:t>
            </a:r>
            <a:r>
              <a:rPr lang="en-US" b="1" i="1" dirty="0" err="1"/>
              <a:t>Yref</a:t>
            </a:r>
            <a:r>
              <a:rPr lang="en-US" b="1" i="1" dirty="0"/>
              <a:t>. These references are transformed into the equivalent decoupling basis references η1 ref, η2 ref and </a:t>
            </a:r>
            <a:r>
              <a:rPr lang="en-US" b="1" i="1" dirty="0" err="1"/>
              <a:t>Yref</a:t>
            </a:r>
            <a:r>
              <a:rPr lang="en-US" b="1" i="1" dirty="0"/>
              <a:t>, using (39)”</a:t>
            </a:r>
            <a:endParaRPr lang="en-NL" b="1" i="1" dirty="0"/>
          </a:p>
        </p:txBody>
      </p:sp>
      <p:sp>
        <p:nvSpPr>
          <p:cNvPr id="4" name="TextBox 3">
            <a:extLst>
              <a:ext uri="{FF2B5EF4-FFF2-40B4-BE49-F238E27FC236}">
                <a16:creationId xmlns:a16="http://schemas.microsoft.com/office/drawing/2014/main" id="{837F55B8-EBD2-67DD-00C8-C8BC28BC5388}"/>
              </a:ext>
            </a:extLst>
          </p:cNvPr>
          <p:cNvSpPr txBox="1"/>
          <p:nvPr/>
        </p:nvSpPr>
        <p:spPr>
          <a:xfrm>
            <a:off x="10535115" y="4806732"/>
            <a:ext cx="772222" cy="461665"/>
          </a:xfrm>
          <a:prstGeom prst="rect">
            <a:avLst/>
          </a:prstGeom>
          <a:noFill/>
        </p:spPr>
        <p:txBody>
          <a:bodyPr wrap="square">
            <a:spAutoFit/>
          </a:bodyPr>
          <a:lstStyle/>
          <a:p>
            <a:r>
              <a:rPr lang="en-US" sz="2400" dirty="0"/>
              <a:t>(39)</a:t>
            </a:r>
            <a:endParaRPr lang="en-NL" sz="2400" dirty="0"/>
          </a:p>
        </p:txBody>
      </p:sp>
    </p:spTree>
    <p:extLst>
      <p:ext uri="{BB962C8B-B14F-4D97-AF65-F5344CB8AC3E}">
        <p14:creationId xmlns:p14="http://schemas.microsoft.com/office/powerpoint/2010/main" val="18905443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0076D6B-DEF6-5164-3138-8F2F3C05C6D9}"/>
              </a:ext>
            </a:extLst>
          </p:cNvPr>
          <p:cNvPicPr>
            <a:picLocks noChangeAspect="1"/>
          </p:cNvPicPr>
          <p:nvPr/>
        </p:nvPicPr>
        <p:blipFill>
          <a:blip r:embed="rId3"/>
          <a:stretch>
            <a:fillRect/>
          </a:stretch>
        </p:blipFill>
        <p:spPr>
          <a:xfrm>
            <a:off x="5562025" y="365125"/>
            <a:ext cx="6629975" cy="5928874"/>
          </a:xfrm>
          <a:prstGeom prst="rect">
            <a:avLst/>
          </a:prstGeom>
        </p:spPr>
      </p:pic>
      <p:sp>
        <p:nvSpPr>
          <p:cNvPr id="2" name="Title 1">
            <a:extLst>
              <a:ext uri="{FF2B5EF4-FFF2-40B4-BE49-F238E27FC236}">
                <a16:creationId xmlns:a16="http://schemas.microsoft.com/office/drawing/2014/main" id="{30C4E26A-56D2-9290-1BC2-E366E6685443}"/>
              </a:ext>
            </a:extLst>
          </p:cNvPr>
          <p:cNvSpPr>
            <a:spLocks noGrp="1"/>
          </p:cNvSpPr>
          <p:nvPr>
            <p:ph type="title"/>
          </p:nvPr>
        </p:nvSpPr>
        <p:spPr>
          <a:xfrm>
            <a:off x="561688" y="0"/>
            <a:ext cx="3143250" cy="1325563"/>
          </a:xfrm>
        </p:spPr>
        <p:txBody>
          <a:bodyPr/>
          <a:lstStyle/>
          <a:p>
            <a:r>
              <a:rPr lang="en-US" dirty="0"/>
              <a:t>FP model</a:t>
            </a:r>
            <a:endParaRPr lang="en-NL" dirty="0"/>
          </a:p>
        </p:txBody>
      </p:sp>
      <p:sp>
        <p:nvSpPr>
          <p:cNvPr id="3" name="Content Placeholder 2">
            <a:extLst>
              <a:ext uri="{FF2B5EF4-FFF2-40B4-BE49-F238E27FC236}">
                <a16:creationId xmlns:a16="http://schemas.microsoft.com/office/drawing/2014/main" id="{537729C2-87E4-32B9-CDAE-C689CCA51262}"/>
              </a:ext>
            </a:extLst>
          </p:cNvPr>
          <p:cNvSpPr>
            <a:spLocks noGrp="1"/>
          </p:cNvSpPr>
          <p:nvPr>
            <p:ph idx="1"/>
          </p:nvPr>
        </p:nvSpPr>
        <p:spPr>
          <a:xfrm>
            <a:off x="142875" y="1063625"/>
            <a:ext cx="5638800" cy="5429250"/>
          </a:xfrm>
        </p:spPr>
        <p:txBody>
          <a:bodyPr>
            <a:normAutofit fontScale="92500" lnSpcReduction="10000"/>
          </a:bodyPr>
          <a:lstStyle/>
          <a:p>
            <a:r>
              <a:rPr lang="en-US" dirty="0"/>
              <a:t>Entire decoupled FP model can be explained with parameters in table 1.</a:t>
            </a:r>
          </a:p>
          <a:p>
            <a:r>
              <a:rPr lang="en-US" dirty="0"/>
              <a:t>Experiments for parameters:</a:t>
            </a:r>
          </a:p>
          <a:p>
            <a:pPr lvl="1"/>
            <a:r>
              <a:rPr lang="en-US" b="1" dirty="0"/>
              <a:t>Payload (Y-axis):</a:t>
            </a:r>
            <a:r>
              <a:rPr lang="en-US" dirty="0"/>
              <a:t> To isolate the payload's parameters, the parallel actuators (</a:t>
            </a:r>
            <a:r>
              <a:rPr lang="en-US" i="1" dirty="0"/>
              <a:t>X</a:t>
            </a:r>
            <a:r>
              <a:rPr lang="en-US" dirty="0"/>
              <a:t>1​ and </a:t>
            </a:r>
            <a:r>
              <a:rPr lang="en-US" i="1" dirty="0"/>
              <a:t>X</a:t>
            </a:r>
            <a:r>
              <a:rPr lang="en-US" dirty="0"/>
              <a:t>2​) are physically blocked to prevent the cross-arm from rotating</a:t>
            </a:r>
          </a:p>
          <a:p>
            <a:pPr lvl="1"/>
            <a:r>
              <a:rPr lang="en-US" b="1" dirty="0"/>
              <a:t>Synchronous Translation (X-axis):</a:t>
            </a:r>
            <a:r>
              <a:rPr lang="en-US" dirty="0"/>
              <a:t>To identify the parameters of the main actuators, </a:t>
            </a:r>
            <a:r>
              <a:rPr lang="en-US" i="1" dirty="0"/>
              <a:t>X</a:t>
            </a:r>
            <a:r>
              <a:rPr lang="en-US" dirty="0"/>
              <a:t>1​ and </a:t>
            </a:r>
            <a:r>
              <a:rPr lang="en-US" i="1" dirty="0"/>
              <a:t>X</a:t>
            </a:r>
            <a:r>
              <a:rPr lang="en-US" dirty="0"/>
              <a:t>2​ are moved in perfect synchronization</a:t>
            </a:r>
          </a:p>
          <a:p>
            <a:pPr lvl="1"/>
            <a:r>
              <a:rPr lang="en-US" b="1" dirty="0"/>
              <a:t>Rotation (</a:t>
            </a:r>
            <a:r>
              <a:rPr lang="en-US" dirty="0"/>
              <a:t>Θ</a:t>
            </a:r>
            <a:r>
              <a:rPr lang="en-US" b="1" dirty="0"/>
              <a:t>): </a:t>
            </a:r>
            <a:r>
              <a:rPr lang="en-US" dirty="0"/>
              <a:t>To determine the parameters of the flexible joints and the cross-arm's rotary dynamics, the cross-arm is intentionally rotated</a:t>
            </a:r>
            <a:endParaRPr lang="en-NL" dirty="0"/>
          </a:p>
        </p:txBody>
      </p:sp>
    </p:spTree>
    <p:extLst>
      <p:ext uri="{BB962C8B-B14F-4D97-AF65-F5344CB8AC3E}">
        <p14:creationId xmlns:p14="http://schemas.microsoft.com/office/powerpoint/2010/main" val="39500490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3B0A2-68C9-0ADA-4D34-6FBF5E39D8FF}"/>
              </a:ext>
            </a:extLst>
          </p:cNvPr>
          <p:cNvSpPr>
            <a:spLocks noGrp="1"/>
          </p:cNvSpPr>
          <p:nvPr>
            <p:ph type="title"/>
          </p:nvPr>
        </p:nvSpPr>
        <p:spPr/>
        <p:txBody>
          <a:bodyPr/>
          <a:lstStyle/>
          <a:p>
            <a:r>
              <a:rPr lang="en-US" dirty="0"/>
              <a:t>ASMPT Specifications - </a:t>
            </a:r>
            <a:r>
              <a:rPr lang="en-NL" dirty="0"/>
              <a:t>Unmodeled dynamics </a:t>
            </a:r>
          </a:p>
        </p:txBody>
      </p:sp>
      <p:sp>
        <p:nvSpPr>
          <p:cNvPr id="3" name="Content Placeholder 2">
            <a:extLst>
              <a:ext uri="{FF2B5EF4-FFF2-40B4-BE49-F238E27FC236}">
                <a16:creationId xmlns:a16="http://schemas.microsoft.com/office/drawing/2014/main" id="{6C50133B-63B0-E2A5-3038-2605B0CBC60E}"/>
              </a:ext>
            </a:extLst>
          </p:cNvPr>
          <p:cNvSpPr>
            <a:spLocks noGrp="1"/>
          </p:cNvSpPr>
          <p:nvPr>
            <p:ph idx="1"/>
          </p:nvPr>
        </p:nvSpPr>
        <p:spPr/>
        <p:txBody>
          <a:bodyPr>
            <a:normAutofit/>
          </a:bodyPr>
          <a:lstStyle/>
          <a:p>
            <a:r>
              <a:rPr lang="en-US" sz="3600" b="1" dirty="0"/>
              <a:t>Settling error bound </a:t>
            </a:r>
            <a:r>
              <a:rPr lang="en-NL" sz="3600" b="1" dirty="0"/>
              <a:t>unknown vs hard-to-model</a:t>
            </a:r>
            <a:endParaRPr lang="en-US" sz="3600" b="1" dirty="0"/>
          </a:p>
          <a:p>
            <a:pPr lvl="1"/>
            <a:r>
              <a:rPr lang="en-US" sz="3200" dirty="0"/>
              <a:t>Telica dual-gantry system will be replaced by </a:t>
            </a:r>
            <a:r>
              <a:rPr lang="en-US" sz="3200" dirty="0" err="1"/>
              <a:t>Kamtin</a:t>
            </a:r>
            <a:r>
              <a:rPr lang="en-US" sz="3200" dirty="0"/>
              <a:t> ; for </a:t>
            </a:r>
            <a:r>
              <a:rPr lang="en-US" sz="3200" dirty="0" err="1"/>
              <a:t>Kamtin</a:t>
            </a:r>
            <a:r>
              <a:rPr lang="en-US" sz="3200" dirty="0"/>
              <a:t>, the unmodeled dynamics are not yet known.</a:t>
            </a:r>
            <a:endParaRPr lang="en-NL" sz="3200" dirty="0"/>
          </a:p>
          <a:p>
            <a:pPr lvl="1"/>
            <a:r>
              <a:rPr lang="en-US" sz="3200" dirty="0"/>
              <a:t>For Telica, the dominant issue was mainly hard-to-model dynamics due to strong coupling (not specifically “nonlinearities”).</a:t>
            </a:r>
            <a:endParaRPr lang="en-NL" sz="3200" dirty="0"/>
          </a:p>
          <a:p>
            <a:pPr lvl="3"/>
            <a:r>
              <a:rPr lang="en-US" sz="2400" dirty="0" err="1"/>
              <a:t>Kamtin</a:t>
            </a:r>
            <a:r>
              <a:rPr lang="en-US" sz="2400" dirty="0"/>
              <a:t> includes a vibration isolation system, can actively adjust/compensate</a:t>
            </a:r>
            <a:endParaRPr lang="en-NL" sz="2400" dirty="0"/>
          </a:p>
          <a:p>
            <a:endParaRPr lang="en-NL" sz="3600" dirty="0"/>
          </a:p>
        </p:txBody>
      </p:sp>
    </p:spTree>
    <p:extLst>
      <p:ext uri="{BB962C8B-B14F-4D97-AF65-F5344CB8AC3E}">
        <p14:creationId xmlns:p14="http://schemas.microsoft.com/office/powerpoint/2010/main" val="20400434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30C42-74FD-75D9-2352-FFE6936A32FC}"/>
              </a:ext>
            </a:extLst>
          </p:cNvPr>
          <p:cNvSpPr>
            <a:spLocks noGrp="1"/>
          </p:cNvSpPr>
          <p:nvPr>
            <p:ph type="title"/>
          </p:nvPr>
        </p:nvSpPr>
        <p:spPr/>
        <p:txBody>
          <a:bodyPr/>
          <a:lstStyle/>
          <a:p>
            <a:r>
              <a:rPr lang="en-US" dirty="0"/>
              <a:t>ASMPT Specifications - Feedforward</a:t>
            </a:r>
            <a:endParaRPr lang="en-NL" dirty="0"/>
          </a:p>
        </p:txBody>
      </p:sp>
      <p:sp>
        <p:nvSpPr>
          <p:cNvPr id="3" name="Content Placeholder 2">
            <a:extLst>
              <a:ext uri="{FF2B5EF4-FFF2-40B4-BE49-F238E27FC236}">
                <a16:creationId xmlns:a16="http://schemas.microsoft.com/office/drawing/2014/main" id="{69B2A670-3971-254B-BF24-A95851C101DA}"/>
              </a:ext>
            </a:extLst>
          </p:cNvPr>
          <p:cNvSpPr>
            <a:spLocks noGrp="1"/>
          </p:cNvSpPr>
          <p:nvPr>
            <p:ph idx="1"/>
          </p:nvPr>
        </p:nvSpPr>
        <p:spPr/>
        <p:txBody>
          <a:bodyPr/>
          <a:lstStyle/>
          <a:p>
            <a:pPr lvl="0"/>
            <a:r>
              <a:rPr lang="en-NL" sz="3600" dirty="0"/>
              <a:t>If the NN captures the “missing physics”: feedforward implementation</a:t>
            </a:r>
          </a:p>
          <a:p>
            <a:pPr lvl="1"/>
            <a:r>
              <a:rPr lang="en-US" sz="3200" dirty="0"/>
              <a:t>Two option were proposed: </a:t>
            </a:r>
            <a:endParaRPr lang="en-NL" sz="3200" dirty="0"/>
          </a:p>
          <a:p>
            <a:pPr lvl="2"/>
            <a:r>
              <a:rPr lang="en-US" sz="2800" dirty="0"/>
              <a:t>Direct Inversion: invert augmented model to generate a more accurate reference force </a:t>
            </a:r>
            <a:r>
              <a:rPr lang="en-US" sz="2800" dirty="0">
                <a:sym typeface="Wingdings" panose="05000000000000000000" pitchFamily="2" charset="2"/>
              </a:rPr>
              <a:t></a:t>
            </a:r>
            <a:r>
              <a:rPr lang="en-US" sz="2800" dirty="0"/>
              <a:t> not always possible for neural network</a:t>
            </a:r>
            <a:endParaRPr lang="en-NL" sz="2800" dirty="0"/>
          </a:p>
          <a:p>
            <a:pPr lvl="2"/>
            <a:r>
              <a:rPr lang="en-US" sz="2800" dirty="0"/>
              <a:t>Add-on Correction: neural network output as an additive “correction signal” on top of the existing feedforward?</a:t>
            </a:r>
            <a:endParaRPr lang="en-NL" sz="2800" dirty="0"/>
          </a:p>
          <a:p>
            <a:pPr lvl="1"/>
            <a:r>
              <a:rPr lang="en-US" sz="3200" dirty="0"/>
              <a:t>Either is fine, choose own preference</a:t>
            </a:r>
            <a:endParaRPr lang="en-NL" sz="3200" dirty="0"/>
          </a:p>
          <a:p>
            <a:endParaRPr lang="en-NL" dirty="0"/>
          </a:p>
        </p:txBody>
      </p:sp>
    </p:spTree>
    <p:extLst>
      <p:ext uri="{BB962C8B-B14F-4D97-AF65-F5344CB8AC3E}">
        <p14:creationId xmlns:p14="http://schemas.microsoft.com/office/powerpoint/2010/main" val="31293933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51947-763E-7EBF-0AED-AB348A1C7691}"/>
              </a:ext>
            </a:extLst>
          </p:cNvPr>
          <p:cNvSpPr>
            <a:spLocks noGrp="1"/>
          </p:cNvSpPr>
          <p:nvPr>
            <p:ph type="title"/>
          </p:nvPr>
        </p:nvSpPr>
        <p:spPr/>
        <p:txBody>
          <a:bodyPr/>
          <a:lstStyle/>
          <a:p>
            <a:r>
              <a:rPr lang="en-US" dirty="0"/>
              <a:t>ASMPT Specifications - CT vs DT</a:t>
            </a:r>
            <a:endParaRPr lang="en-NL" dirty="0"/>
          </a:p>
        </p:txBody>
      </p:sp>
      <p:sp>
        <p:nvSpPr>
          <p:cNvPr id="3" name="Content Placeholder 2">
            <a:extLst>
              <a:ext uri="{FF2B5EF4-FFF2-40B4-BE49-F238E27FC236}">
                <a16:creationId xmlns:a16="http://schemas.microsoft.com/office/drawing/2014/main" id="{1887F7B1-DE89-304C-8D12-8908CD61A3E6}"/>
              </a:ext>
            </a:extLst>
          </p:cNvPr>
          <p:cNvSpPr>
            <a:spLocks noGrp="1"/>
          </p:cNvSpPr>
          <p:nvPr>
            <p:ph idx="1"/>
          </p:nvPr>
        </p:nvSpPr>
        <p:spPr/>
        <p:txBody>
          <a:bodyPr>
            <a:normAutofit/>
          </a:bodyPr>
          <a:lstStyle/>
          <a:p>
            <a:r>
              <a:rPr lang="en-US" sz="3600" dirty="0"/>
              <a:t>Model needs to be implemented in DT</a:t>
            </a:r>
            <a:endParaRPr lang="en-NL" sz="3600" dirty="0"/>
          </a:p>
          <a:p>
            <a:r>
              <a:rPr lang="en-US" sz="3600" dirty="0"/>
              <a:t>Mentioned that if a method is more promising in CT feel free to convert between CT and DT.</a:t>
            </a:r>
          </a:p>
          <a:p>
            <a:endParaRPr lang="en-NL" sz="3600" dirty="0"/>
          </a:p>
        </p:txBody>
      </p:sp>
    </p:spTree>
    <p:extLst>
      <p:ext uri="{BB962C8B-B14F-4D97-AF65-F5344CB8AC3E}">
        <p14:creationId xmlns:p14="http://schemas.microsoft.com/office/powerpoint/2010/main" val="2751177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1F7D3-0B3B-0A23-C22B-6AA38287474E}"/>
              </a:ext>
            </a:extLst>
          </p:cNvPr>
          <p:cNvSpPr>
            <a:spLocks noGrp="1"/>
          </p:cNvSpPr>
          <p:nvPr>
            <p:ph type="title"/>
          </p:nvPr>
        </p:nvSpPr>
        <p:spPr>
          <a:xfrm>
            <a:off x="330200" y="205865"/>
            <a:ext cx="10515600" cy="1325563"/>
          </a:xfrm>
        </p:spPr>
        <p:txBody>
          <a:bodyPr/>
          <a:lstStyle/>
          <a:p>
            <a:r>
              <a:rPr lang="en-US" dirty="0"/>
              <a:t>Experiment design - OMNIPUS for MIMO?</a:t>
            </a:r>
            <a:endParaRPr lang="en-NL" dirty="0"/>
          </a:p>
        </p:txBody>
      </p:sp>
      <p:sp>
        <p:nvSpPr>
          <p:cNvPr id="3" name="Content Placeholder 2">
            <a:extLst>
              <a:ext uri="{FF2B5EF4-FFF2-40B4-BE49-F238E27FC236}">
                <a16:creationId xmlns:a16="http://schemas.microsoft.com/office/drawing/2014/main" id="{1B2E3C58-8AB0-4B38-AFCF-1EC29BCFD7D9}"/>
              </a:ext>
            </a:extLst>
          </p:cNvPr>
          <p:cNvSpPr>
            <a:spLocks noGrp="1"/>
          </p:cNvSpPr>
          <p:nvPr>
            <p:ph idx="1"/>
          </p:nvPr>
        </p:nvSpPr>
        <p:spPr>
          <a:xfrm>
            <a:off x="109220" y="1531428"/>
            <a:ext cx="5478780" cy="4539172"/>
          </a:xfrm>
        </p:spPr>
        <p:txBody>
          <a:bodyPr>
            <a:normAutofit fontScale="70000" lnSpcReduction="20000"/>
          </a:bodyPr>
          <a:lstStyle/>
          <a:p>
            <a:r>
              <a:rPr lang="en-US" sz="3600" dirty="0"/>
              <a:t>Book Schoukens: only discussed OMNIPUS in the context of MISO</a:t>
            </a:r>
          </a:p>
          <a:p>
            <a:r>
              <a:rPr lang="en-US" sz="3600" dirty="0"/>
              <a:t> Book provides a general principle for nonlinear system identification handles multiple outputs</a:t>
            </a:r>
          </a:p>
          <a:p>
            <a:r>
              <a:rPr lang="en-US" sz="3600" dirty="0"/>
              <a:t>For multiple outputs, we often just fit one MISO nonlinear model per output; the outputs may need different model orders, and sometimes we can share parameters across outputs for efficiency, but the basic MIMO behavior is already captured by the set of MISO models</a:t>
            </a:r>
          </a:p>
          <a:p>
            <a:pPr marL="0" indent="0">
              <a:buNone/>
            </a:pPr>
            <a:endParaRPr lang="en-NL" sz="3600" dirty="0"/>
          </a:p>
        </p:txBody>
      </p:sp>
      <p:pic>
        <p:nvPicPr>
          <p:cNvPr id="7" name="Picture 6">
            <a:extLst>
              <a:ext uri="{FF2B5EF4-FFF2-40B4-BE49-F238E27FC236}">
                <a16:creationId xmlns:a16="http://schemas.microsoft.com/office/drawing/2014/main" id="{6B9993EA-5BB0-E764-AFDB-887F41E812F4}"/>
              </a:ext>
            </a:extLst>
          </p:cNvPr>
          <p:cNvPicPr>
            <a:picLocks noChangeAspect="1"/>
          </p:cNvPicPr>
          <p:nvPr/>
        </p:nvPicPr>
        <p:blipFill>
          <a:blip r:embed="rId2"/>
          <a:stretch>
            <a:fillRect/>
          </a:stretch>
        </p:blipFill>
        <p:spPr>
          <a:xfrm>
            <a:off x="5791640" y="1531428"/>
            <a:ext cx="6291140" cy="4276215"/>
          </a:xfrm>
          <a:prstGeom prst="rect">
            <a:avLst/>
          </a:prstGeom>
        </p:spPr>
      </p:pic>
    </p:spTree>
    <p:extLst>
      <p:ext uri="{BB962C8B-B14F-4D97-AF65-F5344CB8AC3E}">
        <p14:creationId xmlns:p14="http://schemas.microsoft.com/office/powerpoint/2010/main" val="35813368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5DA42-D448-5989-61AD-1A39594CE452}"/>
              </a:ext>
            </a:extLst>
          </p:cNvPr>
          <p:cNvSpPr>
            <a:spLocks noGrp="1"/>
          </p:cNvSpPr>
          <p:nvPr>
            <p:ph type="title"/>
          </p:nvPr>
        </p:nvSpPr>
        <p:spPr/>
        <p:txBody>
          <a:bodyPr/>
          <a:lstStyle/>
          <a:p>
            <a:r>
              <a:rPr lang="en-US" dirty="0"/>
              <a:t>OMNIPUS with constraints</a:t>
            </a:r>
            <a:endParaRPr lang="en-NL" dirty="0"/>
          </a:p>
        </p:txBody>
      </p:sp>
      <p:sp>
        <p:nvSpPr>
          <p:cNvPr id="3" name="Content Placeholder 2">
            <a:extLst>
              <a:ext uri="{FF2B5EF4-FFF2-40B4-BE49-F238E27FC236}">
                <a16:creationId xmlns:a16="http://schemas.microsoft.com/office/drawing/2014/main" id="{5265A5BA-E291-1B21-DB7A-A56C3A5ECE89}"/>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12585060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E0BC8-7E90-DCF6-9154-4D142BB5D5B8}"/>
              </a:ext>
            </a:extLst>
          </p:cNvPr>
          <p:cNvSpPr>
            <a:spLocks noGrp="1"/>
          </p:cNvSpPr>
          <p:nvPr>
            <p:ph type="title"/>
          </p:nvPr>
        </p:nvSpPr>
        <p:spPr>
          <a:xfrm>
            <a:off x="838200" y="260092"/>
            <a:ext cx="5348782" cy="1218348"/>
          </a:xfrm>
        </p:spPr>
        <p:txBody>
          <a:bodyPr>
            <a:normAutofit fontScale="90000"/>
          </a:bodyPr>
          <a:lstStyle/>
          <a:p>
            <a:r>
              <a:rPr lang="en-US" dirty="0"/>
              <a:t>Latin hyper Cube sampling</a:t>
            </a:r>
            <a:endParaRPr lang="en-NL" dirty="0"/>
          </a:p>
        </p:txBody>
      </p:sp>
      <p:sp>
        <p:nvSpPr>
          <p:cNvPr id="3" name="Content Placeholder 2">
            <a:extLst>
              <a:ext uri="{FF2B5EF4-FFF2-40B4-BE49-F238E27FC236}">
                <a16:creationId xmlns:a16="http://schemas.microsoft.com/office/drawing/2014/main" id="{47CA0CF2-9BD0-38C9-8E87-6B4968D4834A}"/>
              </a:ext>
            </a:extLst>
          </p:cNvPr>
          <p:cNvSpPr>
            <a:spLocks noGrp="1"/>
          </p:cNvSpPr>
          <p:nvPr>
            <p:ph idx="1"/>
          </p:nvPr>
        </p:nvSpPr>
        <p:spPr>
          <a:xfrm>
            <a:off x="838200" y="1825625"/>
            <a:ext cx="5348782" cy="4163109"/>
          </a:xfrm>
        </p:spPr>
        <p:txBody>
          <a:bodyPr>
            <a:normAutofit/>
          </a:bodyPr>
          <a:lstStyle/>
          <a:p>
            <a:r>
              <a:rPr lang="en-US" dirty="0"/>
              <a:t>Latin Hyper Cube (LHC) sampling.</a:t>
            </a:r>
          </a:p>
          <a:p>
            <a:pPr lvl="1"/>
            <a:r>
              <a:rPr lang="en-US" dirty="0"/>
              <a:t>More a uniform distribution, doesn’t look into finding regions of high information density for capturing dynamics of the system</a:t>
            </a:r>
          </a:p>
          <a:p>
            <a:endParaRPr lang="en-US" dirty="0"/>
          </a:p>
          <a:p>
            <a:endParaRPr lang="en-US" dirty="0"/>
          </a:p>
        </p:txBody>
      </p:sp>
      <p:pic>
        <p:nvPicPr>
          <p:cNvPr id="1026" name="Picture 2" descr="Latin Hypercube Sampling (LHS) with different numbers of realizations (a) 50 (b) 100, (c) 300, (d) 500. For illustration purposes, we take relative roughness versus tortuosity as an example. As observed, the space-filling trend has become more obvious with the increase of realizations.">
            <a:extLst>
              <a:ext uri="{FF2B5EF4-FFF2-40B4-BE49-F238E27FC236}">
                <a16:creationId xmlns:a16="http://schemas.microsoft.com/office/drawing/2014/main" id="{863432AB-5BEA-6A28-7E7E-688E0A670E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86982" y="183434"/>
            <a:ext cx="5768984" cy="576231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B7866DB-F98D-009E-607D-494B48C18A23}"/>
              </a:ext>
            </a:extLst>
          </p:cNvPr>
          <p:cNvSpPr txBox="1"/>
          <p:nvPr/>
        </p:nvSpPr>
        <p:spPr>
          <a:xfrm>
            <a:off x="6325530" y="5988734"/>
            <a:ext cx="6094140" cy="646331"/>
          </a:xfrm>
          <a:prstGeom prst="rect">
            <a:avLst/>
          </a:prstGeom>
          <a:noFill/>
        </p:spPr>
        <p:txBody>
          <a:bodyPr wrap="square">
            <a:spAutoFit/>
          </a:bodyPr>
          <a:lstStyle/>
          <a:p>
            <a:pPr algn="l">
              <a:buNone/>
            </a:pPr>
            <a:r>
              <a:rPr lang="en-US" b="0" i="0" dirty="0">
                <a:solidFill>
                  <a:srgbClr val="111111"/>
                </a:solidFill>
                <a:effectLst/>
                <a:latin typeface="Roboto" panose="02000000000000000000" pitchFamily="2" charset="0"/>
              </a:rPr>
              <a:t>Latin Hypercube Sampling with different numbers of realizations</a:t>
            </a:r>
          </a:p>
        </p:txBody>
      </p:sp>
    </p:spTree>
    <p:extLst>
      <p:ext uri="{BB962C8B-B14F-4D97-AF65-F5344CB8AC3E}">
        <p14:creationId xmlns:p14="http://schemas.microsoft.com/office/powerpoint/2010/main" val="38894201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E0472-0A93-4485-CF33-11A8C55CB19E}"/>
              </a:ext>
            </a:extLst>
          </p:cNvPr>
          <p:cNvSpPr>
            <a:spLocks noGrp="1"/>
          </p:cNvSpPr>
          <p:nvPr>
            <p:ph type="title"/>
          </p:nvPr>
        </p:nvSpPr>
        <p:spPr/>
        <p:txBody>
          <a:bodyPr/>
          <a:lstStyle/>
          <a:p>
            <a:r>
              <a:rPr lang="en-US" dirty="0"/>
              <a:t>Alternatives to OMNIPUS</a:t>
            </a:r>
            <a:endParaRPr lang="en-NL" dirty="0"/>
          </a:p>
        </p:txBody>
      </p:sp>
      <p:sp>
        <p:nvSpPr>
          <p:cNvPr id="3" name="Content Placeholder 2">
            <a:extLst>
              <a:ext uri="{FF2B5EF4-FFF2-40B4-BE49-F238E27FC236}">
                <a16:creationId xmlns:a16="http://schemas.microsoft.com/office/drawing/2014/main" id="{0297507E-7454-35B2-D48F-7ADD98266564}"/>
              </a:ext>
            </a:extLst>
          </p:cNvPr>
          <p:cNvSpPr>
            <a:spLocks noGrp="1"/>
          </p:cNvSpPr>
          <p:nvPr>
            <p:ph idx="1"/>
          </p:nvPr>
        </p:nvSpPr>
        <p:spPr>
          <a:xfrm>
            <a:off x="666750" y="1381125"/>
            <a:ext cx="10687050" cy="4795838"/>
          </a:xfrm>
        </p:spPr>
        <p:txBody>
          <a:bodyPr>
            <a:normAutofit fontScale="92500" lnSpcReduction="20000"/>
          </a:bodyPr>
          <a:lstStyle/>
          <a:p>
            <a:r>
              <a:rPr lang="en-US" sz="2400" dirty="0"/>
              <a:t>For the dual-gantry system need a method that keeps collisions and thus input constraints into account for global excitation. </a:t>
            </a:r>
          </a:p>
          <a:p>
            <a:pPr lvl="1"/>
            <a:r>
              <a:rPr lang="en-US" sz="1800" dirty="0"/>
              <a:t>MIMO methods designed for this?</a:t>
            </a:r>
          </a:p>
          <a:p>
            <a:r>
              <a:rPr lang="en-US" sz="2400" dirty="0" err="1"/>
              <a:t>iGOAT</a:t>
            </a:r>
            <a:r>
              <a:rPr lang="en-US" sz="2400" dirty="0"/>
              <a:t> improvement over OMNIPUS</a:t>
            </a:r>
          </a:p>
          <a:p>
            <a:pPr lvl="1"/>
            <a:r>
              <a:rPr lang="en-US" sz="1800" dirty="0" err="1"/>
              <a:t>iGOATS</a:t>
            </a:r>
            <a:r>
              <a:rPr lang="en-US" sz="1800" dirty="0"/>
              <a:t> and OMNIPUS are capable to incorporates constraints </a:t>
            </a:r>
            <a:endParaRPr lang="en-US" sz="1800" dirty="0">
              <a:sym typeface="Wingdings" panose="05000000000000000000" pitchFamily="2" charset="2"/>
            </a:endParaRPr>
          </a:p>
          <a:p>
            <a:pPr lvl="1"/>
            <a:r>
              <a:rPr lang="en-US" sz="1800" dirty="0"/>
              <a:t>OMNIPUS limitation</a:t>
            </a:r>
            <a:r>
              <a:rPr lang="en-US" sz="1800" b="1" dirty="0"/>
              <a:t>:</a:t>
            </a:r>
            <a:r>
              <a:rPr lang="en-US" sz="1800" dirty="0"/>
              <a:t> For a multi-input (MIMO) system, OMNIPUS lacks the "degree of freedom" to optimize multiple inputs at once. In every iteration, </a:t>
            </a:r>
            <a:r>
              <a:rPr lang="en-US" sz="1800" b="1" dirty="0"/>
              <a:t>it optimizes only one amplitude of one input</a:t>
            </a:r>
            <a:endParaRPr lang="en-US" sz="1800" dirty="0"/>
          </a:p>
          <a:p>
            <a:r>
              <a:rPr lang="en-US" sz="2400" dirty="0" err="1"/>
              <a:t>iGOAT</a:t>
            </a:r>
            <a:r>
              <a:rPr lang="en-US" sz="2400" dirty="0"/>
              <a:t> (incremental Genetic Optimized Amplitude Time Signal)</a:t>
            </a:r>
          </a:p>
          <a:p>
            <a:pPr lvl="1"/>
            <a:r>
              <a:rPr lang="en-US" sz="1800" dirty="0"/>
              <a:t>Demonstrated on a two-dimensional artificially created nonlinear dynamic system</a:t>
            </a:r>
            <a:endParaRPr lang="en-US" sz="1800" b="1" dirty="0"/>
          </a:p>
          <a:p>
            <a:pPr lvl="1"/>
            <a:r>
              <a:rPr lang="en-US" sz="1800" dirty="0" err="1"/>
              <a:t>iGoats</a:t>
            </a:r>
            <a:r>
              <a:rPr lang="en-US" sz="1800" dirty="0"/>
              <a:t> builds on Latin Hyper Cube (LHC) sampling</a:t>
            </a:r>
          </a:p>
          <a:p>
            <a:pPr lvl="1"/>
            <a:r>
              <a:rPr lang="en-US" sz="1800" dirty="0"/>
              <a:t>Method:</a:t>
            </a:r>
          </a:p>
          <a:p>
            <a:pPr lvl="2"/>
            <a:r>
              <a:rPr lang="en-US" sz="1600" dirty="0"/>
              <a:t>Each iteration, it uses a genetic algorithm to optimize a short subsequence of amplitude levels and durations, which it then appends to the existing signal</a:t>
            </a:r>
          </a:p>
          <a:p>
            <a:pPr lvl="2"/>
            <a:r>
              <a:rPr lang="en-US" sz="1600" b="1" dirty="0"/>
              <a:t>Simultaneous Multi-Input Optimization:</a:t>
            </a:r>
            <a:r>
              <a:rPr lang="en-US" sz="1600" dirty="0"/>
              <a:t> optimizes the subsequences for </a:t>
            </a:r>
            <a:r>
              <a:rPr lang="en-US" sz="1600" i="1" dirty="0"/>
              <a:t>every</a:t>
            </a:r>
            <a:r>
              <a:rPr lang="en-US" sz="1600" dirty="0"/>
              <a:t> input dimension of the system at the exact same time</a:t>
            </a:r>
          </a:p>
          <a:p>
            <a:pPr lvl="2"/>
            <a:r>
              <a:rPr lang="en-US" sz="1600" b="1" dirty="0"/>
              <a:t>Planning Feature:</a:t>
            </a:r>
            <a:r>
              <a:rPr lang="en-US" sz="1600" dirty="0"/>
              <a:t> looks ahead by considering multiple subsequent steps </a:t>
            </a:r>
          </a:p>
          <a:p>
            <a:r>
              <a:rPr lang="en-US" sz="2400" dirty="0"/>
              <a:t>Paper: Space-filling Optimization of Excitation Signals for Nonlinear System Identification</a:t>
            </a:r>
          </a:p>
        </p:txBody>
      </p:sp>
    </p:spTree>
    <p:extLst>
      <p:ext uri="{BB962C8B-B14F-4D97-AF65-F5344CB8AC3E}">
        <p14:creationId xmlns:p14="http://schemas.microsoft.com/office/powerpoint/2010/main" val="31417128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E4397-7C83-8D59-D44B-14DF00E59F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75B073-3ADE-DEC9-E306-C1F8E0818CB0}"/>
              </a:ext>
            </a:extLst>
          </p:cNvPr>
          <p:cNvSpPr>
            <a:spLocks noGrp="1"/>
          </p:cNvSpPr>
          <p:nvPr>
            <p:ph type="title"/>
          </p:nvPr>
        </p:nvSpPr>
        <p:spPr/>
        <p:txBody>
          <a:bodyPr/>
          <a:lstStyle/>
          <a:p>
            <a:r>
              <a:rPr lang="en-US" dirty="0"/>
              <a:t>Alternatives to OMNIPUS</a:t>
            </a:r>
            <a:endParaRPr lang="en-NL" dirty="0"/>
          </a:p>
        </p:txBody>
      </p:sp>
      <p:sp>
        <p:nvSpPr>
          <p:cNvPr id="3" name="Content Placeholder 2">
            <a:extLst>
              <a:ext uri="{FF2B5EF4-FFF2-40B4-BE49-F238E27FC236}">
                <a16:creationId xmlns:a16="http://schemas.microsoft.com/office/drawing/2014/main" id="{C1A35E73-C4C4-96DB-1BF4-ED01897E7C50}"/>
              </a:ext>
            </a:extLst>
          </p:cNvPr>
          <p:cNvSpPr>
            <a:spLocks noGrp="1"/>
          </p:cNvSpPr>
          <p:nvPr>
            <p:ph idx="1"/>
          </p:nvPr>
        </p:nvSpPr>
        <p:spPr/>
        <p:txBody>
          <a:bodyPr>
            <a:normAutofit/>
          </a:bodyPr>
          <a:lstStyle/>
          <a:p>
            <a:r>
              <a:rPr lang="en-US" dirty="0"/>
              <a:t>Receding Horizon Control (RHC)</a:t>
            </a:r>
          </a:p>
          <a:p>
            <a:pPr lvl="1"/>
            <a:r>
              <a:rPr lang="en-US" dirty="0"/>
              <a:t>Online and Offline Space-Filling Input Design for Nonlinear System Identification: A Receding Horizon Control-Based Approach </a:t>
            </a:r>
          </a:p>
          <a:p>
            <a:r>
              <a:rPr lang="en-US" dirty="0"/>
              <a:t>Gaussian Process (GP)</a:t>
            </a:r>
          </a:p>
          <a:p>
            <a:pPr lvl="1"/>
            <a:r>
              <a:rPr lang="en-US" dirty="0"/>
              <a:t>On Space-Filling Input Design for Nonlinear Dynamic Model Learning: A Gaussian Process Approach</a:t>
            </a:r>
          </a:p>
          <a:p>
            <a:endParaRPr lang="en-NL" dirty="0"/>
          </a:p>
        </p:txBody>
      </p:sp>
    </p:spTree>
    <p:extLst>
      <p:ext uri="{BB962C8B-B14F-4D97-AF65-F5344CB8AC3E}">
        <p14:creationId xmlns:p14="http://schemas.microsoft.com/office/powerpoint/2010/main" val="29855607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3C25D-6A39-84B3-076C-2A4A34312A27}"/>
              </a:ext>
            </a:extLst>
          </p:cNvPr>
          <p:cNvSpPr>
            <a:spLocks noGrp="1"/>
          </p:cNvSpPr>
          <p:nvPr>
            <p:ph type="title"/>
          </p:nvPr>
        </p:nvSpPr>
        <p:spPr/>
        <p:txBody>
          <a:bodyPr>
            <a:noAutofit/>
          </a:bodyPr>
          <a:lstStyle/>
          <a:p>
            <a:r>
              <a:rPr lang="en-US" sz="3600" dirty="0"/>
              <a:t>RHC-Based Space-Filling Input Design for Nonlinear Systems</a:t>
            </a:r>
          </a:p>
        </p:txBody>
      </p:sp>
      <p:sp>
        <p:nvSpPr>
          <p:cNvPr id="3" name="Content Placeholder 2">
            <a:extLst>
              <a:ext uri="{FF2B5EF4-FFF2-40B4-BE49-F238E27FC236}">
                <a16:creationId xmlns:a16="http://schemas.microsoft.com/office/drawing/2014/main" id="{164B1ADE-CC92-6C27-F59F-7FA33FF0458C}"/>
              </a:ext>
            </a:extLst>
          </p:cNvPr>
          <p:cNvSpPr>
            <a:spLocks noGrp="1"/>
          </p:cNvSpPr>
          <p:nvPr>
            <p:ph idx="1"/>
          </p:nvPr>
        </p:nvSpPr>
        <p:spPr/>
        <p:txBody>
          <a:bodyPr>
            <a:normAutofit fontScale="92500"/>
          </a:bodyPr>
          <a:lstStyle/>
          <a:p>
            <a:r>
              <a:rPr lang="en-US" b="1" dirty="0"/>
              <a:t>Problem:</a:t>
            </a:r>
            <a:r>
              <a:rPr lang="en-US" dirty="0"/>
              <a:t> Standard input designs largely overlook the generalization error, which causes model inaccuracies in unexplored operating regions</a:t>
            </a:r>
          </a:p>
          <a:p>
            <a:r>
              <a:rPr lang="en-US" b="1" dirty="0"/>
              <a:t>Solution:</a:t>
            </a:r>
            <a:r>
              <a:rPr lang="en-US" dirty="0"/>
              <a:t> optimization framework that induces a "space-filling" design to actively drive the system to cover a user-defined region of interest, ensuring comprehensive data collection and minimizing knowledge gaps</a:t>
            </a:r>
          </a:p>
          <a:p>
            <a:pPr lvl="1"/>
            <a:r>
              <a:rPr lang="en-US" b="1" dirty="0"/>
              <a:t>Iterative RHC Strategy:</a:t>
            </a:r>
            <a:r>
              <a:rPr lang="en-US" dirty="0"/>
              <a:t> iteratively predict and optimize future input sequences over a finite prediction horizon</a:t>
            </a:r>
          </a:p>
          <a:p>
            <a:r>
              <a:rPr lang="en-US" dirty="0"/>
              <a:t>Paper: Online and Offline Space-Filling Input Design for Nonlinear System Identification: A Receding Horizon Control-Based Approach</a:t>
            </a:r>
            <a:endParaRPr lang="en-NL" dirty="0"/>
          </a:p>
        </p:txBody>
      </p:sp>
    </p:spTree>
    <p:extLst>
      <p:ext uri="{BB962C8B-B14F-4D97-AF65-F5344CB8AC3E}">
        <p14:creationId xmlns:p14="http://schemas.microsoft.com/office/powerpoint/2010/main" val="1588794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F08FA-6179-7439-EA06-6DB57313C4A3}"/>
              </a:ext>
            </a:extLst>
          </p:cNvPr>
          <p:cNvSpPr>
            <a:spLocks noGrp="1"/>
          </p:cNvSpPr>
          <p:nvPr>
            <p:ph type="title"/>
          </p:nvPr>
        </p:nvSpPr>
        <p:spPr/>
        <p:txBody>
          <a:bodyPr/>
          <a:lstStyle/>
          <a:p>
            <a:endParaRPr lang="en-NL" dirty="0"/>
          </a:p>
        </p:txBody>
      </p:sp>
      <p:sp>
        <p:nvSpPr>
          <p:cNvPr id="3" name="Content Placeholder 2">
            <a:extLst>
              <a:ext uri="{FF2B5EF4-FFF2-40B4-BE49-F238E27FC236}">
                <a16:creationId xmlns:a16="http://schemas.microsoft.com/office/drawing/2014/main" id="{40BE6BB6-57C3-7B2E-E29C-A4575D61CC5F}"/>
              </a:ext>
            </a:extLst>
          </p:cNvPr>
          <p:cNvSpPr>
            <a:spLocks noGrp="1"/>
          </p:cNvSpPr>
          <p:nvPr>
            <p:ph idx="1"/>
          </p:nvPr>
        </p:nvSpPr>
        <p:spPr/>
        <p:txBody>
          <a:bodyPr>
            <a:normAutofit fontScale="92500" lnSpcReduction="10000"/>
          </a:bodyPr>
          <a:lstStyle/>
          <a:p>
            <a:r>
              <a:rPr lang="en-US" b="1" dirty="0"/>
              <a:t>Distance-Based Optimality:</a:t>
            </a:r>
            <a:r>
              <a:rPr lang="en-US" dirty="0"/>
              <a:t> algorithm calculates the nearest-neighbor distance between the excitation signal's actual data points and an ideal "target map" within the model's input space.</a:t>
            </a:r>
          </a:p>
          <a:p>
            <a:pPr lvl="1"/>
            <a:r>
              <a:rPr lang="en-US" dirty="0"/>
              <a:t>By actively minimizing this total distance, it systematically forces the system to fill empty regions</a:t>
            </a:r>
          </a:p>
          <a:p>
            <a:r>
              <a:rPr lang="en-US" b="1" dirty="0"/>
              <a:t>Target Map Initialization:</a:t>
            </a:r>
            <a:r>
              <a:rPr lang="en-US" dirty="0"/>
              <a:t> ideal target map is generated before optimization, distributes uniform points across region of interest</a:t>
            </a:r>
          </a:p>
          <a:p>
            <a:r>
              <a:rPr lang="en-US" b="1" dirty="0"/>
              <a:t>Online Adaptation:</a:t>
            </a:r>
            <a:r>
              <a:rPr lang="en-US" dirty="0"/>
              <a:t> target map's coordinates remain fixed, running the method online continuously updates the underlying model parameters</a:t>
            </a:r>
          </a:p>
          <a:p>
            <a:pPr lvl="1"/>
            <a:r>
              <a:rPr lang="en-US" b="1" dirty="0"/>
              <a:t>Target Map is made of both Inputs and Outputs</a:t>
            </a:r>
            <a:r>
              <a:rPr lang="en-US" dirty="0"/>
              <a:t>, by updating the output the RHC algorithm is better able to look ahead to plan a sequence of future inputs (over a specific horizon).</a:t>
            </a:r>
            <a:endParaRPr lang="en-NL" dirty="0"/>
          </a:p>
        </p:txBody>
      </p:sp>
    </p:spTree>
    <p:extLst>
      <p:ext uri="{BB962C8B-B14F-4D97-AF65-F5344CB8AC3E}">
        <p14:creationId xmlns:p14="http://schemas.microsoft.com/office/powerpoint/2010/main" val="1725550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29C10-5A06-4B33-DF58-CAB7090EF892}"/>
              </a:ext>
            </a:extLst>
          </p:cNvPr>
          <p:cNvSpPr>
            <a:spLocks noGrp="1"/>
          </p:cNvSpPr>
          <p:nvPr>
            <p:ph type="title"/>
          </p:nvPr>
        </p:nvSpPr>
        <p:spPr>
          <a:xfrm>
            <a:off x="330200" y="233045"/>
            <a:ext cx="10515600" cy="1325563"/>
          </a:xfrm>
        </p:spPr>
        <p:txBody>
          <a:bodyPr>
            <a:normAutofit fontScale="90000"/>
          </a:bodyPr>
          <a:lstStyle/>
          <a:p>
            <a:r>
              <a:rPr lang="en-US" dirty="0"/>
              <a:t>On Space-Filling Input Design for Nonlinear Dynamic Model Learning: A Gaussian Process Approach</a:t>
            </a:r>
            <a:endParaRPr lang="en-NL" dirty="0"/>
          </a:p>
        </p:txBody>
      </p:sp>
      <p:sp>
        <p:nvSpPr>
          <p:cNvPr id="3" name="Content Placeholder 2">
            <a:extLst>
              <a:ext uri="{FF2B5EF4-FFF2-40B4-BE49-F238E27FC236}">
                <a16:creationId xmlns:a16="http://schemas.microsoft.com/office/drawing/2014/main" id="{E1F083CE-B556-E2F0-3FCB-15B4E299774D}"/>
              </a:ext>
            </a:extLst>
          </p:cNvPr>
          <p:cNvSpPr>
            <a:spLocks noGrp="1"/>
          </p:cNvSpPr>
          <p:nvPr>
            <p:ph idx="1"/>
          </p:nvPr>
        </p:nvSpPr>
        <p:spPr>
          <a:xfrm>
            <a:off x="172720" y="1693545"/>
            <a:ext cx="12019280" cy="2299335"/>
          </a:xfrm>
        </p:spPr>
        <p:txBody>
          <a:bodyPr>
            <a:normAutofit fontScale="92500" lnSpcReduction="10000"/>
          </a:bodyPr>
          <a:lstStyle/>
          <a:p>
            <a:r>
              <a:rPr lang="en-US" sz="2000" dirty="0"/>
              <a:t>Instead of actively searching for areas of high uncertainty, use GP variance purely as a mathematical tool to spread data out</a:t>
            </a:r>
          </a:p>
          <a:p>
            <a:r>
              <a:rPr lang="en-US" sz="2000" dirty="0"/>
              <a:t>Grid desired operational area with predefined target coordinates called "anchor points“</a:t>
            </a:r>
          </a:p>
          <a:p>
            <a:r>
              <a:rPr lang="en-US" sz="2000" dirty="0"/>
              <a:t>Forcing the GP posterior variance at these exact anchor points to zero, the input signal is compelled to steer the physical system into every defined corner</a:t>
            </a:r>
          </a:p>
          <a:p>
            <a:r>
              <a:rPr lang="en-US" sz="2000" b="1" dirty="0"/>
              <a:t>Mathematical Guarantee:</a:t>
            </a:r>
            <a:r>
              <a:rPr lang="en-US" sz="2000" dirty="0"/>
              <a:t> If the variance at anchor points drops, the entire region has been uniformly explored</a:t>
            </a:r>
          </a:p>
          <a:p>
            <a:r>
              <a:rPr lang="en-US" sz="2000" dirty="0"/>
              <a:t>Dual gantry system will have a high-dimensional input-state space:</a:t>
            </a:r>
            <a:endParaRPr lang="en-NL" sz="2000" dirty="0"/>
          </a:p>
        </p:txBody>
      </p:sp>
      <p:pic>
        <p:nvPicPr>
          <p:cNvPr id="5" name="Picture 4">
            <a:extLst>
              <a:ext uri="{FF2B5EF4-FFF2-40B4-BE49-F238E27FC236}">
                <a16:creationId xmlns:a16="http://schemas.microsoft.com/office/drawing/2014/main" id="{4A4ADE5F-3D4A-8D30-BCA2-BE07F9828A83}"/>
              </a:ext>
            </a:extLst>
          </p:cNvPr>
          <p:cNvPicPr>
            <a:picLocks noChangeAspect="1"/>
          </p:cNvPicPr>
          <p:nvPr/>
        </p:nvPicPr>
        <p:blipFill>
          <a:blip r:embed="rId3"/>
          <a:stretch>
            <a:fillRect/>
          </a:stretch>
        </p:blipFill>
        <p:spPr>
          <a:xfrm>
            <a:off x="5825329" y="3992880"/>
            <a:ext cx="6366671" cy="2122223"/>
          </a:xfrm>
          <a:prstGeom prst="rect">
            <a:avLst/>
          </a:prstGeom>
        </p:spPr>
      </p:pic>
    </p:spTree>
    <p:extLst>
      <p:ext uri="{BB962C8B-B14F-4D97-AF65-F5344CB8AC3E}">
        <p14:creationId xmlns:p14="http://schemas.microsoft.com/office/powerpoint/2010/main" val="16433643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83A08-E576-98C5-14FE-B3F60FC77C64}"/>
              </a:ext>
            </a:extLst>
          </p:cNvPr>
          <p:cNvSpPr>
            <a:spLocks noGrp="1"/>
          </p:cNvSpPr>
          <p:nvPr>
            <p:ph type="title"/>
          </p:nvPr>
        </p:nvSpPr>
        <p:spPr/>
        <p:txBody>
          <a:bodyPr/>
          <a:lstStyle/>
          <a:p>
            <a:r>
              <a:rPr lang="en-US" dirty="0" err="1"/>
              <a:t>Multisine</a:t>
            </a:r>
            <a:r>
              <a:rPr lang="en-US" dirty="0"/>
              <a:t> input signal design for constraint</a:t>
            </a:r>
            <a:endParaRPr lang="en-NL" dirty="0"/>
          </a:p>
        </p:txBody>
      </p:sp>
      <p:sp>
        <p:nvSpPr>
          <p:cNvPr id="3" name="Content Placeholder 2">
            <a:extLst>
              <a:ext uri="{FF2B5EF4-FFF2-40B4-BE49-F238E27FC236}">
                <a16:creationId xmlns:a16="http://schemas.microsoft.com/office/drawing/2014/main" id="{41F7472A-5289-F1C4-5E17-28FF1B34D98A}"/>
              </a:ext>
            </a:extLst>
          </p:cNvPr>
          <p:cNvSpPr>
            <a:spLocks noGrp="1"/>
          </p:cNvSpPr>
          <p:nvPr>
            <p:ph idx="1"/>
          </p:nvPr>
        </p:nvSpPr>
        <p:spPr/>
        <p:txBody>
          <a:bodyPr>
            <a:normAutofit fontScale="47500" lnSpcReduction="20000"/>
          </a:bodyPr>
          <a:lstStyle/>
          <a:p>
            <a:r>
              <a:rPr lang="en-US" dirty="0"/>
              <a:t>The Nonlinearities: Friction, detent forces, and varying payload dynamics depending on the position of the Y-axis.</a:t>
            </a:r>
          </a:p>
          <a:p>
            <a:r>
              <a:rPr lang="en-US" dirty="0"/>
              <a:t>Oomen’s method is not meant to map the global friction or detent forces; that is what your first stage (e.g., GP space-filling or </a:t>
            </a:r>
            <a:r>
              <a:rPr lang="en-US" dirty="0" err="1"/>
              <a:t>iGOATS</a:t>
            </a:r>
            <a:r>
              <a:rPr lang="en-US" dirty="0"/>
              <a:t>) is for. Instead, Oomen’s method is specifically designed to unravel that </a:t>
            </a:r>
            <a:r>
              <a:rPr lang="en-US" b="1" dirty="0"/>
              <a:t>MIMO mechanical coupling</a:t>
            </a:r>
            <a:endParaRPr lang="en-US" dirty="0"/>
          </a:p>
          <a:p>
            <a:endParaRPr lang="en-US" dirty="0"/>
          </a:p>
          <a:p>
            <a:r>
              <a:rPr lang="en-US" dirty="0"/>
              <a:t>Tom Oomen </a:t>
            </a:r>
            <a:r>
              <a:rPr lang="en-US" dirty="0" err="1"/>
              <a:t>multisine</a:t>
            </a:r>
            <a:r>
              <a:rPr lang="en-US" dirty="0"/>
              <a:t> constraint?:</a:t>
            </a:r>
            <a:br>
              <a:rPr lang="en-US" dirty="0"/>
            </a:br>
            <a:r>
              <a:rPr lang="en-US" dirty="0"/>
              <a:t>Use </a:t>
            </a:r>
            <a:r>
              <a:rPr lang="en-US" b="1" dirty="0"/>
              <a:t>smoothing-based </a:t>
            </a:r>
            <a:r>
              <a:rPr lang="en-US" i="1" dirty="0"/>
              <a:t>l</a:t>
            </a:r>
            <a:r>
              <a:rPr lang="en-US" dirty="0"/>
              <a:t>∞​</a:t>
            </a:r>
            <a:r>
              <a:rPr lang="en-US" b="1" dirty="0"/>
              <a:t>-norm optimal </a:t>
            </a:r>
            <a:r>
              <a:rPr lang="en-US" b="1" dirty="0" err="1"/>
              <a:t>multisines</a:t>
            </a:r>
            <a:r>
              <a:rPr lang="en-US" dirty="0"/>
              <a:t> for your local high-frequency excitation, because that algorithm was explicitly built and experimentally validated on a highly coupled MIMO motion system</a:t>
            </a:r>
          </a:p>
          <a:p>
            <a:endParaRPr lang="en-US" dirty="0"/>
          </a:p>
          <a:p>
            <a:r>
              <a:rPr lang="en-US" dirty="0"/>
              <a:t>The entire mathematical foundation of the paper is about optimizing the amplitudes and phases of this complex </a:t>
            </a:r>
            <a:r>
              <a:rPr lang="en-US" dirty="0" err="1"/>
              <a:t>multisine</a:t>
            </a:r>
            <a:r>
              <a:rPr lang="en-US" dirty="0"/>
              <a:t> signal so that the resulting FRF estimate is as accurate as possible</a:t>
            </a:r>
          </a:p>
          <a:p>
            <a:r>
              <a:rPr lang="en-US" dirty="0"/>
              <a:t>In the system identification literature, </a:t>
            </a:r>
            <a:r>
              <a:rPr lang="en-US" b="1" dirty="0"/>
              <a:t>identifying the local linear dynamics of a system is synonymous with estimating its local FRF</a:t>
            </a:r>
          </a:p>
          <a:p>
            <a:r>
              <a:rPr lang="en-US" dirty="0"/>
              <a:t>Therefore, optimizing your </a:t>
            </a:r>
            <a:r>
              <a:rPr lang="en-US" dirty="0" err="1"/>
              <a:t>multisine</a:t>
            </a:r>
            <a:r>
              <a:rPr lang="en-US" dirty="0"/>
              <a:t> to yield the best possible FRF is exactly the objective of your local excitation stage.</a:t>
            </a:r>
          </a:p>
          <a:p>
            <a:r>
              <a:rPr lang="en-US" b="1" dirty="0"/>
              <a:t>MIMO Directionality:</a:t>
            </a:r>
            <a:r>
              <a:rPr lang="en-US" dirty="0"/>
              <a:t> It does not just optimize the </a:t>
            </a:r>
            <a:r>
              <a:rPr lang="en-US" dirty="0" err="1"/>
              <a:t>multisine</a:t>
            </a:r>
            <a:r>
              <a:rPr lang="en-US" dirty="0"/>
              <a:t> for one axis. It optimizes a multivariable </a:t>
            </a:r>
            <a:r>
              <a:rPr lang="en-US" dirty="0" err="1"/>
              <a:t>multisine</a:t>
            </a:r>
            <a:r>
              <a:rPr lang="en-US" dirty="0"/>
              <a:t>, meaning it calculates the exact combination of amplitudes, phases, and </a:t>
            </a:r>
            <a:r>
              <a:rPr lang="en-US" i="1" dirty="0"/>
              <a:t>directions</a:t>
            </a:r>
            <a:r>
              <a:rPr lang="en-US" dirty="0"/>
              <a:t> needed to optimally excite multiple inputs (like your X1, X2, and Y actuators) simultaneously without them destructively interfering with each other</a:t>
            </a:r>
          </a:p>
          <a:p>
            <a:endParaRPr lang="en-US" dirty="0"/>
          </a:p>
          <a:p>
            <a:r>
              <a:rPr lang="en-US" dirty="0"/>
              <a:t>In Tom Oomen's multivariable optimal experiment design, phase shifts preserve MIMO directionality by exploiting the </a:t>
            </a:r>
            <a:r>
              <a:rPr lang="en-US" b="1" dirty="0"/>
              <a:t>mathematical non-uniqueness of the optimal power spectrum solution</a:t>
            </a:r>
          </a:p>
          <a:p>
            <a:r>
              <a:rPr lang="en-US" b="1" dirty="0"/>
              <a:t>Paper: </a:t>
            </a:r>
            <a:r>
              <a:rPr lang="en-US" dirty="0"/>
              <a:t>Peak Amplitude-Constrained Experiment Design for FRF Identification of MIMO Motion Systems</a:t>
            </a:r>
            <a:endParaRPr lang="en-NL" dirty="0"/>
          </a:p>
        </p:txBody>
      </p:sp>
      <p:pic>
        <p:nvPicPr>
          <p:cNvPr id="5" name="Picture 4">
            <a:extLst>
              <a:ext uri="{FF2B5EF4-FFF2-40B4-BE49-F238E27FC236}">
                <a16:creationId xmlns:a16="http://schemas.microsoft.com/office/drawing/2014/main" id="{14525817-D4C1-C93F-6040-06844CFB4554}"/>
              </a:ext>
            </a:extLst>
          </p:cNvPr>
          <p:cNvPicPr>
            <a:picLocks noChangeAspect="1"/>
          </p:cNvPicPr>
          <p:nvPr/>
        </p:nvPicPr>
        <p:blipFill>
          <a:blip r:embed="rId2"/>
          <a:stretch>
            <a:fillRect/>
          </a:stretch>
        </p:blipFill>
        <p:spPr>
          <a:xfrm>
            <a:off x="10385780" y="2734361"/>
            <a:ext cx="6462320" cy="5311600"/>
          </a:xfrm>
          <a:prstGeom prst="rect">
            <a:avLst/>
          </a:prstGeom>
        </p:spPr>
      </p:pic>
    </p:spTree>
    <p:extLst>
      <p:ext uri="{BB962C8B-B14F-4D97-AF65-F5344CB8AC3E}">
        <p14:creationId xmlns:p14="http://schemas.microsoft.com/office/powerpoint/2010/main" val="42216501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D80B5-DD07-A846-CB85-B87B17058657}"/>
              </a:ext>
            </a:extLst>
          </p:cNvPr>
          <p:cNvSpPr>
            <a:spLocks noGrp="1"/>
          </p:cNvSpPr>
          <p:nvPr>
            <p:ph type="title"/>
          </p:nvPr>
        </p:nvSpPr>
        <p:spPr/>
        <p:txBody>
          <a:bodyPr/>
          <a:lstStyle/>
          <a:p>
            <a:r>
              <a:rPr lang="en-US" dirty="0"/>
              <a:t>Combining Oomen’s method with Wet-Clutch trick</a:t>
            </a:r>
            <a:endParaRPr lang="en-NL" dirty="0"/>
          </a:p>
        </p:txBody>
      </p:sp>
      <p:sp>
        <p:nvSpPr>
          <p:cNvPr id="3" name="Content Placeholder 2">
            <a:extLst>
              <a:ext uri="{FF2B5EF4-FFF2-40B4-BE49-F238E27FC236}">
                <a16:creationId xmlns:a16="http://schemas.microsoft.com/office/drawing/2014/main" id="{CF330425-0557-9691-A400-9C6F70904200}"/>
              </a:ext>
            </a:extLst>
          </p:cNvPr>
          <p:cNvSpPr>
            <a:spLocks noGrp="1"/>
          </p:cNvSpPr>
          <p:nvPr>
            <p:ph idx="1"/>
          </p:nvPr>
        </p:nvSpPr>
        <p:spPr/>
        <p:txBody>
          <a:bodyPr/>
          <a:lstStyle/>
          <a:p>
            <a:endParaRPr lang="en-NL" dirty="0"/>
          </a:p>
        </p:txBody>
      </p:sp>
      <p:pic>
        <p:nvPicPr>
          <p:cNvPr id="5" name="Picture 4">
            <a:extLst>
              <a:ext uri="{FF2B5EF4-FFF2-40B4-BE49-F238E27FC236}">
                <a16:creationId xmlns:a16="http://schemas.microsoft.com/office/drawing/2014/main" id="{6337A3E9-3045-7CFB-F0C7-38FB7478B5AF}"/>
              </a:ext>
            </a:extLst>
          </p:cNvPr>
          <p:cNvPicPr>
            <a:picLocks noChangeAspect="1"/>
          </p:cNvPicPr>
          <p:nvPr/>
        </p:nvPicPr>
        <p:blipFill>
          <a:blip r:embed="rId2"/>
          <a:stretch>
            <a:fillRect/>
          </a:stretch>
        </p:blipFill>
        <p:spPr>
          <a:xfrm>
            <a:off x="3196338" y="2049660"/>
            <a:ext cx="5799323" cy="2758679"/>
          </a:xfrm>
          <a:prstGeom prst="rect">
            <a:avLst/>
          </a:prstGeom>
        </p:spPr>
      </p:pic>
    </p:spTree>
    <p:extLst>
      <p:ext uri="{BB962C8B-B14F-4D97-AF65-F5344CB8AC3E}">
        <p14:creationId xmlns:p14="http://schemas.microsoft.com/office/powerpoint/2010/main" val="42810356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46B98-4201-FC27-8A18-DEB94E4CDAD5}"/>
              </a:ext>
            </a:extLst>
          </p:cNvPr>
          <p:cNvSpPr>
            <a:spLocks noGrp="1"/>
          </p:cNvSpPr>
          <p:nvPr>
            <p:ph type="title"/>
          </p:nvPr>
        </p:nvSpPr>
        <p:spPr/>
        <p:txBody>
          <a:bodyPr>
            <a:normAutofit fontScale="90000"/>
          </a:bodyPr>
          <a:lstStyle/>
          <a:p>
            <a:r>
              <a:rPr lang="en-US" dirty="0"/>
              <a:t>Designing positive excitation signals for the safe identification of nonlinear integrating systems</a:t>
            </a:r>
            <a:endParaRPr lang="en-NL" dirty="0"/>
          </a:p>
        </p:txBody>
      </p:sp>
      <p:sp>
        <p:nvSpPr>
          <p:cNvPr id="3" name="Content Placeholder 2">
            <a:extLst>
              <a:ext uri="{FF2B5EF4-FFF2-40B4-BE49-F238E27FC236}">
                <a16:creationId xmlns:a16="http://schemas.microsoft.com/office/drawing/2014/main" id="{178754C5-2D30-A211-E3EC-261AA272633A}"/>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36643301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EF37739-76F7-6290-A43F-93929C4A8AF4}"/>
              </a:ext>
            </a:extLst>
          </p:cNvPr>
          <p:cNvPicPr>
            <a:picLocks noChangeAspect="1"/>
          </p:cNvPicPr>
          <p:nvPr/>
        </p:nvPicPr>
        <p:blipFill>
          <a:blip r:embed="rId2"/>
          <a:stretch>
            <a:fillRect/>
          </a:stretch>
        </p:blipFill>
        <p:spPr>
          <a:xfrm>
            <a:off x="3973999" y="3552364"/>
            <a:ext cx="7887801" cy="3305636"/>
          </a:xfrm>
          <a:prstGeom prst="rect">
            <a:avLst/>
          </a:prstGeom>
        </p:spPr>
      </p:pic>
      <p:sp>
        <p:nvSpPr>
          <p:cNvPr id="2" name="Title 1">
            <a:extLst>
              <a:ext uri="{FF2B5EF4-FFF2-40B4-BE49-F238E27FC236}">
                <a16:creationId xmlns:a16="http://schemas.microsoft.com/office/drawing/2014/main" id="{F6B2EC01-B18F-0F88-B29B-23F2FF2F32F3}"/>
              </a:ext>
            </a:extLst>
          </p:cNvPr>
          <p:cNvSpPr>
            <a:spLocks noGrp="1"/>
          </p:cNvSpPr>
          <p:nvPr>
            <p:ph type="title"/>
          </p:nvPr>
        </p:nvSpPr>
        <p:spPr/>
        <p:txBody>
          <a:bodyPr/>
          <a:lstStyle/>
          <a:p>
            <a:r>
              <a:rPr lang="en-US" dirty="0"/>
              <a:t>Simulation – Setup Jan</a:t>
            </a:r>
            <a:endParaRPr lang="en-NL" dirty="0"/>
          </a:p>
        </p:txBody>
      </p:sp>
      <p:sp>
        <p:nvSpPr>
          <p:cNvPr id="3" name="Content Placeholder 2">
            <a:extLst>
              <a:ext uri="{FF2B5EF4-FFF2-40B4-BE49-F238E27FC236}">
                <a16:creationId xmlns:a16="http://schemas.microsoft.com/office/drawing/2014/main" id="{E75136A0-B3AE-93AC-6F3F-0F25AF091E48}"/>
              </a:ext>
            </a:extLst>
          </p:cNvPr>
          <p:cNvSpPr>
            <a:spLocks noGrp="1"/>
          </p:cNvSpPr>
          <p:nvPr>
            <p:ph idx="1"/>
          </p:nvPr>
        </p:nvSpPr>
        <p:spPr>
          <a:xfrm>
            <a:off x="838200" y="1444625"/>
            <a:ext cx="11353800" cy="2187575"/>
          </a:xfrm>
        </p:spPr>
        <p:txBody>
          <a:bodyPr>
            <a:normAutofit fontScale="85000" lnSpcReduction="10000"/>
          </a:bodyPr>
          <a:lstStyle/>
          <a:p>
            <a:r>
              <a:rPr lang="en-US" dirty="0"/>
              <a:t>Need to adjust simulation section to incorporate LPV and MIMO methods into current simulation structure.</a:t>
            </a:r>
          </a:p>
          <a:p>
            <a:r>
              <a:rPr lang="en-US" dirty="0"/>
              <a:t>Mass Spring Damper system: dynamics of the third (red) mass block and a nonlinear cubic spring (a1) attached to the known modeled system.</a:t>
            </a:r>
          </a:p>
          <a:p>
            <a:r>
              <a:rPr lang="en-US" dirty="0"/>
              <a:t>Baseline Model: The code assumes we only have an imperfect, simplified physical model: linear 2-DOF system that only takes the first two masses into account</a:t>
            </a:r>
          </a:p>
          <a:p>
            <a:endParaRPr lang="en-US" dirty="0"/>
          </a:p>
          <a:p>
            <a:endParaRPr lang="en-NL" dirty="0"/>
          </a:p>
        </p:txBody>
      </p:sp>
    </p:spTree>
    <p:extLst>
      <p:ext uri="{BB962C8B-B14F-4D97-AF65-F5344CB8AC3E}">
        <p14:creationId xmlns:p14="http://schemas.microsoft.com/office/powerpoint/2010/main" val="2044691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5A5A32C-09A4-C024-1ED8-1E2831312196}"/>
              </a:ext>
            </a:extLst>
          </p:cNvPr>
          <p:cNvPicPr>
            <a:picLocks noChangeAspect="1"/>
          </p:cNvPicPr>
          <p:nvPr/>
        </p:nvPicPr>
        <p:blipFill>
          <a:blip r:embed="rId2"/>
          <a:stretch>
            <a:fillRect/>
          </a:stretch>
        </p:blipFill>
        <p:spPr>
          <a:xfrm>
            <a:off x="8276679" y="1690688"/>
            <a:ext cx="3915321" cy="4029637"/>
          </a:xfrm>
          <a:prstGeom prst="rect">
            <a:avLst/>
          </a:prstGeom>
        </p:spPr>
      </p:pic>
      <p:sp>
        <p:nvSpPr>
          <p:cNvPr id="2" name="Title 1">
            <a:extLst>
              <a:ext uri="{FF2B5EF4-FFF2-40B4-BE49-F238E27FC236}">
                <a16:creationId xmlns:a16="http://schemas.microsoft.com/office/drawing/2014/main" id="{591A6452-E195-F0B8-32F9-AEF734849B5A}"/>
              </a:ext>
            </a:extLst>
          </p:cNvPr>
          <p:cNvSpPr>
            <a:spLocks noGrp="1"/>
          </p:cNvSpPr>
          <p:nvPr>
            <p:ph type="title"/>
          </p:nvPr>
        </p:nvSpPr>
        <p:spPr/>
        <p:txBody>
          <a:bodyPr/>
          <a:lstStyle/>
          <a:p>
            <a:r>
              <a:rPr lang="en-US" dirty="0"/>
              <a:t>Adapt simulation code for MIMO &amp; LPV</a:t>
            </a:r>
            <a:endParaRPr lang="en-NL" dirty="0"/>
          </a:p>
        </p:txBody>
      </p:sp>
      <p:sp>
        <p:nvSpPr>
          <p:cNvPr id="3" name="Content Placeholder 2">
            <a:extLst>
              <a:ext uri="{FF2B5EF4-FFF2-40B4-BE49-F238E27FC236}">
                <a16:creationId xmlns:a16="http://schemas.microsoft.com/office/drawing/2014/main" id="{270C202D-27A6-D869-9F1F-F17E542868DB}"/>
              </a:ext>
            </a:extLst>
          </p:cNvPr>
          <p:cNvSpPr>
            <a:spLocks noGrp="1"/>
          </p:cNvSpPr>
          <p:nvPr>
            <p:ph idx="1"/>
          </p:nvPr>
        </p:nvSpPr>
        <p:spPr>
          <a:xfrm>
            <a:off x="0" y="1414181"/>
            <a:ext cx="9055100" cy="5266019"/>
          </a:xfrm>
        </p:spPr>
        <p:txBody>
          <a:bodyPr>
            <a:normAutofit fontScale="92500" lnSpcReduction="10000"/>
          </a:bodyPr>
          <a:lstStyle/>
          <a:p>
            <a:r>
              <a:rPr lang="en-US" dirty="0"/>
              <a:t>Need to adapt the current SISO code to work for MIMO and adapt it to work for Linear Parameter Varying (LPV) </a:t>
            </a:r>
          </a:p>
          <a:p>
            <a:r>
              <a:rPr lang="en-US" dirty="0"/>
              <a:t>LPV</a:t>
            </a:r>
          </a:p>
          <a:p>
            <a:pPr lvl="1"/>
            <a:r>
              <a:rPr lang="en-US" b="1" dirty="0"/>
              <a:t>LPV-LFR (the physics):</a:t>
            </a:r>
            <a:r>
              <a:rPr lang="en-US" dirty="0"/>
              <a:t> Separates the system into a baseline linear model and a parameter-varying “delta block" (</a:t>
            </a:r>
            <a:r>
              <a:rPr lang="el-GR" dirty="0"/>
              <a:t>Δ(</a:t>
            </a:r>
            <a:r>
              <a:rPr lang="en-US" i="1" dirty="0"/>
              <a:t>pk</a:t>
            </a:r>
            <a:r>
              <a:rPr lang="en-US" dirty="0"/>
              <a:t>​)). The delta block continuously shifts the linear model's equations to capture nonlinear behavior</a:t>
            </a:r>
          </a:p>
          <a:p>
            <a:pPr lvl="1"/>
            <a:r>
              <a:rPr lang="en-US" b="1" dirty="0"/>
              <a:t>Scheduling Map Network (NN):</a:t>
            </a:r>
            <a:r>
              <a:rPr lang="en-US" dirty="0"/>
              <a:t> Additional Neural Network does not predicts the physical dynamics directly. Instead acts as a "conductor." </a:t>
            </a:r>
          </a:p>
          <a:p>
            <a:pPr lvl="2"/>
            <a:r>
              <a:rPr lang="en-US" i="1" dirty="0"/>
              <a:t>Input:</a:t>
            </a:r>
            <a:r>
              <a:rPr lang="en-US" dirty="0"/>
              <a:t> It observes the current environment (states, inputs, and exogenous signals).</a:t>
            </a:r>
          </a:p>
          <a:p>
            <a:pPr lvl="2"/>
            <a:r>
              <a:rPr lang="en-US" i="1" dirty="0"/>
              <a:t>Output:</a:t>
            </a:r>
            <a:r>
              <a:rPr lang="en-US" dirty="0"/>
              <a:t> It outputs dynamic tuning dials (scheduling variables, </a:t>
            </a:r>
            <a:r>
              <a:rPr lang="en-US" i="1" dirty="0"/>
              <a:t>pk</a:t>
            </a:r>
            <a:r>
              <a:rPr lang="en-US" dirty="0"/>
              <a:t>​)</a:t>
            </a:r>
          </a:p>
          <a:p>
            <a:pPr lvl="2"/>
            <a:r>
              <a:rPr lang="en-US" i="1" dirty="0"/>
              <a:t>Result:</a:t>
            </a:r>
            <a:r>
              <a:rPr lang="en-US" dirty="0"/>
              <a:t> These </a:t>
            </a:r>
            <a:r>
              <a:rPr lang="en-US" i="1" dirty="0"/>
              <a:t>pk</a:t>
            </a:r>
            <a:r>
              <a:rPr lang="en-US" dirty="0"/>
              <a:t>​ variables are fed directly into the delta block, telling the LPV-LFR model exactly how to adjust its physics for that time step</a:t>
            </a:r>
          </a:p>
          <a:p>
            <a:pPr lvl="2"/>
            <a:r>
              <a:rPr lang="en-US" dirty="0"/>
              <a:t>(can still have </a:t>
            </a:r>
            <a:r>
              <a:rPr lang="en-US" b="1" dirty="0"/>
              <a:t>another NN augmentation</a:t>
            </a:r>
            <a:r>
              <a:rPr lang="en-US" dirty="0"/>
              <a:t> in parallel/series predicting residual dynamics)</a:t>
            </a:r>
            <a:endParaRPr lang="en-NL" dirty="0"/>
          </a:p>
        </p:txBody>
      </p:sp>
    </p:spTree>
    <p:extLst>
      <p:ext uri="{BB962C8B-B14F-4D97-AF65-F5344CB8AC3E}">
        <p14:creationId xmlns:p14="http://schemas.microsoft.com/office/powerpoint/2010/main" val="40394268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DBE124-0725-66E8-389D-3018FB5CB3DC}"/>
              </a:ext>
            </a:extLst>
          </p:cNvPr>
          <p:cNvSpPr>
            <a:spLocks noGrp="1"/>
          </p:cNvSpPr>
          <p:nvPr>
            <p:ph type="title"/>
          </p:nvPr>
        </p:nvSpPr>
        <p:spPr/>
        <p:txBody>
          <a:bodyPr/>
          <a:lstStyle/>
          <a:p>
            <a:r>
              <a:rPr lang="en-US" dirty="0"/>
              <a:t>MIMO code extension for Wafer</a:t>
            </a:r>
            <a:endParaRPr lang="en-NL" dirty="0"/>
          </a:p>
        </p:txBody>
      </p:sp>
      <p:sp>
        <p:nvSpPr>
          <p:cNvPr id="3" name="Content Placeholder 2">
            <a:extLst>
              <a:ext uri="{FF2B5EF4-FFF2-40B4-BE49-F238E27FC236}">
                <a16:creationId xmlns:a16="http://schemas.microsoft.com/office/drawing/2014/main" id="{AC23873C-45B6-7953-9208-D3C1D527CA80}"/>
              </a:ext>
            </a:extLst>
          </p:cNvPr>
          <p:cNvSpPr>
            <a:spLocks noGrp="1"/>
          </p:cNvSpPr>
          <p:nvPr>
            <p:ph idx="1"/>
          </p:nvPr>
        </p:nvSpPr>
        <p:spPr>
          <a:xfrm>
            <a:off x="355600" y="1346200"/>
            <a:ext cx="10998200" cy="4965700"/>
          </a:xfrm>
        </p:spPr>
        <p:txBody>
          <a:bodyPr>
            <a:normAutofit fontScale="85000" lnSpcReduction="20000"/>
          </a:bodyPr>
          <a:lstStyle/>
          <a:p>
            <a:r>
              <a:rPr lang="en-US" dirty="0"/>
              <a:t>Received extension from Jan’s LFR code to MIMO</a:t>
            </a:r>
          </a:p>
          <a:p>
            <a:r>
              <a:rPr lang="en-US" b="1" dirty="0"/>
              <a:t>Subnet Encoder: </a:t>
            </a:r>
            <a:r>
              <a:rPr lang="en-US" dirty="0"/>
              <a:t>At the start of every training window, an encoder neural network uses a short history of past inputs and outputs to estimate the initial state. For MIMO (multiple sensors/actuators), the encoder input layer must be large enough to include all channels.</a:t>
            </a:r>
          </a:p>
          <a:p>
            <a:r>
              <a:rPr lang="en-US" b="1" dirty="0"/>
              <a:t>Current SISO structure: </a:t>
            </a:r>
            <a:r>
              <a:rPr lang="en-US" dirty="0"/>
              <a:t>The output-dimension variable </a:t>
            </a:r>
            <a:r>
              <a:rPr lang="en-US" dirty="0" err="1"/>
              <a:t>ny</a:t>
            </a:r>
            <a:r>
              <a:rPr lang="en-US" dirty="0"/>
              <a:t> is hardcoded to an empty tuple “()”. This prevents the encoder input from scaling with the number of outputs and effectively removes the output-history term.</a:t>
            </a:r>
          </a:p>
          <a:p>
            <a:r>
              <a:rPr lang="en-US" b="1" dirty="0"/>
              <a:t>Extension to MIMO: </a:t>
            </a:r>
            <a:r>
              <a:rPr lang="en-US" dirty="0"/>
              <a:t>One-line fix in interconnect.py. By enabling the dynamic tuple logic, </a:t>
            </a:r>
            <a:r>
              <a:rPr lang="en-US" dirty="0" err="1"/>
              <a:t>ny</a:t>
            </a:r>
            <a:r>
              <a:rPr lang="en-US" dirty="0"/>
              <a:t> is inferred from the dataset so the encoder automatically builds the correct input size: </a:t>
            </a:r>
            <a:r>
              <a:rPr lang="en-US" dirty="0" err="1"/>
              <a:t>nb</a:t>
            </a:r>
            <a:r>
              <a:rPr lang="en-US" dirty="0"/>
              <a:t> * nu + </a:t>
            </a:r>
            <a:r>
              <a:rPr lang="en-US" dirty="0" err="1"/>
              <a:t>na</a:t>
            </a:r>
            <a:r>
              <a:rPr lang="en-US" dirty="0"/>
              <a:t> * </a:t>
            </a:r>
            <a:r>
              <a:rPr lang="en-US" dirty="0" err="1"/>
              <a:t>ny</a:t>
            </a:r>
            <a:r>
              <a:rPr lang="en-US" dirty="0"/>
              <a:t>. We also swap the default encoder class to keep the wrapper clean and fully MIMO-capable.</a:t>
            </a:r>
          </a:p>
          <a:p>
            <a:r>
              <a:rPr lang="en-US" b="1" dirty="0"/>
              <a:t>Adapt for benchmark MIMO or dual-gantry: </a:t>
            </a:r>
            <a:r>
              <a:rPr lang="en-US" dirty="0"/>
              <a:t>Replace the hardcoded 1D physics blocks with generic state-space blocks whose input/output dimensions match the MIMO plant</a:t>
            </a:r>
          </a:p>
        </p:txBody>
      </p:sp>
    </p:spTree>
    <p:extLst>
      <p:ext uri="{BB962C8B-B14F-4D97-AF65-F5344CB8AC3E}">
        <p14:creationId xmlns:p14="http://schemas.microsoft.com/office/powerpoint/2010/main" val="41248235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E6D6C-37B0-F649-16E5-849B3CAC2638}"/>
              </a:ext>
            </a:extLst>
          </p:cNvPr>
          <p:cNvSpPr>
            <a:spLocks noGrp="1"/>
          </p:cNvSpPr>
          <p:nvPr>
            <p:ph type="title"/>
          </p:nvPr>
        </p:nvSpPr>
        <p:spPr/>
        <p:txBody>
          <a:bodyPr/>
          <a:lstStyle/>
          <a:p>
            <a:r>
              <a:rPr lang="en-US" dirty="0"/>
              <a:t>MIMO code extension for Wafer</a:t>
            </a:r>
            <a:endParaRPr lang="en-NL" dirty="0"/>
          </a:p>
        </p:txBody>
      </p:sp>
      <p:sp>
        <p:nvSpPr>
          <p:cNvPr id="3" name="Content Placeholder 2">
            <a:extLst>
              <a:ext uri="{FF2B5EF4-FFF2-40B4-BE49-F238E27FC236}">
                <a16:creationId xmlns:a16="http://schemas.microsoft.com/office/drawing/2014/main" id="{5263DDA7-3BB2-90EA-C1B8-70FDF14C6D3B}"/>
              </a:ext>
            </a:extLst>
          </p:cNvPr>
          <p:cNvSpPr>
            <a:spLocks noGrp="1"/>
          </p:cNvSpPr>
          <p:nvPr>
            <p:ph idx="1"/>
          </p:nvPr>
        </p:nvSpPr>
        <p:spPr/>
        <p:txBody>
          <a:bodyPr>
            <a:normAutofit fontScale="55000" lnSpcReduction="20000"/>
          </a:bodyPr>
          <a:lstStyle/>
          <a:p>
            <a:r>
              <a:rPr lang="en-US" dirty="0"/>
              <a:t>In interconnect.py, </a:t>
            </a:r>
            <a:r>
              <a:rPr lang="en-US" dirty="0" err="1"/>
              <a:t>SSE_Interconnect</a:t>
            </a:r>
            <a:r>
              <a:rPr lang="en-US" dirty="0"/>
              <a:t> uses an encoder to estimate the initial state from a history of past inputs/outputs. For MIMO, its input size must scale with `</a:t>
            </a:r>
            <a:r>
              <a:rPr lang="en-US" dirty="0" err="1"/>
              <a:t>ny</a:t>
            </a:r>
            <a:r>
              <a:rPr lang="en-US" dirty="0"/>
              <a:t>` (all output channels).</a:t>
            </a:r>
          </a:p>
          <a:p>
            <a:r>
              <a:rPr lang="en-US" dirty="0"/>
              <a:t>Why currently SISO</a:t>
            </a:r>
          </a:p>
          <a:p>
            <a:pPr lvl="1"/>
            <a:r>
              <a:rPr lang="en-US" dirty="0"/>
              <a:t>The `</a:t>
            </a:r>
            <a:r>
              <a:rPr lang="en-US" dirty="0" err="1"/>
              <a:t>modified_encoder_net</a:t>
            </a:r>
            <a:r>
              <a:rPr lang="en-US" dirty="0"/>
              <a:t>` class hardcodes `</a:t>
            </a:r>
            <a:r>
              <a:rPr lang="en-US" dirty="0" err="1"/>
              <a:t>self.ny</a:t>
            </a:r>
            <a:r>
              <a:rPr lang="en-US" dirty="0"/>
              <a:t> = tuple()`. </a:t>
            </a:r>
          </a:p>
          <a:p>
            <a:r>
              <a:rPr lang="en-US" dirty="0"/>
              <a:t>*   **The Result:** The network is built as if there are **0 output features**. However, `</a:t>
            </a:r>
            <a:r>
              <a:rPr lang="en-US" dirty="0" err="1"/>
              <a:t>ypast</a:t>
            </a:r>
            <a:r>
              <a:rPr lang="en-US" dirty="0"/>
              <a:t>` is still flattened and concatenated during the forward pass. When `</a:t>
            </a:r>
            <a:r>
              <a:rPr lang="en-US" dirty="0" err="1"/>
              <a:t>ny</a:t>
            </a:r>
            <a:r>
              <a:rPr lang="en-US" dirty="0"/>
              <a:t> &gt; 1`, the input size no longer matches the first layer, causing a dimension mismatch.</a:t>
            </a:r>
          </a:p>
          <a:p>
            <a:endParaRPr lang="en-US" dirty="0"/>
          </a:p>
          <a:p>
            <a:r>
              <a:rPr lang="en-US" dirty="0"/>
              <a:t>**3. What Was Changed to Make it MIMO-Capable**</a:t>
            </a:r>
          </a:p>
          <a:p>
            <a:r>
              <a:rPr lang="en-US" dirty="0"/>
              <a:t>*   **The Code Fix:** Changed the hardcoded line to correctly read the output channels:</a:t>
            </a:r>
          </a:p>
          <a:p>
            <a:r>
              <a:rPr lang="en-US" dirty="0"/>
              <a:t>    `</a:t>
            </a:r>
            <a:r>
              <a:rPr lang="en-US" dirty="0" err="1"/>
              <a:t>self.ny</a:t>
            </a:r>
            <a:r>
              <a:rPr lang="en-US" dirty="0"/>
              <a:t> = tuple() if </a:t>
            </a:r>
            <a:r>
              <a:rPr lang="en-US" dirty="0" err="1"/>
              <a:t>ny</a:t>
            </a:r>
            <a:r>
              <a:rPr lang="en-US" dirty="0"/>
              <a:t> is None else ((</a:t>
            </a:r>
            <a:r>
              <a:rPr lang="en-US" dirty="0" err="1"/>
              <a:t>ny</a:t>
            </a:r>
            <a:r>
              <a:rPr lang="en-US" dirty="0"/>
              <a:t>,) if </a:t>
            </a:r>
            <a:r>
              <a:rPr lang="en-US" dirty="0" err="1"/>
              <a:t>isinstance</a:t>
            </a:r>
            <a:r>
              <a:rPr lang="en-US" dirty="0"/>
              <a:t>(</a:t>
            </a:r>
            <a:r>
              <a:rPr lang="en-US" dirty="0" err="1"/>
              <a:t>ny,int</a:t>
            </a:r>
            <a:r>
              <a:rPr lang="en-US" dirty="0"/>
              <a:t>) else </a:t>
            </a:r>
            <a:r>
              <a:rPr lang="en-US" dirty="0" err="1"/>
              <a:t>ny</a:t>
            </a:r>
            <a:r>
              <a:rPr lang="en-US" dirty="0"/>
              <a:t>)`</a:t>
            </a:r>
          </a:p>
          <a:p>
            <a:r>
              <a:rPr lang="en-US" dirty="0"/>
              <a:t>*   **Default Cleanup:** Swapped the default encoder in `</a:t>
            </a:r>
            <a:r>
              <a:rPr lang="en-US" dirty="0" err="1"/>
              <a:t>SSE_Interconnect</a:t>
            </a:r>
            <a:r>
              <a:rPr lang="en-US" dirty="0"/>
              <a:t>` to `</a:t>
            </a:r>
            <a:r>
              <a:rPr lang="en-US" dirty="0" err="1"/>
              <a:t>default_encoder_net</a:t>
            </a:r>
            <a:r>
              <a:rPr lang="en-US" dirty="0"/>
              <a:t>` (</a:t>
            </a:r>
            <a:r>
              <a:rPr lang="en-US" dirty="0" err="1"/>
              <a:t>deepSI</a:t>
            </a:r>
            <a:r>
              <a:rPr lang="en-US" dirty="0"/>
              <a:t>) instead of the SISO-biased custom encoder.</a:t>
            </a:r>
          </a:p>
          <a:p>
            <a:endParaRPr lang="en-US" dirty="0"/>
          </a:p>
          <a:p>
            <a:r>
              <a:rPr lang="en-US" dirty="0"/>
              <a:t>**4. Adapting for the Dual-Gantry Benchmark**</a:t>
            </a:r>
          </a:p>
          <a:p>
            <a:r>
              <a:rPr lang="en-US" dirty="0"/>
              <a:t>*   **Block Swaps:** Use MIMO-dimensioned blocks (Generic state-space blocks $A, B, C, D$ where $nu &gt; 1, </a:t>
            </a:r>
            <a:r>
              <a:rPr lang="en-US" dirty="0" err="1"/>
              <a:t>ny</a:t>
            </a:r>
            <a:r>
              <a:rPr lang="en-US" dirty="0"/>
              <a:t> &gt; 1$). </a:t>
            </a:r>
          </a:p>
          <a:p>
            <a:r>
              <a:rPr lang="en-US" dirty="0"/>
              <a:t>*   Avoid/replace 1D physics blocks that hardcode $nu=1$ or $</a:t>
            </a:r>
            <a:r>
              <a:rPr lang="en-US" dirty="0" err="1"/>
              <a:t>ny</a:t>
            </a:r>
            <a:r>
              <a:rPr lang="en-US" dirty="0"/>
              <a:t>=1$.</a:t>
            </a:r>
            <a:endParaRPr lang="en-NL" dirty="0"/>
          </a:p>
        </p:txBody>
      </p:sp>
    </p:spTree>
    <p:extLst>
      <p:ext uri="{BB962C8B-B14F-4D97-AF65-F5344CB8AC3E}">
        <p14:creationId xmlns:p14="http://schemas.microsoft.com/office/powerpoint/2010/main" val="5194769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E9106-7066-E6CC-D758-8DDD6517AA54}"/>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E8CD6A1C-D42E-8241-5599-8802524E9764}"/>
              </a:ext>
            </a:extLst>
          </p:cNvPr>
          <p:cNvSpPr>
            <a:spLocks noGrp="1"/>
          </p:cNvSpPr>
          <p:nvPr>
            <p:ph idx="1"/>
          </p:nvPr>
        </p:nvSpPr>
        <p:spPr>
          <a:xfrm>
            <a:off x="838200" y="1825625"/>
            <a:ext cx="4539916" cy="4351338"/>
          </a:xfrm>
        </p:spPr>
        <p:txBody>
          <a:bodyPr>
            <a:normAutofit fontScale="55000" lnSpcReduction="20000"/>
          </a:bodyPr>
          <a:lstStyle/>
          <a:p>
            <a:r>
              <a:rPr lang="en-US" dirty="0"/>
              <a:t>Model-Augmentation-Public (</a:t>
            </a:r>
            <a:r>
              <a:rPr lang="en-US" dirty="0">
                <a:hlinkClick r:id="rId2"/>
              </a:rPr>
              <a:t>interconnect.py (line 356)</a:t>
            </a:r>
            <a:r>
              <a:rPr lang="en-US" dirty="0"/>
              <a:t>)</a:t>
            </a:r>
          </a:p>
          <a:p>
            <a:r>
              <a:rPr lang="en-US" dirty="0"/>
              <a:t>356: class </a:t>
            </a:r>
            <a:r>
              <a:rPr lang="en-US" dirty="0" err="1"/>
              <a:t>modified_encoder_net</a:t>
            </a:r>
            <a:r>
              <a:rPr lang="en-US" dirty="0"/>
              <a:t>(</a:t>
            </a:r>
            <a:r>
              <a:rPr lang="en-US" dirty="0" err="1"/>
              <a:t>nn.Module</a:t>
            </a:r>
            <a:r>
              <a:rPr lang="en-US" dirty="0"/>
              <a:t>):</a:t>
            </a:r>
          </a:p>
          <a:p>
            <a:r>
              <a:rPr lang="en-US" dirty="0"/>
              <a:t>...</a:t>
            </a:r>
          </a:p>
          <a:p>
            <a:r>
              <a:rPr lang="en-US" dirty="0"/>
              <a:t>360:         self.nu = tuple() if nu is None else ((nu,) if </a:t>
            </a:r>
            <a:r>
              <a:rPr lang="en-US" dirty="0" err="1"/>
              <a:t>isinstance</a:t>
            </a:r>
            <a:r>
              <a:rPr lang="en-US" dirty="0"/>
              <a:t>(</a:t>
            </a:r>
            <a:r>
              <a:rPr lang="en-US" dirty="0" err="1"/>
              <a:t>nu,int</a:t>
            </a:r>
            <a:r>
              <a:rPr lang="en-US" dirty="0"/>
              <a:t>) else nu)</a:t>
            </a:r>
          </a:p>
          <a:p>
            <a:r>
              <a:rPr lang="en-US" dirty="0"/>
              <a:t>361:         </a:t>
            </a:r>
            <a:r>
              <a:rPr lang="en-US" dirty="0" err="1"/>
              <a:t>self.ny</a:t>
            </a:r>
            <a:r>
              <a:rPr lang="en-US" dirty="0"/>
              <a:t> = tuple()# if </a:t>
            </a:r>
            <a:r>
              <a:rPr lang="en-US" dirty="0" err="1"/>
              <a:t>ny</a:t>
            </a:r>
            <a:r>
              <a:rPr lang="en-US" dirty="0"/>
              <a:t> is None else ((</a:t>
            </a:r>
            <a:r>
              <a:rPr lang="en-US" dirty="0" err="1"/>
              <a:t>ny</a:t>
            </a:r>
            <a:r>
              <a:rPr lang="en-US" dirty="0"/>
              <a:t>,) if </a:t>
            </a:r>
            <a:r>
              <a:rPr lang="en-US" dirty="0" err="1"/>
              <a:t>isinstance</a:t>
            </a:r>
            <a:r>
              <a:rPr lang="en-US" dirty="0"/>
              <a:t>(</a:t>
            </a:r>
            <a:r>
              <a:rPr lang="en-US" dirty="0" err="1"/>
              <a:t>ny,int</a:t>
            </a:r>
            <a:r>
              <a:rPr lang="en-US" dirty="0"/>
              <a:t>) else </a:t>
            </a:r>
            <a:r>
              <a:rPr lang="en-US" dirty="0" err="1"/>
              <a:t>ny</a:t>
            </a:r>
            <a:r>
              <a:rPr lang="en-US" dirty="0"/>
              <a:t>) # &lt;--- SISO-only</a:t>
            </a:r>
          </a:p>
          <a:p>
            <a:r>
              <a:rPr lang="en-US" dirty="0"/>
              <a:t>362:         self.net = </a:t>
            </a:r>
            <a:r>
              <a:rPr lang="en-US" dirty="0" err="1"/>
              <a:t>simple_res_net</a:t>
            </a:r>
            <a:r>
              <a:rPr lang="en-US" dirty="0"/>
              <a:t>(</a:t>
            </a:r>
            <a:r>
              <a:rPr lang="en-US" dirty="0" err="1"/>
              <a:t>n_in</a:t>
            </a:r>
            <a:r>
              <a:rPr lang="en-US" dirty="0"/>
              <a:t>=</a:t>
            </a:r>
            <a:r>
              <a:rPr lang="en-US" dirty="0" err="1"/>
              <a:t>nb</a:t>
            </a:r>
            <a:r>
              <a:rPr lang="en-US" dirty="0"/>
              <a:t>*</a:t>
            </a:r>
            <a:r>
              <a:rPr lang="en-US" dirty="0" err="1"/>
              <a:t>np.prod</a:t>
            </a:r>
            <a:r>
              <a:rPr lang="en-US" dirty="0"/>
              <a:t>(</a:t>
            </a:r>
            <a:r>
              <a:rPr lang="en-US" dirty="0" err="1"/>
              <a:t>self.nu,dtype</a:t>
            </a:r>
            <a:r>
              <a:rPr lang="en-US" dirty="0"/>
              <a:t>=int) + </a:t>
            </a:r>
            <a:r>
              <a:rPr lang="en-US" dirty="0" err="1"/>
              <a:t>na</a:t>
            </a:r>
            <a:r>
              <a:rPr lang="en-US" dirty="0"/>
              <a:t>*</a:t>
            </a:r>
            <a:r>
              <a:rPr lang="en-US" dirty="0" err="1"/>
              <a:t>np.prod</a:t>
            </a:r>
            <a:r>
              <a:rPr lang="en-US" dirty="0"/>
              <a:t>(</a:t>
            </a:r>
            <a:r>
              <a:rPr lang="en-US" dirty="0" err="1"/>
              <a:t>self.ny,dtype</a:t>
            </a:r>
            <a:r>
              <a:rPr lang="en-US" dirty="0"/>
              <a:t>=int), \</a:t>
            </a:r>
          </a:p>
          <a:p>
            <a:r>
              <a:rPr lang="en-US" dirty="0"/>
              <a:t>...</a:t>
            </a:r>
          </a:p>
          <a:p>
            <a:r>
              <a:rPr lang="en-US" dirty="0"/>
              <a:t>368:         </a:t>
            </a:r>
            <a:r>
              <a:rPr lang="en-US" dirty="0" err="1"/>
              <a:t>net_in</a:t>
            </a:r>
            <a:r>
              <a:rPr lang="en-US" dirty="0"/>
              <a:t> = torch.cat([</a:t>
            </a:r>
            <a:r>
              <a:rPr lang="en-US" dirty="0" err="1"/>
              <a:t>upast.view</a:t>
            </a:r>
            <a:r>
              <a:rPr lang="en-US" dirty="0"/>
              <a:t>(</a:t>
            </a:r>
            <a:r>
              <a:rPr lang="en-US" dirty="0" err="1"/>
              <a:t>upast.shape</a:t>
            </a:r>
            <a:r>
              <a:rPr lang="en-US" dirty="0"/>
              <a:t>[0],-1),</a:t>
            </a:r>
            <a:r>
              <a:rPr lang="en-US" dirty="0" err="1"/>
              <a:t>ypast.view</a:t>
            </a:r>
            <a:r>
              <a:rPr lang="en-US" dirty="0"/>
              <a:t>(</a:t>
            </a:r>
            <a:r>
              <a:rPr lang="en-US" dirty="0" err="1"/>
              <a:t>ypast.shape</a:t>
            </a:r>
            <a:r>
              <a:rPr lang="en-US" dirty="0"/>
              <a:t>[0],-1)],axis=1)</a:t>
            </a:r>
          </a:p>
          <a:p>
            <a:endParaRPr lang="en-NL" dirty="0"/>
          </a:p>
        </p:txBody>
      </p:sp>
      <p:sp>
        <p:nvSpPr>
          <p:cNvPr id="5" name="Content Placeholder 2">
            <a:extLst>
              <a:ext uri="{FF2B5EF4-FFF2-40B4-BE49-F238E27FC236}">
                <a16:creationId xmlns:a16="http://schemas.microsoft.com/office/drawing/2014/main" id="{2AD2292D-8181-B4D8-16CD-B4516A91A42C}"/>
              </a:ext>
            </a:extLst>
          </p:cNvPr>
          <p:cNvSpPr txBox="1">
            <a:spLocks/>
          </p:cNvSpPr>
          <p:nvPr/>
        </p:nvSpPr>
        <p:spPr>
          <a:xfrm>
            <a:off x="6096000" y="1825625"/>
            <a:ext cx="4539916" cy="4351338"/>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model </a:t>
            </a:r>
            <a:r>
              <a:rPr lang="en-US" dirty="0" err="1"/>
              <a:t>aug</a:t>
            </a:r>
            <a:r>
              <a:rPr lang="en-US" dirty="0"/>
              <a:t>-wafer (</a:t>
            </a:r>
            <a:r>
              <a:rPr lang="en-US" dirty="0">
                <a:hlinkClick r:id="rId2"/>
              </a:rPr>
              <a:t>interconnect.py (line 522)</a:t>
            </a:r>
            <a:r>
              <a:rPr lang="en-US" dirty="0"/>
              <a:t>)</a:t>
            </a:r>
          </a:p>
          <a:p>
            <a:r>
              <a:rPr lang="en-US" dirty="0"/>
              <a:t>522: class </a:t>
            </a:r>
            <a:r>
              <a:rPr lang="en-US" dirty="0" err="1"/>
              <a:t>modified_encoder_net</a:t>
            </a:r>
            <a:r>
              <a:rPr lang="en-US" dirty="0"/>
              <a:t>(</a:t>
            </a:r>
            <a:r>
              <a:rPr lang="en-US" dirty="0" err="1"/>
              <a:t>nn.Module</a:t>
            </a:r>
            <a:r>
              <a:rPr lang="en-US" dirty="0"/>
              <a:t>):</a:t>
            </a:r>
          </a:p>
          <a:p>
            <a:r>
              <a:rPr lang="en-US" dirty="0"/>
              <a:t>...</a:t>
            </a:r>
          </a:p>
          <a:p>
            <a:r>
              <a:rPr lang="en-US" dirty="0"/>
              <a:t>526:         self.nu = tuple() if nu is None else ((nu,) if </a:t>
            </a:r>
            <a:r>
              <a:rPr lang="en-US" dirty="0" err="1"/>
              <a:t>isinstance</a:t>
            </a:r>
            <a:r>
              <a:rPr lang="en-US" dirty="0"/>
              <a:t>(</a:t>
            </a:r>
            <a:r>
              <a:rPr lang="en-US" dirty="0" err="1"/>
              <a:t>nu,int</a:t>
            </a:r>
            <a:r>
              <a:rPr lang="en-US" dirty="0"/>
              <a:t>) else nu)</a:t>
            </a:r>
          </a:p>
          <a:p>
            <a:r>
              <a:rPr lang="en-US" dirty="0"/>
              <a:t>527:         </a:t>
            </a:r>
            <a:r>
              <a:rPr lang="en-US" dirty="0" err="1"/>
              <a:t>self.ny</a:t>
            </a:r>
            <a:r>
              <a:rPr lang="en-US" dirty="0"/>
              <a:t> = tuple() if </a:t>
            </a:r>
            <a:r>
              <a:rPr lang="en-US" dirty="0" err="1"/>
              <a:t>ny</a:t>
            </a:r>
            <a:r>
              <a:rPr lang="en-US" dirty="0"/>
              <a:t> is None else ((</a:t>
            </a:r>
            <a:r>
              <a:rPr lang="en-US" dirty="0" err="1"/>
              <a:t>ny</a:t>
            </a:r>
            <a:r>
              <a:rPr lang="en-US" dirty="0"/>
              <a:t>,) if </a:t>
            </a:r>
            <a:r>
              <a:rPr lang="en-US" dirty="0" err="1"/>
              <a:t>isinstance</a:t>
            </a:r>
            <a:r>
              <a:rPr lang="en-US" dirty="0"/>
              <a:t>(</a:t>
            </a:r>
            <a:r>
              <a:rPr lang="en-US" dirty="0" err="1"/>
              <a:t>ny,int</a:t>
            </a:r>
            <a:r>
              <a:rPr lang="en-US" dirty="0"/>
              <a:t>) else </a:t>
            </a:r>
            <a:r>
              <a:rPr lang="en-US" dirty="0" err="1"/>
              <a:t>ny</a:t>
            </a:r>
            <a:r>
              <a:rPr lang="en-US" dirty="0"/>
              <a:t>)  # &lt;--- MIMO-capable</a:t>
            </a:r>
          </a:p>
          <a:p>
            <a:r>
              <a:rPr lang="en-US" dirty="0"/>
              <a:t>528:         self.net = </a:t>
            </a:r>
            <a:r>
              <a:rPr lang="en-US" dirty="0" err="1"/>
              <a:t>simple_res_net</a:t>
            </a:r>
            <a:r>
              <a:rPr lang="en-US" dirty="0"/>
              <a:t>(</a:t>
            </a:r>
            <a:r>
              <a:rPr lang="en-US" dirty="0" err="1"/>
              <a:t>n_in</a:t>
            </a:r>
            <a:r>
              <a:rPr lang="en-US" dirty="0"/>
              <a:t>=</a:t>
            </a:r>
            <a:r>
              <a:rPr lang="en-US" dirty="0" err="1"/>
              <a:t>nb</a:t>
            </a:r>
            <a:r>
              <a:rPr lang="en-US" dirty="0"/>
              <a:t>*</a:t>
            </a:r>
            <a:r>
              <a:rPr lang="en-US" dirty="0" err="1"/>
              <a:t>np.prod</a:t>
            </a:r>
            <a:r>
              <a:rPr lang="en-US" dirty="0"/>
              <a:t>(</a:t>
            </a:r>
            <a:r>
              <a:rPr lang="en-US" dirty="0" err="1"/>
              <a:t>self.nu,dtype</a:t>
            </a:r>
            <a:r>
              <a:rPr lang="en-US" dirty="0"/>
              <a:t>=int) + </a:t>
            </a:r>
            <a:r>
              <a:rPr lang="en-US" dirty="0" err="1"/>
              <a:t>na</a:t>
            </a:r>
            <a:r>
              <a:rPr lang="en-US" dirty="0"/>
              <a:t>*</a:t>
            </a:r>
            <a:r>
              <a:rPr lang="en-US" dirty="0" err="1"/>
              <a:t>np.prod</a:t>
            </a:r>
            <a:r>
              <a:rPr lang="en-US" dirty="0"/>
              <a:t>(</a:t>
            </a:r>
            <a:r>
              <a:rPr lang="en-US" dirty="0" err="1"/>
              <a:t>self.ny,dtype</a:t>
            </a:r>
            <a:r>
              <a:rPr lang="en-US" dirty="0"/>
              <a:t>=int), \</a:t>
            </a:r>
          </a:p>
          <a:p>
            <a:r>
              <a:rPr lang="en-US" dirty="0"/>
              <a:t>...</a:t>
            </a:r>
          </a:p>
          <a:p>
            <a:r>
              <a:rPr lang="en-US" dirty="0"/>
              <a:t>533:         </a:t>
            </a:r>
            <a:r>
              <a:rPr lang="en-US" dirty="0" err="1"/>
              <a:t>net_in</a:t>
            </a:r>
            <a:r>
              <a:rPr lang="en-US" dirty="0"/>
              <a:t> = torch.cat([</a:t>
            </a:r>
            <a:r>
              <a:rPr lang="en-US" dirty="0" err="1"/>
              <a:t>upast.view</a:t>
            </a:r>
            <a:r>
              <a:rPr lang="en-US" dirty="0"/>
              <a:t>(</a:t>
            </a:r>
            <a:r>
              <a:rPr lang="en-US" dirty="0" err="1"/>
              <a:t>upast.shape</a:t>
            </a:r>
            <a:r>
              <a:rPr lang="en-US" dirty="0"/>
              <a:t>[0],-1),</a:t>
            </a:r>
            <a:r>
              <a:rPr lang="en-US" dirty="0" err="1"/>
              <a:t>ypast.view</a:t>
            </a:r>
            <a:r>
              <a:rPr lang="en-US" dirty="0"/>
              <a:t>(</a:t>
            </a:r>
            <a:r>
              <a:rPr lang="en-US" dirty="0" err="1"/>
              <a:t>ypast.shape</a:t>
            </a:r>
            <a:r>
              <a:rPr lang="en-US" dirty="0"/>
              <a:t>[0],-1)],axis=1)</a:t>
            </a:r>
          </a:p>
          <a:p>
            <a:endParaRPr lang="en-NL" dirty="0"/>
          </a:p>
        </p:txBody>
      </p:sp>
      <p:pic>
        <p:nvPicPr>
          <p:cNvPr id="7" name="Picture 6">
            <a:extLst>
              <a:ext uri="{FF2B5EF4-FFF2-40B4-BE49-F238E27FC236}">
                <a16:creationId xmlns:a16="http://schemas.microsoft.com/office/drawing/2014/main" id="{16071A6C-5BA2-7F72-854A-2C5F8CD5B9DF}"/>
              </a:ext>
            </a:extLst>
          </p:cNvPr>
          <p:cNvPicPr>
            <a:picLocks noChangeAspect="1"/>
          </p:cNvPicPr>
          <p:nvPr/>
        </p:nvPicPr>
        <p:blipFill>
          <a:blip r:embed="rId3"/>
          <a:stretch>
            <a:fillRect/>
          </a:stretch>
        </p:blipFill>
        <p:spPr>
          <a:xfrm>
            <a:off x="12357768" y="0"/>
            <a:ext cx="9382361" cy="5216269"/>
          </a:xfrm>
          <a:prstGeom prst="rect">
            <a:avLst/>
          </a:prstGeom>
        </p:spPr>
      </p:pic>
      <p:pic>
        <p:nvPicPr>
          <p:cNvPr id="9" name="Picture 8">
            <a:extLst>
              <a:ext uri="{FF2B5EF4-FFF2-40B4-BE49-F238E27FC236}">
                <a16:creationId xmlns:a16="http://schemas.microsoft.com/office/drawing/2014/main" id="{20DF0A87-56E1-4950-5B53-6FF747A874F4}"/>
              </a:ext>
            </a:extLst>
          </p:cNvPr>
          <p:cNvPicPr>
            <a:picLocks noChangeAspect="1"/>
          </p:cNvPicPr>
          <p:nvPr/>
        </p:nvPicPr>
        <p:blipFill>
          <a:blip r:embed="rId4"/>
          <a:stretch>
            <a:fillRect/>
          </a:stretch>
        </p:blipFill>
        <p:spPr>
          <a:xfrm>
            <a:off x="12357768" y="5463419"/>
            <a:ext cx="7277731" cy="2789162"/>
          </a:xfrm>
          <a:prstGeom prst="rect">
            <a:avLst/>
          </a:prstGeom>
        </p:spPr>
      </p:pic>
    </p:spTree>
    <p:extLst>
      <p:ext uri="{BB962C8B-B14F-4D97-AF65-F5344CB8AC3E}">
        <p14:creationId xmlns:p14="http://schemas.microsoft.com/office/powerpoint/2010/main" val="30657392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C3284-DCDA-9DFC-5BC6-9D508C91D3D4}"/>
              </a:ext>
            </a:extLst>
          </p:cNvPr>
          <p:cNvSpPr>
            <a:spLocks noGrp="1"/>
          </p:cNvSpPr>
          <p:nvPr>
            <p:ph type="title"/>
          </p:nvPr>
        </p:nvSpPr>
        <p:spPr/>
        <p:txBody>
          <a:bodyPr/>
          <a:lstStyle/>
          <a:p>
            <a:r>
              <a:rPr lang="en-US" dirty="0"/>
              <a:t>Model </a:t>
            </a:r>
            <a:r>
              <a:rPr lang="en-US" dirty="0" err="1"/>
              <a:t>augmenation</a:t>
            </a:r>
            <a:endParaRPr lang="en-NL" dirty="0"/>
          </a:p>
        </p:txBody>
      </p:sp>
      <p:sp>
        <p:nvSpPr>
          <p:cNvPr id="3" name="Content Placeholder 2">
            <a:extLst>
              <a:ext uri="{FF2B5EF4-FFF2-40B4-BE49-F238E27FC236}">
                <a16:creationId xmlns:a16="http://schemas.microsoft.com/office/drawing/2014/main" id="{8B4505E7-A53E-6BB1-3057-34A950C151C2}"/>
              </a:ext>
            </a:extLst>
          </p:cNvPr>
          <p:cNvSpPr>
            <a:spLocks noGrp="1"/>
          </p:cNvSpPr>
          <p:nvPr>
            <p:ph idx="1"/>
          </p:nvPr>
        </p:nvSpPr>
        <p:spPr/>
        <p:txBody>
          <a:bodyPr>
            <a:normAutofit lnSpcReduction="10000"/>
          </a:bodyPr>
          <a:lstStyle/>
          <a:p>
            <a:r>
              <a:rPr lang="en-US" dirty="0"/>
              <a:t>Model augmentation: combines the simplified physics model with Artificial Neural Networks (ANNs) to bridge the gap between data and FP model</a:t>
            </a:r>
          </a:p>
          <a:p>
            <a:pPr lvl="1"/>
            <a:r>
              <a:rPr lang="en-US" dirty="0"/>
              <a:t>Adds two new mathematical states to the baseline model for the missing third mass</a:t>
            </a:r>
          </a:p>
          <a:p>
            <a:pPr lvl="1"/>
            <a:r>
              <a:rPr lang="en-US" dirty="0"/>
              <a:t>It uses neural networks to learn </a:t>
            </a:r>
            <a:r>
              <a:rPr lang="en-US" b="1" dirty="0"/>
              <a:t>only</a:t>
            </a:r>
            <a:r>
              <a:rPr lang="en-US" dirty="0"/>
              <a:t> the unmodeled dynamics. Prevents this with </a:t>
            </a:r>
            <a:r>
              <a:rPr lang="en-US" b="1" dirty="0"/>
              <a:t>Parameter Regularization: </a:t>
            </a:r>
            <a:r>
              <a:rPr lang="en-US" dirty="0"/>
              <a:t>penalizes the model if the parameters of the baseline physics model (the known masses and springs) drift too far from their initial values</a:t>
            </a:r>
          </a:p>
          <a:p>
            <a:pPr lvl="1"/>
            <a:r>
              <a:rPr lang="en-US" b="1" dirty="0"/>
              <a:t>LFR Structure:</a:t>
            </a:r>
            <a:r>
              <a:rPr lang="en-US" dirty="0"/>
              <a:t> Connects the neural networks and the physical model using a Linear Fractional Representation (LFR) structure</a:t>
            </a:r>
          </a:p>
          <a:p>
            <a:pPr lvl="2"/>
            <a:r>
              <a:rPr lang="en-US" dirty="0"/>
              <a:t>Allows to operate in parallel or series</a:t>
            </a:r>
            <a:endParaRPr lang="en-NL" dirty="0"/>
          </a:p>
        </p:txBody>
      </p:sp>
    </p:spTree>
    <p:extLst>
      <p:ext uri="{BB962C8B-B14F-4D97-AF65-F5344CB8AC3E}">
        <p14:creationId xmlns:p14="http://schemas.microsoft.com/office/powerpoint/2010/main" val="24532371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21CB778-3B74-37DE-56C4-B926F5CE7B7C}"/>
              </a:ext>
            </a:extLst>
          </p:cNvPr>
          <p:cNvPicPr>
            <a:picLocks noChangeAspect="1"/>
          </p:cNvPicPr>
          <p:nvPr/>
        </p:nvPicPr>
        <p:blipFill>
          <a:blip r:embed="rId2"/>
          <a:srcRect r="8359"/>
          <a:stretch>
            <a:fillRect/>
          </a:stretch>
        </p:blipFill>
        <p:spPr>
          <a:xfrm>
            <a:off x="6622701" y="1217510"/>
            <a:ext cx="5569299" cy="5161065"/>
          </a:xfrm>
          <a:prstGeom prst="rect">
            <a:avLst/>
          </a:prstGeom>
        </p:spPr>
      </p:pic>
      <p:sp>
        <p:nvSpPr>
          <p:cNvPr id="2" name="Title 1">
            <a:extLst>
              <a:ext uri="{FF2B5EF4-FFF2-40B4-BE49-F238E27FC236}">
                <a16:creationId xmlns:a16="http://schemas.microsoft.com/office/drawing/2014/main" id="{34B643F7-DA44-F861-FEA3-8710CEDBCBD2}"/>
              </a:ext>
            </a:extLst>
          </p:cNvPr>
          <p:cNvSpPr>
            <a:spLocks noGrp="1"/>
          </p:cNvSpPr>
          <p:nvPr>
            <p:ph type="title"/>
          </p:nvPr>
        </p:nvSpPr>
        <p:spPr/>
        <p:txBody>
          <a:bodyPr/>
          <a:lstStyle/>
          <a:p>
            <a:r>
              <a:rPr lang="en-US" dirty="0"/>
              <a:t>Linear Fractional Representation (LFR)</a:t>
            </a:r>
            <a:endParaRPr lang="en-NL" dirty="0"/>
          </a:p>
        </p:txBody>
      </p:sp>
      <p:sp>
        <p:nvSpPr>
          <p:cNvPr id="3" name="Content Placeholder 2">
            <a:extLst>
              <a:ext uri="{FF2B5EF4-FFF2-40B4-BE49-F238E27FC236}">
                <a16:creationId xmlns:a16="http://schemas.microsoft.com/office/drawing/2014/main" id="{0F12FB9C-7BA8-38B1-B7AB-C0322033226B}"/>
              </a:ext>
            </a:extLst>
          </p:cNvPr>
          <p:cNvSpPr>
            <a:spLocks noGrp="1"/>
          </p:cNvSpPr>
          <p:nvPr>
            <p:ph idx="1"/>
          </p:nvPr>
        </p:nvSpPr>
        <p:spPr>
          <a:xfrm>
            <a:off x="190499" y="1533524"/>
            <a:ext cx="6807201" cy="5324476"/>
          </a:xfrm>
        </p:spPr>
        <p:txBody>
          <a:bodyPr>
            <a:normAutofit fontScale="85000" lnSpcReduction="20000"/>
          </a:bodyPr>
          <a:lstStyle/>
          <a:p>
            <a:r>
              <a:rPr lang="en-US" dirty="0" err="1"/>
              <a:t>Kijken</a:t>
            </a:r>
            <a:r>
              <a:rPr lang="en-US" dirty="0"/>
              <a:t> hoe </a:t>
            </a:r>
            <a:r>
              <a:rPr lang="en-US" dirty="0" err="1"/>
              <a:t>aan</a:t>
            </a:r>
            <a:r>
              <a:rPr lang="en-US" dirty="0"/>
              <a:t> te </a:t>
            </a:r>
            <a:r>
              <a:rPr lang="en-US" dirty="0" err="1"/>
              <a:t>passen</a:t>
            </a:r>
            <a:r>
              <a:rPr lang="en-US" dirty="0"/>
              <a:t> </a:t>
            </a:r>
            <a:r>
              <a:rPr lang="en-US" dirty="0" err="1"/>
              <a:t>naar</a:t>
            </a:r>
            <a:r>
              <a:rPr lang="en-US" dirty="0"/>
              <a:t> LPV-LFR</a:t>
            </a:r>
          </a:p>
          <a:p>
            <a:r>
              <a:rPr lang="en-US" dirty="0"/>
              <a:t>Learning components = neural network</a:t>
            </a:r>
          </a:p>
          <a:p>
            <a:r>
              <a:rPr lang="en-US" dirty="0"/>
              <a:t>Interconnection matrix: acts as routing switchboard, determines how the physics and NN interact with each other</a:t>
            </a:r>
          </a:p>
          <a:p>
            <a:r>
              <a:rPr lang="en-US" b="1" dirty="0"/>
              <a:t>LFR switchboard: </a:t>
            </a:r>
            <a:r>
              <a:rPr lang="en-US" dirty="0"/>
              <a:t>at each time step</a:t>
            </a:r>
          </a:p>
          <a:p>
            <a:pPr lvl="1"/>
            <a:r>
              <a:rPr lang="en-US" dirty="0"/>
              <a:t>Inputs: takes the current state of the system (</a:t>
            </a:r>
            <a:r>
              <a:rPr lang="en-US" i="1" dirty="0" err="1"/>
              <a:t>x</a:t>
            </a:r>
            <a:r>
              <a:rPr lang="en-US" dirty="0" err="1"/>
              <a:t>^</a:t>
            </a:r>
            <a:r>
              <a:rPr lang="en-US" i="1" dirty="0" err="1"/>
              <a:t>k</a:t>
            </a:r>
            <a:r>
              <a:rPr lang="en-US" dirty="0"/>
              <a:t>​), the external force/input (</a:t>
            </a:r>
            <a:r>
              <a:rPr lang="en-US" i="1" dirty="0" err="1"/>
              <a:t>uk</a:t>
            </a:r>
            <a:r>
              <a:rPr lang="en-US" dirty="0"/>
              <a:t>​), and the outputs generated by </a:t>
            </a:r>
            <a:r>
              <a:rPr lang="en-US" b="1" i="1" dirty="0"/>
              <a:t>both</a:t>
            </a:r>
            <a:r>
              <a:rPr lang="en-US" dirty="0"/>
              <a:t> the physics model (</a:t>
            </a:r>
            <a:r>
              <a:rPr lang="en-US" i="1" dirty="0"/>
              <a:t>w</a:t>
            </a:r>
            <a:r>
              <a:rPr lang="en-US" dirty="0"/>
              <a:t>1,</a:t>
            </a:r>
            <a:r>
              <a:rPr lang="en-US" i="1" dirty="0"/>
              <a:t>k</a:t>
            </a:r>
            <a:r>
              <a:rPr lang="en-US" dirty="0"/>
              <a:t>​) and the neural networks (</a:t>
            </a:r>
            <a:r>
              <a:rPr lang="en-US" i="1" dirty="0"/>
              <a:t>w</a:t>
            </a:r>
            <a:r>
              <a:rPr lang="en-US" dirty="0"/>
              <a:t>2,</a:t>
            </a:r>
            <a:r>
              <a:rPr lang="en-US" i="1" dirty="0"/>
              <a:t>k</a:t>
            </a:r>
            <a:r>
              <a:rPr lang="en-US" dirty="0"/>
              <a:t>​)</a:t>
            </a:r>
          </a:p>
          <a:p>
            <a:pPr lvl="1"/>
            <a:r>
              <a:rPr lang="en-US" dirty="0"/>
              <a:t>Routing: Based on matrix configuration, it decides what signals to feed back into the physics model (</a:t>
            </a:r>
            <a:r>
              <a:rPr lang="en-US" i="1" dirty="0"/>
              <a:t>z</a:t>
            </a:r>
            <a:r>
              <a:rPr lang="en-US" dirty="0"/>
              <a:t>1,</a:t>
            </a:r>
            <a:r>
              <a:rPr lang="en-US" i="1" dirty="0"/>
              <a:t>k</a:t>
            </a:r>
            <a:r>
              <a:rPr lang="en-US" dirty="0"/>
              <a:t>​) and what signals to feed into the neural networks (</a:t>
            </a:r>
            <a:r>
              <a:rPr lang="en-US" i="1" dirty="0"/>
              <a:t>z</a:t>
            </a:r>
            <a:r>
              <a:rPr lang="en-US" dirty="0"/>
              <a:t>2,</a:t>
            </a:r>
            <a:r>
              <a:rPr lang="en-US" i="1" dirty="0"/>
              <a:t>k</a:t>
            </a:r>
            <a:r>
              <a:rPr lang="en-US" dirty="0"/>
              <a:t>​) for the next calculation</a:t>
            </a:r>
          </a:p>
          <a:p>
            <a:pPr lvl="1"/>
            <a:r>
              <a:rPr lang="en-US" dirty="0"/>
              <a:t>Output</a:t>
            </a:r>
            <a:r>
              <a:rPr lang="en-US" b="1" dirty="0"/>
              <a:t>:</a:t>
            </a:r>
            <a:r>
              <a:rPr lang="en-US" dirty="0"/>
              <a:t> combines all these signals to calculate the system's overall next state (</a:t>
            </a:r>
            <a:r>
              <a:rPr lang="en-US" i="1" dirty="0"/>
              <a:t>x</a:t>
            </a:r>
            <a:r>
              <a:rPr lang="en-US" dirty="0"/>
              <a:t>^</a:t>
            </a:r>
            <a:r>
              <a:rPr lang="en-US" i="1" dirty="0"/>
              <a:t>k</a:t>
            </a:r>
            <a:r>
              <a:rPr lang="en-US" dirty="0"/>
              <a:t>+1​) and the predicted output (</a:t>
            </a:r>
            <a:r>
              <a:rPr lang="en-US" i="1" dirty="0"/>
              <a:t>y</a:t>
            </a:r>
            <a:r>
              <a:rPr lang="en-US" dirty="0"/>
              <a:t>^​</a:t>
            </a:r>
            <a:r>
              <a:rPr lang="en-US" i="1" dirty="0"/>
              <a:t>k</a:t>
            </a:r>
            <a:r>
              <a:rPr lang="en-US" dirty="0"/>
              <a:t>​)</a:t>
            </a:r>
            <a:br>
              <a:rPr lang="en-US" dirty="0"/>
            </a:br>
            <a:endParaRPr lang="en-US" dirty="0"/>
          </a:p>
          <a:p>
            <a:pPr marL="457200" lvl="1" indent="0">
              <a:buNone/>
            </a:pPr>
            <a:endParaRPr lang="en-NL" b="1" dirty="0"/>
          </a:p>
        </p:txBody>
      </p:sp>
    </p:spTree>
    <p:extLst>
      <p:ext uri="{BB962C8B-B14F-4D97-AF65-F5344CB8AC3E}">
        <p14:creationId xmlns:p14="http://schemas.microsoft.com/office/powerpoint/2010/main" val="39789269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D4B36-521E-CDA6-D6D0-23C915489FA0}"/>
              </a:ext>
            </a:extLst>
          </p:cNvPr>
          <p:cNvSpPr>
            <a:spLocks noGrp="1"/>
          </p:cNvSpPr>
          <p:nvPr>
            <p:ph type="title"/>
          </p:nvPr>
        </p:nvSpPr>
        <p:spPr/>
        <p:txBody>
          <a:bodyPr/>
          <a:lstStyle/>
          <a:p>
            <a:r>
              <a:rPr lang="en-US" dirty="0"/>
              <a:t>Interconnection Matrix (S)</a:t>
            </a:r>
            <a:endParaRPr lang="en-NL" dirty="0"/>
          </a:p>
        </p:txBody>
      </p:sp>
      <p:sp>
        <p:nvSpPr>
          <p:cNvPr id="3" name="Content Placeholder 2">
            <a:extLst>
              <a:ext uri="{FF2B5EF4-FFF2-40B4-BE49-F238E27FC236}">
                <a16:creationId xmlns:a16="http://schemas.microsoft.com/office/drawing/2014/main" id="{255BAFF4-887C-CEBA-AC4C-C7C077227482}"/>
              </a:ext>
            </a:extLst>
          </p:cNvPr>
          <p:cNvSpPr>
            <a:spLocks noGrp="1"/>
          </p:cNvSpPr>
          <p:nvPr>
            <p:ph idx="1"/>
          </p:nvPr>
        </p:nvSpPr>
        <p:spPr/>
        <p:txBody>
          <a:bodyPr>
            <a:normAutofit fontScale="92500" lnSpcReduction="10000"/>
          </a:bodyPr>
          <a:lstStyle/>
          <a:p>
            <a:r>
              <a:rPr lang="en-US" dirty="0"/>
              <a:t>Only job of S is to direct the flow of the data between the physical model and the neural network</a:t>
            </a:r>
          </a:p>
          <a:p>
            <a:r>
              <a:rPr lang="en-US" dirty="0"/>
              <a:t>Parallel </a:t>
            </a:r>
            <a:r>
              <a:rPr lang="en-US" i="1" dirty="0"/>
              <a:t>(allows to use orthogonality)</a:t>
            </a:r>
          </a:p>
          <a:p>
            <a:pPr lvl="1"/>
            <a:r>
              <a:rPr lang="en-US" b="1" dirty="0"/>
              <a:t>S</a:t>
            </a:r>
            <a:r>
              <a:rPr lang="en-US" dirty="0"/>
              <a:t> treats the physical model and the neural network as two independent workers tackling the same problem at the same time</a:t>
            </a:r>
          </a:p>
          <a:p>
            <a:pPr lvl="1"/>
            <a:r>
              <a:rPr lang="en-US" dirty="0"/>
              <a:t>ANN learns the </a:t>
            </a:r>
            <a:r>
              <a:rPr lang="en-US" b="1" dirty="0"/>
              <a:t>residual dynamics missing from the baseline</a:t>
            </a:r>
          </a:p>
          <a:p>
            <a:pPr lvl="1"/>
            <a:r>
              <a:rPr lang="en-US" dirty="0"/>
              <a:t>Outputs simply added together</a:t>
            </a:r>
          </a:p>
          <a:p>
            <a:r>
              <a:rPr lang="en-US" dirty="0"/>
              <a:t>Series </a:t>
            </a:r>
            <a:r>
              <a:rPr lang="en-US" i="1" dirty="0"/>
              <a:t>(sequential, not acting independently)</a:t>
            </a:r>
          </a:p>
          <a:p>
            <a:pPr lvl="1"/>
            <a:r>
              <a:rPr lang="en-US" b="1" dirty="0"/>
              <a:t>S</a:t>
            </a:r>
            <a:r>
              <a:rPr lang="en-US" dirty="0"/>
              <a:t> first sends the current state and input </a:t>
            </a:r>
            <a:r>
              <a:rPr lang="en-US" i="1" dirty="0"/>
              <a:t>only</a:t>
            </a:r>
            <a:r>
              <a:rPr lang="en-US" dirty="0"/>
              <a:t> to the physics model </a:t>
            </a:r>
            <a:r>
              <a:rPr lang="en-US" dirty="0">
                <a:sym typeface="Wingdings" panose="05000000000000000000" pitchFamily="2" charset="2"/>
              </a:rPr>
              <a:t> routes this output directly into the neural network as its inputs</a:t>
            </a:r>
            <a:endParaRPr lang="en-US" dirty="0"/>
          </a:p>
          <a:p>
            <a:pPr lvl="1"/>
            <a:r>
              <a:rPr lang="en-US" dirty="0"/>
              <a:t>ANN learns a </a:t>
            </a:r>
            <a:r>
              <a:rPr lang="en-US" b="1" dirty="0"/>
              <a:t>correction map</a:t>
            </a:r>
            <a:r>
              <a:rPr lang="en-US" dirty="0"/>
              <a:t> on top of the baseline’s predicted next-state, rather than an additive residual</a:t>
            </a:r>
            <a:endParaRPr lang="en-NL" dirty="0"/>
          </a:p>
        </p:txBody>
      </p:sp>
    </p:spTree>
    <p:extLst>
      <p:ext uri="{BB962C8B-B14F-4D97-AF65-F5344CB8AC3E}">
        <p14:creationId xmlns:p14="http://schemas.microsoft.com/office/powerpoint/2010/main" val="3106483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08FD9-FC1C-2256-22F9-F56B30E07ECD}"/>
              </a:ext>
            </a:extLst>
          </p:cNvPr>
          <p:cNvSpPr>
            <a:spLocks noGrp="1"/>
          </p:cNvSpPr>
          <p:nvPr>
            <p:ph type="title"/>
          </p:nvPr>
        </p:nvSpPr>
        <p:spPr/>
        <p:txBody>
          <a:bodyPr/>
          <a:lstStyle/>
          <a:p>
            <a:r>
              <a:rPr lang="en-US" dirty="0"/>
              <a:t>Adapt to Linear Parameter Varying (LPV)</a:t>
            </a:r>
            <a:endParaRPr lang="en-NL"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C226DE6-D545-AD04-EE3A-174DA49D12D5}"/>
                  </a:ext>
                </a:extLst>
              </p:cNvPr>
              <p:cNvSpPr>
                <a:spLocks noGrp="1"/>
              </p:cNvSpPr>
              <p:nvPr>
                <p:ph idx="1"/>
              </p:nvPr>
            </p:nvSpPr>
            <p:spPr/>
            <p:txBody>
              <a:bodyPr/>
              <a:lstStyle/>
              <a:p>
                <a:r>
                  <a:rPr lang="en-US" b="1" dirty="0"/>
                  <a:t>Have we chosen the most logical thing to vary with </a:t>
                </a:r>
                <a14:m>
                  <m:oMath xmlns:m="http://schemas.openxmlformats.org/officeDocument/2006/math">
                    <m:r>
                      <a:rPr lang="en-US" i="1">
                        <a:latin typeface="Cambria Math" panose="02040503050406030204" pitchFamily="18" charset="0"/>
                      </a:rPr>
                      <m:t>𝑝</m:t>
                    </m:r>
                  </m:oMath>
                </a14:m>
                <a:r>
                  <a:rPr lang="en-US" b="1" dirty="0"/>
                  <a:t> (LPV)? Honest answer.</a:t>
                </a:r>
              </a:p>
              <a:p>
                <a:r>
                  <a:rPr lang="en-US" b="1" dirty="0"/>
                  <a:t>Varying </a:t>
                </a:r>
                <a14:m>
                  <m:oMath xmlns:m="http://schemas.openxmlformats.org/officeDocument/2006/math">
                    <m:r>
                      <a:rPr lang="en-US" i="1">
                        <a:latin typeface="Cambria Math" panose="02040503050406030204" pitchFamily="18" charset="0"/>
                      </a:rPr>
                      <m:t>𝐴</m:t>
                    </m:r>
                  </m:oMath>
                </a14:m>
                <a:r>
                  <a:rPr lang="en-US" dirty="0"/>
                  <a:t> (i.e., letting the state-update dynamics depend on a scheduling variable) is the </a:t>
                </a:r>
                <a:r>
                  <a:rPr lang="en-US" i="1" dirty="0"/>
                  <a:t>most standard</a:t>
                </a:r>
                <a:r>
                  <a:rPr lang="en-US" dirty="0"/>
                  <a:t> and usually most defensible first LPV step for an MSD, especially for </a:t>
                </a:r>
                <a:r>
                  <a:rPr lang="en-US" b="1" dirty="0"/>
                  <a:t>hardening springs</a:t>
                </a:r>
                <a:r>
                  <a:rPr lang="en-US" dirty="0"/>
                  <a:t>: the nonlinearity effectively makes the “spring-force-to-acceleration” terms depend on displacement, which shows up as </a:t>
                </a:r>
                <a:r>
                  <a:rPr lang="en-US" b="1" dirty="0"/>
                  <a:t>state-dependent entries in </a:t>
                </a:r>
                <a14:m>
                  <m:oMath xmlns:m="http://schemas.openxmlformats.org/officeDocument/2006/math">
                    <m:r>
                      <a:rPr lang="en-US" i="1">
                        <a:latin typeface="Cambria Math" panose="02040503050406030204" pitchFamily="18" charset="0"/>
                      </a:rPr>
                      <m:t>𝐴</m:t>
                    </m:r>
                    <m:d>
                      <m:dPr>
                        <m:ctrlPr>
                          <a:rPr lang="ar-AE" i="1">
                            <a:latin typeface="Cambria Math" panose="02040503050406030204" pitchFamily="18" charset="0"/>
                          </a:rPr>
                        </m:ctrlPr>
                      </m:dPr>
                      <m:e>
                        <m:r>
                          <a:rPr lang="ar-AE">
                            <a:latin typeface="Cambria Math" panose="02040503050406030204" pitchFamily="18" charset="0"/>
                          </a:rPr>
                          <m:t>⋅</m:t>
                        </m:r>
                      </m:e>
                    </m:d>
                  </m:oMath>
                </a14:m>
                <a:r>
                  <a:rPr lang="ar-AE" dirty="0"/>
                  <a:t>.</a:t>
                </a:r>
              </a:p>
              <a:p>
                <a:endParaRPr lang="en-NL" dirty="0"/>
              </a:p>
            </p:txBody>
          </p:sp>
        </mc:Choice>
        <mc:Fallback xmlns="">
          <p:sp>
            <p:nvSpPr>
              <p:cNvPr id="3" name="Content Placeholder 2">
                <a:extLst>
                  <a:ext uri="{FF2B5EF4-FFF2-40B4-BE49-F238E27FC236}">
                    <a16:creationId xmlns:a16="http://schemas.microsoft.com/office/drawing/2014/main" id="{8C226DE6-D545-AD04-EE3A-174DA49D12D5}"/>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NL">
                    <a:noFill/>
                  </a:rPr>
                  <a:t> </a:t>
                </a:r>
              </a:p>
            </p:txBody>
          </p:sp>
        </mc:Fallback>
      </mc:AlternateContent>
    </p:spTree>
    <p:extLst>
      <p:ext uri="{BB962C8B-B14F-4D97-AF65-F5344CB8AC3E}">
        <p14:creationId xmlns:p14="http://schemas.microsoft.com/office/powerpoint/2010/main" val="14764732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A3F56A3-A88D-23A0-B41C-55AB3AD68D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9B98CA-5100-DBB8-CC83-7AA436C7C5F7}"/>
              </a:ext>
            </a:extLst>
          </p:cNvPr>
          <p:cNvSpPr>
            <a:spLocks noGrp="1"/>
          </p:cNvSpPr>
          <p:nvPr>
            <p:ph type="title"/>
          </p:nvPr>
        </p:nvSpPr>
        <p:spPr/>
        <p:txBody>
          <a:bodyPr/>
          <a:lstStyle/>
          <a:p>
            <a:r>
              <a:rPr lang="en-US" dirty="0"/>
              <a:t>Nonlinear Infinite Impulse Response (NIIR)</a:t>
            </a:r>
            <a:endParaRPr lang="en-NL" dirty="0"/>
          </a:p>
        </p:txBody>
      </p:sp>
      <p:sp>
        <p:nvSpPr>
          <p:cNvPr id="3" name="Content Placeholder 2">
            <a:extLst>
              <a:ext uri="{FF2B5EF4-FFF2-40B4-BE49-F238E27FC236}">
                <a16:creationId xmlns:a16="http://schemas.microsoft.com/office/drawing/2014/main" id="{F891A31E-8BF6-2FE9-F952-B48274566B3E}"/>
              </a:ext>
            </a:extLst>
          </p:cNvPr>
          <p:cNvSpPr>
            <a:spLocks noGrp="1"/>
          </p:cNvSpPr>
          <p:nvPr>
            <p:ph idx="1"/>
          </p:nvPr>
        </p:nvSpPr>
        <p:spPr>
          <a:xfrm>
            <a:off x="838200" y="1825625"/>
            <a:ext cx="7192919" cy="3901778"/>
          </a:xfrm>
        </p:spPr>
        <p:txBody>
          <a:bodyPr>
            <a:normAutofit fontScale="55000" lnSpcReduction="20000"/>
          </a:bodyPr>
          <a:lstStyle/>
          <a:p>
            <a:r>
              <a:rPr lang="en-US" dirty="0"/>
              <a:t>third type of model mismatch is missing states. In this case, the physical system exhibits dynamical behavior that operates on additional, different timescales (or for linear systems; eigenfrequencies) than those already present in the FP model. These may be caused by, among others, flexible dynamics and parasitic degrees of freedom. To account for this type of model mismatch, completely new states are required, which also require their own governing dynamical state equations, i.e., state extension is applied. To this end, again, NNs are employed.</a:t>
            </a:r>
          </a:p>
          <a:p>
            <a:r>
              <a:rPr lang="en-US" dirty="0"/>
              <a:t>The governing dynamical state equations are captured by separate NNs. Here, we have the choice to use physical knowledge and assume that these equations take on a second-order structure to limit the workload of the neural network. In this chapter, we indeed will assume a second-order structure for the extended states.</a:t>
            </a:r>
          </a:p>
          <a:p>
            <a:r>
              <a:rPr lang="en-US" b="1" dirty="0"/>
              <a:t>"Internal Dynamics"</a:t>
            </a:r>
            <a:r>
              <a:rPr lang="en-US" dirty="0"/>
              <a:t>—specifically </a:t>
            </a:r>
            <a:r>
              <a:rPr lang="en-US" b="1" dirty="0"/>
              <a:t>unmodeled resonances</a:t>
            </a:r>
            <a:r>
              <a:rPr lang="en-US" dirty="0"/>
              <a:t> or </a:t>
            </a:r>
            <a:r>
              <a:rPr lang="en-US" b="1" dirty="0"/>
              <a:t>flexible modes-</a:t>
            </a:r>
            <a:r>
              <a:rPr lang="en-US" dirty="0"/>
              <a:t>that cannot be represented by a simple history of inputs</a:t>
            </a:r>
          </a:p>
          <a:p>
            <a:r>
              <a:rPr lang="en-US" dirty="0"/>
              <a:t>The most direct justification is that the physical phenomena you are trying to learn (e.g., flexible modes of the gantry) have their own "memory" or inertia.</a:t>
            </a:r>
          </a:p>
          <a:p>
            <a:endParaRPr lang="en-NL" dirty="0"/>
          </a:p>
        </p:txBody>
      </p:sp>
      <p:pic>
        <p:nvPicPr>
          <p:cNvPr id="6" name="Picture 5">
            <a:extLst>
              <a:ext uri="{FF2B5EF4-FFF2-40B4-BE49-F238E27FC236}">
                <a16:creationId xmlns:a16="http://schemas.microsoft.com/office/drawing/2014/main" id="{0FE7EC14-4CD9-54FF-EA51-B0F42D9FE95A}"/>
              </a:ext>
            </a:extLst>
          </p:cNvPr>
          <p:cNvPicPr>
            <a:picLocks noChangeAspect="1"/>
          </p:cNvPicPr>
          <p:nvPr/>
        </p:nvPicPr>
        <p:blipFill>
          <a:blip r:embed="rId3"/>
          <a:stretch>
            <a:fillRect/>
          </a:stretch>
        </p:blipFill>
        <p:spPr>
          <a:xfrm>
            <a:off x="8031119" y="99516"/>
            <a:ext cx="4160881" cy="3901778"/>
          </a:xfrm>
          <a:prstGeom prst="rect">
            <a:avLst/>
          </a:prstGeom>
        </p:spPr>
      </p:pic>
      <p:pic>
        <p:nvPicPr>
          <p:cNvPr id="8" name="Picture 7">
            <a:extLst>
              <a:ext uri="{FF2B5EF4-FFF2-40B4-BE49-F238E27FC236}">
                <a16:creationId xmlns:a16="http://schemas.microsoft.com/office/drawing/2014/main" id="{E81956B4-448A-9CA9-6B80-2B858459845C}"/>
              </a:ext>
            </a:extLst>
          </p:cNvPr>
          <p:cNvPicPr>
            <a:picLocks noChangeAspect="1"/>
          </p:cNvPicPr>
          <p:nvPr/>
        </p:nvPicPr>
        <p:blipFill>
          <a:blip r:embed="rId4"/>
          <a:stretch>
            <a:fillRect/>
          </a:stretch>
        </p:blipFill>
        <p:spPr>
          <a:xfrm>
            <a:off x="8206395" y="4186363"/>
            <a:ext cx="3985605" cy="2453853"/>
          </a:xfrm>
          <a:prstGeom prst="rect">
            <a:avLst/>
          </a:prstGeom>
        </p:spPr>
      </p:pic>
    </p:spTree>
    <p:extLst>
      <p:ext uri="{BB962C8B-B14F-4D97-AF65-F5344CB8AC3E}">
        <p14:creationId xmlns:p14="http://schemas.microsoft.com/office/powerpoint/2010/main" val="39425181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F63F2-9FA3-B376-4880-8D87E38FF9E6}"/>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F76E3936-CCDF-5672-6036-EC8EE90B6BC2}"/>
              </a:ext>
            </a:extLst>
          </p:cNvPr>
          <p:cNvSpPr>
            <a:spLocks noGrp="1"/>
          </p:cNvSpPr>
          <p:nvPr>
            <p:ph idx="1"/>
          </p:nvPr>
        </p:nvSpPr>
        <p:spPr/>
        <p:txBody>
          <a:bodyPr>
            <a:normAutofit fontScale="85000" lnSpcReduction="20000"/>
          </a:bodyPr>
          <a:lstStyle/>
          <a:p>
            <a:r>
              <a:rPr lang="en-US" dirty="0" err="1"/>
              <a:t>lw</a:t>
            </a:r>
            <a:r>
              <a:rPr lang="en-US" dirty="0"/>
              <a:t>(</a:t>
            </a:r>
            <a:r>
              <a:rPr lang="en-US" dirty="0" err="1"/>
              <a:t>i</a:t>
            </a:r>
            <a:r>
              <a:rPr lang="en-US" dirty="0"/>
              <a:t>) represents a feedforward </a:t>
            </a:r>
            <a:r>
              <a:rPr lang="en-US" dirty="0" err="1"/>
              <a:t>nn</a:t>
            </a:r>
            <a:r>
              <a:rPr lang="en-US" dirty="0"/>
              <a:t> parameterized by weights w</a:t>
            </a:r>
          </a:p>
          <a:p>
            <a:r>
              <a:rPr lang="en-US" dirty="0"/>
              <a:t>Calculates how the system changes from one time step to the next</a:t>
            </a:r>
          </a:p>
          <a:p>
            <a:r>
              <a:rPr lang="en-US" dirty="0"/>
              <a:t>Since for a simulation, l (1) w1 , l (2) w2 , and l (3) w3 are used recurrently in sequential time steps, they are regarded as Recurrent Neural Networks (RNNs)</a:t>
            </a:r>
          </a:p>
          <a:p>
            <a:r>
              <a:rPr lang="en-US" dirty="0"/>
              <a:t>The "recurrent" label comes from </a:t>
            </a:r>
            <a:r>
              <a:rPr lang="en-US" i="1" dirty="0"/>
              <a:t>where</a:t>
            </a:r>
            <a:r>
              <a:rPr lang="en-US" dirty="0"/>
              <a:t> </a:t>
            </a:r>
            <a:r>
              <a:rPr lang="en-US" i="1" dirty="0"/>
              <a:t>l</a:t>
            </a:r>
            <a:r>
              <a:rPr lang="en-US" dirty="0"/>
              <a:t> is placed in the equations, not the internal architecture of the network itself. </a:t>
            </a:r>
            <a:r>
              <a:rPr lang="en-US" i="1" dirty="0"/>
              <a:t>l</a:t>
            </a:r>
            <a:r>
              <a:rPr lang="en-US" dirty="0"/>
              <a:t> acts as the </a:t>
            </a:r>
            <a:r>
              <a:rPr lang="en-US" b="1" dirty="0"/>
              <a:t>state transition function</a:t>
            </a:r>
            <a:r>
              <a:rPr lang="en-US" dirty="0"/>
              <a:t> (or discrete vector field) for the augmented parts of the model.</a:t>
            </a:r>
          </a:p>
          <a:p>
            <a:r>
              <a:rPr lang="en-US" dirty="0"/>
              <a:t>Update Xk+1 and update </a:t>
            </a:r>
            <a:r>
              <a:rPr lang="en-US" dirty="0" err="1"/>
              <a:t>lw</a:t>
            </a:r>
            <a:r>
              <a:rPr lang="en-US" dirty="0"/>
              <a:t> based on states. So why update twice?</a:t>
            </a:r>
          </a:p>
          <a:p>
            <a:r>
              <a:rPr lang="en-US" dirty="0"/>
              <a:t>The 3 l’s are trained static mapping. Feed forward </a:t>
            </a:r>
            <a:r>
              <a:rPr lang="en-US" dirty="0" err="1"/>
              <a:t>nn</a:t>
            </a:r>
            <a:r>
              <a:rPr lang="en-US" dirty="0"/>
              <a:t>, but because these 3 </a:t>
            </a:r>
            <a:r>
              <a:rPr lang="en-US" dirty="0" err="1"/>
              <a:t>nn</a:t>
            </a:r>
            <a:r>
              <a:rPr lang="en-US" dirty="0"/>
              <a:t> (l’s) keep looping back in (the total picture where all 3 are combined). He calls it a RNN. So for the augmentation step the l’s are a static mapping</a:t>
            </a:r>
          </a:p>
          <a:p>
            <a:r>
              <a:rPr lang="en-US" dirty="0" err="1"/>
              <a:t>Kijken</a:t>
            </a:r>
            <a:r>
              <a:rPr lang="en-US" dirty="0"/>
              <a:t> hoe de l’s </a:t>
            </a:r>
            <a:r>
              <a:rPr lang="en-US" dirty="0" err="1"/>
              <a:t>precies</a:t>
            </a:r>
            <a:r>
              <a:rPr lang="en-US" dirty="0"/>
              <a:t> </a:t>
            </a:r>
            <a:r>
              <a:rPr lang="en-US" dirty="0" err="1"/>
              <a:t>getraint</a:t>
            </a:r>
            <a:r>
              <a:rPr lang="en-US" dirty="0"/>
              <a:t>.</a:t>
            </a:r>
            <a:endParaRPr lang="en-NL" dirty="0"/>
          </a:p>
        </p:txBody>
      </p:sp>
      <p:pic>
        <p:nvPicPr>
          <p:cNvPr id="5" name="Picture 4">
            <a:extLst>
              <a:ext uri="{FF2B5EF4-FFF2-40B4-BE49-F238E27FC236}">
                <a16:creationId xmlns:a16="http://schemas.microsoft.com/office/drawing/2014/main" id="{82C96B3D-D6EA-FFE6-E5D2-A211A08EFAAB}"/>
              </a:ext>
            </a:extLst>
          </p:cNvPr>
          <p:cNvPicPr>
            <a:picLocks noChangeAspect="1"/>
          </p:cNvPicPr>
          <p:nvPr/>
        </p:nvPicPr>
        <p:blipFill>
          <a:blip r:embed="rId2"/>
          <a:stretch>
            <a:fillRect/>
          </a:stretch>
        </p:blipFill>
        <p:spPr>
          <a:xfrm>
            <a:off x="9986707" y="1027906"/>
            <a:ext cx="8512278" cy="2728196"/>
          </a:xfrm>
          <a:prstGeom prst="rect">
            <a:avLst/>
          </a:prstGeom>
        </p:spPr>
      </p:pic>
    </p:spTree>
    <p:extLst>
      <p:ext uri="{BB962C8B-B14F-4D97-AF65-F5344CB8AC3E}">
        <p14:creationId xmlns:p14="http://schemas.microsoft.com/office/powerpoint/2010/main" val="18156010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1E8F5-0400-E93C-04CE-8C2AA28D0425}"/>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9D386781-5BAA-58AE-19A7-71A6243D7FC0}"/>
              </a:ext>
            </a:extLst>
          </p:cNvPr>
          <p:cNvSpPr>
            <a:spLocks noGrp="1"/>
          </p:cNvSpPr>
          <p:nvPr>
            <p:ph idx="1"/>
          </p:nvPr>
        </p:nvSpPr>
        <p:spPr/>
        <p:txBody>
          <a:bodyPr>
            <a:normAutofit fontScale="62500" lnSpcReduction="20000"/>
          </a:bodyPr>
          <a:lstStyle/>
          <a:p>
            <a:r>
              <a:rPr lang="en-US" dirty="0"/>
              <a:t>3. Specific Roles of each </a:t>
            </a:r>
            <a:r>
              <a:rPr lang="en-US" i="1" dirty="0"/>
              <a:t>l</a:t>
            </a:r>
            <a:r>
              <a:rPr lang="en-US" dirty="0"/>
              <a:t> function</a:t>
            </a:r>
          </a:p>
          <a:p>
            <a:r>
              <a:rPr lang="en-US" dirty="0" err="1"/>
              <a:t>Kessels</a:t>
            </a:r>
            <a:r>
              <a:rPr lang="en-US" dirty="0"/>
              <a:t> defines three distinct </a:t>
            </a:r>
            <a:r>
              <a:rPr lang="en-US" i="1" dirty="0"/>
              <a:t>l</a:t>
            </a:r>
            <a:r>
              <a:rPr lang="en-US" dirty="0"/>
              <a:t> functions, each serving a different purpose in the Extension and Augmentation (EA) model [Source 5, 343, 344]:</a:t>
            </a:r>
          </a:p>
          <a:p>
            <a:r>
              <a:rPr lang="en-US" dirty="0"/>
              <a:t>• </a:t>
            </a:r>
            <a:r>
              <a:rPr lang="en-US" i="1" dirty="0"/>
              <a:t>lw</a:t>
            </a:r>
            <a:r>
              <a:rPr lang="en-US" dirty="0"/>
              <a:t>1​(1)​</a:t>
            </a:r>
            <a:r>
              <a:rPr lang="en-US" b="1" dirty="0"/>
              <a:t> (Augmentation):</a:t>
            </a:r>
            <a:endParaRPr lang="en-US" dirty="0"/>
          </a:p>
          <a:p>
            <a:r>
              <a:rPr lang="en-US" dirty="0"/>
              <a:t>    ◦ </a:t>
            </a:r>
            <a:r>
              <a:rPr lang="en-US" b="1" dirty="0"/>
              <a:t>Job:</a:t>
            </a:r>
            <a:r>
              <a:rPr lang="en-US" dirty="0"/>
              <a:t> Corrects the known physics.</a:t>
            </a:r>
          </a:p>
          <a:p>
            <a:r>
              <a:rPr lang="en-US" dirty="0"/>
              <a:t>    ◦ </a:t>
            </a:r>
            <a:r>
              <a:rPr lang="en-US" b="1" dirty="0"/>
              <a:t>Action:</a:t>
            </a:r>
            <a:r>
              <a:rPr lang="en-US" dirty="0"/>
              <a:t> It calculates a "correction force" that is added to the standard First Principles equation (</a:t>
            </a:r>
            <a:r>
              <a:rPr lang="en-US" i="1" dirty="0"/>
              <a:t>g</a:t>
            </a:r>
            <a:r>
              <a:rPr lang="en-US" dirty="0"/>
              <a:t>). For example, if the FP model predicts friction incorrectly, </a:t>
            </a:r>
            <a:r>
              <a:rPr lang="en-US" i="1" dirty="0"/>
              <a:t>l</a:t>
            </a:r>
            <a:r>
              <a:rPr lang="en-US" dirty="0"/>
              <a:t>(1) learns to output the missing friction force.</a:t>
            </a:r>
          </a:p>
          <a:p>
            <a:r>
              <a:rPr lang="en-US" dirty="0"/>
              <a:t>• </a:t>
            </a:r>
            <a:r>
              <a:rPr lang="en-US" i="1" dirty="0"/>
              <a:t>lw</a:t>
            </a:r>
            <a:r>
              <a:rPr lang="en-US" dirty="0"/>
              <a:t>2​(2)​</a:t>
            </a:r>
            <a:r>
              <a:rPr lang="en-US" b="1" dirty="0"/>
              <a:t> (Extension):</a:t>
            </a:r>
            <a:endParaRPr lang="en-US" dirty="0"/>
          </a:p>
          <a:p>
            <a:r>
              <a:rPr lang="en-US" dirty="0"/>
              <a:t>    ◦ </a:t>
            </a:r>
            <a:r>
              <a:rPr lang="en-US" b="1" dirty="0"/>
              <a:t>Job:</a:t>
            </a:r>
            <a:r>
              <a:rPr lang="en-US" dirty="0"/>
              <a:t> drives the </a:t>
            </a:r>
            <a:r>
              <a:rPr lang="en-US" i="1" dirty="0"/>
              <a:t>new</a:t>
            </a:r>
            <a:r>
              <a:rPr lang="en-US" dirty="0"/>
              <a:t> physics.</a:t>
            </a:r>
          </a:p>
          <a:p>
            <a:r>
              <a:rPr lang="en-US" dirty="0"/>
              <a:t>    ◦ </a:t>
            </a:r>
            <a:r>
              <a:rPr lang="en-US" b="1" dirty="0"/>
              <a:t>Action:</a:t>
            </a:r>
            <a:r>
              <a:rPr lang="en-US" dirty="0"/>
              <a:t> It acts as the entire physics engine for the "missing states" (like flexible modes). It calculates the acceleration of these invisible states based on the system's current motion.</a:t>
            </a:r>
          </a:p>
          <a:p>
            <a:r>
              <a:rPr lang="en-US" dirty="0"/>
              <a:t>• </a:t>
            </a:r>
            <a:r>
              <a:rPr lang="en-US" i="1" dirty="0"/>
              <a:t>lw</a:t>
            </a:r>
            <a:r>
              <a:rPr lang="en-US" dirty="0"/>
              <a:t>3​(3)​</a:t>
            </a:r>
            <a:r>
              <a:rPr lang="en-US" b="1" dirty="0"/>
              <a:t> (Output Correction):</a:t>
            </a:r>
            <a:endParaRPr lang="en-US" dirty="0"/>
          </a:p>
          <a:p>
            <a:r>
              <a:rPr lang="en-US" dirty="0"/>
              <a:t>    ◦ </a:t>
            </a:r>
            <a:r>
              <a:rPr lang="en-US" b="1" dirty="0"/>
              <a:t>Job:</a:t>
            </a:r>
            <a:r>
              <a:rPr lang="en-US" dirty="0"/>
              <a:t> Corrects the sensor reading.</a:t>
            </a:r>
          </a:p>
          <a:p>
            <a:r>
              <a:rPr lang="en-US" dirty="0"/>
              <a:t>    ◦ </a:t>
            </a:r>
            <a:r>
              <a:rPr lang="en-US" b="1" dirty="0"/>
              <a:t>Action:</a:t>
            </a:r>
            <a:r>
              <a:rPr lang="en-US" dirty="0"/>
              <a:t> It maps the internal states to the measured output. If the sensor has a nonlinearity not modeled by </a:t>
            </a:r>
            <a:r>
              <a:rPr lang="en-US" i="1" dirty="0"/>
              <a:t>h</a:t>
            </a:r>
            <a:r>
              <a:rPr lang="en-US" dirty="0"/>
              <a:t>, </a:t>
            </a:r>
            <a:r>
              <a:rPr lang="en-US" i="1" dirty="0"/>
              <a:t>l</a:t>
            </a:r>
            <a:r>
              <a:rPr lang="en-US" dirty="0"/>
              <a:t>(3) adds a correction value to the output </a:t>
            </a:r>
            <a:r>
              <a:rPr lang="en-US" i="1" dirty="0"/>
              <a:t>y</a:t>
            </a:r>
            <a:r>
              <a:rPr lang="en-US" dirty="0"/>
              <a:t>^​.</a:t>
            </a:r>
          </a:p>
          <a:p>
            <a:endParaRPr lang="en-NL" dirty="0"/>
          </a:p>
        </p:txBody>
      </p:sp>
    </p:spTree>
    <p:extLst>
      <p:ext uri="{BB962C8B-B14F-4D97-AF65-F5344CB8AC3E}">
        <p14:creationId xmlns:p14="http://schemas.microsoft.com/office/powerpoint/2010/main" val="34380331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35903-B34C-AF9B-7298-CD61080477AB}"/>
              </a:ext>
            </a:extLst>
          </p:cNvPr>
          <p:cNvSpPr>
            <a:spLocks noGrp="1"/>
          </p:cNvSpPr>
          <p:nvPr>
            <p:ph type="title"/>
          </p:nvPr>
        </p:nvSpPr>
        <p:spPr/>
        <p:txBody>
          <a:bodyPr/>
          <a:lstStyle/>
          <a:p>
            <a:r>
              <a:rPr lang="en-US" dirty="0"/>
              <a:t>Global movement</a:t>
            </a:r>
            <a:endParaRPr lang="en-NL" dirty="0"/>
          </a:p>
        </p:txBody>
      </p:sp>
      <p:sp>
        <p:nvSpPr>
          <p:cNvPr id="3" name="Content Placeholder 2">
            <a:extLst>
              <a:ext uri="{FF2B5EF4-FFF2-40B4-BE49-F238E27FC236}">
                <a16:creationId xmlns:a16="http://schemas.microsoft.com/office/drawing/2014/main" id="{556CA084-4DEA-5469-2A71-C8316BEFE961}"/>
              </a:ext>
            </a:extLst>
          </p:cNvPr>
          <p:cNvSpPr>
            <a:spLocks noGrp="1"/>
          </p:cNvSpPr>
          <p:nvPr>
            <p:ph idx="1"/>
          </p:nvPr>
        </p:nvSpPr>
        <p:spPr/>
        <p:txBody>
          <a:bodyPr>
            <a:normAutofit fontScale="85000" lnSpcReduction="20000"/>
          </a:bodyPr>
          <a:lstStyle/>
          <a:p>
            <a:r>
              <a:rPr lang="en-US" dirty="0"/>
              <a:t>OMNIPUS responsible for global movement for covering the full operating space. Combine with “Wet-Clutch Trick” for local excitation</a:t>
            </a:r>
          </a:p>
          <a:p>
            <a:r>
              <a:rPr lang="en-US" dirty="0"/>
              <a:t>OMNIPUS was for three inputs and one output </a:t>
            </a:r>
            <a:r>
              <a:rPr lang="en-US" dirty="0">
                <a:sym typeface="Wingdings" panose="05000000000000000000" pitchFamily="2" charset="2"/>
              </a:rPr>
              <a:t> MIMO</a:t>
            </a:r>
            <a:endParaRPr lang="en-US" dirty="0"/>
          </a:p>
          <a:p>
            <a:r>
              <a:rPr lang="en-US" dirty="0"/>
              <a:t>MIMO nonlinear </a:t>
            </a:r>
            <a:r>
              <a:rPr lang="en-US" dirty="0" err="1"/>
              <a:t>sytem</a:t>
            </a:r>
            <a:r>
              <a:rPr lang="en-US" dirty="0"/>
              <a:t> </a:t>
            </a:r>
            <a:r>
              <a:rPr lang="en-US" dirty="0" err="1"/>
              <a:t>identifciation</a:t>
            </a:r>
            <a:r>
              <a:rPr lang="en-US" dirty="0"/>
              <a:t> </a:t>
            </a:r>
            <a:r>
              <a:rPr lang="en-US" dirty="0" err="1"/>
              <a:t>literature.Compare</a:t>
            </a:r>
            <a:r>
              <a:rPr lang="en-US" dirty="0"/>
              <a:t> to how </a:t>
            </a:r>
            <a:r>
              <a:rPr lang="en-US" dirty="0" err="1"/>
              <a:t>Kessels</a:t>
            </a:r>
            <a:r>
              <a:rPr lang="en-US" dirty="0"/>
              <a:t> did it.</a:t>
            </a:r>
          </a:p>
          <a:p>
            <a:pPr lvl="1"/>
            <a:r>
              <a:rPr lang="en-US" b="1" dirty="0"/>
              <a:t>The "OMNIPUS" Aspect:</a:t>
            </a:r>
            <a:r>
              <a:rPr lang="en-US" dirty="0"/>
              <a:t> Instead of using a fixed repetitive cycle, </a:t>
            </a:r>
            <a:r>
              <a:rPr lang="en-US" dirty="0" err="1"/>
              <a:t>Kessels</a:t>
            </a:r>
            <a:r>
              <a:rPr lang="en-US" dirty="0"/>
              <a:t> explicitly randomizes the </a:t>
            </a:r>
            <a:r>
              <a:rPr lang="en-US" b="1" dirty="0"/>
              <a:t>"motion direction... as well as the magnitudes of the steps"</a:t>
            </a:r>
            <a:r>
              <a:rPr lang="en-US" dirty="0"/>
              <a:t>.</a:t>
            </a:r>
          </a:p>
          <a:p>
            <a:r>
              <a:rPr lang="en-US" b="1" dirty="0"/>
              <a:t>OMNIPUS:</a:t>
            </a:r>
            <a:r>
              <a:rPr lang="en-US" dirty="0"/>
              <a:t> As described in Source 0, OMNIPUS involves an </a:t>
            </a:r>
            <a:r>
              <a:rPr lang="en-US" b="1" dirty="0"/>
              <a:t>optimization</a:t>
            </a:r>
            <a:r>
              <a:rPr lang="en-US" dirty="0"/>
              <a:t> routine (often brute-force) to </a:t>
            </a:r>
            <a:r>
              <a:rPr lang="en-US" i="1" dirty="0"/>
              <a:t>select</a:t>
            </a:r>
            <a:r>
              <a:rPr lang="en-US" dirty="0"/>
              <a:t> the specific sequence of steps that maximizes the information content (Fisher information matrix)</a:t>
            </a:r>
          </a:p>
          <a:p>
            <a:r>
              <a:rPr lang="nl-NL" dirty="0"/>
              <a:t>Hoe experiment voor </a:t>
            </a:r>
            <a:r>
              <a:rPr lang="nl-NL" dirty="0" err="1"/>
              <a:t>dual</a:t>
            </a:r>
            <a:r>
              <a:rPr lang="nl-NL" dirty="0"/>
              <a:t> </a:t>
            </a:r>
            <a:r>
              <a:rPr lang="nl-NL" dirty="0" err="1"/>
              <a:t>gantry</a:t>
            </a:r>
            <a:r>
              <a:rPr lang="nl-NL" dirty="0"/>
              <a:t>. Hoe houd je rekening met dat het systeem niet botst. Kunt niet </a:t>
            </a:r>
            <a:r>
              <a:rPr lang="nl-NL" dirty="0" err="1"/>
              <a:t>omnipus</a:t>
            </a:r>
            <a:r>
              <a:rPr lang="nl-NL" dirty="0"/>
              <a:t> </a:t>
            </a:r>
            <a:r>
              <a:rPr lang="nl-NL" dirty="0" err="1"/>
              <a:t>gwn</a:t>
            </a:r>
            <a:r>
              <a:rPr lang="nl-NL" dirty="0"/>
              <a:t> random steps. </a:t>
            </a:r>
            <a:r>
              <a:rPr lang="nl-NL" dirty="0" err="1"/>
              <a:t>Constrain</a:t>
            </a:r>
            <a:r>
              <a:rPr lang="nl-NL" dirty="0"/>
              <a:t> </a:t>
            </a:r>
            <a:r>
              <a:rPr lang="nl-NL" dirty="0" err="1"/>
              <a:t>the</a:t>
            </a:r>
            <a:r>
              <a:rPr lang="nl-NL" dirty="0"/>
              <a:t> </a:t>
            </a:r>
            <a:r>
              <a:rPr lang="nl-NL" dirty="0" err="1"/>
              <a:t>inputs</a:t>
            </a:r>
            <a:r>
              <a:rPr lang="nl-NL" dirty="0"/>
              <a:t>, of iets </a:t>
            </a:r>
            <a:r>
              <a:rPr lang="nl-NL" dirty="0" err="1"/>
              <a:t>slimmers</a:t>
            </a:r>
            <a:r>
              <a:rPr lang="nl-NL" dirty="0"/>
              <a:t>?</a:t>
            </a:r>
            <a:endParaRPr lang="en-NL" dirty="0"/>
          </a:p>
        </p:txBody>
      </p:sp>
      <p:pic>
        <p:nvPicPr>
          <p:cNvPr id="5" name="Picture 4">
            <a:extLst>
              <a:ext uri="{FF2B5EF4-FFF2-40B4-BE49-F238E27FC236}">
                <a16:creationId xmlns:a16="http://schemas.microsoft.com/office/drawing/2014/main" id="{648D2956-C720-2685-46DD-2A55257C562E}"/>
              </a:ext>
            </a:extLst>
          </p:cNvPr>
          <p:cNvPicPr>
            <a:picLocks noChangeAspect="1"/>
          </p:cNvPicPr>
          <p:nvPr/>
        </p:nvPicPr>
        <p:blipFill>
          <a:blip r:embed="rId2"/>
          <a:stretch>
            <a:fillRect/>
          </a:stretch>
        </p:blipFill>
        <p:spPr>
          <a:xfrm>
            <a:off x="11920883" y="1825625"/>
            <a:ext cx="6005080" cy="2149026"/>
          </a:xfrm>
          <a:prstGeom prst="rect">
            <a:avLst/>
          </a:prstGeom>
        </p:spPr>
      </p:pic>
    </p:spTree>
    <p:extLst>
      <p:ext uri="{BB962C8B-B14F-4D97-AF65-F5344CB8AC3E}">
        <p14:creationId xmlns:p14="http://schemas.microsoft.com/office/powerpoint/2010/main" val="39559972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9569C-4F86-84E9-A7A8-371D7DEA8674}"/>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3E2853CA-E014-028D-8787-F5FC4F694E5B}"/>
              </a:ext>
            </a:extLst>
          </p:cNvPr>
          <p:cNvSpPr>
            <a:spLocks noGrp="1"/>
          </p:cNvSpPr>
          <p:nvPr>
            <p:ph idx="1"/>
          </p:nvPr>
        </p:nvSpPr>
        <p:spPr/>
        <p:txBody>
          <a:bodyPr/>
          <a:lstStyle/>
          <a:p>
            <a:r>
              <a:rPr lang="en-US" dirty="0"/>
              <a:t>The thing is </a:t>
            </a:r>
            <a:r>
              <a:rPr lang="en-US" dirty="0" err="1"/>
              <a:t>i</a:t>
            </a:r>
            <a:r>
              <a:rPr lang="en-US" dirty="0"/>
              <a:t> have two gantries (its a dual gantry system). So </a:t>
            </a:r>
            <a:r>
              <a:rPr lang="en-US" dirty="0" err="1"/>
              <a:t>i</a:t>
            </a:r>
            <a:r>
              <a:rPr lang="en-US" dirty="0"/>
              <a:t> cant just use </a:t>
            </a:r>
            <a:r>
              <a:rPr lang="en-US" dirty="0" err="1"/>
              <a:t>omnipus</a:t>
            </a:r>
            <a:r>
              <a:rPr lang="en-US" dirty="0"/>
              <a:t> </a:t>
            </a:r>
            <a:r>
              <a:rPr lang="en-US" dirty="0" err="1"/>
              <a:t>i</a:t>
            </a:r>
            <a:r>
              <a:rPr lang="en-US" dirty="0"/>
              <a:t> need an algorithm/method that keeps in mind they gantries can physically collide. So either </a:t>
            </a:r>
            <a:r>
              <a:rPr lang="en-US" dirty="0" err="1"/>
              <a:t>i</a:t>
            </a:r>
            <a:r>
              <a:rPr lang="en-US" dirty="0"/>
              <a:t> need to put constraints on the inputs, but this limits the search algorithm, or </a:t>
            </a:r>
            <a:r>
              <a:rPr lang="en-US" dirty="0" err="1"/>
              <a:t>i</a:t>
            </a:r>
            <a:r>
              <a:rPr lang="en-US" dirty="0"/>
              <a:t> need a smart algorithm that keeps this in mind.</a:t>
            </a:r>
          </a:p>
          <a:p>
            <a:r>
              <a:rPr lang="en-US" dirty="0"/>
              <a:t>But I cannot just ignore the coupling… so modal transformations don’t seem to be the solution…</a:t>
            </a:r>
            <a:endParaRPr lang="en-NL" dirty="0"/>
          </a:p>
        </p:txBody>
      </p:sp>
      <p:pic>
        <p:nvPicPr>
          <p:cNvPr id="5" name="Picture 4">
            <a:extLst>
              <a:ext uri="{FF2B5EF4-FFF2-40B4-BE49-F238E27FC236}">
                <a16:creationId xmlns:a16="http://schemas.microsoft.com/office/drawing/2014/main" id="{7E605DB6-EA21-C601-5F48-4A02E3AD8097}"/>
              </a:ext>
            </a:extLst>
          </p:cNvPr>
          <p:cNvPicPr>
            <a:picLocks noChangeAspect="1"/>
          </p:cNvPicPr>
          <p:nvPr/>
        </p:nvPicPr>
        <p:blipFill>
          <a:blip r:embed="rId2"/>
          <a:stretch>
            <a:fillRect/>
          </a:stretch>
        </p:blipFill>
        <p:spPr>
          <a:xfrm>
            <a:off x="11581755" y="-129104"/>
            <a:ext cx="5791702" cy="4130398"/>
          </a:xfrm>
          <a:prstGeom prst="rect">
            <a:avLst/>
          </a:prstGeom>
        </p:spPr>
      </p:pic>
      <p:pic>
        <p:nvPicPr>
          <p:cNvPr id="7" name="Picture 6">
            <a:extLst>
              <a:ext uri="{FF2B5EF4-FFF2-40B4-BE49-F238E27FC236}">
                <a16:creationId xmlns:a16="http://schemas.microsoft.com/office/drawing/2014/main" id="{04881DD5-479E-7C8E-A331-F34705702193}"/>
              </a:ext>
            </a:extLst>
          </p:cNvPr>
          <p:cNvPicPr>
            <a:picLocks noChangeAspect="1"/>
          </p:cNvPicPr>
          <p:nvPr/>
        </p:nvPicPr>
        <p:blipFill>
          <a:blip r:embed="rId3"/>
          <a:stretch>
            <a:fillRect/>
          </a:stretch>
        </p:blipFill>
        <p:spPr>
          <a:xfrm>
            <a:off x="10947402" y="3871368"/>
            <a:ext cx="5578323" cy="5243014"/>
          </a:xfrm>
          <a:prstGeom prst="rect">
            <a:avLst/>
          </a:prstGeom>
        </p:spPr>
      </p:pic>
      <p:pic>
        <p:nvPicPr>
          <p:cNvPr id="9" name="Picture 8">
            <a:extLst>
              <a:ext uri="{FF2B5EF4-FFF2-40B4-BE49-F238E27FC236}">
                <a16:creationId xmlns:a16="http://schemas.microsoft.com/office/drawing/2014/main" id="{0A61B71C-F38A-374D-C658-ACED1CBC0526}"/>
              </a:ext>
            </a:extLst>
          </p:cNvPr>
          <p:cNvPicPr>
            <a:picLocks noChangeAspect="1"/>
          </p:cNvPicPr>
          <p:nvPr/>
        </p:nvPicPr>
        <p:blipFill>
          <a:blip r:embed="rId4"/>
          <a:stretch>
            <a:fillRect/>
          </a:stretch>
        </p:blipFill>
        <p:spPr>
          <a:xfrm>
            <a:off x="4681380" y="5789885"/>
            <a:ext cx="5418290" cy="1044030"/>
          </a:xfrm>
          <a:prstGeom prst="rect">
            <a:avLst/>
          </a:prstGeom>
        </p:spPr>
      </p:pic>
    </p:spTree>
    <p:extLst>
      <p:ext uri="{BB962C8B-B14F-4D97-AF65-F5344CB8AC3E}">
        <p14:creationId xmlns:p14="http://schemas.microsoft.com/office/powerpoint/2010/main" val="10050525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8C465E-1557-398B-7408-37271132A277}"/>
              </a:ext>
            </a:extLst>
          </p:cNvPr>
          <p:cNvSpPr>
            <a:spLocks noGrp="1"/>
          </p:cNvSpPr>
          <p:nvPr>
            <p:ph type="title"/>
          </p:nvPr>
        </p:nvSpPr>
        <p:spPr/>
        <p:txBody>
          <a:bodyPr/>
          <a:lstStyle/>
          <a:p>
            <a:endParaRPr lang="en-NL" dirty="0"/>
          </a:p>
        </p:txBody>
      </p:sp>
      <p:sp>
        <p:nvSpPr>
          <p:cNvPr id="3" name="Content Placeholder 2">
            <a:extLst>
              <a:ext uri="{FF2B5EF4-FFF2-40B4-BE49-F238E27FC236}">
                <a16:creationId xmlns:a16="http://schemas.microsoft.com/office/drawing/2014/main" id="{39DB397E-975C-3B12-FA10-D16B3DBDBC12}"/>
              </a:ext>
            </a:extLst>
          </p:cNvPr>
          <p:cNvSpPr>
            <a:spLocks noGrp="1"/>
          </p:cNvSpPr>
          <p:nvPr>
            <p:ph idx="1"/>
          </p:nvPr>
        </p:nvSpPr>
        <p:spPr>
          <a:xfrm>
            <a:off x="838200" y="1825625"/>
            <a:ext cx="3075039" cy="4351338"/>
          </a:xfrm>
        </p:spPr>
        <p:txBody>
          <a:bodyPr>
            <a:normAutofit fontScale="92500" lnSpcReduction="20000"/>
          </a:bodyPr>
          <a:lstStyle/>
          <a:p>
            <a:r>
              <a:rPr lang="en-US" dirty="0"/>
              <a:t>but if </a:t>
            </a:r>
            <a:r>
              <a:rPr lang="en-US" dirty="0" err="1"/>
              <a:t>i</a:t>
            </a:r>
            <a:r>
              <a:rPr lang="en-US" dirty="0"/>
              <a:t> just use a "filter" on the </a:t>
            </a:r>
            <a:r>
              <a:rPr lang="en-US" dirty="0" err="1"/>
              <a:t>omnipus</a:t>
            </a:r>
            <a:r>
              <a:rPr lang="en-US" dirty="0"/>
              <a:t> the algorithm might not cover all the space and miss important dynamics during training. so I should have a smarter method than just constraining the inputs.</a:t>
            </a:r>
          </a:p>
          <a:p>
            <a:endParaRPr lang="en-NL" dirty="0"/>
          </a:p>
        </p:txBody>
      </p:sp>
      <p:pic>
        <p:nvPicPr>
          <p:cNvPr id="5" name="Picture 4">
            <a:extLst>
              <a:ext uri="{FF2B5EF4-FFF2-40B4-BE49-F238E27FC236}">
                <a16:creationId xmlns:a16="http://schemas.microsoft.com/office/drawing/2014/main" id="{759B14CD-46FD-9210-ADF7-AC33428D594A}"/>
              </a:ext>
            </a:extLst>
          </p:cNvPr>
          <p:cNvPicPr>
            <a:picLocks noChangeAspect="1"/>
          </p:cNvPicPr>
          <p:nvPr/>
        </p:nvPicPr>
        <p:blipFill>
          <a:blip r:embed="rId2"/>
          <a:stretch>
            <a:fillRect/>
          </a:stretch>
        </p:blipFill>
        <p:spPr>
          <a:xfrm>
            <a:off x="4023014" y="365125"/>
            <a:ext cx="9528464" cy="6870266"/>
          </a:xfrm>
          <a:prstGeom prst="rect">
            <a:avLst/>
          </a:prstGeom>
        </p:spPr>
      </p:pic>
    </p:spTree>
    <p:extLst>
      <p:ext uri="{BB962C8B-B14F-4D97-AF65-F5344CB8AC3E}">
        <p14:creationId xmlns:p14="http://schemas.microsoft.com/office/powerpoint/2010/main" val="40937905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52CF5-0831-1034-A857-6AD4E08107F5}"/>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F59D6227-5B63-5E79-38EC-066386E7E518}"/>
              </a:ext>
            </a:extLst>
          </p:cNvPr>
          <p:cNvSpPr>
            <a:spLocks noGrp="1"/>
          </p:cNvSpPr>
          <p:nvPr>
            <p:ph idx="1"/>
          </p:nvPr>
        </p:nvSpPr>
        <p:spPr/>
        <p:txBody>
          <a:bodyPr>
            <a:normAutofit fontScale="62500" lnSpcReduction="20000"/>
          </a:bodyPr>
          <a:lstStyle/>
          <a:p>
            <a:r>
              <a:rPr lang="en-US" dirty="0"/>
              <a:t>Usefulness for your case:</a:t>
            </a:r>
          </a:p>
          <a:p>
            <a:r>
              <a:rPr lang="en-US" dirty="0" err="1"/>
              <a:t>Peak_Amplitude</a:t>
            </a:r>
            <a:r>
              <a:rPr lang="en-US" dirty="0"/>
              <a:t>-Constrained...: </a:t>
            </a:r>
            <a:r>
              <a:rPr lang="en-US" b="1" dirty="0"/>
              <a:t>very useful globally</a:t>
            </a:r>
            <a:r>
              <a:rPr lang="en-US" dirty="0"/>
              <a:t> for safe MIMO FRF campaigns (include collision-gap as constrained output).</a:t>
            </a:r>
          </a:p>
          <a:p>
            <a:r>
              <a:rPr lang="en-US" dirty="0" err="1"/>
              <a:t>Multisine</a:t>
            </a:r>
            <a:r>
              <a:rPr lang="en-US" dirty="0"/>
              <a:t> plant-friendly...: </a:t>
            </a:r>
            <a:r>
              <a:rPr lang="en-US" b="1" dirty="0"/>
              <a:t>useful globally/semi-global</a:t>
            </a:r>
            <a:r>
              <a:rPr lang="en-US" dirty="0"/>
              <a:t> for constrained nonlinear excitation design.</a:t>
            </a:r>
          </a:p>
          <a:p>
            <a:r>
              <a:rPr lang="en-US" dirty="0" err="1"/>
              <a:t>On_Space</a:t>
            </a:r>
            <a:r>
              <a:rPr lang="en-US" dirty="0"/>
              <a:t>-Filling...: </a:t>
            </a:r>
            <a:r>
              <a:rPr lang="en-US" b="1" dirty="0"/>
              <a:t>useful globally</a:t>
            </a:r>
            <a:r>
              <a:rPr lang="en-US" dirty="0"/>
              <a:t> for coverage strategy, but only after embedding your safe feasible set.</a:t>
            </a:r>
          </a:p>
          <a:p>
            <a:r>
              <a:rPr lang="en-US" dirty="0"/>
              <a:t>Designing positive excitation...: </a:t>
            </a:r>
            <a:r>
              <a:rPr lang="en-US" b="1" dirty="0"/>
              <a:t>situational</a:t>
            </a:r>
            <a:r>
              <a:rPr lang="en-US" dirty="0"/>
              <a:t>; useful if you have one-sided actuation/drift-like constraints, otherwise secondary.</a:t>
            </a:r>
          </a:p>
          <a:p>
            <a:r>
              <a:rPr lang="en-US" dirty="0"/>
              <a:t>And yes:</a:t>
            </a:r>
          </a:p>
          <a:p>
            <a:r>
              <a:rPr lang="en-US" dirty="0"/>
              <a:t>Use the above as </a:t>
            </a:r>
            <a:r>
              <a:rPr lang="en-US" b="1" dirty="0"/>
              <a:t>global safe excitation framework</a:t>
            </a:r>
            <a:r>
              <a:rPr lang="en-US" dirty="0"/>
              <a:t>.</a:t>
            </a:r>
          </a:p>
          <a:p>
            <a:r>
              <a:rPr lang="en-US" dirty="0"/>
              <a:t>Then use a </a:t>
            </a:r>
            <a:r>
              <a:rPr lang="en-US" b="1" dirty="0"/>
              <a:t>wet-clutch-style local excitation/refinement</a:t>
            </a:r>
            <a:r>
              <a:rPr lang="en-US" dirty="0"/>
              <a:t> near critical regions (small gap, high coupling, resonance zones, endpoint trajectories).</a:t>
            </a:r>
          </a:p>
          <a:p>
            <a:r>
              <a:rPr lang="en-US" dirty="0"/>
              <a:t>So your proposed architecture is solid:</a:t>
            </a:r>
          </a:p>
          <a:p>
            <a:r>
              <a:rPr lang="en-US" dirty="0"/>
              <a:t>Safe constrained global design.</a:t>
            </a:r>
          </a:p>
          <a:p>
            <a:r>
              <a:rPr lang="en-US" dirty="0"/>
              <a:t>Targeted local refinement for high-sensitivity dynamics.</a:t>
            </a:r>
          </a:p>
          <a:p>
            <a:endParaRPr lang="en-NL" dirty="0"/>
          </a:p>
        </p:txBody>
      </p:sp>
    </p:spTree>
    <p:extLst>
      <p:ext uri="{BB962C8B-B14F-4D97-AF65-F5344CB8AC3E}">
        <p14:creationId xmlns:p14="http://schemas.microsoft.com/office/powerpoint/2010/main" val="1596318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161B7-0FD7-92A8-00C4-23F5F3C2BD1B}"/>
              </a:ext>
            </a:extLst>
          </p:cNvPr>
          <p:cNvSpPr>
            <a:spLocks noGrp="1"/>
          </p:cNvSpPr>
          <p:nvPr>
            <p:ph type="title"/>
          </p:nvPr>
        </p:nvSpPr>
        <p:spPr/>
        <p:txBody>
          <a:bodyPr/>
          <a:lstStyle/>
          <a:p>
            <a:r>
              <a:rPr lang="en-US" dirty="0"/>
              <a:t>Better than OMNIPUS for dual-gantry</a:t>
            </a:r>
            <a:endParaRPr lang="en-NL" dirty="0"/>
          </a:p>
        </p:txBody>
      </p:sp>
      <p:sp>
        <p:nvSpPr>
          <p:cNvPr id="3" name="Content Placeholder 2">
            <a:extLst>
              <a:ext uri="{FF2B5EF4-FFF2-40B4-BE49-F238E27FC236}">
                <a16:creationId xmlns:a16="http://schemas.microsoft.com/office/drawing/2014/main" id="{D98AB7F8-D639-F9CB-C759-2B5AFB8BF353}"/>
              </a:ext>
            </a:extLst>
          </p:cNvPr>
          <p:cNvSpPr>
            <a:spLocks noGrp="1"/>
          </p:cNvSpPr>
          <p:nvPr>
            <p:ph idx="1"/>
          </p:nvPr>
        </p:nvSpPr>
        <p:spPr/>
        <p:txBody>
          <a:bodyPr>
            <a:normAutofit fontScale="85000" lnSpcReduction="10000"/>
          </a:bodyPr>
          <a:lstStyle/>
          <a:p>
            <a:r>
              <a:rPr lang="en-US" dirty="0"/>
              <a:t>Problem with OMNIPUS: limit constrains</a:t>
            </a:r>
          </a:p>
          <a:p>
            <a:pPr lvl="1"/>
            <a:r>
              <a:rPr lang="en-US" dirty="0"/>
              <a:t>Could use modal decoupling for inputs </a:t>
            </a:r>
            <a:r>
              <a:rPr lang="en-US" dirty="0">
                <a:sym typeface="Wingdings" panose="05000000000000000000" pitchFamily="2" charset="2"/>
              </a:rPr>
              <a:t> still triggers coupled dynamics? Do I have a paper for this?</a:t>
            </a:r>
            <a:endParaRPr lang="en-US" dirty="0"/>
          </a:p>
          <a:p>
            <a:r>
              <a:rPr lang="en-US" dirty="0"/>
              <a:t>If we limited the inputs to OMNIPUS which does work for MIMO because: …</a:t>
            </a:r>
          </a:p>
          <a:p>
            <a:r>
              <a:rPr lang="en-US" dirty="0"/>
              <a:t>Just constraining the inputs might miss important dynamics, smarter methods: </a:t>
            </a:r>
          </a:p>
          <a:p>
            <a:endParaRPr lang="en-US" dirty="0"/>
          </a:p>
          <a:p>
            <a:endParaRPr lang="en-US" dirty="0"/>
          </a:p>
          <a:p>
            <a:pPr lvl="2"/>
            <a:r>
              <a:rPr lang="en-US" dirty="0"/>
              <a:t>Analysis of space-filling excitation signals and dynamic models for nonlinear </a:t>
            </a:r>
            <a:br>
              <a:rPr lang="en-US" dirty="0"/>
            </a:br>
            <a:r>
              <a:rPr lang="en-US" dirty="0"/>
              <a:t>system identification of dynamic processes of a Diesel engine. Finds </a:t>
            </a:r>
            <a:r>
              <a:rPr lang="en-US" dirty="0" err="1"/>
              <a:t>sGoats</a:t>
            </a:r>
            <a:r>
              <a:rPr lang="en-US" dirty="0"/>
              <a:t> to be better but this is not a coupled system </a:t>
            </a:r>
            <a:r>
              <a:rPr lang="en-US" dirty="0">
                <a:sym typeface="Wingdings" panose="05000000000000000000" pitchFamily="2" charset="2"/>
              </a:rPr>
              <a:t> should I do comparative excitation study?  better to pick one or two, since that is not the main goal of my project…</a:t>
            </a:r>
          </a:p>
          <a:p>
            <a:pPr lvl="2"/>
            <a:r>
              <a:rPr lang="en-US" dirty="0">
                <a:sym typeface="Wingdings" panose="05000000000000000000" pitchFamily="2" charset="2"/>
              </a:rPr>
              <a:t> </a:t>
            </a:r>
            <a:r>
              <a:rPr lang="en-US" dirty="0"/>
              <a:t>Pick a </a:t>
            </a:r>
            <a:r>
              <a:rPr lang="en-US" b="1" dirty="0"/>
              <a:t>literature-backed safe default</a:t>
            </a:r>
            <a:r>
              <a:rPr lang="en-US" dirty="0"/>
              <a:t> for global data collection. Goal of the project is model augmentation / grey box</a:t>
            </a:r>
            <a:endParaRPr lang="en-NL" dirty="0"/>
          </a:p>
        </p:txBody>
      </p:sp>
      <p:pic>
        <p:nvPicPr>
          <p:cNvPr id="5" name="Picture 4">
            <a:extLst>
              <a:ext uri="{FF2B5EF4-FFF2-40B4-BE49-F238E27FC236}">
                <a16:creationId xmlns:a16="http://schemas.microsoft.com/office/drawing/2014/main" id="{752ECA93-60AB-660C-A765-8D0545137A68}"/>
              </a:ext>
            </a:extLst>
          </p:cNvPr>
          <p:cNvPicPr>
            <a:picLocks noChangeAspect="1"/>
          </p:cNvPicPr>
          <p:nvPr/>
        </p:nvPicPr>
        <p:blipFill>
          <a:blip r:embed="rId2"/>
          <a:stretch>
            <a:fillRect/>
          </a:stretch>
        </p:blipFill>
        <p:spPr>
          <a:xfrm>
            <a:off x="11223723" y="1027906"/>
            <a:ext cx="3863675" cy="4366638"/>
          </a:xfrm>
          <a:prstGeom prst="rect">
            <a:avLst/>
          </a:prstGeom>
        </p:spPr>
      </p:pic>
    </p:spTree>
    <p:extLst>
      <p:ext uri="{BB962C8B-B14F-4D97-AF65-F5344CB8AC3E}">
        <p14:creationId xmlns:p14="http://schemas.microsoft.com/office/powerpoint/2010/main" val="31694279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8FAB6-F658-C363-59AC-3069F4B9115F}"/>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CC7F36FF-59CA-B162-F98B-4FE813A72CD4}"/>
              </a:ext>
            </a:extLst>
          </p:cNvPr>
          <p:cNvSpPr>
            <a:spLocks noGrp="1"/>
          </p:cNvSpPr>
          <p:nvPr>
            <p:ph idx="1"/>
          </p:nvPr>
        </p:nvSpPr>
        <p:spPr/>
        <p:txBody>
          <a:bodyPr>
            <a:normAutofit fontScale="62500" lnSpcReduction="20000"/>
          </a:bodyPr>
          <a:lstStyle/>
          <a:p>
            <a:r>
              <a:rPr lang="en-US" b="1" dirty="0"/>
              <a:t>Constrained MIMO FRF excitation design as the base</a:t>
            </a:r>
            <a:br>
              <a:rPr lang="en-US" dirty="0"/>
            </a:br>
            <a:r>
              <a:rPr lang="en-US" dirty="0"/>
              <a:t>Use </a:t>
            </a:r>
            <a:r>
              <a:rPr lang="en-US" dirty="0" err="1"/>
              <a:t>Peak_Amplitude</a:t>
            </a:r>
            <a:r>
              <a:rPr lang="en-US" dirty="0"/>
              <a:t>-Constrained_... style design (hard/penalized output constraints, including inter-gantry distance).</a:t>
            </a:r>
            <a:br>
              <a:rPr lang="en-US" dirty="0"/>
            </a:br>
            <a:r>
              <a:rPr lang="en-US" dirty="0"/>
              <a:t>This is better than “OMNIPUS + constraints” because safety is in the optimizer, not added afterward.</a:t>
            </a:r>
          </a:p>
          <a:p>
            <a:r>
              <a:rPr lang="en-US" b="1" dirty="0"/>
              <a:t>Apply in decoupled/modal coordinates</a:t>
            </a:r>
            <a:br>
              <a:rPr lang="en-US" dirty="0"/>
            </a:br>
            <a:r>
              <a:rPr lang="en-US" dirty="0"/>
              <a:t>Keep modal decoupling, but only as a coordinate transform for better conditioning.</a:t>
            </a:r>
            <a:br>
              <a:rPr lang="en-US" dirty="0"/>
            </a:br>
            <a:r>
              <a:rPr lang="en-US" dirty="0"/>
              <a:t>Decoupling alone is not enough; constrained OED is still needed.</a:t>
            </a:r>
          </a:p>
          <a:p>
            <a:r>
              <a:rPr lang="en-US" b="1" dirty="0"/>
              <a:t>Add sequential space-filling inside the safe set</a:t>
            </a:r>
            <a:br>
              <a:rPr lang="en-US" dirty="0"/>
            </a:br>
            <a:r>
              <a:rPr lang="en-US" dirty="0"/>
              <a:t>Use </a:t>
            </a:r>
            <a:r>
              <a:rPr lang="en-US" dirty="0" err="1"/>
              <a:t>On_Space</a:t>
            </a:r>
            <a:r>
              <a:rPr lang="en-US" dirty="0"/>
              <a:t>-Filling... / 2504.02653v2 logic to pick the next experiments where uncertainty is high but collision-safe.</a:t>
            </a:r>
            <a:br>
              <a:rPr lang="en-US" dirty="0"/>
            </a:br>
            <a:r>
              <a:rPr lang="en-US" dirty="0"/>
              <a:t>This avoids missing global dynamics while staying safe.</a:t>
            </a:r>
          </a:p>
          <a:p>
            <a:r>
              <a:rPr lang="en-US" dirty="0"/>
              <a:t>So the better approach is:</a:t>
            </a:r>
          </a:p>
          <a:p>
            <a:r>
              <a:rPr lang="en-US" b="1" dirty="0"/>
              <a:t>Constrained MIMO </a:t>
            </a:r>
            <a:r>
              <a:rPr lang="en-US" b="1" dirty="0" err="1"/>
              <a:t>multisine</a:t>
            </a:r>
            <a:r>
              <a:rPr lang="en-US" b="1" dirty="0"/>
              <a:t> OED + modal-coordinate implementation + sequential safe space-filling refinement</a:t>
            </a:r>
            <a:endParaRPr lang="en-US" dirty="0"/>
          </a:p>
          <a:p>
            <a:r>
              <a:rPr lang="en-US" dirty="0"/>
              <a:t>This is stronger than either:</a:t>
            </a:r>
          </a:p>
          <a:p>
            <a:r>
              <a:rPr lang="en-US" dirty="0"/>
              <a:t>OMNIPUS with clipped constraints, or</a:t>
            </a:r>
          </a:p>
          <a:p>
            <a:r>
              <a:rPr lang="en-US" dirty="0"/>
              <a:t>modal decoupling alone.</a:t>
            </a:r>
          </a:p>
          <a:p>
            <a:endParaRPr lang="en-NL" dirty="0"/>
          </a:p>
        </p:txBody>
      </p:sp>
    </p:spTree>
    <p:extLst>
      <p:ext uri="{BB962C8B-B14F-4D97-AF65-F5344CB8AC3E}">
        <p14:creationId xmlns:p14="http://schemas.microsoft.com/office/powerpoint/2010/main" val="10516171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319CD-740F-D311-6163-C761A112C813}"/>
              </a:ext>
            </a:extLst>
          </p:cNvPr>
          <p:cNvSpPr>
            <a:spLocks noGrp="1"/>
          </p:cNvSpPr>
          <p:nvPr>
            <p:ph type="title"/>
          </p:nvPr>
        </p:nvSpPr>
        <p:spPr/>
        <p:txBody>
          <a:bodyPr/>
          <a:lstStyle/>
          <a:p>
            <a:r>
              <a:rPr lang="en-US" dirty="0"/>
              <a:t>Global methods justification dual-gantry</a:t>
            </a:r>
            <a:br>
              <a:rPr lang="en-US" dirty="0"/>
            </a:br>
            <a:r>
              <a:rPr lang="en-US" dirty="0"/>
              <a:t>Like OMNIPUS</a:t>
            </a:r>
            <a:endParaRPr lang="en-NL" dirty="0"/>
          </a:p>
        </p:txBody>
      </p:sp>
      <p:sp>
        <p:nvSpPr>
          <p:cNvPr id="3" name="Content Placeholder 2">
            <a:extLst>
              <a:ext uri="{FF2B5EF4-FFF2-40B4-BE49-F238E27FC236}">
                <a16:creationId xmlns:a16="http://schemas.microsoft.com/office/drawing/2014/main" id="{FB6644DA-B9A7-F9B8-CBFF-8A430B64ED28}"/>
              </a:ext>
            </a:extLst>
          </p:cNvPr>
          <p:cNvSpPr>
            <a:spLocks noGrp="1"/>
          </p:cNvSpPr>
          <p:nvPr>
            <p:ph idx="1"/>
          </p:nvPr>
        </p:nvSpPr>
        <p:spPr/>
        <p:txBody>
          <a:bodyPr>
            <a:normAutofit fontScale="40000" lnSpcReduction="20000"/>
          </a:bodyPr>
          <a:lstStyle/>
          <a:p>
            <a:r>
              <a:rPr lang="en-US" dirty="0"/>
              <a:t>Space-filling-Optimization-of-Excitation-Signals-for-Nonlinear-System-Identification</a:t>
            </a:r>
          </a:p>
          <a:p>
            <a:endParaRPr lang="en-US" dirty="0"/>
          </a:p>
          <a:p>
            <a:endParaRPr lang="en-US" dirty="0"/>
          </a:p>
          <a:p>
            <a:r>
              <a:rPr lang="en-US" b="1" dirty="0"/>
              <a:t>What you can claim strongly</a:t>
            </a:r>
            <a:endParaRPr lang="en-US" dirty="0"/>
          </a:p>
          <a:p>
            <a:r>
              <a:rPr lang="en-US" dirty="0"/>
              <a:t>OMNIPUS/GOATS-style methods improve </a:t>
            </a:r>
            <a:r>
              <a:rPr lang="en-US" b="1" dirty="0"/>
              <a:t>global nonlinear identification data quality</a:t>
            </a:r>
            <a:r>
              <a:rPr lang="en-US" dirty="0"/>
              <a:t> via space-filling excitation compared to standard signals (APRBS/chirp/</a:t>
            </a:r>
            <a:r>
              <a:rPr lang="en-US" dirty="0" err="1"/>
              <a:t>multisine</a:t>
            </a:r>
            <a:r>
              <a:rPr lang="en-US" dirty="0"/>
              <a:t>).</a:t>
            </a:r>
          </a:p>
          <a:p>
            <a:r>
              <a:rPr lang="en-US" dirty="0"/>
              <a:t>The method is formulated in a joint input/output regressor space, so it is </a:t>
            </a:r>
            <a:r>
              <a:rPr lang="en-US" b="1" dirty="0"/>
              <a:t>methodologically compatible with multivariable systems</a:t>
            </a:r>
            <a:r>
              <a:rPr lang="en-US" dirty="0"/>
              <a:t>.</a:t>
            </a:r>
          </a:p>
          <a:p>
            <a:r>
              <a:rPr lang="en-US" b="1" dirty="0"/>
              <a:t>What you should not claim strongly</a:t>
            </a:r>
            <a:endParaRPr lang="en-US" dirty="0"/>
          </a:p>
          <a:p>
            <a:r>
              <a:rPr lang="en-US" dirty="0"/>
              <a:t>“OMNIPUS is already proven specifically for dual-gantry collision-constrained MIMO motion systems.”</a:t>
            </a:r>
            <a:br>
              <a:rPr lang="en-US" dirty="0"/>
            </a:br>
            <a:r>
              <a:rPr lang="en-US" dirty="0"/>
              <a:t>You don’t have that exact direct evidence.</a:t>
            </a:r>
          </a:p>
          <a:p>
            <a:r>
              <a:rPr lang="en-US" b="1" dirty="0"/>
              <a:t>Best defensible positioning for your thesis</a:t>
            </a:r>
            <a:endParaRPr lang="en-US" dirty="0"/>
          </a:p>
          <a:p>
            <a:r>
              <a:rPr lang="en-US" dirty="0"/>
              <a:t>Use OMNIPUS (or GOATS-like) as the </a:t>
            </a:r>
            <a:r>
              <a:rPr lang="en-US" b="1" dirty="0"/>
              <a:t>global coverage engine</a:t>
            </a:r>
            <a:r>
              <a:rPr lang="en-US" dirty="0"/>
              <a:t>.</a:t>
            </a:r>
          </a:p>
          <a:p>
            <a:r>
              <a:rPr lang="en-US" dirty="0"/>
              <a:t>Use constrained MIMO excitation design (peak-amplitude/plant-friendly papers) as the </a:t>
            </a:r>
            <a:r>
              <a:rPr lang="en-US" b="1" dirty="0"/>
              <a:t>safety layer</a:t>
            </a:r>
            <a:r>
              <a:rPr lang="en-US" dirty="0"/>
              <a:t> for dual-gantry collision constraints.</a:t>
            </a:r>
          </a:p>
          <a:p>
            <a:r>
              <a:rPr lang="en-US" dirty="0"/>
              <a:t>Then local wet-clutch-style refinement for local dynamics.</a:t>
            </a:r>
          </a:p>
          <a:p>
            <a:r>
              <a:rPr lang="en-US" dirty="0"/>
              <a:t>So your justification is:</a:t>
            </a:r>
          </a:p>
          <a:p>
            <a:r>
              <a:rPr lang="en-US" dirty="0"/>
              <a:t>OMNIPUS for informativeness/global coverage,</a:t>
            </a:r>
          </a:p>
          <a:p>
            <a:r>
              <a:rPr lang="en-US" dirty="0"/>
              <a:t>constrained MIMO design for hardware-safe feasibility,</a:t>
            </a:r>
          </a:p>
          <a:p>
            <a:r>
              <a:rPr lang="en-US" dirty="0"/>
              <a:t>combined framework for dual-gantry.</a:t>
            </a:r>
          </a:p>
          <a:p>
            <a:endParaRPr lang="en-NL" dirty="0"/>
          </a:p>
        </p:txBody>
      </p:sp>
    </p:spTree>
    <p:extLst>
      <p:ext uri="{BB962C8B-B14F-4D97-AF65-F5344CB8AC3E}">
        <p14:creationId xmlns:p14="http://schemas.microsoft.com/office/powerpoint/2010/main" val="15095630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5A4C4-6AFF-2271-2E8A-1C1585630FFF}"/>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6B79302D-4945-84D0-BA39-D57222680BB3}"/>
              </a:ext>
            </a:extLst>
          </p:cNvPr>
          <p:cNvSpPr>
            <a:spLocks noGrp="1"/>
          </p:cNvSpPr>
          <p:nvPr>
            <p:ph idx="1"/>
          </p:nvPr>
        </p:nvSpPr>
        <p:spPr/>
        <p:txBody>
          <a:bodyPr/>
          <a:lstStyle/>
          <a:p>
            <a:r>
              <a:rPr lang="en-US" dirty="0"/>
              <a:t>but the problem is still </a:t>
            </a:r>
            <a:r>
              <a:rPr lang="en-US" dirty="0" err="1"/>
              <a:t>omnipus</a:t>
            </a:r>
            <a:r>
              <a:rPr lang="en-US" dirty="0"/>
              <a:t> does not take into account constraints. What are you basing on that this: constrained MIMO design for hardware-safe feasibility, works with </a:t>
            </a:r>
            <a:r>
              <a:rPr lang="en-US" dirty="0" err="1"/>
              <a:t>omnipus</a:t>
            </a:r>
            <a:endParaRPr lang="en-NL" dirty="0"/>
          </a:p>
        </p:txBody>
      </p:sp>
    </p:spTree>
    <p:extLst>
      <p:ext uri="{BB962C8B-B14F-4D97-AF65-F5344CB8AC3E}">
        <p14:creationId xmlns:p14="http://schemas.microsoft.com/office/powerpoint/2010/main" val="198843435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C7819-1567-41C4-4C79-7664FF7331AD}"/>
              </a:ext>
            </a:extLst>
          </p:cNvPr>
          <p:cNvSpPr>
            <a:spLocks noGrp="1"/>
          </p:cNvSpPr>
          <p:nvPr>
            <p:ph type="title"/>
          </p:nvPr>
        </p:nvSpPr>
        <p:spPr/>
        <p:txBody>
          <a:bodyPr/>
          <a:lstStyle/>
          <a:p>
            <a:r>
              <a:rPr lang="en-US" dirty="0"/>
              <a:t>Experiment Design – Global methods with constraints</a:t>
            </a:r>
            <a:endParaRPr lang="en-NL" dirty="0"/>
          </a:p>
        </p:txBody>
      </p:sp>
      <p:sp>
        <p:nvSpPr>
          <p:cNvPr id="3" name="Content Placeholder 2">
            <a:extLst>
              <a:ext uri="{FF2B5EF4-FFF2-40B4-BE49-F238E27FC236}">
                <a16:creationId xmlns:a16="http://schemas.microsoft.com/office/drawing/2014/main" id="{0051E82A-A0BB-FAB5-A59F-3F877CB75AA8}"/>
              </a:ext>
            </a:extLst>
          </p:cNvPr>
          <p:cNvSpPr>
            <a:spLocks noGrp="1"/>
          </p:cNvSpPr>
          <p:nvPr>
            <p:ph idx="1"/>
          </p:nvPr>
        </p:nvSpPr>
        <p:spPr/>
        <p:txBody>
          <a:bodyPr>
            <a:normAutofit fontScale="92500" lnSpcReduction="10000"/>
          </a:bodyPr>
          <a:lstStyle/>
          <a:p>
            <a:r>
              <a:rPr lang="en-US" b="1" dirty="0" err="1"/>
              <a:t>Peak_Amplitude</a:t>
            </a:r>
            <a:r>
              <a:rPr lang="en-US" b="1" dirty="0"/>
              <a:t>-Constrained_...</a:t>
            </a:r>
            <a:endParaRPr lang="en-US" dirty="0"/>
          </a:p>
          <a:p>
            <a:pPr lvl="1"/>
            <a:r>
              <a:rPr lang="en-US" dirty="0"/>
              <a:t>Explicitly constraint-native (peak/input-output bounds in MIMO FRF design).</a:t>
            </a:r>
          </a:p>
          <a:p>
            <a:r>
              <a:rPr lang="en-US" b="1" dirty="0" err="1"/>
              <a:t>Multisine</a:t>
            </a:r>
            <a:r>
              <a:rPr lang="en-US" b="1" dirty="0"/>
              <a:t> input signal design for constrained, plant-friendly...</a:t>
            </a:r>
            <a:endParaRPr lang="en-US" dirty="0"/>
          </a:p>
          <a:p>
            <a:pPr lvl="1"/>
            <a:r>
              <a:rPr lang="en-US" dirty="0"/>
              <a:t>Explicitly constraint-native (input/output penalties and iterative redesign).</a:t>
            </a:r>
          </a:p>
          <a:p>
            <a:r>
              <a:rPr lang="en-US" b="1" dirty="0" err="1"/>
              <a:t>On_Space-Filling_Input_Design</a:t>
            </a:r>
            <a:r>
              <a:rPr lang="en-US" b="1" dirty="0"/>
              <a:t>... (GP)</a:t>
            </a:r>
            <a:endParaRPr lang="en-US" dirty="0"/>
          </a:p>
          <a:p>
            <a:pPr lvl="1"/>
            <a:r>
              <a:rPr lang="en-US" dirty="0"/>
              <a:t>Mentions/handles experiment constraints (mainly input-side constraints, e.g., spectral/input bounds).</a:t>
            </a:r>
          </a:p>
          <a:p>
            <a:r>
              <a:rPr lang="en-US" b="1" dirty="0"/>
              <a:t>OMNIPUS family (incl. GOATS/</a:t>
            </a:r>
            <a:r>
              <a:rPr lang="en-US" b="1" dirty="0" err="1"/>
              <a:t>sGOATS</a:t>
            </a:r>
            <a:r>
              <a:rPr lang="en-US" b="1" dirty="0"/>
              <a:t> papers)</a:t>
            </a:r>
            <a:endParaRPr lang="en-US" dirty="0"/>
          </a:p>
          <a:p>
            <a:r>
              <a:rPr lang="en-US" b="1" dirty="0"/>
              <a:t>Original OMNIPUS is not strongly collision-constraint-native</a:t>
            </a:r>
            <a:r>
              <a:rPr lang="en-US" dirty="0"/>
              <a:t>, but newer GOATS/</a:t>
            </a:r>
            <a:r>
              <a:rPr lang="en-US" dirty="0" err="1"/>
              <a:t>sGOATS</a:t>
            </a:r>
            <a:r>
              <a:rPr lang="en-US" dirty="0"/>
              <a:t>-style variants discuss feasible-region handling/scaling and practical constraints.</a:t>
            </a:r>
          </a:p>
          <a:p>
            <a:endParaRPr lang="en-NL" dirty="0"/>
          </a:p>
        </p:txBody>
      </p:sp>
      <p:sp>
        <p:nvSpPr>
          <p:cNvPr id="5" name="TextBox 4">
            <a:extLst>
              <a:ext uri="{FF2B5EF4-FFF2-40B4-BE49-F238E27FC236}">
                <a16:creationId xmlns:a16="http://schemas.microsoft.com/office/drawing/2014/main" id="{73D696BC-0311-6EFA-C173-DB485932C0BF}"/>
              </a:ext>
            </a:extLst>
          </p:cNvPr>
          <p:cNvSpPr txBox="1"/>
          <p:nvPr/>
        </p:nvSpPr>
        <p:spPr>
          <a:xfrm>
            <a:off x="12311175" y="1058463"/>
            <a:ext cx="6096000" cy="1264449"/>
          </a:xfrm>
          <a:prstGeom prst="rect">
            <a:avLst/>
          </a:prstGeom>
          <a:noFill/>
        </p:spPr>
        <p:txBody>
          <a:bodyPr wrap="square">
            <a:spAutoFit/>
          </a:bodyPr>
          <a:lstStyle/>
          <a:p>
            <a:pPr algn="l">
              <a:spcAft>
                <a:spcPts val="450"/>
              </a:spcAft>
              <a:buFont typeface="Arial" panose="020B0604020202020204" pitchFamily="34" charset="0"/>
              <a:buChar char="•"/>
            </a:pPr>
            <a:r>
              <a:rPr lang="en-US" b="0" i="0" dirty="0">
                <a:effectLst/>
                <a:latin typeface="Segoe WPC"/>
              </a:rPr>
              <a:t>If you need guaranteed constraint handling, use </a:t>
            </a:r>
            <a:r>
              <a:rPr lang="en-US" b="1" i="0" dirty="0">
                <a:effectLst/>
                <a:latin typeface="Segoe WPC"/>
              </a:rPr>
              <a:t>(1) or (2)</a:t>
            </a:r>
            <a:r>
              <a:rPr lang="en-US" b="0" i="0" dirty="0">
                <a:effectLst/>
                <a:latin typeface="Segoe WPC"/>
              </a:rPr>
              <a:t> as the core.</a:t>
            </a:r>
          </a:p>
          <a:p>
            <a:pPr algn="l">
              <a:spcAft>
                <a:spcPts val="450"/>
              </a:spcAft>
              <a:buFont typeface="Arial" panose="020B0604020202020204" pitchFamily="34" charset="0"/>
              <a:buChar char="•"/>
            </a:pPr>
            <a:r>
              <a:rPr lang="en-US" b="0" i="0" dirty="0">
                <a:effectLst/>
                <a:latin typeface="Segoe WPC"/>
              </a:rPr>
              <a:t>Use </a:t>
            </a:r>
            <a:r>
              <a:rPr lang="en-US" b="1" i="0" dirty="0">
                <a:effectLst/>
                <a:latin typeface="Segoe WPC"/>
              </a:rPr>
              <a:t>OMNIPUS/GOATS</a:t>
            </a:r>
            <a:r>
              <a:rPr lang="en-US" b="0" i="0" dirty="0">
                <a:effectLst/>
                <a:latin typeface="Segoe WPC"/>
              </a:rPr>
              <a:t> as coverage engine only after adding explicit feasible-set constraints.</a:t>
            </a:r>
          </a:p>
        </p:txBody>
      </p:sp>
    </p:spTree>
    <p:extLst>
      <p:ext uri="{BB962C8B-B14F-4D97-AF65-F5344CB8AC3E}">
        <p14:creationId xmlns:p14="http://schemas.microsoft.com/office/powerpoint/2010/main" val="87531815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E0A3B-31CF-339E-B4E4-5FF54EFD7225}"/>
              </a:ext>
            </a:extLst>
          </p:cNvPr>
          <p:cNvSpPr>
            <a:spLocks noGrp="1"/>
          </p:cNvSpPr>
          <p:nvPr>
            <p:ph type="title"/>
          </p:nvPr>
        </p:nvSpPr>
        <p:spPr/>
        <p:txBody>
          <a:bodyPr/>
          <a:lstStyle/>
          <a:p>
            <a:r>
              <a:rPr lang="en-US" dirty="0"/>
              <a:t>Experiment - Overview</a:t>
            </a:r>
            <a:endParaRPr lang="en-NL" dirty="0"/>
          </a:p>
        </p:txBody>
      </p:sp>
      <p:sp>
        <p:nvSpPr>
          <p:cNvPr id="3" name="Content Placeholder 2">
            <a:extLst>
              <a:ext uri="{FF2B5EF4-FFF2-40B4-BE49-F238E27FC236}">
                <a16:creationId xmlns:a16="http://schemas.microsoft.com/office/drawing/2014/main" id="{12D50F80-41DD-4178-C266-A7BBFC30EAC5}"/>
              </a:ext>
            </a:extLst>
          </p:cNvPr>
          <p:cNvSpPr>
            <a:spLocks noGrp="1"/>
          </p:cNvSpPr>
          <p:nvPr>
            <p:ph idx="1"/>
          </p:nvPr>
        </p:nvSpPr>
        <p:spPr/>
        <p:txBody>
          <a:bodyPr>
            <a:normAutofit fontScale="92500" lnSpcReduction="10000"/>
          </a:bodyPr>
          <a:lstStyle/>
          <a:p>
            <a:r>
              <a:rPr lang="en-US" dirty="0"/>
              <a:t>Role:</a:t>
            </a:r>
          </a:p>
          <a:p>
            <a:r>
              <a:rPr lang="en-US" b="1" dirty="0"/>
              <a:t>Constrained MIMO FRF paper</a:t>
            </a:r>
            <a:r>
              <a:rPr lang="en-US" dirty="0"/>
              <a:t>: hard/explicit amplitude-aware experiment design for motion systems (very relevant to collision-risk hardware testing).</a:t>
            </a:r>
          </a:p>
          <a:p>
            <a:r>
              <a:rPr lang="en-US" b="1" dirty="0"/>
              <a:t>GP method</a:t>
            </a:r>
            <a:r>
              <a:rPr lang="en-US" dirty="0"/>
              <a:t>: adaptive region selection/space-filling.</a:t>
            </a:r>
          </a:p>
          <a:p>
            <a:r>
              <a:rPr lang="en-US" b="1" dirty="0"/>
              <a:t>OMNIPUS/GOATS</a:t>
            </a:r>
            <a:r>
              <a:rPr lang="en-US" dirty="0"/>
              <a:t>: candidate global excitation structures.</a:t>
            </a:r>
          </a:p>
          <a:p>
            <a:r>
              <a:rPr lang="en-US" dirty="0"/>
              <a:t>So for you:</a:t>
            </a:r>
          </a:p>
          <a:p>
            <a:r>
              <a:rPr lang="en-US" dirty="0"/>
              <a:t>Use the </a:t>
            </a:r>
            <a:r>
              <a:rPr lang="en-US" b="1" dirty="0"/>
              <a:t>peak-constrained MIMO FRF approach as the safety/feasibility backbone</a:t>
            </a:r>
            <a:r>
              <a:rPr lang="en-US" dirty="0"/>
              <a:t>.</a:t>
            </a:r>
          </a:p>
          <a:p>
            <a:r>
              <a:rPr lang="en-US" dirty="0"/>
              <a:t>Use GP (and/or OMNIPUS-style ideas) on top for exploration efficiency and nonlinear coverage.</a:t>
            </a:r>
          </a:p>
          <a:p>
            <a:endParaRPr lang="en-NL" dirty="0"/>
          </a:p>
        </p:txBody>
      </p:sp>
    </p:spTree>
    <p:extLst>
      <p:ext uri="{BB962C8B-B14F-4D97-AF65-F5344CB8AC3E}">
        <p14:creationId xmlns:p14="http://schemas.microsoft.com/office/powerpoint/2010/main" val="258482142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A0DBD-9426-AED6-5285-F1BF801367B6}"/>
              </a:ext>
            </a:extLst>
          </p:cNvPr>
          <p:cNvSpPr>
            <a:spLocks noGrp="1"/>
          </p:cNvSpPr>
          <p:nvPr>
            <p:ph type="title"/>
          </p:nvPr>
        </p:nvSpPr>
        <p:spPr/>
        <p:txBody>
          <a:bodyPr>
            <a:normAutofit fontScale="90000"/>
          </a:bodyPr>
          <a:lstStyle/>
          <a:p>
            <a:r>
              <a:rPr lang="en-US" dirty="0"/>
              <a:t>For each method clearly state if its applicable to MIMO and Dual-Gantry, and WHY/justify choices.</a:t>
            </a:r>
            <a:endParaRPr lang="en-NL" dirty="0"/>
          </a:p>
        </p:txBody>
      </p:sp>
      <p:sp>
        <p:nvSpPr>
          <p:cNvPr id="3" name="Content Placeholder 2">
            <a:extLst>
              <a:ext uri="{FF2B5EF4-FFF2-40B4-BE49-F238E27FC236}">
                <a16:creationId xmlns:a16="http://schemas.microsoft.com/office/drawing/2014/main" id="{D4F7975C-D565-EE25-B905-DBA77F6B2588}"/>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260270566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B5998-0C87-859B-6BD4-8F30927A597A}"/>
              </a:ext>
            </a:extLst>
          </p:cNvPr>
          <p:cNvSpPr>
            <a:spLocks noGrp="1"/>
          </p:cNvSpPr>
          <p:nvPr>
            <p:ph type="title"/>
          </p:nvPr>
        </p:nvSpPr>
        <p:spPr/>
        <p:txBody>
          <a:bodyPr/>
          <a:lstStyle/>
          <a:p>
            <a:r>
              <a:rPr lang="en-US" dirty="0"/>
              <a:t>Data Experiments FP model</a:t>
            </a:r>
            <a:endParaRPr lang="en-NL" dirty="0"/>
          </a:p>
        </p:txBody>
      </p:sp>
      <p:sp>
        <p:nvSpPr>
          <p:cNvPr id="3" name="Content Placeholder 2">
            <a:extLst>
              <a:ext uri="{FF2B5EF4-FFF2-40B4-BE49-F238E27FC236}">
                <a16:creationId xmlns:a16="http://schemas.microsoft.com/office/drawing/2014/main" id="{69232822-C81C-A4EE-76B9-E1D89D983B57}"/>
              </a:ext>
            </a:extLst>
          </p:cNvPr>
          <p:cNvSpPr>
            <a:spLocks noGrp="1"/>
          </p:cNvSpPr>
          <p:nvPr>
            <p:ph idx="1"/>
          </p:nvPr>
        </p:nvSpPr>
        <p:spPr/>
        <p:txBody>
          <a:bodyPr/>
          <a:lstStyle/>
          <a:p>
            <a:r>
              <a:rPr lang="en-US" dirty="0"/>
              <a:t>~20 parameters recommended estimate initial FP model with their methods. Same paper where the decoupling is based on.</a:t>
            </a:r>
          </a:p>
          <a:p>
            <a:r>
              <a:rPr lang="en-US" dirty="0"/>
              <a:t>Experiments:</a:t>
            </a:r>
          </a:p>
          <a:p>
            <a:pPr lvl="1"/>
            <a:r>
              <a:rPr lang="en-US" dirty="0"/>
              <a:t>D</a:t>
            </a:r>
          </a:p>
          <a:p>
            <a:endParaRPr lang="en-US" dirty="0"/>
          </a:p>
          <a:p>
            <a:r>
              <a:rPr lang="en-US" dirty="0"/>
              <a:t>Recommended to adjust FP model to LPV form</a:t>
            </a:r>
          </a:p>
          <a:p>
            <a:pPr lvl="1"/>
            <a:r>
              <a:rPr lang="en-US" dirty="0"/>
              <a:t>Due to friction different y starting positions</a:t>
            </a:r>
          </a:p>
          <a:p>
            <a:pPr lvl="1"/>
            <a:r>
              <a:rPr lang="en-US" dirty="0"/>
              <a:t>Already kind of in LPV form but improve it by…</a:t>
            </a:r>
          </a:p>
        </p:txBody>
      </p:sp>
    </p:spTree>
    <p:extLst>
      <p:ext uri="{BB962C8B-B14F-4D97-AF65-F5344CB8AC3E}">
        <p14:creationId xmlns:p14="http://schemas.microsoft.com/office/powerpoint/2010/main" val="76407073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C0028-2D3A-09EC-D35F-3E0D73540206}"/>
              </a:ext>
            </a:extLst>
          </p:cNvPr>
          <p:cNvSpPr>
            <a:spLocks noGrp="1"/>
          </p:cNvSpPr>
          <p:nvPr>
            <p:ph type="title"/>
          </p:nvPr>
        </p:nvSpPr>
        <p:spPr/>
        <p:txBody>
          <a:bodyPr/>
          <a:lstStyle/>
          <a:p>
            <a:r>
              <a:rPr lang="en-US" dirty="0"/>
              <a:t>Question 1</a:t>
            </a:r>
            <a:endParaRPr lang="en-NL" dirty="0"/>
          </a:p>
        </p:txBody>
      </p:sp>
      <p:sp>
        <p:nvSpPr>
          <p:cNvPr id="3" name="Content Placeholder 2">
            <a:extLst>
              <a:ext uri="{FF2B5EF4-FFF2-40B4-BE49-F238E27FC236}">
                <a16:creationId xmlns:a16="http://schemas.microsoft.com/office/drawing/2014/main" id="{6B21616A-5707-3F2F-EAB0-D5CA22FB88DC}"/>
              </a:ext>
            </a:extLst>
          </p:cNvPr>
          <p:cNvSpPr>
            <a:spLocks noGrp="1"/>
          </p:cNvSpPr>
          <p:nvPr>
            <p:ph idx="1"/>
          </p:nvPr>
        </p:nvSpPr>
        <p:spPr/>
        <p:txBody>
          <a:bodyPr>
            <a:normAutofit/>
          </a:bodyPr>
          <a:lstStyle/>
          <a:p>
            <a:r>
              <a:rPr lang="en-US" dirty="0"/>
              <a:t>Is it worth to invest time into alternatives then Latin Hyper Cube sampling, since not the main priority and I could just run longer experiments?</a:t>
            </a:r>
            <a:endParaRPr lang="en-NL" dirty="0"/>
          </a:p>
        </p:txBody>
      </p:sp>
    </p:spTree>
    <p:extLst>
      <p:ext uri="{BB962C8B-B14F-4D97-AF65-F5344CB8AC3E}">
        <p14:creationId xmlns:p14="http://schemas.microsoft.com/office/powerpoint/2010/main" val="268337774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2E27C-0BD6-342F-E347-D1D82F59685B}"/>
              </a:ext>
            </a:extLst>
          </p:cNvPr>
          <p:cNvSpPr>
            <a:spLocks noGrp="1"/>
          </p:cNvSpPr>
          <p:nvPr>
            <p:ph type="title"/>
          </p:nvPr>
        </p:nvSpPr>
        <p:spPr/>
        <p:txBody>
          <a:bodyPr/>
          <a:lstStyle/>
          <a:p>
            <a:r>
              <a:rPr lang="en-US" dirty="0"/>
              <a:t>Question 2</a:t>
            </a:r>
            <a:endParaRPr lang="en-NL" dirty="0"/>
          </a:p>
        </p:txBody>
      </p:sp>
      <p:sp>
        <p:nvSpPr>
          <p:cNvPr id="3" name="Content Placeholder 2">
            <a:extLst>
              <a:ext uri="{FF2B5EF4-FFF2-40B4-BE49-F238E27FC236}">
                <a16:creationId xmlns:a16="http://schemas.microsoft.com/office/drawing/2014/main" id="{DFEA28B3-CC51-345F-CC74-972862EB0A46}"/>
              </a:ext>
            </a:extLst>
          </p:cNvPr>
          <p:cNvSpPr>
            <a:spLocks noGrp="1"/>
          </p:cNvSpPr>
          <p:nvPr>
            <p:ph idx="1"/>
          </p:nvPr>
        </p:nvSpPr>
        <p:spPr/>
        <p:txBody>
          <a:bodyPr/>
          <a:lstStyle/>
          <a:p>
            <a:r>
              <a:rPr lang="en-US" dirty="0"/>
              <a:t>Is code Roel Drenth’s code for LPV available? </a:t>
            </a:r>
            <a:endParaRPr lang="en-NL" dirty="0"/>
          </a:p>
        </p:txBody>
      </p:sp>
    </p:spTree>
    <p:extLst>
      <p:ext uri="{BB962C8B-B14F-4D97-AF65-F5344CB8AC3E}">
        <p14:creationId xmlns:p14="http://schemas.microsoft.com/office/powerpoint/2010/main" val="71772198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454BF-70FB-DA28-8316-6435EB171F9C}"/>
              </a:ext>
            </a:extLst>
          </p:cNvPr>
          <p:cNvSpPr>
            <a:spLocks noGrp="1"/>
          </p:cNvSpPr>
          <p:nvPr>
            <p:ph type="title"/>
          </p:nvPr>
        </p:nvSpPr>
        <p:spPr/>
        <p:txBody>
          <a:bodyPr/>
          <a:lstStyle/>
          <a:p>
            <a:r>
              <a:rPr lang="en-US" dirty="0"/>
              <a:t>Question 3</a:t>
            </a:r>
            <a:endParaRPr lang="en-NL" dirty="0"/>
          </a:p>
        </p:txBody>
      </p:sp>
      <p:sp>
        <p:nvSpPr>
          <p:cNvPr id="3" name="Content Placeholder 2">
            <a:extLst>
              <a:ext uri="{FF2B5EF4-FFF2-40B4-BE49-F238E27FC236}">
                <a16:creationId xmlns:a16="http://schemas.microsoft.com/office/drawing/2014/main" id="{A1F87267-D1E8-01BB-2406-00FA14C50F56}"/>
              </a:ext>
            </a:extLst>
          </p:cNvPr>
          <p:cNvSpPr>
            <a:spLocks noGrp="1"/>
          </p:cNvSpPr>
          <p:nvPr>
            <p:ph idx="1"/>
          </p:nvPr>
        </p:nvSpPr>
        <p:spPr/>
        <p:txBody>
          <a:bodyPr/>
          <a:lstStyle/>
          <a:p>
            <a:r>
              <a:rPr lang="en-US" dirty="0"/>
              <a:t>For experiment design what should I focus on?</a:t>
            </a:r>
          </a:p>
          <a:p>
            <a:pPr lvl="1"/>
            <a:r>
              <a:rPr lang="en-US" dirty="0"/>
              <a:t>Goal is minimizing the settling error bound.</a:t>
            </a:r>
          </a:p>
          <a:p>
            <a:pPr lvl="1"/>
            <a:r>
              <a:rPr lang="en-US" dirty="0"/>
              <a:t>Tips to look for in the literature?</a:t>
            </a:r>
            <a:endParaRPr lang="en-NL" dirty="0"/>
          </a:p>
        </p:txBody>
      </p:sp>
    </p:spTree>
    <p:extLst>
      <p:ext uri="{BB962C8B-B14F-4D97-AF65-F5344CB8AC3E}">
        <p14:creationId xmlns:p14="http://schemas.microsoft.com/office/powerpoint/2010/main" val="192855110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757FC-17C0-E76F-778C-2518BF4A588D}"/>
              </a:ext>
            </a:extLst>
          </p:cNvPr>
          <p:cNvSpPr>
            <a:spLocks noGrp="1"/>
          </p:cNvSpPr>
          <p:nvPr>
            <p:ph type="title"/>
          </p:nvPr>
        </p:nvSpPr>
        <p:spPr/>
        <p:txBody>
          <a:bodyPr/>
          <a:lstStyle/>
          <a:p>
            <a:r>
              <a:rPr lang="en-US" dirty="0"/>
              <a:t>GP method for finding choose next excitation where information gain is high.</a:t>
            </a:r>
            <a:endParaRPr lang="en-NL" dirty="0"/>
          </a:p>
        </p:txBody>
      </p:sp>
      <p:sp>
        <p:nvSpPr>
          <p:cNvPr id="3" name="Content Placeholder 2">
            <a:extLst>
              <a:ext uri="{FF2B5EF4-FFF2-40B4-BE49-F238E27FC236}">
                <a16:creationId xmlns:a16="http://schemas.microsoft.com/office/drawing/2014/main" id="{369A4AA2-3742-6268-ACC1-2660BF1C34EC}"/>
              </a:ext>
            </a:extLst>
          </p:cNvPr>
          <p:cNvSpPr>
            <a:spLocks noGrp="1"/>
          </p:cNvSpPr>
          <p:nvPr>
            <p:ph idx="1"/>
          </p:nvPr>
        </p:nvSpPr>
        <p:spPr/>
        <p:txBody>
          <a:bodyPr/>
          <a:lstStyle/>
          <a:p>
            <a:r>
              <a:rPr lang="en-US" dirty="0"/>
              <a:t>“Sequential space-filling inside the safe set” is the GP-style approach:</a:t>
            </a:r>
          </a:p>
          <a:p>
            <a:r>
              <a:rPr lang="en-US" dirty="0"/>
              <a:t>use a GP surrogate/uncertainty metric,</a:t>
            </a:r>
          </a:p>
          <a:p>
            <a:r>
              <a:rPr lang="en-US" dirty="0"/>
              <a:t>choose next excitation where information gain is high,</a:t>
            </a:r>
          </a:p>
          <a:p>
            <a:r>
              <a:rPr lang="en-US" dirty="0"/>
              <a:t>enforce safety constraints (collision gap, actuator/velocity/acc limits) during candidate selection.</a:t>
            </a:r>
          </a:p>
          <a:p>
            <a:r>
              <a:rPr lang="en-US" dirty="0"/>
              <a:t>So it is GP-based sequential design, constrained to your feasible safe region.</a:t>
            </a:r>
          </a:p>
          <a:p>
            <a:endParaRPr lang="en-NL" dirty="0"/>
          </a:p>
        </p:txBody>
      </p:sp>
    </p:spTree>
    <p:extLst>
      <p:ext uri="{BB962C8B-B14F-4D97-AF65-F5344CB8AC3E}">
        <p14:creationId xmlns:p14="http://schemas.microsoft.com/office/powerpoint/2010/main" val="103269264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47621-5A8F-AB40-ADCB-3C358DAD6796}"/>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427B27FF-CB1B-0173-B534-8C4C217FBC10}"/>
              </a:ext>
            </a:extLst>
          </p:cNvPr>
          <p:cNvSpPr>
            <a:spLocks noGrp="1"/>
          </p:cNvSpPr>
          <p:nvPr>
            <p:ph idx="1"/>
          </p:nvPr>
        </p:nvSpPr>
        <p:spPr/>
        <p:txBody>
          <a:bodyPr/>
          <a:lstStyle/>
          <a:p>
            <a:r>
              <a:rPr lang="en-US" dirty="0"/>
              <a:t>how useful is this paper compared or in combination with </a:t>
            </a:r>
            <a:r>
              <a:rPr lang="en-US" dirty="0" err="1"/>
              <a:t>omnipus</a:t>
            </a:r>
            <a:r>
              <a:rPr lang="en-US" dirty="0"/>
              <a:t>?: On Space-Filling Input Design for Nonlinear Dynamic Model Learning: A Gaussian Process </a:t>
            </a:r>
            <a:r>
              <a:rPr lang="en-US" dirty="0" err="1"/>
              <a:t>ApproachYuhan</a:t>
            </a:r>
            <a:endParaRPr lang="en-NL" dirty="0"/>
          </a:p>
        </p:txBody>
      </p:sp>
      <p:pic>
        <p:nvPicPr>
          <p:cNvPr id="5" name="Picture 4">
            <a:extLst>
              <a:ext uri="{FF2B5EF4-FFF2-40B4-BE49-F238E27FC236}">
                <a16:creationId xmlns:a16="http://schemas.microsoft.com/office/drawing/2014/main" id="{E404784E-1DC9-AF6F-EE9E-4DBDC9E6AF6A}"/>
              </a:ext>
            </a:extLst>
          </p:cNvPr>
          <p:cNvPicPr>
            <a:picLocks noChangeAspect="1"/>
          </p:cNvPicPr>
          <p:nvPr/>
        </p:nvPicPr>
        <p:blipFill>
          <a:blip r:embed="rId2"/>
          <a:stretch>
            <a:fillRect/>
          </a:stretch>
        </p:blipFill>
        <p:spPr>
          <a:xfrm>
            <a:off x="6928144" y="1486101"/>
            <a:ext cx="3863675" cy="5006774"/>
          </a:xfrm>
          <a:prstGeom prst="rect">
            <a:avLst/>
          </a:prstGeom>
        </p:spPr>
      </p:pic>
    </p:spTree>
    <p:extLst>
      <p:ext uri="{BB962C8B-B14F-4D97-AF65-F5344CB8AC3E}">
        <p14:creationId xmlns:p14="http://schemas.microsoft.com/office/powerpoint/2010/main" val="44303520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9E8BB-825D-7713-575A-48785E3B0421}"/>
              </a:ext>
            </a:extLst>
          </p:cNvPr>
          <p:cNvSpPr>
            <a:spLocks noGrp="1"/>
          </p:cNvSpPr>
          <p:nvPr>
            <p:ph type="title"/>
          </p:nvPr>
        </p:nvSpPr>
        <p:spPr/>
        <p:txBody>
          <a:bodyPr/>
          <a:lstStyle/>
          <a:p>
            <a:r>
              <a:rPr lang="en-US" dirty="0"/>
              <a:t>Similar to “Wet-Clutch trick”</a:t>
            </a:r>
            <a:endParaRPr lang="en-NL" dirty="0"/>
          </a:p>
        </p:txBody>
      </p:sp>
      <p:sp>
        <p:nvSpPr>
          <p:cNvPr id="3" name="Content Placeholder 2">
            <a:extLst>
              <a:ext uri="{FF2B5EF4-FFF2-40B4-BE49-F238E27FC236}">
                <a16:creationId xmlns:a16="http://schemas.microsoft.com/office/drawing/2014/main" id="{F5C98CDF-5621-159B-5249-1D0566CE4F72}"/>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23589686-B502-50D1-2D81-3134D1AE096B}"/>
              </a:ext>
            </a:extLst>
          </p:cNvPr>
          <p:cNvPicPr>
            <a:picLocks noChangeAspect="1"/>
          </p:cNvPicPr>
          <p:nvPr/>
        </p:nvPicPr>
        <p:blipFill>
          <a:blip r:embed="rId2"/>
          <a:stretch>
            <a:fillRect/>
          </a:stretch>
        </p:blipFill>
        <p:spPr>
          <a:xfrm>
            <a:off x="6587385" y="1612491"/>
            <a:ext cx="4692346" cy="4493678"/>
          </a:xfrm>
          <a:prstGeom prst="rect">
            <a:avLst/>
          </a:prstGeom>
        </p:spPr>
      </p:pic>
    </p:spTree>
    <p:extLst>
      <p:ext uri="{BB962C8B-B14F-4D97-AF65-F5344CB8AC3E}">
        <p14:creationId xmlns:p14="http://schemas.microsoft.com/office/powerpoint/2010/main" val="411745971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1EB37-587A-9B10-69E9-A1FC178AEE08}"/>
              </a:ext>
            </a:extLst>
          </p:cNvPr>
          <p:cNvSpPr>
            <a:spLocks noGrp="1"/>
          </p:cNvSpPr>
          <p:nvPr>
            <p:ph type="title"/>
          </p:nvPr>
        </p:nvSpPr>
        <p:spPr>
          <a:xfrm>
            <a:off x="838200" y="228600"/>
            <a:ext cx="10515600" cy="1325563"/>
          </a:xfrm>
        </p:spPr>
        <p:txBody>
          <a:bodyPr/>
          <a:lstStyle/>
          <a:p>
            <a:r>
              <a:rPr lang="en-US" dirty="0"/>
              <a:t>Phase 1 Overview: Literature research</a:t>
            </a:r>
            <a:endParaRPr lang="en-NL" dirty="0"/>
          </a:p>
        </p:txBody>
      </p:sp>
      <p:sp>
        <p:nvSpPr>
          <p:cNvPr id="3" name="Content Placeholder 2">
            <a:extLst>
              <a:ext uri="{FF2B5EF4-FFF2-40B4-BE49-F238E27FC236}">
                <a16:creationId xmlns:a16="http://schemas.microsoft.com/office/drawing/2014/main" id="{4CEB9D55-87E9-B8D1-7EA4-E9111E8ADFC6}"/>
              </a:ext>
            </a:extLst>
          </p:cNvPr>
          <p:cNvSpPr>
            <a:spLocks noGrp="1"/>
          </p:cNvSpPr>
          <p:nvPr>
            <p:ph idx="1"/>
          </p:nvPr>
        </p:nvSpPr>
        <p:spPr>
          <a:xfrm>
            <a:off x="723900" y="1333500"/>
            <a:ext cx="11976100" cy="5295900"/>
          </a:xfrm>
        </p:spPr>
        <p:txBody>
          <a:bodyPr>
            <a:normAutofit/>
          </a:bodyPr>
          <a:lstStyle/>
          <a:p>
            <a:r>
              <a:rPr lang="en-US" sz="3200" dirty="0"/>
              <a:t>Deliverable Phase 1 ~6 weeks</a:t>
            </a:r>
          </a:p>
          <a:p>
            <a:pPr lvl="1"/>
            <a:r>
              <a:rPr lang="en-US" sz="2800" dirty="0"/>
              <a:t>1. Background and already obtained results in the topic</a:t>
            </a:r>
          </a:p>
          <a:p>
            <a:pPr lvl="1"/>
            <a:r>
              <a:rPr lang="en-US" sz="2800" dirty="0"/>
              <a:t>2. Literature survey </a:t>
            </a:r>
          </a:p>
          <a:p>
            <a:pPr lvl="1"/>
            <a:r>
              <a:rPr lang="en-US" sz="2800" dirty="0"/>
              <a:t>3. Research questions </a:t>
            </a:r>
          </a:p>
          <a:p>
            <a:pPr lvl="1"/>
            <a:r>
              <a:rPr lang="en-US" sz="2800" dirty="0"/>
              <a:t>4. AI&amp;ES relevance </a:t>
            </a:r>
          </a:p>
          <a:p>
            <a:pPr lvl="1"/>
            <a:r>
              <a:rPr lang="en-US" sz="2800" dirty="0"/>
              <a:t>5. Research methods </a:t>
            </a:r>
          </a:p>
          <a:p>
            <a:pPr lvl="1"/>
            <a:r>
              <a:rPr lang="en-US" sz="2800" dirty="0"/>
              <a:t>6. Expected outcomes of the project </a:t>
            </a:r>
          </a:p>
          <a:p>
            <a:pPr lvl="1"/>
            <a:r>
              <a:rPr lang="en-US" sz="2800" dirty="0"/>
              <a:t>7. Time planning phase 2 </a:t>
            </a:r>
          </a:p>
          <a:p>
            <a:r>
              <a:rPr lang="en-US" sz="3200" dirty="0"/>
              <a:t>Phase 2</a:t>
            </a:r>
          </a:p>
          <a:p>
            <a:pPr lvl="1"/>
            <a:r>
              <a:rPr lang="en-US" sz="2800" dirty="0"/>
              <a:t>Start simple; adapt Jan’s code to LPV and MIMO</a:t>
            </a:r>
          </a:p>
        </p:txBody>
      </p:sp>
    </p:spTree>
    <p:extLst>
      <p:ext uri="{BB962C8B-B14F-4D97-AF65-F5344CB8AC3E}">
        <p14:creationId xmlns:p14="http://schemas.microsoft.com/office/powerpoint/2010/main" val="312531588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922FA-98D7-2929-D27F-810CECE6E8CA}"/>
              </a:ext>
            </a:extLst>
          </p:cNvPr>
          <p:cNvSpPr>
            <a:spLocks noGrp="1"/>
          </p:cNvSpPr>
          <p:nvPr>
            <p:ph type="title"/>
          </p:nvPr>
        </p:nvSpPr>
        <p:spPr/>
        <p:txBody>
          <a:bodyPr/>
          <a:lstStyle/>
          <a:p>
            <a:r>
              <a:rPr lang="en-US" dirty="0"/>
              <a:t>Outline next week</a:t>
            </a:r>
            <a:endParaRPr lang="en-NL" dirty="0"/>
          </a:p>
        </p:txBody>
      </p:sp>
      <p:sp>
        <p:nvSpPr>
          <p:cNvPr id="3" name="Content Placeholder 2">
            <a:extLst>
              <a:ext uri="{FF2B5EF4-FFF2-40B4-BE49-F238E27FC236}">
                <a16:creationId xmlns:a16="http://schemas.microsoft.com/office/drawing/2014/main" id="{78179DB8-2509-8E4F-14E4-B0B6B2FE756A}"/>
              </a:ext>
            </a:extLst>
          </p:cNvPr>
          <p:cNvSpPr>
            <a:spLocks noGrp="1"/>
          </p:cNvSpPr>
          <p:nvPr>
            <p:ph idx="1"/>
          </p:nvPr>
        </p:nvSpPr>
        <p:spPr/>
        <p:txBody>
          <a:bodyPr/>
          <a:lstStyle/>
          <a:p>
            <a:r>
              <a:rPr lang="en-US" dirty="0"/>
              <a:t>Start writing mockup for Phase 1 deliverable</a:t>
            </a:r>
          </a:p>
          <a:p>
            <a:r>
              <a:rPr lang="en-US" dirty="0"/>
              <a:t>Simulation</a:t>
            </a:r>
          </a:p>
          <a:p>
            <a:pPr lvl="1"/>
            <a:r>
              <a:rPr lang="en-US" dirty="0"/>
              <a:t>Test MIMO</a:t>
            </a:r>
          </a:p>
          <a:p>
            <a:pPr lvl="1"/>
            <a:r>
              <a:rPr lang="en-US" dirty="0"/>
              <a:t>Look into Roel Drenth his code for LPV?</a:t>
            </a:r>
          </a:p>
          <a:p>
            <a:r>
              <a:rPr lang="en-US" dirty="0"/>
              <a:t>Design experiment around settling error bound</a:t>
            </a:r>
          </a:p>
          <a:p>
            <a:pPr lvl="1"/>
            <a:r>
              <a:rPr lang="en-US" dirty="0"/>
              <a:t>Reference trajectory / set point generator</a:t>
            </a:r>
          </a:p>
          <a:p>
            <a:pPr lvl="1"/>
            <a:r>
              <a:rPr lang="en-US" dirty="0"/>
              <a:t>How to relate this to excitation</a:t>
            </a:r>
          </a:p>
          <a:p>
            <a:pPr lvl="1"/>
            <a:endParaRPr lang="en-US" dirty="0"/>
          </a:p>
        </p:txBody>
      </p:sp>
      <p:pic>
        <p:nvPicPr>
          <p:cNvPr id="5" name="Picture 4">
            <a:extLst>
              <a:ext uri="{FF2B5EF4-FFF2-40B4-BE49-F238E27FC236}">
                <a16:creationId xmlns:a16="http://schemas.microsoft.com/office/drawing/2014/main" id="{ABCB9E92-F12C-D74B-9061-C602725FDC5E}"/>
              </a:ext>
            </a:extLst>
          </p:cNvPr>
          <p:cNvPicPr>
            <a:picLocks noChangeAspect="1"/>
          </p:cNvPicPr>
          <p:nvPr/>
        </p:nvPicPr>
        <p:blipFill>
          <a:blip r:embed="rId2"/>
          <a:stretch>
            <a:fillRect/>
          </a:stretch>
        </p:blipFill>
        <p:spPr>
          <a:xfrm>
            <a:off x="8481554" y="1182811"/>
            <a:ext cx="3710446" cy="4670796"/>
          </a:xfrm>
          <a:prstGeom prst="rect">
            <a:avLst/>
          </a:prstGeom>
        </p:spPr>
      </p:pic>
    </p:spTree>
    <p:extLst>
      <p:ext uri="{BB962C8B-B14F-4D97-AF65-F5344CB8AC3E}">
        <p14:creationId xmlns:p14="http://schemas.microsoft.com/office/powerpoint/2010/main" val="41339758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8313</TotalTime>
  <Words>7023</Words>
  <Application>Microsoft Office PowerPoint</Application>
  <PresentationFormat>Widescreen</PresentationFormat>
  <Paragraphs>431</Paragraphs>
  <Slides>54</Slides>
  <Notes>15</Notes>
  <HiddenSlides>28</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54</vt:i4>
      </vt:variant>
    </vt:vector>
  </HeadingPairs>
  <TitlesOfParts>
    <vt:vector size="62" baseType="lpstr">
      <vt:lpstr>Aptos</vt:lpstr>
      <vt:lpstr>Aptos Display</vt:lpstr>
      <vt:lpstr>Arial</vt:lpstr>
      <vt:lpstr>Cambria Math</vt:lpstr>
      <vt:lpstr>Roboto</vt:lpstr>
      <vt:lpstr>Segoe WPC</vt:lpstr>
      <vt:lpstr>Wingdings</vt:lpstr>
      <vt:lpstr>Office Theme</vt:lpstr>
      <vt:lpstr>Meeting Week 4</vt:lpstr>
      <vt:lpstr>Last week summary</vt:lpstr>
      <vt:lpstr>Last week summary</vt:lpstr>
      <vt:lpstr>Last week summary</vt:lpstr>
      <vt:lpstr>ASMPT Specifications - Decoupling</vt:lpstr>
      <vt:lpstr>ASMPT Specifications - Decoupling</vt:lpstr>
      <vt:lpstr>ASMPT Specifications - Decoupling</vt:lpstr>
      <vt:lpstr>FP model</vt:lpstr>
      <vt:lpstr>ASMPT Specifications - Unmodeled dynamics </vt:lpstr>
      <vt:lpstr>ASMPT Specifications - Feedforward</vt:lpstr>
      <vt:lpstr>ASMPT Specifications - CT vs DT</vt:lpstr>
      <vt:lpstr>Experiment design - OMNIPUS for MIMO?</vt:lpstr>
      <vt:lpstr>OMNIPUS with constraints</vt:lpstr>
      <vt:lpstr>Latin hyper Cube sampling</vt:lpstr>
      <vt:lpstr>Alternatives to OMNIPUS</vt:lpstr>
      <vt:lpstr>Alternatives to OMNIPUS</vt:lpstr>
      <vt:lpstr>RHC-Based Space-Filling Input Design for Nonlinear Systems</vt:lpstr>
      <vt:lpstr>PowerPoint Presentation</vt:lpstr>
      <vt:lpstr>On Space-Filling Input Design for Nonlinear Dynamic Model Learning: A Gaussian Process Approach</vt:lpstr>
      <vt:lpstr>Multisine input signal design for constraint</vt:lpstr>
      <vt:lpstr>Combining Oomen’s method with Wet-Clutch trick</vt:lpstr>
      <vt:lpstr>Designing positive excitation signals for the safe identification of nonlinear integrating systems</vt:lpstr>
      <vt:lpstr>Simulation – Setup Jan</vt:lpstr>
      <vt:lpstr>Adapt simulation code for MIMO &amp; LPV</vt:lpstr>
      <vt:lpstr>MIMO code extension for Wafer</vt:lpstr>
      <vt:lpstr>MIMO code extension for Wafer</vt:lpstr>
      <vt:lpstr>PowerPoint Presentation</vt:lpstr>
      <vt:lpstr>Model augmenation</vt:lpstr>
      <vt:lpstr>Linear Fractional Representation (LFR)</vt:lpstr>
      <vt:lpstr>Interconnection Matrix (S)</vt:lpstr>
      <vt:lpstr>Adapt to Linear Parameter Varying (LPV)</vt:lpstr>
      <vt:lpstr>Nonlinear Infinite Impulse Response (NIIR)</vt:lpstr>
      <vt:lpstr>PowerPoint Presentation</vt:lpstr>
      <vt:lpstr>PowerPoint Presentation</vt:lpstr>
      <vt:lpstr>Global movement</vt:lpstr>
      <vt:lpstr>PowerPoint Presentation</vt:lpstr>
      <vt:lpstr>PowerPoint Presentation</vt:lpstr>
      <vt:lpstr>PowerPoint Presentation</vt:lpstr>
      <vt:lpstr>Better than OMNIPUS for dual-gantry</vt:lpstr>
      <vt:lpstr>PowerPoint Presentation</vt:lpstr>
      <vt:lpstr>Global methods justification dual-gantry Like OMNIPUS</vt:lpstr>
      <vt:lpstr>PowerPoint Presentation</vt:lpstr>
      <vt:lpstr>Experiment Design – Global methods with constraints</vt:lpstr>
      <vt:lpstr>Experiment - Overview</vt:lpstr>
      <vt:lpstr>For each method clearly state if its applicable to MIMO and Dual-Gantry, and WHY/justify choices.</vt:lpstr>
      <vt:lpstr>Data Experiments FP model</vt:lpstr>
      <vt:lpstr>Question 1</vt:lpstr>
      <vt:lpstr>Question 2</vt:lpstr>
      <vt:lpstr>Question 3</vt:lpstr>
      <vt:lpstr>GP method for finding choose next excitation where information gain is high.</vt:lpstr>
      <vt:lpstr>PowerPoint Presentation</vt:lpstr>
      <vt:lpstr>Similar to “Wet-Clutch trick”</vt:lpstr>
      <vt:lpstr>Phase 1 Overview: Literature research</vt:lpstr>
      <vt:lpstr>Outline next week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Hoekstra, Jan</dc:creator>
  <cp:lastModifiedBy>Berg, Dirk van den</cp:lastModifiedBy>
  <cp:revision>23</cp:revision>
  <dcterms:created xsi:type="dcterms:W3CDTF">2026-02-02T15:14:22Z</dcterms:created>
  <dcterms:modified xsi:type="dcterms:W3CDTF">2026-03-16T13:15:58Z</dcterms:modified>
</cp:coreProperties>
</file>