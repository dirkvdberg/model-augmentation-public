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36"/>
  </p:notesMasterIdLst>
  <p:sldIdLst>
    <p:sldId id="257" r:id="rId2"/>
    <p:sldId id="258" r:id="rId3"/>
    <p:sldId id="333" r:id="rId4"/>
    <p:sldId id="345" r:id="rId5"/>
    <p:sldId id="375" r:id="rId6"/>
    <p:sldId id="346" r:id="rId7"/>
    <p:sldId id="348" r:id="rId8"/>
    <p:sldId id="349" r:id="rId9"/>
    <p:sldId id="350" r:id="rId10"/>
    <p:sldId id="360" r:id="rId11"/>
    <p:sldId id="272" r:id="rId12"/>
    <p:sldId id="355" r:id="rId13"/>
    <p:sldId id="351" r:id="rId14"/>
    <p:sldId id="361" r:id="rId15"/>
    <p:sldId id="378" r:id="rId16"/>
    <p:sldId id="362" r:id="rId17"/>
    <p:sldId id="268" r:id="rId18"/>
    <p:sldId id="364" r:id="rId19"/>
    <p:sldId id="277" r:id="rId20"/>
    <p:sldId id="276" r:id="rId21"/>
    <p:sldId id="274" r:id="rId22"/>
    <p:sldId id="376" r:id="rId23"/>
    <p:sldId id="377" r:id="rId24"/>
    <p:sldId id="347" r:id="rId25"/>
    <p:sldId id="352" r:id="rId26"/>
    <p:sldId id="353" r:id="rId27"/>
    <p:sldId id="354" r:id="rId28"/>
    <p:sldId id="356" r:id="rId29"/>
    <p:sldId id="359" r:id="rId30"/>
    <p:sldId id="357" r:id="rId31"/>
    <p:sldId id="358" r:id="rId32"/>
    <p:sldId id="261" r:id="rId33"/>
    <p:sldId id="374" r:id="rId34"/>
    <p:sldId id="267" r:id="rId35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6CFA48-845A-4C5C-A379-4939138ECE89}" v="18" dt="2026-05-19T13:53:36.3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86683" autoAdjust="0"/>
  </p:normalViewPr>
  <p:slideViewPr>
    <p:cSldViewPr snapToGrid="0">
      <p:cViewPr varScale="1">
        <p:scale>
          <a:sx n="71" d="100"/>
          <a:sy n="71" d="100"/>
        </p:scale>
        <p:origin x="104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g, Dirk van den" userId="035ecb32-01d9-4b47-a105-eacf059a4647" providerId="ADAL" clId="{F7FF961E-CF96-44AC-93C2-93612F62D46D}"/>
    <pc:docChg chg="undo redo custSel addSld delSld modSld sldOrd">
      <pc:chgData name="Berg, Dirk van den" userId="035ecb32-01d9-4b47-a105-eacf059a4647" providerId="ADAL" clId="{F7FF961E-CF96-44AC-93C2-93612F62D46D}" dt="2026-05-20T07:16:50.434" v="5182" actId="14100"/>
      <pc:docMkLst>
        <pc:docMk/>
      </pc:docMkLst>
      <pc:sldChg chg="delSp modSp mod">
        <pc:chgData name="Berg, Dirk van den" userId="035ecb32-01d9-4b47-a105-eacf059a4647" providerId="ADAL" clId="{F7FF961E-CF96-44AC-93C2-93612F62D46D}" dt="2026-05-18T08:51:27.918" v="3357" actId="6549"/>
        <pc:sldMkLst>
          <pc:docMk/>
          <pc:sldMk cId="2679595137" sldId="257"/>
        </pc:sldMkLst>
        <pc:spChg chg="mod">
          <ac:chgData name="Berg, Dirk van den" userId="035ecb32-01d9-4b47-a105-eacf059a4647" providerId="ADAL" clId="{F7FF961E-CF96-44AC-93C2-93612F62D46D}" dt="2026-05-18T08:24:21.565" v="1631" actId="20577"/>
          <ac:spMkLst>
            <pc:docMk/>
            <pc:sldMk cId="2679595137" sldId="257"/>
            <ac:spMk id="2" creationId="{1CA58346-11EF-AF16-3F7E-D4AE642D6182}"/>
          </ac:spMkLst>
        </pc:spChg>
        <pc:spChg chg="mod">
          <ac:chgData name="Berg, Dirk van den" userId="035ecb32-01d9-4b47-a105-eacf059a4647" providerId="ADAL" clId="{F7FF961E-CF96-44AC-93C2-93612F62D46D}" dt="2026-05-18T08:51:27.918" v="3357" actId="6549"/>
          <ac:spMkLst>
            <pc:docMk/>
            <pc:sldMk cId="2679595137" sldId="257"/>
            <ac:spMk id="3" creationId="{DAAEF679-3C39-E36C-B710-9B50CBAE487E}"/>
          </ac:spMkLst>
        </pc:spChg>
      </pc:sldChg>
      <pc:sldChg chg="addSp delSp modSp mod">
        <pc:chgData name="Berg, Dirk van den" userId="035ecb32-01d9-4b47-a105-eacf059a4647" providerId="ADAL" clId="{F7FF961E-CF96-44AC-93C2-93612F62D46D}" dt="2026-05-18T08:30:34.111" v="1885" actId="14100"/>
        <pc:sldMkLst>
          <pc:docMk/>
          <pc:sldMk cId="1617226886" sldId="258"/>
        </pc:sldMkLst>
        <pc:spChg chg="mod">
          <ac:chgData name="Berg, Dirk van den" userId="035ecb32-01d9-4b47-a105-eacf059a4647" providerId="ADAL" clId="{F7FF961E-CF96-44AC-93C2-93612F62D46D}" dt="2026-05-18T08:30:34.111" v="1885" actId="14100"/>
          <ac:spMkLst>
            <pc:docMk/>
            <pc:sldMk cId="1617226886" sldId="258"/>
            <ac:spMk id="3" creationId="{1B16F991-22E1-98ED-FDA2-6483679AE450}"/>
          </ac:spMkLst>
        </pc:spChg>
        <pc:picChg chg="add mod">
          <ac:chgData name="Berg, Dirk van den" userId="035ecb32-01d9-4b47-a105-eacf059a4647" providerId="ADAL" clId="{F7FF961E-CF96-44AC-93C2-93612F62D46D}" dt="2026-05-18T08:30:31.361" v="1884" actId="1076"/>
          <ac:picMkLst>
            <pc:docMk/>
            <pc:sldMk cId="1617226886" sldId="258"/>
            <ac:picMk id="4" creationId="{9D0A8B71-25CF-B070-B86F-671F5C5033F0}"/>
          </ac:picMkLst>
        </pc:picChg>
      </pc:sldChg>
      <pc:sldChg chg="modSp mod">
        <pc:chgData name="Berg, Dirk van den" userId="035ecb32-01d9-4b47-a105-eacf059a4647" providerId="ADAL" clId="{F7FF961E-CF96-44AC-93C2-93612F62D46D}" dt="2026-05-19T13:57:10.238" v="5162" actId="20577"/>
        <pc:sldMkLst>
          <pc:docMk/>
          <pc:sldMk cId="4133975854" sldId="261"/>
        </pc:sldMkLst>
        <pc:spChg chg="mod">
          <ac:chgData name="Berg, Dirk van den" userId="035ecb32-01d9-4b47-a105-eacf059a4647" providerId="ADAL" clId="{F7FF961E-CF96-44AC-93C2-93612F62D46D}" dt="2026-05-19T13:57:10.238" v="5162" actId="20577"/>
          <ac:spMkLst>
            <pc:docMk/>
            <pc:sldMk cId="4133975854" sldId="261"/>
            <ac:spMk id="3" creationId="{78179DB8-2509-8E4F-14E4-B0B6B2FE756A}"/>
          </ac:spMkLst>
        </pc:spChg>
      </pc:sldChg>
      <pc:sldChg chg="modSp add mod">
        <pc:chgData name="Berg, Dirk van den" userId="035ecb32-01d9-4b47-a105-eacf059a4647" providerId="ADAL" clId="{F7FF961E-CF96-44AC-93C2-93612F62D46D}" dt="2026-05-20T07:16:50.434" v="5182" actId="14100"/>
        <pc:sldMkLst>
          <pc:docMk/>
          <pc:sldMk cId="431880464" sldId="267"/>
        </pc:sldMkLst>
        <pc:spChg chg="mod">
          <ac:chgData name="Berg, Dirk van den" userId="035ecb32-01d9-4b47-a105-eacf059a4647" providerId="ADAL" clId="{F7FF961E-CF96-44AC-93C2-93612F62D46D}" dt="2026-05-19T11:22:26.218" v="4868" actId="20577"/>
          <ac:spMkLst>
            <pc:docMk/>
            <pc:sldMk cId="431880464" sldId="267"/>
            <ac:spMk id="2" creationId="{1656BB93-5748-3C8A-8B99-51A2433E792C}"/>
          </ac:spMkLst>
        </pc:spChg>
        <pc:spChg chg="mod">
          <ac:chgData name="Berg, Dirk van den" userId="035ecb32-01d9-4b47-a105-eacf059a4647" providerId="ADAL" clId="{F7FF961E-CF96-44AC-93C2-93612F62D46D}" dt="2026-05-20T07:16:50.434" v="5182" actId="14100"/>
          <ac:spMkLst>
            <pc:docMk/>
            <pc:sldMk cId="431880464" sldId="267"/>
            <ac:spMk id="3" creationId="{08ACBF9B-6C6F-B7A7-9888-21427B4D92A3}"/>
          </ac:spMkLst>
        </pc:spChg>
      </pc:sldChg>
      <pc:sldChg chg="addSp modSp new mod ord">
        <pc:chgData name="Berg, Dirk van den" userId="035ecb32-01d9-4b47-a105-eacf059a4647" providerId="ADAL" clId="{F7FF961E-CF96-44AC-93C2-93612F62D46D}" dt="2026-05-19T11:06:25.363" v="4704" actId="27636"/>
        <pc:sldMkLst>
          <pc:docMk/>
          <pc:sldMk cId="1604713566" sldId="268"/>
        </pc:sldMkLst>
        <pc:spChg chg="mod">
          <ac:chgData name="Berg, Dirk van den" userId="035ecb32-01d9-4b47-a105-eacf059a4647" providerId="ADAL" clId="{F7FF961E-CF96-44AC-93C2-93612F62D46D}" dt="2026-05-18T08:49:08.123" v="3267" actId="20577"/>
          <ac:spMkLst>
            <pc:docMk/>
            <pc:sldMk cId="1604713566" sldId="268"/>
            <ac:spMk id="2" creationId="{47056EBE-9F23-16FB-DF2B-8F51DB76F050}"/>
          </ac:spMkLst>
        </pc:spChg>
        <pc:spChg chg="mod">
          <ac:chgData name="Berg, Dirk van den" userId="035ecb32-01d9-4b47-a105-eacf059a4647" providerId="ADAL" clId="{F7FF961E-CF96-44AC-93C2-93612F62D46D}" dt="2026-05-19T11:06:25.363" v="4704" actId="27636"/>
          <ac:spMkLst>
            <pc:docMk/>
            <pc:sldMk cId="1604713566" sldId="268"/>
            <ac:spMk id="3" creationId="{AA75DE94-5B53-2556-B1F9-D7435C0FA7C4}"/>
          </ac:spMkLst>
        </pc:spChg>
        <pc:spChg chg="add mod">
          <ac:chgData name="Berg, Dirk van den" userId="035ecb32-01d9-4b47-a105-eacf059a4647" providerId="ADAL" clId="{F7FF961E-CF96-44AC-93C2-93612F62D46D}" dt="2026-05-18T08:53:56.346" v="3362" actId="1076"/>
          <ac:spMkLst>
            <pc:docMk/>
            <pc:sldMk cId="1604713566" sldId="268"/>
            <ac:spMk id="5" creationId="{55CD89A7-C60E-EE0A-B9CA-8C9335C57E3C}"/>
          </ac:spMkLst>
        </pc:spChg>
        <pc:spChg chg="mod">
          <ac:chgData name="Berg, Dirk van den" userId="035ecb32-01d9-4b47-a105-eacf059a4647" providerId="ADAL" clId="{F7FF961E-CF96-44AC-93C2-93612F62D46D}" dt="2026-05-18T08:55:27.807" v="3447"/>
          <ac:spMkLst>
            <pc:docMk/>
            <pc:sldMk cId="1604713566" sldId="268"/>
            <ac:spMk id="8" creationId="{CB192C42-0341-295C-81EF-5FFAD14B70AC}"/>
          </ac:spMkLst>
        </pc:spChg>
        <pc:grpChg chg="add mod">
          <ac:chgData name="Berg, Dirk van den" userId="035ecb32-01d9-4b47-a105-eacf059a4647" providerId="ADAL" clId="{F7FF961E-CF96-44AC-93C2-93612F62D46D}" dt="2026-05-18T08:55:27.807" v="3447"/>
          <ac:grpSpMkLst>
            <pc:docMk/>
            <pc:sldMk cId="1604713566" sldId="268"/>
            <ac:grpSpMk id="6" creationId="{764070A2-69F2-821B-EE1C-6F00DB374EAD}"/>
          </ac:grpSpMkLst>
        </pc:grpChg>
        <pc:picChg chg="mod">
          <ac:chgData name="Berg, Dirk van den" userId="035ecb32-01d9-4b47-a105-eacf059a4647" providerId="ADAL" clId="{F7FF961E-CF96-44AC-93C2-93612F62D46D}" dt="2026-05-18T08:55:27.807" v="3447"/>
          <ac:picMkLst>
            <pc:docMk/>
            <pc:sldMk cId="1604713566" sldId="268"/>
            <ac:picMk id="7" creationId="{0FB3C580-1F97-C7C0-52B9-EAED152E58D3}"/>
          </ac:picMkLst>
        </pc:picChg>
      </pc:sldChg>
      <pc:sldChg chg="addSp modSp new mod ord">
        <pc:chgData name="Berg, Dirk van den" userId="035ecb32-01d9-4b47-a105-eacf059a4647" providerId="ADAL" clId="{F7FF961E-CF96-44AC-93C2-93612F62D46D}" dt="2026-05-19T12:04:27.765" v="4878"/>
        <pc:sldMkLst>
          <pc:docMk/>
          <pc:sldMk cId="2868400274" sldId="272"/>
        </pc:sldMkLst>
        <pc:spChg chg="mod">
          <ac:chgData name="Berg, Dirk van den" userId="035ecb32-01d9-4b47-a105-eacf059a4647" providerId="ADAL" clId="{F7FF961E-CF96-44AC-93C2-93612F62D46D}" dt="2026-05-18T08:42:46.795" v="2605" actId="20577"/>
          <ac:spMkLst>
            <pc:docMk/>
            <pc:sldMk cId="2868400274" sldId="272"/>
            <ac:spMk id="2" creationId="{50763CEF-F436-65D8-4A19-E3E541100A4F}"/>
          </ac:spMkLst>
        </pc:spChg>
        <pc:picChg chg="add mod">
          <ac:chgData name="Berg, Dirk van den" userId="035ecb32-01d9-4b47-a105-eacf059a4647" providerId="ADAL" clId="{F7FF961E-CF96-44AC-93C2-93612F62D46D}" dt="2026-05-18T08:42:21.439" v="2536" actId="1076"/>
          <ac:picMkLst>
            <pc:docMk/>
            <pc:sldMk cId="2868400274" sldId="272"/>
            <ac:picMk id="5" creationId="{94CD538C-E708-D705-0761-88303FB12485}"/>
          </ac:picMkLst>
        </pc:picChg>
      </pc:sldChg>
      <pc:sldChg chg="addSp modSp new mod">
        <pc:chgData name="Berg, Dirk van den" userId="035ecb32-01d9-4b47-a105-eacf059a4647" providerId="ADAL" clId="{F7FF961E-CF96-44AC-93C2-93612F62D46D}" dt="2026-05-18T08:45:43.081" v="2756" actId="20577"/>
        <pc:sldMkLst>
          <pc:docMk/>
          <pc:sldMk cId="777602237" sldId="274"/>
        </pc:sldMkLst>
        <pc:spChg chg="mod">
          <ac:chgData name="Berg, Dirk van den" userId="035ecb32-01d9-4b47-a105-eacf059a4647" providerId="ADAL" clId="{F7FF961E-CF96-44AC-93C2-93612F62D46D}" dt="2026-05-18T08:45:43.081" v="2756" actId="20577"/>
          <ac:spMkLst>
            <pc:docMk/>
            <pc:sldMk cId="777602237" sldId="274"/>
            <ac:spMk id="2" creationId="{907B97F0-F2C6-01DF-DD3F-4539DA66B766}"/>
          </ac:spMkLst>
        </pc:spChg>
        <pc:picChg chg="add mod">
          <ac:chgData name="Berg, Dirk van den" userId="035ecb32-01d9-4b47-a105-eacf059a4647" providerId="ADAL" clId="{F7FF961E-CF96-44AC-93C2-93612F62D46D}" dt="2026-05-18T08:45:24.224" v="2677" actId="1076"/>
          <ac:picMkLst>
            <pc:docMk/>
            <pc:sldMk cId="777602237" sldId="274"/>
            <ac:picMk id="5" creationId="{099CE6B8-AF06-92B8-5C25-1E6F497544A2}"/>
          </ac:picMkLst>
        </pc:picChg>
      </pc:sldChg>
      <pc:sldChg chg="modSp new mod ord modShow">
        <pc:chgData name="Berg, Dirk van den" userId="035ecb32-01d9-4b47-a105-eacf059a4647" providerId="ADAL" clId="{F7FF961E-CF96-44AC-93C2-93612F62D46D}" dt="2026-05-19T11:19:14.438" v="4857"/>
        <pc:sldMkLst>
          <pc:docMk/>
          <pc:sldMk cId="3447478546" sldId="276"/>
        </pc:sldMkLst>
        <pc:spChg chg="mod">
          <ac:chgData name="Berg, Dirk van den" userId="035ecb32-01d9-4b47-a105-eacf059a4647" providerId="ADAL" clId="{F7FF961E-CF96-44AC-93C2-93612F62D46D}" dt="2026-05-18T08:01:40.839" v="1469" actId="20577"/>
          <ac:spMkLst>
            <pc:docMk/>
            <pc:sldMk cId="3447478546" sldId="276"/>
            <ac:spMk id="2" creationId="{6E915975-290F-4EFB-B1D0-D8056D2EE73A}"/>
          </ac:spMkLst>
        </pc:spChg>
        <pc:spChg chg="mod">
          <ac:chgData name="Berg, Dirk van den" userId="035ecb32-01d9-4b47-a105-eacf059a4647" providerId="ADAL" clId="{F7FF961E-CF96-44AC-93C2-93612F62D46D}" dt="2026-05-18T08:44:43.379" v="2674" actId="20577"/>
          <ac:spMkLst>
            <pc:docMk/>
            <pc:sldMk cId="3447478546" sldId="276"/>
            <ac:spMk id="3" creationId="{64E7091D-22BF-8325-6AED-27A2E2F245B5}"/>
          </ac:spMkLst>
        </pc:spChg>
      </pc:sldChg>
      <pc:sldChg chg="addSp delSp modSp new mod modNotesTx">
        <pc:chgData name="Berg, Dirk van den" userId="035ecb32-01d9-4b47-a105-eacf059a4647" providerId="ADAL" clId="{F7FF961E-CF96-44AC-93C2-93612F62D46D}" dt="2026-05-19T11:19:08.066" v="4854" actId="20577"/>
        <pc:sldMkLst>
          <pc:docMk/>
          <pc:sldMk cId="4272728253" sldId="277"/>
        </pc:sldMkLst>
        <pc:spChg chg="mod ord">
          <ac:chgData name="Berg, Dirk van den" userId="035ecb32-01d9-4b47-a105-eacf059a4647" providerId="ADAL" clId="{F7FF961E-CF96-44AC-93C2-93612F62D46D}" dt="2026-05-19T11:18:58.469" v="4851" actId="166"/>
          <ac:spMkLst>
            <pc:docMk/>
            <pc:sldMk cId="4272728253" sldId="277"/>
            <ac:spMk id="2" creationId="{D1F57895-7C14-044A-4284-6256CD5A0E00}"/>
          </ac:spMkLst>
        </pc:spChg>
        <pc:picChg chg="add">
          <ac:chgData name="Berg, Dirk van den" userId="035ecb32-01d9-4b47-a105-eacf059a4647" providerId="ADAL" clId="{F7FF961E-CF96-44AC-93C2-93612F62D46D}" dt="2026-05-18T08:43:59.385" v="2613" actId="22"/>
          <ac:picMkLst>
            <pc:docMk/>
            <pc:sldMk cId="4272728253" sldId="277"/>
            <ac:picMk id="9" creationId="{4BDC20F3-55AC-64D7-0EA6-B2818D0FD9A3}"/>
          </ac:picMkLst>
        </pc:picChg>
      </pc:sldChg>
      <pc:sldChg chg="add">
        <pc:chgData name="Berg, Dirk van den" userId="035ecb32-01d9-4b47-a105-eacf059a4647" providerId="ADAL" clId="{F7FF961E-CF96-44AC-93C2-93612F62D46D}" dt="2026-05-18T08:25:10.826" v="1634"/>
        <pc:sldMkLst>
          <pc:docMk/>
          <pc:sldMk cId="1909324229" sldId="333"/>
        </pc:sldMkLst>
      </pc:sldChg>
      <pc:sldChg chg="add">
        <pc:chgData name="Berg, Dirk van den" userId="035ecb32-01d9-4b47-a105-eacf059a4647" providerId="ADAL" clId="{F7FF961E-CF96-44AC-93C2-93612F62D46D}" dt="2026-05-18T08:25:02.123" v="1633"/>
        <pc:sldMkLst>
          <pc:docMk/>
          <pc:sldMk cId="184289643" sldId="345"/>
        </pc:sldMkLst>
      </pc:sldChg>
      <pc:sldChg chg="add">
        <pc:chgData name="Berg, Dirk van den" userId="035ecb32-01d9-4b47-a105-eacf059a4647" providerId="ADAL" clId="{F7FF961E-CF96-44AC-93C2-93612F62D46D}" dt="2026-05-18T08:25:02.123" v="1633"/>
        <pc:sldMkLst>
          <pc:docMk/>
          <pc:sldMk cId="1959993405" sldId="346"/>
        </pc:sldMkLst>
      </pc:sldChg>
      <pc:sldChg chg="addSp modSp new mod ord">
        <pc:chgData name="Berg, Dirk van den" userId="035ecb32-01d9-4b47-a105-eacf059a4647" providerId="ADAL" clId="{F7FF961E-CF96-44AC-93C2-93612F62D46D}" dt="2026-05-19T12:22:34.507" v="4961" actId="15"/>
        <pc:sldMkLst>
          <pc:docMk/>
          <pc:sldMk cId="718653594" sldId="347"/>
        </pc:sldMkLst>
        <pc:spChg chg="mod">
          <ac:chgData name="Berg, Dirk van den" userId="035ecb32-01d9-4b47-a105-eacf059a4647" providerId="ADAL" clId="{F7FF961E-CF96-44AC-93C2-93612F62D46D}" dt="2026-05-18T08:31:11.670" v="1917" actId="20577"/>
          <ac:spMkLst>
            <pc:docMk/>
            <pc:sldMk cId="718653594" sldId="347"/>
            <ac:spMk id="2" creationId="{98A31B0C-2AE4-3239-4097-319069B452C7}"/>
          </ac:spMkLst>
        </pc:spChg>
        <pc:spChg chg="mod">
          <ac:chgData name="Berg, Dirk van den" userId="035ecb32-01d9-4b47-a105-eacf059a4647" providerId="ADAL" clId="{F7FF961E-CF96-44AC-93C2-93612F62D46D}" dt="2026-05-19T12:22:34.507" v="4961" actId="15"/>
          <ac:spMkLst>
            <pc:docMk/>
            <pc:sldMk cId="718653594" sldId="347"/>
            <ac:spMk id="3" creationId="{7ADBBE02-A888-0F55-D96C-04B4F737758C}"/>
          </ac:spMkLst>
        </pc:spChg>
        <pc:spChg chg="mod">
          <ac:chgData name="Berg, Dirk van den" userId="035ecb32-01d9-4b47-a105-eacf059a4647" providerId="ADAL" clId="{F7FF961E-CF96-44AC-93C2-93612F62D46D}" dt="2026-05-18T08:35:33.367" v="2090"/>
          <ac:spMkLst>
            <pc:docMk/>
            <pc:sldMk cId="718653594" sldId="347"/>
            <ac:spMk id="6" creationId="{E4D1DE81-05F5-4E61-E39D-938F7B74E4AB}"/>
          </ac:spMkLst>
        </pc:spChg>
        <pc:grpChg chg="add mod">
          <ac:chgData name="Berg, Dirk van den" userId="035ecb32-01d9-4b47-a105-eacf059a4647" providerId="ADAL" clId="{F7FF961E-CF96-44AC-93C2-93612F62D46D}" dt="2026-05-18T08:35:40.394" v="2094" actId="14100"/>
          <ac:grpSpMkLst>
            <pc:docMk/>
            <pc:sldMk cId="718653594" sldId="347"/>
            <ac:grpSpMk id="4" creationId="{6079FA42-3EC9-2006-18B6-F060B9D4EE11}"/>
          </ac:grpSpMkLst>
        </pc:grpChg>
        <pc:picChg chg="mod">
          <ac:chgData name="Berg, Dirk van den" userId="035ecb32-01d9-4b47-a105-eacf059a4647" providerId="ADAL" clId="{F7FF961E-CF96-44AC-93C2-93612F62D46D}" dt="2026-05-18T08:35:33.367" v="2090"/>
          <ac:picMkLst>
            <pc:docMk/>
            <pc:sldMk cId="718653594" sldId="347"/>
            <ac:picMk id="5" creationId="{2E996EDF-01F3-5527-32BA-8650642EBEA8}"/>
          </ac:picMkLst>
        </pc:picChg>
      </pc:sldChg>
      <pc:sldChg chg="add">
        <pc:chgData name="Berg, Dirk van den" userId="035ecb32-01d9-4b47-a105-eacf059a4647" providerId="ADAL" clId="{F7FF961E-CF96-44AC-93C2-93612F62D46D}" dt="2026-05-18T08:38:27.109" v="2147"/>
        <pc:sldMkLst>
          <pc:docMk/>
          <pc:sldMk cId="1477912698" sldId="348"/>
        </pc:sldMkLst>
      </pc:sldChg>
      <pc:sldChg chg="addSp modSp add mod">
        <pc:chgData name="Berg, Dirk van den" userId="035ecb32-01d9-4b47-a105-eacf059a4647" providerId="ADAL" clId="{F7FF961E-CF96-44AC-93C2-93612F62D46D}" dt="2026-05-19T11:13:30.894" v="4726" actId="14100"/>
        <pc:sldMkLst>
          <pc:docMk/>
          <pc:sldMk cId="119011616" sldId="349"/>
        </pc:sldMkLst>
        <pc:spChg chg="add mod">
          <ac:chgData name="Berg, Dirk van den" userId="035ecb32-01d9-4b47-a105-eacf059a4647" providerId="ADAL" clId="{F7FF961E-CF96-44AC-93C2-93612F62D46D}" dt="2026-05-19T11:13:30.894" v="4726" actId="14100"/>
          <ac:spMkLst>
            <pc:docMk/>
            <pc:sldMk cId="119011616" sldId="349"/>
            <ac:spMk id="4" creationId="{59CA47FC-30E0-1A4F-4450-B5A326EE11CD}"/>
          </ac:spMkLst>
        </pc:spChg>
      </pc:sldChg>
      <pc:sldChg chg="addSp modSp add mod">
        <pc:chgData name="Berg, Dirk van den" userId="035ecb32-01d9-4b47-a105-eacf059a4647" providerId="ADAL" clId="{F7FF961E-CF96-44AC-93C2-93612F62D46D}" dt="2026-05-19T11:15:49.308" v="4848" actId="14"/>
        <pc:sldMkLst>
          <pc:docMk/>
          <pc:sldMk cId="1232960790" sldId="350"/>
        </pc:sldMkLst>
        <pc:spChg chg="mod">
          <ac:chgData name="Berg, Dirk van den" userId="035ecb32-01d9-4b47-a105-eacf059a4647" providerId="ADAL" clId="{F7FF961E-CF96-44AC-93C2-93612F62D46D}" dt="2026-05-19T11:15:49.308" v="4848" actId="14"/>
          <ac:spMkLst>
            <pc:docMk/>
            <pc:sldMk cId="1232960790" sldId="350"/>
            <ac:spMk id="3" creationId="{32DCBF15-4016-67CC-09A4-E63444C17AC8}"/>
          </ac:spMkLst>
        </pc:spChg>
        <pc:picChg chg="add mod modCrop">
          <ac:chgData name="Berg, Dirk van den" userId="035ecb32-01d9-4b47-a105-eacf059a4647" providerId="ADAL" clId="{F7FF961E-CF96-44AC-93C2-93612F62D46D}" dt="2026-05-19T11:09:52.396" v="4714" actId="1076"/>
          <ac:picMkLst>
            <pc:docMk/>
            <pc:sldMk cId="1232960790" sldId="350"/>
            <ac:picMk id="4" creationId="{FF18BC6F-41B8-F07A-2D45-C75B497C1413}"/>
          </ac:picMkLst>
        </pc:picChg>
        <pc:picChg chg="mod">
          <ac:chgData name="Berg, Dirk van den" userId="035ecb32-01d9-4b47-a105-eacf059a4647" providerId="ADAL" clId="{F7FF961E-CF96-44AC-93C2-93612F62D46D}" dt="2026-05-19T11:09:55.379" v="4716" actId="1076"/>
          <ac:picMkLst>
            <pc:docMk/>
            <pc:sldMk cId="1232960790" sldId="350"/>
            <ac:picMk id="5" creationId="{6021D2AB-8186-BE52-F147-10451150420B}"/>
          </ac:picMkLst>
        </pc:picChg>
      </pc:sldChg>
      <pc:sldChg chg="addSp modSp new mod ord modShow">
        <pc:chgData name="Berg, Dirk van den" userId="035ecb32-01d9-4b47-a105-eacf059a4647" providerId="ADAL" clId="{F7FF961E-CF96-44AC-93C2-93612F62D46D}" dt="2026-05-19T11:20:22.530" v="4861" actId="729"/>
        <pc:sldMkLst>
          <pc:docMk/>
          <pc:sldMk cId="3011701510" sldId="351"/>
        </pc:sldMkLst>
        <pc:spChg chg="mod">
          <ac:chgData name="Berg, Dirk van den" userId="035ecb32-01d9-4b47-a105-eacf059a4647" providerId="ADAL" clId="{F7FF961E-CF96-44AC-93C2-93612F62D46D}" dt="2026-05-18T11:46:36.393" v="3699" actId="20577"/>
          <ac:spMkLst>
            <pc:docMk/>
            <pc:sldMk cId="3011701510" sldId="351"/>
            <ac:spMk id="3" creationId="{11D38B38-45B3-4620-B2B5-6AE3BFBFE7D6}"/>
          </ac:spMkLst>
        </pc:spChg>
        <pc:spChg chg="add mod">
          <ac:chgData name="Berg, Dirk van den" userId="035ecb32-01d9-4b47-a105-eacf059a4647" providerId="ADAL" clId="{F7FF961E-CF96-44AC-93C2-93612F62D46D}" dt="2026-05-18T11:46:47.011" v="3702" actId="1076"/>
          <ac:spMkLst>
            <pc:docMk/>
            <pc:sldMk cId="3011701510" sldId="351"/>
            <ac:spMk id="5" creationId="{81AF7D8F-DC05-55F7-B852-380C73D56461}"/>
          </ac:spMkLst>
        </pc:spChg>
      </pc:sldChg>
      <pc:sldChg chg="addSp modSp new mod ord modShow">
        <pc:chgData name="Berg, Dirk van den" userId="035ecb32-01d9-4b47-a105-eacf059a4647" providerId="ADAL" clId="{F7FF961E-CF96-44AC-93C2-93612F62D46D}" dt="2026-05-19T13:57:40.420" v="5165" actId="1076"/>
        <pc:sldMkLst>
          <pc:docMk/>
          <pc:sldMk cId="1636959366" sldId="352"/>
        </pc:sldMkLst>
        <pc:picChg chg="add mod">
          <ac:chgData name="Berg, Dirk van den" userId="035ecb32-01d9-4b47-a105-eacf059a4647" providerId="ADAL" clId="{F7FF961E-CF96-44AC-93C2-93612F62D46D}" dt="2026-05-19T13:57:40.420" v="5165" actId="1076"/>
          <ac:picMkLst>
            <pc:docMk/>
            <pc:sldMk cId="1636959366" sldId="352"/>
            <ac:picMk id="5" creationId="{8319C071-4E19-45F3-E44F-C49D7FB6BDB2}"/>
          </ac:picMkLst>
        </pc:picChg>
      </pc:sldChg>
      <pc:sldChg chg="addSp modSp new mod ord modShow">
        <pc:chgData name="Berg, Dirk van den" userId="035ecb32-01d9-4b47-a105-eacf059a4647" providerId="ADAL" clId="{F7FF961E-CF96-44AC-93C2-93612F62D46D}" dt="2026-05-19T13:57:44.469" v="5168" actId="1076"/>
        <pc:sldMkLst>
          <pc:docMk/>
          <pc:sldMk cId="2705697034" sldId="353"/>
        </pc:sldMkLst>
        <pc:picChg chg="add mod">
          <ac:chgData name="Berg, Dirk van den" userId="035ecb32-01d9-4b47-a105-eacf059a4647" providerId="ADAL" clId="{F7FF961E-CF96-44AC-93C2-93612F62D46D}" dt="2026-05-19T13:57:44.469" v="5168" actId="1076"/>
          <ac:picMkLst>
            <pc:docMk/>
            <pc:sldMk cId="2705697034" sldId="353"/>
            <ac:picMk id="5" creationId="{1F11471E-3C6D-401E-0478-FA4682A84C8D}"/>
          </ac:picMkLst>
        </pc:picChg>
      </pc:sldChg>
      <pc:sldChg chg="addSp modSp new mod ord modShow">
        <pc:chgData name="Berg, Dirk van den" userId="035ecb32-01d9-4b47-a105-eacf059a4647" providerId="ADAL" clId="{F7FF961E-CF96-44AC-93C2-93612F62D46D}" dt="2026-05-19T13:57:48.365" v="5170" actId="1076"/>
        <pc:sldMkLst>
          <pc:docMk/>
          <pc:sldMk cId="2184285790" sldId="354"/>
        </pc:sldMkLst>
        <pc:spChg chg="mod">
          <ac:chgData name="Berg, Dirk van den" userId="035ecb32-01d9-4b47-a105-eacf059a4647" providerId="ADAL" clId="{F7FF961E-CF96-44AC-93C2-93612F62D46D}" dt="2026-05-18T19:00:38.147" v="3735" actId="20577"/>
          <ac:spMkLst>
            <pc:docMk/>
            <pc:sldMk cId="2184285790" sldId="354"/>
            <ac:spMk id="2" creationId="{EDB1F35E-8E3B-9226-9C13-D9AF035DCD91}"/>
          </ac:spMkLst>
        </pc:spChg>
        <pc:spChg chg="mod">
          <ac:chgData name="Berg, Dirk van den" userId="035ecb32-01d9-4b47-a105-eacf059a4647" providerId="ADAL" clId="{F7FF961E-CF96-44AC-93C2-93612F62D46D}" dt="2026-05-18T19:13:04.392" v="3775" actId="20577"/>
          <ac:spMkLst>
            <pc:docMk/>
            <pc:sldMk cId="2184285790" sldId="354"/>
            <ac:spMk id="3" creationId="{7718B09A-7F11-6ACE-1E39-1CFB09D4FCF9}"/>
          </ac:spMkLst>
        </pc:spChg>
        <pc:picChg chg="add mod">
          <ac:chgData name="Berg, Dirk van den" userId="035ecb32-01d9-4b47-a105-eacf059a4647" providerId="ADAL" clId="{F7FF961E-CF96-44AC-93C2-93612F62D46D}" dt="2026-05-19T13:57:48.365" v="5170" actId="1076"/>
          <ac:picMkLst>
            <pc:docMk/>
            <pc:sldMk cId="2184285790" sldId="354"/>
            <ac:picMk id="5" creationId="{E755F6F0-1DBB-83B6-E9C0-7C3A817AF0F5}"/>
          </ac:picMkLst>
        </pc:picChg>
      </pc:sldChg>
      <pc:sldChg chg="addSp modSp new mod">
        <pc:chgData name="Berg, Dirk van den" userId="035ecb32-01d9-4b47-a105-eacf059a4647" providerId="ADAL" clId="{F7FF961E-CF96-44AC-93C2-93612F62D46D}" dt="2026-05-19T10:39:14.086" v="4315" actId="1076"/>
        <pc:sldMkLst>
          <pc:docMk/>
          <pc:sldMk cId="3504993741" sldId="355"/>
        </pc:sldMkLst>
        <pc:picChg chg="add mod">
          <ac:chgData name="Berg, Dirk van den" userId="035ecb32-01d9-4b47-a105-eacf059a4647" providerId="ADAL" clId="{F7FF961E-CF96-44AC-93C2-93612F62D46D}" dt="2026-05-19T10:39:08.814" v="4312" actId="1076"/>
          <ac:picMkLst>
            <pc:docMk/>
            <pc:sldMk cId="3504993741" sldId="355"/>
            <ac:picMk id="5" creationId="{EE511FDD-4E21-C14D-9C40-A1D20CFE5500}"/>
          </ac:picMkLst>
        </pc:picChg>
        <pc:picChg chg="add mod">
          <ac:chgData name="Berg, Dirk van den" userId="035ecb32-01d9-4b47-a105-eacf059a4647" providerId="ADAL" clId="{F7FF961E-CF96-44AC-93C2-93612F62D46D}" dt="2026-05-19T10:39:14.086" v="4315" actId="1076"/>
          <ac:picMkLst>
            <pc:docMk/>
            <pc:sldMk cId="3504993741" sldId="355"/>
            <ac:picMk id="7" creationId="{A47A48C1-FF8E-C676-5DB3-ABF49522CECF}"/>
          </ac:picMkLst>
        </pc:picChg>
      </pc:sldChg>
      <pc:sldChg chg="addSp modSp new mod ord modShow">
        <pc:chgData name="Berg, Dirk van den" userId="035ecb32-01d9-4b47-a105-eacf059a4647" providerId="ADAL" clId="{F7FF961E-CF96-44AC-93C2-93612F62D46D}" dt="2026-05-19T13:57:53.887" v="5173" actId="1076"/>
        <pc:sldMkLst>
          <pc:docMk/>
          <pc:sldMk cId="207373556" sldId="356"/>
        </pc:sldMkLst>
        <pc:picChg chg="add mod">
          <ac:chgData name="Berg, Dirk van den" userId="035ecb32-01d9-4b47-a105-eacf059a4647" providerId="ADAL" clId="{F7FF961E-CF96-44AC-93C2-93612F62D46D}" dt="2026-05-19T13:57:53.887" v="5173" actId="1076"/>
          <ac:picMkLst>
            <pc:docMk/>
            <pc:sldMk cId="207373556" sldId="356"/>
            <ac:picMk id="5" creationId="{E88EA88B-EB5C-6193-6BC1-7E472B3FD92A}"/>
          </ac:picMkLst>
        </pc:picChg>
      </pc:sldChg>
      <pc:sldChg chg="addSp modSp new mod ord modShow">
        <pc:chgData name="Berg, Dirk van den" userId="035ecb32-01d9-4b47-a105-eacf059a4647" providerId="ADAL" clId="{F7FF961E-CF96-44AC-93C2-93612F62D46D}" dt="2026-05-19T13:58:02.233" v="5177" actId="1076"/>
        <pc:sldMkLst>
          <pc:docMk/>
          <pc:sldMk cId="62799033" sldId="357"/>
        </pc:sldMkLst>
        <pc:picChg chg="add mod">
          <ac:chgData name="Berg, Dirk van den" userId="035ecb32-01d9-4b47-a105-eacf059a4647" providerId="ADAL" clId="{F7FF961E-CF96-44AC-93C2-93612F62D46D}" dt="2026-05-19T13:58:02.233" v="5177" actId="1076"/>
          <ac:picMkLst>
            <pc:docMk/>
            <pc:sldMk cId="62799033" sldId="357"/>
            <ac:picMk id="5" creationId="{E62FECBE-4F48-5355-3E7B-66B25B99FED3}"/>
          </ac:picMkLst>
        </pc:picChg>
      </pc:sldChg>
      <pc:sldChg chg="addSp modSp new mod ord modShow">
        <pc:chgData name="Berg, Dirk van den" userId="035ecb32-01d9-4b47-a105-eacf059a4647" providerId="ADAL" clId="{F7FF961E-CF96-44AC-93C2-93612F62D46D}" dt="2026-05-19T13:58:06.694" v="5179" actId="14100"/>
        <pc:sldMkLst>
          <pc:docMk/>
          <pc:sldMk cId="196819422" sldId="358"/>
        </pc:sldMkLst>
        <pc:picChg chg="add mod">
          <ac:chgData name="Berg, Dirk van den" userId="035ecb32-01d9-4b47-a105-eacf059a4647" providerId="ADAL" clId="{F7FF961E-CF96-44AC-93C2-93612F62D46D}" dt="2026-05-19T13:58:06.694" v="5179" actId="14100"/>
          <ac:picMkLst>
            <pc:docMk/>
            <pc:sldMk cId="196819422" sldId="358"/>
            <ac:picMk id="5" creationId="{6351AAFA-536C-F571-C524-329423F85901}"/>
          </ac:picMkLst>
        </pc:picChg>
      </pc:sldChg>
      <pc:sldChg chg="addSp modSp new mod ord modShow">
        <pc:chgData name="Berg, Dirk van den" userId="035ecb32-01d9-4b47-a105-eacf059a4647" providerId="ADAL" clId="{F7FF961E-CF96-44AC-93C2-93612F62D46D}" dt="2026-05-19T13:57:58.185" v="5174" actId="1076"/>
        <pc:sldMkLst>
          <pc:docMk/>
          <pc:sldMk cId="569871667" sldId="359"/>
        </pc:sldMkLst>
        <pc:spChg chg="mod">
          <ac:chgData name="Berg, Dirk van den" userId="035ecb32-01d9-4b47-a105-eacf059a4647" providerId="ADAL" clId="{F7FF961E-CF96-44AC-93C2-93612F62D46D}" dt="2026-05-18T19:46:08.371" v="3919" actId="5793"/>
          <ac:spMkLst>
            <pc:docMk/>
            <pc:sldMk cId="569871667" sldId="359"/>
            <ac:spMk id="3" creationId="{9E13C156-A005-6647-6618-46B48B9B70D7}"/>
          </ac:spMkLst>
        </pc:spChg>
        <pc:picChg chg="add mod">
          <ac:chgData name="Berg, Dirk van den" userId="035ecb32-01d9-4b47-a105-eacf059a4647" providerId="ADAL" clId="{F7FF961E-CF96-44AC-93C2-93612F62D46D}" dt="2026-05-19T13:57:58.185" v="5174" actId="1076"/>
          <ac:picMkLst>
            <pc:docMk/>
            <pc:sldMk cId="569871667" sldId="359"/>
            <ac:picMk id="5" creationId="{03E1B367-8EB2-D625-AFA9-BD5C32BDA9CA}"/>
          </ac:picMkLst>
        </pc:picChg>
      </pc:sldChg>
      <pc:sldChg chg="addSp delSp modSp new mod">
        <pc:chgData name="Berg, Dirk van den" userId="035ecb32-01d9-4b47-a105-eacf059a4647" providerId="ADAL" clId="{F7FF961E-CF96-44AC-93C2-93612F62D46D}" dt="2026-05-19T10:55:58.912" v="4327" actId="1076"/>
        <pc:sldMkLst>
          <pc:docMk/>
          <pc:sldMk cId="2944537417" sldId="360"/>
        </pc:sldMkLst>
        <pc:spChg chg="add del mod">
          <ac:chgData name="Berg, Dirk van den" userId="035ecb32-01d9-4b47-a105-eacf059a4647" providerId="ADAL" clId="{F7FF961E-CF96-44AC-93C2-93612F62D46D}" dt="2026-05-19T10:55:48.027" v="4318" actId="22"/>
          <ac:spMkLst>
            <pc:docMk/>
            <pc:sldMk cId="2944537417" sldId="360"/>
            <ac:spMk id="3" creationId="{75F5C2F7-AF52-2E55-6D9D-4CE98BD69FDD}"/>
          </ac:spMkLst>
        </pc:spChg>
        <pc:picChg chg="add del mod ord">
          <ac:chgData name="Berg, Dirk van den" userId="035ecb32-01d9-4b47-a105-eacf059a4647" providerId="ADAL" clId="{F7FF961E-CF96-44AC-93C2-93612F62D46D}" dt="2026-05-19T10:55:48.027" v="4318" actId="22"/>
          <ac:picMkLst>
            <pc:docMk/>
            <pc:sldMk cId="2944537417" sldId="360"/>
            <ac:picMk id="5" creationId="{08E0CEC2-C627-6447-A3A9-5B52B83576D1}"/>
          </ac:picMkLst>
        </pc:picChg>
        <pc:picChg chg="add mod">
          <ac:chgData name="Berg, Dirk van den" userId="035ecb32-01d9-4b47-a105-eacf059a4647" providerId="ADAL" clId="{F7FF961E-CF96-44AC-93C2-93612F62D46D}" dt="2026-05-19T10:55:58.912" v="4327" actId="1076"/>
          <ac:picMkLst>
            <pc:docMk/>
            <pc:sldMk cId="2944537417" sldId="360"/>
            <ac:picMk id="7" creationId="{0F4FFCFA-9FEC-542B-3A32-47AFB8DA9D21}"/>
          </ac:picMkLst>
        </pc:picChg>
      </pc:sldChg>
      <pc:sldChg chg="addSp delSp modSp new mod ord">
        <pc:chgData name="Berg, Dirk van den" userId="035ecb32-01d9-4b47-a105-eacf059a4647" providerId="ADAL" clId="{F7FF961E-CF96-44AC-93C2-93612F62D46D}" dt="2026-05-19T12:54:40.442" v="5023" actId="1076"/>
        <pc:sldMkLst>
          <pc:docMk/>
          <pc:sldMk cId="512189835" sldId="361"/>
        </pc:sldMkLst>
        <pc:spChg chg="mod ord">
          <ac:chgData name="Berg, Dirk van den" userId="035ecb32-01d9-4b47-a105-eacf059a4647" providerId="ADAL" clId="{F7FF961E-CF96-44AC-93C2-93612F62D46D}" dt="2026-05-19T12:54:40.442" v="5023" actId="1076"/>
          <ac:spMkLst>
            <pc:docMk/>
            <pc:sldMk cId="512189835" sldId="361"/>
            <ac:spMk id="2" creationId="{5BE00DC6-B7EE-3CCD-BDEB-3D129D0DEFA8}"/>
          </ac:spMkLst>
        </pc:spChg>
        <pc:spChg chg="del mod">
          <ac:chgData name="Berg, Dirk van den" userId="035ecb32-01d9-4b47-a105-eacf059a4647" providerId="ADAL" clId="{F7FF961E-CF96-44AC-93C2-93612F62D46D}" dt="2026-05-19T12:53:56.598" v="4964"/>
          <ac:spMkLst>
            <pc:docMk/>
            <pc:sldMk cId="512189835" sldId="361"/>
            <ac:spMk id="3" creationId="{73421C10-B924-4F1F-2146-4C5B9E54C48F}"/>
          </ac:spMkLst>
        </pc:spChg>
        <pc:picChg chg="add mod ord modCrop">
          <ac:chgData name="Berg, Dirk van den" userId="035ecb32-01d9-4b47-a105-eacf059a4647" providerId="ADAL" clId="{F7FF961E-CF96-44AC-93C2-93612F62D46D}" dt="2026-05-19T12:54:32.948" v="5021" actId="1076"/>
          <ac:picMkLst>
            <pc:docMk/>
            <pc:sldMk cId="512189835" sldId="361"/>
            <ac:picMk id="5" creationId="{93335CB4-DA41-6429-D9AE-E435CBFD349C}"/>
          </ac:picMkLst>
        </pc:picChg>
      </pc:sldChg>
      <pc:sldChg chg="modSp new mod ord">
        <pc:chgData name="Berg, Dirk van den" userId="035ecb32-01d9-4b47-a105-eacf059a4647" providerId="ADAL" clId="{F7FF961E-CF96-44AC-93C2-93612F62D46D}" dt="2026-05-19T12:20:20.910" v="4953" actId="20577"/>
        <pc:sldMkLst>
          <pc:docMk/>
          <pc:sldMk cId="3289676636" sldId="362"/>
        </pc:sldMkLst>
        <pc:spChg chg="mod">
          <ac:chgData name="Berg, Dirk van den" userId="035ecb32-01d9-4b47-a105-eacf059a4647" providerId="ADAL" clId="{F7FF961E-CF96-44AC-93C2-93612F62D46D}" dt="2026-05-19T12:16:38.710" v="4906" actId="20577"/>
          <ac:spMkLst>
            <pc:docMk/>
            <pc:sldMk cId="3289676636" sldId="362"/>
            <ac:spMk id="2" creationId="{602D0D0F-AAE6-9CA0-91BA-DA4A10CE7805}"/>
          </ac:spMkLst>
        </pc:spChg>
        <pc:spChg chg="mod">
          <ac:chgData name="Berg, Dirk van den" userId="035ecb32-01d9-4b47-a105-eacf059a4647" providerId="ADAL" clId="{F7FF961E-CF96-44AC-93C2-93612F62D46D}" dt="2026-05-19T12:20:20.910" v="4953" actId="20577"/>
          <ac:spMkLst>
            <pc:docMk/>
            <pc:sldMk cId="3289676636" sldId="362"/>
            <ac:spMk id="3" creationId="{7FFB37A4-F3CE-A011-5F29-4FD462EE98CD}"/>
          </ac:spMkLst>
        </pc:spChg>
      </pc:sldChg>
      <pc:sldChg chg="new del">
        <pc:chgData name="Berg, Dirk van den" userId="035ecb32-01d9-4b47-a105-eacf059a4647" providerId="ADAL" clId="{F7FF961E-CF96-44AC-93C2-93612F62D46D}" dt="2026-05-19T11:20:10.776" v="4858" actId="47"/>
        <pc:sldMkLst>
          <pc:docMk/>
          <pc:sldMk cId="342428073" sldId="363"/>
        </pc:sldMkLst>
      </pc:sldChg>
      <pc:sldChg chg="add mod modShow">
        <pc:chgData name="Berg, Dirk van den" userId="035ecb32-01d9-4b47-a105-eacf059a4647" providerId="ADAL" clId="{F7FF961E-CF96-44AC-93C2-93612F62D46D}" dt="2026-05-19T11:06:20.715" v="4702" actId="729"/>
        <pc:sldMkLst>
          <pc:docMk/>
          <pc:sldMk cId="189537900" sldId="364"/>
        </pc:sldMkLst>
      </pc:sldChg>
      <pc:sldChg chg="modSp add mod">
        <pc:chgData name="Berg, Dirk van den" userId="035ecb32-01d9-4b47-a105-eacf059a4647" providerId="ADAL" clId="{F7FF961E-CF96-44AC-93C2-93612F62D46D}" dt="2026-05-19T11:22:20.253" v="4866" actId="20577"/>
        <pc:sldMkLst>
          <pc:docMk/>
          <pc:sldMk cId="4088629589" sldId="374"/>
        </pc:sldMkLst>
        <pc:spChg chg="mod">
          <ac:chgData name="Berg, Dirk van den" userId="035ecb32-01d9-4b47-a105-eacf059a4647" providerId="ADAL" clId="{F7FF961E-CF96-44AC-93C2-93612F62D46D}" dt="2026-05-19T11:22:20.253" v="4866" actId="20577"/>
          <ac:spMkLst>
            <pc:docMk/>
            <pc:sldMk cId="4088629589" sldId="374"/>
            <ac:spMk id="2" creationId="{E87AE796-708B-909C-F9F8-D1C4E09DB0F7}"/>
          </ac:spMkLst>
        </pc:spChg>
      </pc:sldChg>
      <pc:sldChg chg="addSp delSp modSp new mod">
        <pc:chgData name="Berg, Dirk van den" userId="035ecb32-01d9-4b47-a105-eacf059a4647" providerId="ADAL" clId="{F7FF961E-CF96-44AC-93C2-93612F62D46D}" dt="2026-05-19T11:32:03.546" v="4874" actId="1076"/>
        <pc:sldMkLst>
          <pc:docMk/>
          <pc:sldMk cId="1255590747" sldId="375"/>
        </pc:sldMkLst>
        <pc:spChg chg="del">
          <ac:chgData name="Berg, Dirk van den" userId="035ecb32-01d9-4b47-a105-eacf059a4647" providerId="ADAL" clId="{F7FF961E-CF96-44AC-93C2-93612F62D46D}" dt="2026-05-19T11:31:57.442" v="4871"/>
          <ac:spMkLst>
            <pc:docMk/>
            <pc:sldMk cId="1255590747" sldId="375"/>
            <ac:spMk id="3" creationId="{7A01C3F6-B9E5-DF78-22AB-A1BEC4CFC176}"/>
          </ac:spMkLst>
        </pc:spChg>
        <pc:picChg chg="add mod ord">
          <ac:chgData name="Berg, Dirk van den" userId="035ecb32-01d9-4b47-a105-eacf059a4647" providerId="ADAL" clId="{F7FF961E-CF96-44AC-93C2-93612F62D46D}" dt="2026-05-19T11:32:03.546" v="4874" actId="1076"/>
          <ac:picMkLst>
            <pc:docMk/>
            <pc:sldMk cId="1255590747" sldId="375"/>
            <ac:picMk id="5" creationId="{B5899FEE-AD6B-2B5F-7B07-C7776D0E8B43}"/>
          </ac:picMkLst>
        </pc:picChg>
      </pc:sldChg>
      <pc:sldChg chg="addSp delSp modSp new mod">
        <pc:chgData name="Berg, Dirk van den" userId="035ecb32-01d9-4b47-a105-eacf059a4647" providerId="ADAL" clId="{F7FF961E-CF96-44AC-93C2-93612F62D46D}" dt="2026-05-19T13:46:24.467" v="5038" actId="478"/>
        <pc:sldMkLst>
          <pc:docMk/>
          <pc:sldMk cId="2083134160" sldId="376"/>
        </pc:sldMkLst>
        <pc:spChg chg="mod">
          <ac:chgData name="Berg, Dirk van den" userId="035ecb32-01d9-4b47-a105-eacf059a4647" providerId="ADAL" clId="{F7FF961E-CF96-44AC-93C2-93612F62D46D}" dt="2026-05-19T13:45:16.875" v="5027"/>
          <ac:spMkLst>
            <pc:docMk/>
            <pc:sldMk cId="2083134160" sldId="376"/>
            <ac:spMk id="2" creationId="{6A03FB10-5B19-B931-CF06-509AC67FB2AC}"/>
          </ac:spMkLst>
        </pc:spChg>
        <pc:spChg chg="del">
          <ac:chgData name="Berg, Dirk van den" userId="035ecb32-01d9-4b47-a105-eacf059a4647" providerId="ADAL" clId="{F7FF961E-CF96-44AC-93C2-93612F62D46D}" dt="2026-05-19T13:44:54.619" v="5026"/>
          <ac:spMkLst>
            <pc:docMk/>
            <pc:sldMk cId="2083134160" sldId="376"/>
            <ac:spMk id="3" creationId="{926DB9F6-7310-3614-6D8E-FC88B0B02875}"/>
          </ac:spMkLst>
        </pc:spChg>
        <pc:picChg chg="add mod ord modCrop">
          <ac:chgData name="Berg, Dirk van den" userId="035ecb32-01d9-4b47-a105-eacf059a4647" providerId="ADAL" clId="{F7FF961E-CF96-44AC-93C2-93612F62D46D}" dt="2026-05-19T13:45:49.393" v="5033" actId="1076"/>
          <ac:picMkLst>
            <pc:docMk/>
            <pc:sldMk cId="2083134160" sldId="376"/>
            <ac:picMk id="5" creationId="{7FDF5989-EBD9-D099-5764-7FDBFB584047}"/>
          </ac:picMkLst>
        </pc:picChg>
        <pc:picChg chg="add del mod">
          <ac:chgData name="Berg, Dirk van den" userId="035ecb32-01d9-4b47-a105-eacf059a4647" providerId="ADAL" clId="{F7FF961E-CF96-44AC-93C2-93612F62D46D}" dt="2026-05-19T13:46:24.467" v="5038" actId="478"/>
          <ac:picMkLst>
            <pc:docMk/>
            <pc:sldMk cId="2083134160" sldId="376"/>
            <ac:picMk id="6" creationId="{77F37873-89F9-4F9A-7767-762F606BDACC}"/>
          </ac:picMkLst>
        </pc:picChg>
      </pc:sldChg>
      <pc:sldChg chg="modSp add mod">
        <pc:chgData name="Berg, Dirk van den" userId="035ecb32-01d9-4b47-a105-eacf059a4647" providerId="ADAL" clId="{F7FF961E-CF96-44AC-93C2-93612F62D46D}" dt="2026-05-19T13:46:45.314" v="5050" actId="1076"/>
        <pc:sldMkLst>
          <pc:docMk/>
          <pc:sldMk cId="4021469641" sldId="377"/>
        </pc:sldMkLst>
        <pc:picChg chg="mod">
          <ac:chgData name="Berg, Dirk van den" userId="035ecb32-01d9-4b47-a105-eacf059a4647" providerId="ADAL" clId="{F7FF961E-CF96-44AC-93C2-93612F62D46D}" dt="2026-05-19T13:46:45.314" v="5050" actId="1076"/>
          <ac:picMkLst>
            <pc:docMk/>
            <pc:sldMk cId="4021469641" sldId="377"/>
            <ac:picMk id="5" creationId="{CADCBB5F-BC46-E019-E20B-8760C5D9A685}"/>
          </ac:picMkLst>
        </pc:picChg>
        <pc:picChg chg="mod">
          <ac:chgData name="Berg, Dirk van den" userId="035ecb32-01d9-4b47-a105-eacf059a4647" providerId="ADAL" clId="{F7FF961E-CF96-44AC-93C2-93612F62D46D}" dt="2026-05-19T13:46:40.943" v="5048" actId="1076"/>
          <ac:picMkLst>
            <pc:docMk/>
            <pc:sldMk cId="4021469641" sldId="377"/>
            <ac:picMk id="6" creationId="{5E74C7ED-BEA3-16FF-A8D5-3353DDCC5A9A}"/>
          </ac:picMkLst>
        </pc:picChg>
      </pc:sldChg>
      <pc:sldChg chg="addSp delSp modSp new mod">
        <pc:chgData name="Berg, Dirk van den" userId="035ecb32-01d9-4b47-a105-eacf059a4647" providerId="ADAL" clId="{F7FF961E-CF96-44AC-93C2-93612F62D46D}" dt="2026-05-19T13:55:17.122" v="5134" actId="1076"/>
        <pc:sldMkLst>
          <pc:docMk/>
          <pc:sldMk cId="3858016717" sldId="378"/>
        </pc:sldMkLst>
        <pc:spChg chg="del">
          <ac:chgData name="Berg, Dirk van den" userId="035ecb32-01d9-4b47-a105-eacf059a4647" providerId="ADAL" clId="{F7FF961E-CF96-44AC-93C2-93612F62D46D}" dt="2026-05-19T13:53:15.838" v="5106" actId="478"/>
          <ac:spMkLst>
            <pc:docMk/>
            <pc:sldMk cId="3858016717" sldId="378"/>
            <ac:spMk id="2" creationId="{50A42BC4-CE13-CB7F-2345-5DDAF596CBE6}"/>
          </ac:spMkLst>
        </pc:spChg>
        <pc:spChg chg="del">
          <ac:chgData name="Berg, Dirk van den" userId="035ecb32-01d9-4b47-a105-eacf059a4647" providerId="ADAL" clId="{F7FF961E-CF96-44AC-93C2-93612F62D46D}" dt="2026-05-19T13:49:25.639" v="5055"/>
          <ac:spMkLst>
            <pc:docMk/>
            <pc:sldMk cId="3858016717" sldId="378"/>
            <ac:spMk id="3" creationId="{F4CF2A79-C19F-DE86-B8F7-E114789479E1}"/>
          </ac:spMkLst>
        </pc:spChg>
        <pc:spChg chg="add del">
          <ac:chgData name="Berg, Dirk van den" userId="035ecb32-01d9-4b47-a105-eacf059a4647" providerId="ADAL" clId="{F7FF961E-CF96-44AC-93C2-93612F62D46D}" dt="2026-05-19T13:49:17.148" v="5053" actId="478"/>
          <ac:spMkLst>
            <pc:docMk/>
            <pc:sldMk cId="3858016717" sldId="378"/>
            <ac:spMk id="5" creationId="{02145B78-9556-C55A-EA90-8717D312F856}"/>
          </ac:spMkLst>
        </pc:spChg>
        <pc:spChg chg="add mod">
          <ac:chgData name="Berg, Dirk van den" userId="035ecb32-01d9-4b47-a105-eacf059a4647" providerId="ADAL" clId="{F7FF961E-CF96-44AC-93C2-93612F62D46D}" dt="2026-05-19T13:51:32.824" v="5087" actId="1076"/>
          <ac:spMkLst>
            <pc:docMk/>
            <pc:sldMk cId="3858016717" sldId="378"/>
            <ac:spMk id="10" creationId="{B9C19E53-4184-C779-694E-39EBA5563831}"/>
          </ac:spMkLst>
        </pc:spChg>
        <pc:spChg chg="add mod">
          <ac:chgData name="Berg, Dirk van den" userId="035ecb32-01d9-4b47-a105-eacf059a4647" providerId="ADAL" clId="{F7FF961E-CF96-44AC-93C2-93612F62D46D}" dt="2026-05-19T13:51:42.266" v="5099" actId="20577"/>
          <ac:spMkLst>
            <pc:docMk/>
            <pc:sldMk cId="3858016717" sldId="378"/>
            <ac:spMk id="11" creationId="{7E9B3C0F-2DBF-0A79-FB49-2FE8F091F88F}"/>
          </ac:spMkLst>
        </pc:spChg>
        <pc:spChg chg="add mod">
          <ac:chgData name="Berg, Dirk van den" userId="035ecb32-01d9-4b47-a105-eacf059a4647" providerId="ADAL" clId="{F7FF961E-CF96-44AC-93C2-93612F62D46D}" dt="2026-05-19T13:53:56.597" v="5133" actId="1076"/>
          <ac:spMkLst>
            <pc:docMk/>
            <pc:sldMk cId="3858016717" sldId="378"/>
            <ac:spMk id="13" creationId="{E89AB0AC-36AA-29E2-5A38-E59E03A69981}"/>
          </ac:spMkLst>
        </pc:spChg>
        <pc:spChg chg="add mod">
          <ac:chgData name="Berg, Dirk van den" userId="035ecb32-01d9-4b47-a105-eacf059a4647" providerId="ADAL" clId="{F7FF961E-CF96-44AC-93C2-93612F62D46D}" dt="2026-05-19T13:53:51.776" v="5132" actId="1076"/>
          <ac:spMkLst>
            <pc:docMk/>
            <pc:sldMk cId="3858016717" sldId="378"/>
            <ac:spMk id="14" creationId="{AA590800-21EB-F6A8-4E26-80DC2F2941DB}"/>
          </ac:spMkLst>
        </pc:spChg>
        <pc:picChg chg="add mod ord modCrop">
          <ac:chgData name="Berg, Dirk van den" userId="035ecb32-01d9-4b47-a105-eacf059a4647" providerId="ADAL" clId="{F7FF961E-CF96-44AC-93C2-93612F62D46D}" dt="2026-05-19T13:55:17.122" v="5134" actId="1076"/>
          <ac:picMkLst>
            <pc:docMk/>
            <pc:sldMk cId="3858016717" sldId="378"/>
            <ac:picMk id="7" creationId="{3DD7EC4F-A674-677D-943D-3FF1E4A37797}"/>
          </ac:picMkLst>
        </pc:picChg>
        <pc:picChg chg="add mod modCrop">
          <ac:chgData name="Berg, Dirk van den" userId="035ecb32-01d9-4b47-a105-eacf059a4647" providerId="ADAL" clId="{F7FF961E-CF96-44AC-93C2-93612F62D46D}" dt="2026-05-19T13:51:20.115" v="5082" actId="732"/>
          <ac:picMkLst>
            <pc:docMk/>
            <pc:sldMk cId="3858016717" sldId="378"/>
            <ac:picMk id="9" creationId="{A5D248B8-2040-B2F1-81A9-30749CEBBC4B}"/>
          </ac:picMkLst>
        </pc:picChg>
        <pc:picChg chg="add mod ord">
          <ac:chgData name="Berg, Dirk van den" userId="035ecb32-01d9-4b47-a105-eacf059a4647" providerId="ADAL" clId="{F7FF961E-CF96-44AC-93C2-93612F62D46D}" dt="2026-05-19T13:53:38.712" v="5114" actId="1076"/>
          <ac:picMkLst>
            <pc:docMk/>
            <pc:sldMk cId="3858016717" sldId="378"/>
            <ac:picMk id="12" creationId="{2DCC8420-6ADF-3320-31E4-879CACFF4B9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E8B30E-0AEF-4C77-88E4-4BEBB095E52B}" type="datetimeFigureOut">
              <a:rPr lang="en-NL" smtClean="0"/>
              <a:t>18/05/2026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3E91BB-6CB3-4153-95BC-945981286E7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09506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C62EE-A230-40F7-A6E2-7784DE8EB742}" type="slidenum">
              <a:rPr lang="en-NL" smtClean="0"/>
              <a:t>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23694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u_q1 = Cfb * (r_sim - q1)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3E91BB-6CB3-4153-95BC-945981286E7E}" type="slidenum">
              <a:rPr lang="en-NL" smtClean="0"/>
              <a:t>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288599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C62EE-A230-40F7-A6E2-7784DE8EB742}" type="slidenum">
              <a:rPr lang="en-NL" smtClean="0"/>
              <a:t>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863928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C62EE-A230-40F7-A6E2-7784DE8EB742}" type="slidenum">
              <a:rPr lang="en-NL" smtClean="0"/>
              <a:t>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864100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Took a conservative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multisine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frequency band of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1-100 Hz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 now.</a:t>
            </a:r>
            <a:b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Generated Schroeder-phase odd-harmonic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multisine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force signals.</a:t>
            </a:r>
            <a:b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Swept multiple relative RMS force levels rho = [1%, 2%, 5%, 10%].</a:t>
            </a:r>
            <a:b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each single-mode trajectory, compared the simulated position response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 </a:t>
            </a:r>
            <a:r>
              <a:rPr lang="en-US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multisine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against the response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</a:t>
            </a:r>
            <a:r>
              <a:rPr lang="en-US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multisine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Computed the modal RMS displacement difference:</a:t>
            </a:r>
          </a:p>
          <a:p>
            <a:pPr rtl="0"/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= rms((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q_ms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q_nom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*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f_vec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')</a:t>
            </a: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Chose the lowest rho per mode for which this difference exceeded 1e-5 m, while also satisfying actuator force limits.</a:t>
            </a:r>
            <a:b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1e-5 m threshold was chosen as a practical/arbitrary detectability floor, corresponding to about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 micrometers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3E91BB-6CB3-4153-95BC-945981286E7E}" type="slidenum">
              <a:rPr lang="en-NL" smtClean="0"/>
              <a:t>17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304189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Mismatch m1 m2</a:t>
            </a:r>
          </a:p>
          <a:p>
            <a:r>
              <a:rPr lang="en-US" dirty="0"/>
              <a:t>Controller for the difference</a:t>
            </a:r>
          </a:p>
          <a:p>
            <a:r>
              <a:rPr lang="en-US" dirty="0" err="1"/>
              <a:t>Multisine</a:t>
            </a:r>
            <a:r>
              <a:rPr lang="en-US" dirty="0"/>
              <a:t> only on Y here, because for that mode we are looking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Row 1 - Position overlay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dirty="0"/>
              <a:t>The commanded trajectory position vs the actual simulated position, with and without </a:t>
            </a:r>
            <a:r>
              <a:rPr lang="en-US" dirty="0" err="1"/>
              <a:t>multisine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Row 2 - Position perturbation                                                                                </a:t>
            </a:r>
          </a:p>
          <a:p>
            <a:pPr marL="0" indent="0">
              <a:buNone/>
            </a:pPr>
            <a:r>
              <a:rPr lang="en-US" dirty="0"/>
              <a:t>The difference </a:t>
            </a:r>
            <a:r>
              <a:rPr lang="en-US" dirty="0" err="1"/>
              <a:t>q_ms</a:t>
            </a:r>
            <a:r>
              <a:rPr lang="en-US" dirty="0"/>
              <a:t> - </a:t>
            </a:r>
            <a:r>
              <a:rPr lang="en-US" dirty="0" err="1"/>
              <a:t>q_nom</a:t>
            </a:r>
            <a:r>
              <a:rPr lang="en-US" dirty="0"/>
              <a:t>. Isolates exactly what the </a:t>
            </a:r>
            <a:r>
              <a:rPr lang="en-US" dirty="0" err="1"/>
              <a:t>multisine</a:t>
            </a:r>
            <a:r>
              <a:rPr lang="en-US" dirty="0"/>
              <a:t> adds to the position. For inactive channels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Row 3 – Additional Force</a:t>
            </a:r>
          </a:p>
          <a:p>
            <a:pPr marL="0" indent="0">
              <a:buNone/>
            </a:pPr>
            <a:r>
              <a:rPr lang="en-US" dirty="0"/>
              <a:t>Input force to the plant</a:t>
            </a:r>
          </a:p>
          <a:p>
            <a:pPr marL="0" indent="0">
              <a:buNone/>
            </a:pPr>
            <a:r>
              <a:rPr lang="en-US" dirty="0"/>
              <a:t>Row 4 - Force spectrum</a:t>
            </a:r>
          </a:p>
          <a:p>
            <a:pPr marL="0" indent="0">
              <a:buNone/>
            </a:pPr>
            <a:r>
              <a:rPr lang="en-US" dirty="0"/>
              <a:t>The frequency content of the actuator force in the active modal channel, before and after </a:t>
            </a:r>
            <a:r>
              <a:rPr lang="en-US" dirty="0" err="1"/>
              <a:t>multisine</a:t>
            </a:r>
            <a:r>
              <a:rPr lang="en-US" dirty="0"/>
              <a:t> injection.</a:t>
            </a:r>
            <a:endParaRPr lang="en-NL" dirty="0"/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3E91BB-6CB3-4153-95BC-945981286E7E}" type="slidenum">
              <a:rPr lang="en-NL" smtClean="0"/>
              <a:t>19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091309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Took conservative range for now 1-100 </a:t>
            </a:r>
            <a:r>
              <a:rPr lang="en-US" dirty="0" err="1"/>
              <a:t>hz</a:t>
            </a:r>
            <a:r>
              <a:rPr lang="en-US" dirty="0"/>
              <a:t> 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3E91BB-6CB3-4153-95BC-945981286E7E}" type="slidenum">
              <a:rPr lang="en-NL" smtClean="0"/>
              <a:t>20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91632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A9B0A-21A9-11D8-6AC0-0853C7FE8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18FFD-A4E2-0D4E-7BCD-58E1748D8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B645C-4A53-6DC7-25C3-9688B717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314D-8566-407C-8138-35BC3B95AB82}" type="datetimeFigureOut">
              <a:rPr lang="en-NL" smtClean="0"/>
              <a:t>18/05/2026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82621-D3E9-86E1-A821-537728272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1C98C-0F73-A8F2-02F4-2AB4973CD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1871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0BA0-583D-0185-EE69-28099DAEC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8891D-C30A-9834-578C-76F335D9C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86B7C-AB90-7DAA-F0EA-C7122F77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18/05/2026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BD878-B8D5-9BF6-B119-CB8E2FBA6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A9D23-71DC-CC7B-17C0-5E08C967D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380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55E79-0500-A1A2-6D30-0F0DFDD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6914D-49A9-E97D-2C4E-18FAAF726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DA4EA-60CD-56E7-0DAD-21A6159BC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18/05/2026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721A8-BB79-306A-08AB-EFFF7B85E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46C38-EEEE-5592-0604-AA374F8C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9230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5D4E-F716-266C-EB44-F320FF044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A0776-C324-EFAB-A946-10C85364B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9D3D4-7D3D-D1F4-CD2A-A518E5469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93131-FB94-2B88-8093-B6F21E860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18/05/2026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21B79-6DB2-349F-C356-71774F673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CBD36-D0DC-8F43-ACFD-1E9E357E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7830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3BC18-D101-9213-B897-8851FE7C3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E5057-8AB1-D931-F79F-0D54E845E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2EF1A-2434-D230-33B4-D17316B77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0C9925-AAE9-B6AC-9461-0917219EA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4E5211-4325-D275-EE19-9984E66A82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7FEE0D-2772-4FE7-99AD-4C1D3AC62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18/05/2026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3169B9-CD5B-369C-DBC2-925297EB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0BA7D5-A78A-09BB-A363-994BD9A0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6980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777B-F5E7-C08C-590D-ACFBE4C45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CC399-4A6B-4593-9E74-B6F8CA3D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18/05/2026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E88BE-564F-9BC9-D256-883FCC299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7D54D-0C50-C773-E94C-9E2D30D93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45265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994506-3D43-84EA-E881-39D63307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18/05/2026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C55CA-8DBE-9019-86DA-AEBED897E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9772A-9555-52DB-D4E9-75AF3C15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7422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D3A6E-DBBE-812E-85F2-A38B5249B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2DEC-7E11-7FE1-3C8F-AB40257CC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7515C-82D6-C8CD-79FD-0E6A1C9B1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8F352-32B7-00FA-4DA5-12E23612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18/05/2026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8EF5-AAF6-9556-0DA1-762E1477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A06DC-6CC1-26FA-41F2-FA573F7A3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7678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5C77B-CBEF-A395-D0FA-1C65A9CE2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17272-008C-028F-3164-75FD0D3FA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CEFC27-BE0A-B312-4CAE-0D22A173E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41F1B-BF0C-E7EE-C200-6ACDD52E8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18/05/2026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DBEA7-5C08-D5DF-326D-402497EEC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AB07C-EC9D-1E6E-88BF-08CF4DC2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13419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C2113-B4D5-3AA6-7F42-D0DF7E55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AC1B1-B636-EC3C-8268-7CF0D78B6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08ECA-F03E-2322-8AB9-FF1B3570A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18/05/2026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60E39-73E9-DBC5-E7A0-57B50946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BA569-67AF-6D26-BB44-6C9DA6C33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15785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80FA20-7E26-5811-0F8E-E937CD7F6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0AB59-9859-7F7C-9F9C-9BFEA1EF0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83E10-4C21-18B0-80CE-477CC9350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18/05/2026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B85F3-CF9A-29D5-DEA3-31B619337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22B00-4173-AFD9-EDBF-57D15872F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18455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4814AA-CC4F-26EF-0940-42AD31BA4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EE76C-C9DD-829C-0E04-FD727D936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92AA8-31FA-1538-0020-A6770000A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07CE9-C8DF-41DF-BDBB-830B84D62F5B}" type="datetimeFigureOut">
              <a:rPr lang="en-NL" smtClean="0"/>
              <a:t>18/05/2026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36D0-EF18-388D-6CDB-4886CBEB0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0218A-4CD5-B355-2F90-F63E2428D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08427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58346-11EF-AF16-3F7E-D4AE642D6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Week 16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EF679-3C39-E36C-B710-9B50CBAE4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Last week summary</a:t>
            </a:r>
          </a:p>
          <a:p>
            <a:r>
              <a:rPr lang="en-US" dirty="0"/>
              <a:t>Parameter recovery</a:t>
            </a:r>
          </a:p>
          <a:p>
            <a:r>
              <a:rPr lang="en-US" dirty="0" err="1"/>
              <a:t>Multisine</a:t>
            </a:r>
            <a:r>
              <a:rPr lang="en-US" dirty="0"/>
              <a:t> design</a:t>
            </a:r>
          </a:p>
          <a:p>
            <a:r>
              <a:rPr lang="en-US" dirty="0"/>
              <a:t>Outline </a:t>
            </a:r>
            <a:r>
              <a:rPr lang="en-US" dirty="0" err="1"/>
              <a:t>ToDo</a:t>
            </a:r>
            <a:r>
              <a:rPr lang="en-US" dirty="0"/>
              <a:t> next week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7959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9700D-FF42-415C-9519-CE16CBBB5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 summary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6F991-22E1-98ED-FDA2-6483679AE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5400" cy="4351338"/>
          </a:xfrm>
        </p:spPr>
        <p:txBody>
          <a:bodyPr/>
          <a:lstStyle/>
          <a:p>
            <a:r>
              <a:rPr lang="en-US" dirty="0"/>
              <a:t>Periodic Schroeder </a:t>
            </a:r>
            <a:r>
              <a:rPr lang="en-US" dirty="0" err="1"/>
              <a:t>multisine</a:t>
            </a:r>
            <a:endParaRPr lang="en-US" dirty="0"/>
          </a:p>
          <a:p>
            <a:pPr lvl="1"/>
            <a:r>
              <a:rPr lang="en-US" dirty="0"/>
              <a:t>Added 40% of max hardware limit </a:t>
            </a:r>
            <a:r>
              <a:rPr lang="en-US" dirty="0">
                <a:sym typeface="Wingdings" panose="05000000000000000000" pitchFamily="2" charset="2"/>
              </a:rPr>
              <a:t> needed to reduce this</a:t>
            </a:r>
          </a:p>
          <a:p>
            <a:r>
              <a:rPr lang="en-US" dirty="0">
                <a:sym typeface="Wingdings" panose="05000000000000000000" pitchFamily="2" charset="2"/>
              </a:rPr>
              <a:t>Parameter recovery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4 parameters where not currently identifiable</a:t>
            </a:r>
          </a:p>
          <a:p>
            <a:endParaRPr lang="en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0A8B71-25CF-B070-B86F-671F5C503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9813" y="365125"/>
            <a:ext cx="6072187" cy="64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226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FBAAB-E079-0BAA-CC32-E81A3784A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Trajectories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8DD60-574F-F7CA-E03B-756CD6172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different modes concept is taken from </a:t>
            </a:r>
            <a:r>
              <a:rPr lang="en-US" dirty="0" err="1"/>
              <a:t>Garciá</a:t>
            </a:r>
            <a:r>
              <a:rPr lang="en-US" dirty="0"/>
              <a:t>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2B4667B-0446-43F8-6F56-0C4759AF5093}"/>
              </a:ext>
            </a:extLst>
          </p:cNvPr>
          <p:cNvGrpSpPr/>
          <p:nvPr/>
        </p:nvGrpSpPr>
        <p:grpSpPr>
          <a:xfrm>
            <a:off x="661220" y="2562685"/>
            <a:ext cx="10515600" cy="3081030"/>
            <a:chOff x="912058" y="3749317"/>
            <a:chExt cx="9345329" cy="256258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C4FBB8D-2414-5359-435A-5D673FA2E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2058" y="3749317"/>
              <a:ext cx="9345329" cy="25625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B169A72-2D44-C45F-45F9-0DC5202A6571}"/>
                </a:ext>
              </a:extLst>
            </p:cNvPr>
            <p:cNvSpPr/>
            <p:nvPr/>
          </p:nvSpPr>
          <p:spPr>
            <a:xfrm>
              <a:off x="9419303" y="4532671"/>
              <a:ext cx="717755" cy="5506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</p:spTree>
    <p:extLst>
      <p:ext uri="{BB962C8B-B14F-4D97-AF65-F5344CB8AC3E}">
        <p14:creationId xmlns:p14="http://schemas.microsoft.com/office/powerpoint/2010/main" val="1909324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13DE7-36B3-2746-CD0C-1321C04A0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Trajectories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D1321-325E-2BAA-B65A-1FCDDE223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79292"/>
            <a:ext cx="10515600" cy="4351338"/>
          </a:xfrm>
        </p:spPr>
        <p:txBody>
          <a:bodyPr/>
          <a:lstStyle/>
          <a:p>
            <a:r>
              <a:rPr lang="en-US" dirty="0"/>
              <a:t>Note: T8, X moves in the same direction, but also creates an offset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CEF05D-9A18-9013-E8A6-2A98C95A5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742" y="1358606"/>
            <a:ext cx="10324904" cy="482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89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DED2C-2938-A87B-110C-13AC71232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899FEE-AD6B-2B5F-7B07-C7776D0E8B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01" y="836873"/>
            <a:ext cx="10159024" cy="4925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590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253A6-3373-D69D-46F9-AFDE8CC1E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Trajectories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A4FD3-45C8-8B94-79EA-D10280151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85CBE4-584F-45CC-EC8D-86204088A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991" y="2521014"/>
            <a:ext cx="12212991" cy="234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993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47CA5-9AD8-63A1-1470-CB609BFE9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B5B70-4BE5-4C25-129D-CF0EC61A7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Trajectory – parameter recovery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77DF2-77ED-67BF-7152-DF428570A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 of 1500 epochs, best validation RMSE for epoch 660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BEC092-6955-6AF2-9F17-F479A94713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0975"/>
          <a:stretch>
            <a:fillRect/>
          </a:stretch>
        </p:blipFill>
        <p:spPr>
          <a:xfrm>
            <a:off x="-149907" y="2268632"/>
            <a:ext cx="6245907" cy="41075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DDC847-05BF-180B-8EA3-63A12614BA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793"/>
          <a:stretch>
            <a:fillRect/>
          </a:stretch>
        </p:blipFill>
        <p:spPr>
          <a:xfrm>
            <a:off x="6096000" y="2268632"/>
            <a:ext cx="7530859" cy="3457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912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CEB38-FDC3-F9A5-6DCC-3E92E7A85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6B3C4-FE36-2C7E-4611-D97A1722C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91100" cy="1460500"/>
          </a:xfrm>
        </p:spPr>
        <p:txBody>
          <a:bodyPr/>
          <a:lstStyle/>
          <a:p>
            <a:r>
              <a:rPr lang="en-US" dirty="0"/>
              <a:t>Trajectory – parameter recovery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E1A0F-7FA2-3DFC-2E78-F12EED1E3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Mainly </a:t>
            </a:r>
            <a:r>
              <a:rPr lang="en-US" dirty="0" err="1"/>
              <a:t>J_sum</a:t>
            </a:r>
            <a:endParaRPr lang="en-US" dirty="0"/>
          </a:p>
          <a:p>
            <a:r>
              <a:rPr lang="en-US" dirty="0"/>
              <a:t>m1, m2 and mb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85F870-A731-34AC-8075-18BCB96A5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2983" y="-22245"/>
            <a:ext cx="6519017" cy="690248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9CA47FC-30E0-1A4F-4450-B5A326EE11CD}"/>
              </a:ext>
            </a:extLst>
          </p:cNvPr>
          <p:cNvSpPr/>
          <p:nvPr/>
        </p:nvSpPr>
        <p:spPr>
          <a:xfrm>
            <a:off x="5829301" y="2980945"/>
            <a:ext cx="5701283" cy="105156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9011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6A7B1-22AF-6E89-5214-8ED2B4FC9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Trajectory – parameter recovery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CBF15-4016-67CC-09A4-E63444C17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sum the matrix indexes they match the true parameters exactly</a:t>
            </a:r>
          </a:p>
          <a:p>
            <a:r>
              <a:rPr lang="en-US" dirty="0"/>
              <a:t>But current problem: the individual parameters cannot be identified</a:t>
            </a:r>
          </a:p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21D2AB-8186-BE52-F147-104511504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74" y="-2047743"/>
            <a:ext cx="11975251" cy="15914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FD876D-631D-95B8-8DD5-03A63C10F7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822099"/>
            <a:ext cx="6220693" cy="828791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7CBFDCA0-FA6B-2D93-2A89-97518BACA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851"/>
            <a:ext cx="65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NL" altLang="en-NL" sz="900" b="0" i="0" u="none" strike="noStrike" cap="none" normalizeH="0" baseline="0" dirty="0">
                <a:ln>
                  <a:noFill/>
                </a:ln>
                <a:solidFill>
                  <a:srgbClr val="BBBEBF"/>
                </a:solidFill>
                <a:effectLst/>
                <a:latin typeface="Segoe WPC"/>
              </a:rPr>
            </a:b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18BC6F-41B8-F07A-2D45-C75B497C141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" b="55949"/>
          <a:stretch>
            <a:fillRect/>
          </a:stretch>
        </p:blipFill>
        <p:spPr>
          <a:xfrm>
            <a:off x="120429" y="3468397"/>
            <a:ext cx="10085832" cy="235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960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9B79C-8F6D-7DCA-8556-D1A4BB3E1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5C2F7-AF52-2E55-6D9D-4CE98BD69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4FFCFA-9FEC-542B-3A32-47AFB8DA9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525685"/>
            <a:ext cx="10085832" cy="5343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537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63CEF-F436-65D8-4A19-E3E541100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 additional table for each matrix index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022E4-4B77-AB27-C026-A678BFD71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CD538C-E708-D705-0761-88303FB12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018" y="1933603"/>
            <a:ext cx="9307622" cy="413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00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7DCCB-F905-186D-D38E-99901A58A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BEF0F-56BE-6543-298E-72905462F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511FDD-4E21-C14D-9C40-A1D20CFE5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24354" cy="66080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7A48C1-FF8E-C676-5DB3-ABF49522C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4354" y="1284789"/>
            <a:ext cx="7108275" cy="321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993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0CC21-CDDB-6E94-EC97-63C521F8F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38B38-45B3-4620-B2B5-6AE3BFBFE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Currently still only reconstruction </a:t>
            </a:r>
          </a:p>
          <a:p>
            <a:pPr lvl="1"/>
            <a:r>
              <a:rPr lang="en-US" dirty="0"/>
              <a:t>Parameters it sees sums and split loss for those</a:t>
            </a:r>
          </a:p>
          <a:p>
            <a:pPr lvl="2"/>
            <a:r>
              <a:rPr lang="en-US" dirty="0"/>
              <a:t>Take older slide</a:t>
            </a:r>
          </a:p>
          <a:p>
            <a:r>
              <a:rPr lang="en-US" dirty="0"/>
              <a:t>Current model is able to identify properly but see problem left should I show the parameters as sums also??</a:t>
            </a:r>
          </a:p>
          <a:p>
            <a:r>
              <a:rPr lang="en-US" dirty="0" err="1"/>
              <a:t>m_total</a:t>
            </a:r>
            <a:r>
              <a:rPr lang="en-US" dirty="0"/>
              <a:t>, </a:t>
            </a:r>
            <a:r>
              <a:rPr lang="en-US" dirty="0" err="1"/>
              <a:t>m_diff</a:t>
            </a:r>
            <a:r>
              <a:rPr lang="en-US" dirty="0"/>
              <a:t>, </a:t>
            </a:r>
            <a:r>
              <a:rPr lang="en-US" dirty="0" err="1"/>
              <a:t>J_eff</a:t>
            </a:r>
            <a:endParaRPr lang="en-US" dirty="0"/>
          </a:p>
          <a:p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AF7D8F-DC05-55F7-B852-380C73D56461}"/>
              </a:ext>
            </a:extLst>
          </p:cNvPr>
          <p:cNvSpPr txBox="1"/>
          <p:nvPr/>
        </p:nvSpPr>
        <p:spPr>
          <a:xfrm>
            <a:off x="13747239" y="0"/>
            <a:ext cx="6096000" cy="12834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Yes — that's the real question and it's worth being precise.                     </a:t>
            </a:r>
          </a:p>
          <a:p>
            <a:r>
              <a:rPr lang="en-NL" dirty="0"/>
              <a:t>                                                                                   </a:t>
            </a:r>
          </a:p>
          <a:p>
            <a:r>
              <a:rPr lang="en-NL" dirty="0"/>
              <a:t>  Currently all 14 parameters are trainable, and gradients flow through all of them</a:t>
            </a:r>
          </a:p>
          <a:p>
            <a:r>
              <a:rPr lang="en-NL" dirty="0"/>
              <a:t>   into the matrix entries. The </a:t>
            </a:r>
            <a:r>
              <a:rPr lang="en-NL" dirty="0" err="1"/>
              <a:t>split_loss</a:t>
            </a:r>
            <a:r>
              <a:rPr lang="en-NL" dirty="0"/>
              <a:t> for </a:t>
            </a:r>
            <a:r>
              <a:rPr lang="en-NL" dirty="0" err="1"/>
              <a:t>Jb</a:t>
            </a:r>
            <a:r>
              <a:rPr lang="en-NL" dirty="0"/>
              <a:t>/</a:t>
            </a:r>
            <a:r>
              <a:rPr lang="en-NL" dirty="0" err="1"/>
              <a:t>Jh</a:t>
            </a:r>
            <a:r>
              <a:rPr lang="en-NL" dirty="0"/>
              <a:t> provides a weak restoring</a:t>
            </a:r>
          </a:p>
          <a:p>
            <a:r>
              <a:rPr lang="en-NL" dirty="0"/>
              <a:t>  force along n3, but both </a:t>
            </a:r>
            <a:r>
              <a:rPr lang="en-NL" dirty="0" err="1"/>
              <a:t>Jb</a:t>
            </a:r>
            <a:r>
              <a:rPr lang="en-NL" dirty="0"/>
              <a:t> and </a:t>
            </a:r>
            <a:r>
              <a:rPr lang="en-NL" dirty="0" err="1"/>
              <a:t>Jh</a:t>
            </a:r>
            <a:r>
              <a:rPr lang="en-NL" dirty="0"/>
              <a:t> still participate in the gradient through     </a:t>
            </a:r>
          </a:p>
          <a:p>
            <a:r>
              <a:rPr lang="en-NL" dirty="0"/>
              <a:t>  M0[1,1] via </a:t>
            </a:r>
            <a:r>
              <a:rPr lang="en-NL" dirty="0" err="1"/>
              <a:t>J_sum</a:t>
            </a:r>
            <a:r>
              <a:rPr lang="en-NL" dirty="0"/>
              <a:t> = </a:t>
            </a:r>
            <a:r>
              <a:rPr lang="en-NL" dirty="0" err="1"/>
              <a:t>Jb+Jh</a:t>
            </a:r>
            <a:r>
              <a:rPr lang="en-NL" dirty="0"/>
              <a:t>.                                </a:t>
            </a:r>
          </a:p>
          <a:p>
            <a:r>
              <a:rPr lang="en-NL" dirty="0"/>
              <a:t>                                                                                  </a:t>
            </a:r>
          </a:p>
          <a:p>
            <a:r>
              <a:rPr lang="en-NL" dirty="0"/>
              <a:t>  What the reparameterization suggestion actually means for training is: instead of</a:t>
            </a:r>
          </a:p>
          <a:p>
            <a:r>
              <a:rPr lang="en-NL" dirty="0"/>
              <a:t>   training {m1, m2, mb, </a:t>
            </a:r>
            <a:r>
              <a:rPr lang="en-NL" dirty="0" err="1"/>
              <a:t>Jb</a:t>
            </a:r>
            <a:r>
              <a:rPr lang="en-NL" dirty="0"/>
              <a:t>, </a:t>
            </a:r>
            <a:r>
              <a:rPr lang="en-NL" dirty="0" err="1"/>
              <a:t>Jh</a:t>
            </a:r>
            <a:r>
              <a:rPr lang="en-NL" dirty="0"/>
              <a:t>} and building M0 entries from them, you directly</a:t>
            </a:r>
          </a:p>
          <a:p>
            <a:r>
              <a:rPr lang="en-NL" dirty="0"/>
              <a:t>  train {</a:t>
            </a:r>
            <a:r>
              <a:rPr lang="en-NL" dirty="0" err="1"/>
              <a:t>m_total</a:t>
            </a:r>
            <a:r>
              <a:rPr lang="en-NL" dirty="0"/>
              <a:t>, </a:t>
            </a:r>
            <a:r>
              <a:rPr lang="en-NL" dirty="0" err="1"/>
              <a:t>m_diff</a:t>
            </a:r>
            <a:r>
              <a:rPr lang="en-NL" dirty="0"/>
              <a:t>, </a:t>
            </a:r>
            <a:r>
              <a:rPr lang="en-NL" dirty="0" err="1"/>
              <a:t>J_eff</a:t>
            </a:r>
            <a:r>
              <a:rPr lang="en-NL" dirty="0"/>
              <a:t>} and write M0 entries as:</a:t>
            </a:r>
          </a:p>
          <a:p>
            <a:endParaRPr lang="en-NL" dirty="0"/>
          </a:p>
          <a:p>
            <a:r>
              <a:rPr lang="en-NL" dirty="0"/>
              <a:t>  M0[0,0] = </a:t>
            </a:r>
            <a:r>
              <a:rPr lang="en-NL" dirty="0" err="1"/>
              <a:t>m_total</a:t>
            </a:r>
            <a:r>
              <a:rPr lang="en-NL" dirty="0"/>
              <a:t> + </a:t>
            </a:r>
            <a:r>
              <a:rPr lang="en-NL" dirty="0" err="1"/>
              <a:t>mh</a:t>
            </a:r>
            <a:endParaRPr lang="en-NL" dirty="0"/>
          </a:p>
          <a:p>
            <a:r>
              <a:rPr lang="en-NL" dirty="0"/>
              <a:t>  M0[0,1] = </a:t>
            </a:r>
            <a:r>
              <a:rPr lang="en-NL" dirty="0" err="1"/>
              <a:t>m_diff</a:t>
            </a:r>
            <a:r>
              <a:rPr lang="en-NL" dirty="0"/>
              <a:t> · Lb/2</a:t>
            </a:r>
          </a:p>
          <a:p>
            <a:r>
              <a:rPr lang="en-NL" dirty="0"/>
              <a:t>  M0[1,1] = </a:t>
            </a:r>
            <a:r>
              <a:rPr lang="en-NL" dirty="0" err="1"/>
              <a:t>J_eff</a:t>
            </a:r>
            <a:r>
              <a:rPr lang="en-NL" dirty="0"/>
              <a:t> + mh·d²</a:t>
            </a:r>
          </a:p>
          <a:p>
            <a:endParaRPr lang="en-NL" dirty="0"/>
          </a:p>
          <a:p>
            <a:r>
              <a:rPr lang="en-NL" dirty="0"/>
              <a:t>  The gradient then flows into </a:t>
            </a:r>
            <a:r>
              <a:rPr lang="en-NL" dirty="0" err="1"/>
              <a:t>m_total</a:t>
            </a:r>
            <a:r>
              <a:rPr lang="en-NL" dirty="0"/>
              <a:t>, </a:t>
            </a:r>
            <a:r>
              <a:rPr lang="en-NL" dirty="0" err="1"/>
              <a:t>m_diff</a:t>
            </a:r>
            <a:r>
              <a:rPr lang="en-NL" dirty="0"/>
              <a:t>, </a:t>
            </a:r>
            <a:r>
              <a:rPr lang="en-NL" dirty="0" err="1"/>
              <a:t>J_eff</a:t>
            </a:r>
            <a:r>
              <a:rPr lang="en-NL" dirty="0"/>
              <a:t> directly — no flat</a:t>
            </a:r>
          </a:p>
          <a:p>
            <a:r>
              <a:rPr lang="en-NL" dirty="0"/>
              <a:t>  directions, no </a:t>
            </a:r>
            <a:r>
              <a:rPr lang="en-NL" dirty="0" err="1"/>
              <a:t>split_loss</a:t>
            </a:r>
            <a:r>
              <a:rPr lang="en-NL" dirty="0"/>
              <a:t> needed for these.</a:t>
            </a:r>
          </a:p>
          <a:p>
            <a:endParaRPr lang="en-NL" dirty="0"/>
          </a:p>
          <a:p>
            <a:r>
              <a:rPr lang="en-NL" dirty="0"/>
              <a:t>  The alternative — which is what you're implicitly asking — is: keep training all</a:t>
            </a:r>
          </a:p>
          <a:p>
            <a:r>
              <a:rPr lang="en-NL" dirty="0"/>
              <a:t>  14 (or the current structure with sums), and accept that what the gradient</a:t>
            </a:r>
          </a:p>
          <a:p>
            <a:r>
              <a:rPr lang="en-NL" dirty="0"/>
              <a:t>  actually updates is the identifiable combinations, with the individual splits</a:t>
            </a:r>
          </a:p>
          <a:p>
            <a:r>
              <a:rPr lang="en-NL" dirty="0"/>
              <a:t>  being pinned by </a:t>
            </a:r>
            <a:r>
              <a:rPr lang="en-NL" dirty="0" err="1"/>
              <a:t>split_loss</a:t>
            </a:r>
            <a:r>
              <a:rPr lang="en-NL" dirty="0"/>
              <a:t>.</a:t>
            </a:r>
          </a:p>
          <a:p>
            <a:endParaRPr lang="en-NL" dirty="0"/>
          </a:p>
          <a:p>
            <a:r>
              <a:rPr lang="en-NL" dirty="0"/>
              <a:t>  Both are valid. The difference is:</a:t>
            </a:r>
          </a:p>
          <a:p>
            <a:r>
              <a:rPr lang="en-NL" dirty="0"/>
              <a:t>  - </a:t>
            </a:r>
            <a:r>
              <a:rPr lang="en-NL" dirty="0" err="1"/>
              <a:t>Reparameterize</a:t>
            </a:r>
            <a:r>
              <a:rPr lang="en-NL" dirty="0"/>
              <a:t>: cleaner, no redundant parameters, no need for </a:t>
            </a:r>
            <a:r>
              <a:rPr lang="en-NL" dirty="0" err="1"/>
              <a:t>split_loss</a:t>
            </a:r>
            <a:r>
              <a:rPr lang="en-NL" dirty="0"/>
              <a:t> on</a:t>
            </a:r>
          </a:p>
          <a:p>
            <a:r>
              <a:rPr lang="en-NL" dirty="0"/>
              <a:t>  these</a:t>
            </a:r>
          </a:p>
          <a:p>
            <a:r>
              <a:rPr lang="en-NL" dirty="0"/>
              <a:t>  - Keep current structure: more parameters than the data can determine, but</a:t>
            </a:r>
          </a:p>
          <a:p>
            <a:r>
              <a:rPr lang="en-NL" dirty="0"/>
              <a:t>  </a:t>
            </a:r>
            <a:r>
              <a:rPr lang="en-NL" dirty="0" err="1"/>
              <a:t>split_loss</a:t>
            </a:r>
            <a:r>
              <a:rPr lang="en-NL" dirty="0"/>
              <a:t> compensates for n1-n3, and you'd need to add something for n4</a:t>
            </a:r>
          </a:p>
          <a:p>
            <a:endParaRPr lang="en-NL" dirty="0"/>
          </a:p>
          <a:p>
            <a:r>
              <a:rPr lang="en-NL" dirty="0"/>
              <a:t>  Given that n4 is currently unhandled and causing the mb/</a:t>
            </a:r>
            <a:r>
              <a:rPr lang="en-NL" dirty="0" err="1"/>
              <a:t>J_sum</a:t>
            </a:r>
            <a:r>
              <a:rPr lang="en-NL" dirty="0"/>
              <a:t> drift you observed,</a:t>
            </a:r>
          </a:p>
          <a:p>
            <a:r>
              <a:rPr lang="en-NL" dirty="0"/>
              <a:t>   the reparameterization is the cleaner fix. The </a:t>
            </a:r>
            <a:r>
              <a:rPr lang="en-NL" dirty="0" err="1"/>
              <a:t>split_loss</a:t>
            </a:r>
            <a:r>
              <a:rPr lang="en-NL" dirty="0"/>
              <a:t> for kb and </a:t>
            </a:r>
            <a:r>
              <a:rPr lang="en-NL" dirty="0" err="1"/>
              <a:t>cb</a:t>
            </a:r>
            <a:r>
              <a:rPr lang="en-NL" dirty="0"/>
              <a:t> can stay</a:t>
            </a:r>
          </a:p>
          <a:p>
            <a:r>
              <a:rPr lang="en-NL" dirty="0"/>
              <a:t>   as-is since those have physical motivation.</a:t>
            </a:r>
          </a:p>
        </p:txBody>
      </p:sp>
    </p:spTree>
    <p:extLst>
      <p:ext uri="{BB962C8B-B14F-4D97-AF65-F5344CB8AC3E}">
        <p14:creationId xmlns:p14="http://schemas.microsoft.com/office/powerpoint/2010/main" val="3011701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335CB4-DA41-6429-D9AE-E435CBFD34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15"/>
          <a:stretch>
            <a:fillRect/>
          </a:stretch>
        </p:blipFill>
        <p:spPr>
          <a:xfrm>
            <a:off x="1512717" y="620973"/>
            <a:ext cx="8621883" cy="58719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E00DC6-B7EE-3CCD-BDEB-3D129D0DE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375" y="-41809"/>
            <a:ext cx="10515600" cy="1325563"/>
          </a:xfrm>
        </p:spPr>
        <p:txBody>
          <a:bodyPr/>
          <a:lstStyle/>
          <a:p>
            <a:r>
              <a:rPr lang="en-US" dirty="0"/>
              <a:t>T1 – Y sweep conservative (training set)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512189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DCC8420-6ADF-3320-31E4-879CACFF4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21" y="66283"/>
            <a:ext cx="11616717" cy="2232171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DD7EC4F-A674-677D-943D-3FF1E4A377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97"/>
          <a:stretch>
            <a:fillRect/>
          </a:stretch>
        </p:blipFill>
        <p:spPr>
          <a:xfrm>
            <a:off x="16184" y="2241797"/>
            <a:ext cx="6152333" cy="41390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D248B8-2040-B2F1-81A9-30749CEBBC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89"/>
          <a:stretch>
            <a:fillRect/>
          </a:stretch>
        </p:blipFill>
        <p:spPr>
          <a:xfrm>
            <a:off x="6007880" y="2241797"/>
            <a:ext cx="6184120" cy="42120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9C19E53-4184-C779-694E-39EBA5563831}"/>
              </a:ext>
            </a:extLst>
          </p:cNvPr>
          <p:cNvSpPr txBox="1"/>
          <p:nvPr/>
        </p:nvSpPr>
        <p:spPr>
          <a:xfrm>
            <a:off x="2275315" y="1984143"/>
            <a:ext cx="656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Test</a:t>
            </a:r>
            <a:r>
              <a:rPr lang="en-US" dirty="0"/>
              <a:t> </a:t>
            </a:r>
            <a:endParaRPr lang="en-N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B3C0F-2DBF-0A79-FB49-2FE8F091F88F}"/>
              </a:ext>
            </a:extLst>
          </p:cNvPr>
          <p:cNvSpPr txBox="1"/>
          <p:nvPr/>
        </p:nvSpPr>
        <p:spPr>
          <a:xfrm>
            <a:off x="8581089" y="1984143"/>
            <a:ext cx="1289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Validation</a:t>
            </a:r>
            <a:r>
              <a:rPr lang="en-US" dirty="0"/>
              <a:t> </a:t>
            </a:r>
            <a:endParaRPr lang="en-NL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9AB0AC-36AA-29E2-5A38-E59E03A69981}"/>
              </a:ext>
            </a:extLst>
          </p:cNvPr>
          <p:cNvSpPr txBox="1"/>
          <p:nvPr/>
        </p:nvSpPr>
        <p:spPr>
          <a:xfrm>
            <a:off x="1188768" y="1411694"/>
            <a:ext cx="781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- Test</a:t>
            </a:r>
            <a:r>
              <a:rPr lang="en-US" dirty="0"/>
              <a:t> </a:t>
            </a:r>
            <a:endParaRPr lang="en-NL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590800-21EB-F6A8-4E26-80DC2F2941DB}"/>
              </a:ext>
            </a:extLst>
          </p:cNvPr>
          <p:cNvSpPr txBox="1"/>
          <p:nvPr/>
        </p:nvSpPr>
        <p:spPr>
          <a:xfrm>
            <a:off x="1188768" y="969374"/>
            <a:ext cx="1414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- Validation</a:t>
            </a:r>
            <a:r>
              <a:rPr lang="en-US" dirty="0"/>
              <a:t> 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858016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D0D0F-AAE6-9CA0-91BA-DA4A10CE7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Trajectories + </a:t>
            </a:r>
            <a:r>
              <a:rPr lang="en-US" dirty="0" err="1"/>
              <a:t>multisine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B37A4-F3CE-A011-5F29-4FD462EE9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still apply </a:t>
            </a:r>
            <a:r>
              <a:rPr lang="en-US" dirty="0" err="1"/>
              <a:t>multisine</a:t>
            </a:r>
            <a:r>
              <a:rPr lang="en-US" dirty="0"/>
              <a:t>?</a:t>
            </a:r>
          </a:p>
          <a:p>
            <a:r>
              <a:rPr lang="en-US" dirty="0"/>
              <a:t>Why </a:t>
            </a:r>
            <a:r>
              <a:rPr lang="en-US" dirty="0" err="1"/>
              <a:t>multisine</a:t>
            </a:r>
            <a:r>
              <a:rPr lang="en-US" dirty="0"/>
              <a:t> on top of trajectories?</a:t>
            </a:r>
          </a:p>
          <a:p>
            <a:pPr lvl="1"/>
            <a:r>
              <a:rPr lang="en-US" b="1" dirty="0"/>
              <a:t>Trajectory:</a:t>
            </a:r>
            <a:r>
              <a:rPr lang="en-US" dirty="0"/>
              <a:t> covers the relevant operating range and LPV scheduling conditions</a:t>
            </a:r>
          </a:p>
          <a:p>
            <a:pPr lvl="1"/>
            <a:r>
              <a:rPr lang="en-US" b="1" dirty="0" err="1"/>
              <a:t>Multisine</a:t>
            </a:r>
            <a:r>
              <a:rPr lang="en-US" b="1" dirty="0"/>
              <a:t>:</a:t>
            </a:r>
            <a:r>
              <a:rPr lang="en-US" dirty="0"/>
              <a:t> adds broadband excitation to reveal unmodeled residual dynamics</a:t>
            </a:r>
          </a:p>
          <a:p>
            <a:pPr lvl="1"/>
            <a:r>
              <a:rPr lang="en-US" b="1" dirty="0"/>
              <a:t>Combined:</a:t>
            </a:r>
            <a:r>
              <a:rPr lang="en-US" dirty="0"/>
              <a:t> learns the augmentation under realistic motion while still exciting hidden dynamics</a:t>
            </a:r>
          </a:p>
          <a:p>
            <a:pPr lvl="1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2896766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56EBE-9F23-16FB-DF2B-8F51DB76F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Multisine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5DE94-5B53-2556-B1F9-D7435C0FA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Took conservative range for now 1-100 </a:t>
            </a:r>
            <a:r>
              <a:rPr lang="en-US" dirty="0" err="1"/>
              <a:t>hz</a:t>
            </a:r>
            <a:endParaRPr lang="en-US" dirty="0"/>
          </a:p>
          <a:p>
            <a:r>
              <a:rPr lang="en-US" dirty="0" err="1"/>
              <a:t>Multisine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Looped over multiple rms percentages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Looked at RMS difference position trajectories only minus position trajectories + </a:t>
            </a:r>
            <a:r>
              <a:rPr lang="en-US" dirty="0" err="1"/>
              <a:t>multisine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Chose the lowest percentage that satisfied this difference 1e-5 m</a:t>
            </a:r>
          </a:p>
          <a:p>
            <a:pPr lvl="2"/>
            <a:r>
              <a:rPr lang="en-US" dirty="0"/>
              <a:t>Took an arbitrary number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CD89A7-C60E-EE0A-B9CA-8C9335C57E3C}"/>
              </a:ext>
            </a:extLst>
          </p:cNvPr>
          <p:cNvSpPr txBox="1"/>
          <p:nvPr/>
        </p:nvSpPr>
        <p:spPr>
          <a:xfrm>
            <a:off x="12947142" y="2295941"/>
            <a:ext cx="609447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- </a:t>
            </a:r>
            <a:r>
              <a:rPr lang="en-NL" dirty="0" err="1"/>
              <a:t>q_ms</a:t>
            </a:r>
            <a:r>
              <a:rPr lang="en-NL" dirty="0"/>
              <a:t> — position trajectory [X1, X2, Y] (N×3) from the simulation with </a:t>
            </a:r>
            <a:r>
              <a:rPr lang="en-NL" dirty="0" err="1"/>
              <a:t>multisine</a:t>
            </a:r>
            <a:r>
              <a:rPr lang="en-NL" dirty="0"/>
              <a:t> injected</a:t>
            </a:r>
          </a:p>
          <a:p>
            <a:r>
              <a:rPr lang="en-NL" dirty="0"/>
              <a:t>  - </a:t>
            </a:r>
            <a:r>
              <a:rPr lang="en-NL" dirty="0" err="1"/>
              <a:t>q_nom</a:t>
            </a:r>
            <a:r>
              <a:rPr lang="en-NL" dirty="0"/>
              <a:t> — position trajectory [X1, X2, Y] (N×3) from the trajectory-only simulation (no </a:t>
            </a:r>
            <a:r>
              <a:rPr lang="en-NL" dirty="0" err="1"/>
              <a:t>multisine</a:t>
            </a:r>
            <a:r>
              <a:rPr lang="en-NL" dirty="0"/>
              <a:t>)</a:t>
            </a:r>
          </a:p>
          <a:p>
            <a:r>
              <a:rPr lang="en-NL" dirty="0"/>
              <a:t>  - </a:t>
            </a:r>
            <a:r>
              <a:rPr lang="en-NL" dirty="0" err="1"/>
              <a:t>q_ms</a:t>
            </a:r>
            <a:r>
              <a:rPr lang="en-NL" dirty="0"/>
              <a:t> - </a:t>
            </a:r>
            <a:r>
              <a:rPr lang="en-NL" dirty="0" err="1"/>
              <a:t>q_nom</a:t>
            </a:r>
            <a:r>
              <a:rPr lang="en-NL" dirty="0"/>
              <a:t> — the pure position perturbation caused by the </a:t>
            </a:r>
            <a:r>
              <a:rPr lang="en-NL" dirty="0" err="1"/>
              <a:t>multisine</a:t>
            </a:r>
            <a:r>
              <a:rPr lang="en-NL" dirty="0"/>
              <a:t> (N×3)</a:t>
            </a:r>
          </a:p>
          <a:p>
            <a:r>
              <a:rPr lang="en-NL" dirty="0"/>
              <a:t>  - </a:t>
            </a:r>
            <a:r>
              <a:rPr lang="en-NL" dirty="0" err="1"/>
              <a:t>md.f_vec</a:t>
            </a:r>
            <a:r>
              <a:rPr lang="en-NL" dirty="0"/>
              <a:t> — the modal direction vector, e.g. [1, 1, 0] for common mode. Used here as a projection: (</a:t>
            </a:r>
            <a:r>
              <a:rPr lang="en-NL" dirty="0" err="1"/>
              <a:t>q_ms</a:t>
            </a:r>
            <a:r>
              <a:rPr lang="en-NL" dirty="0"/>
              <a:t> -</a:t>
            </a:r>
          </a:p>
          <a:p>
            <a:r>
              <a:rPr lang="en-NL" dirty="0"/>
              <a:t>  </a:t>
            </a:r>
            <a:r>
              <a:rPr lang="en-NL" dirty="0" err="1"/>
              <a:t>q_nom</a:t>
            </a:r>
            <a:r>
              <a:rPr lang="en-NL" dirty="0"/>
              <a:t>) * [1,1,0]' gives a scalar signal = X1_diff + X2_diff, projecting the 3-axis perturbation onto the</a:t>
            </a:r>
          </a:p>
          <a:p>
            <a:r>
              <a:rPr lang="en-NL" dirty="0"/>
              <a:t>  active mode direction</a:t>
            </a:r>
          </a:p>
          <a:p>
            <a:r>
              <a:rPr lang="en-NL" dirty="0"/>
              <a:t>  - rms(...) — RMS of that scalar perturbation signal over time</a:t>
            </a:r>
          </a:p>
          <a:p>
            <a:r>
              <a:rPr lang="en-NL" dirty="0"/>
              <a:t>  - </a:t>
            </a:r>
            <a:r>
              <a:rPr lang="en-NL" dirty="0" err="1"/>
              <a:t>B_sweep</a:t>
            </a:r>
            <a:r>
              <a:rPr lang="en-NL" dirty="0"/>
              <a:t>(</a:t>
            </a:r>
            <a:r>
              <a:rPr lang="en-NL" dirty="0" err="1"/>
              <a:t>i</a:t>
            </a:r>
            <a:r>
              <a:rPr lang="en-NL" dirty="0"/>
              <a:t>, </a:t>
            </a:r>
            <a:r>
              <a:rPr lang="en-NL" dirty="0" err="1"/>
              <a:t>r_idx</a:t>
            </a:r>
            <a:r>
              <a:rPr lang="en-NL" dirty="0"/>
              <a:t>) — the result: how much the </a:t>
            </a:r>
            <a:r>
              <a:rPr lang="en-NL" dirty="0" err="1"/>
              <a:t>multisine</a:t>
            </a:r>
            <a:r>
              <a:rPr lang="en-NL" dirty="0"/>
              <a:t> moves the system in the active modal direction, for</a:t>
            </a:r>
          </a:p>
          <a:p>
            <a:r>
              <a:rPr lang="en-NL" dirty="0"/>
              <a:t>  trajectory </a:t>
            </a:r>
            <a:r>
              <a:rPr lang="en-NL" dirty="0" err="1"/>
              <a:t>i</a:t>
            </a:r>
            <a:r>
              <a:rPr lang="en-NL" dirty="0"/>
              <a:t> at rho candidate </a:t>
            </a:r>
            <a:r>
              <a:rPr lang="en-NL" dirty="0" err="1"/>
              <a:t>r_idx</a:t>
            </a:r>
            <a:endParaRPr lang="en-NL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64070A2-69F2-821B-EE1C-6F00DB374EAD}"/>
              </a:ext>
            </a:extLst>
          </p:cNvPr>
          <p:cNvGrpSpPr/>
          <p:nvPr/>
        </p:nvGrpSpPr>
        <p:grpSpPr>
          <a:xfrm>
            <a:off x="4800600" y="4724400"/>
            <a:ext cx="7391400" cy="2049463"/>
            <a:chOff x="912058" y="3749317"/>
            <a:chExt cx="9345329" cy="256258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FB3C580-1F97-C7C0-52B9-EAED152E5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2058" y="3749317"/>
              <a:ext cx="9345329" cy="25625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B192C42-0341-295C-81EF-5FFAD14B70AC}"/>
                </a:ext>
              </a:extLst>
            </p:cNvPr>
            <p:cNvSpPr/>
            <p:nvPr/>
          </p:nvSpPr>
          <p:spPr>
            <a:xfrm>
              <a:off x="9419303" y="4532671"/>
              <a:ext cx="717755" cy="5506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</p:spTree>
    <p:extLst>
      <p:ext uri="{BB962C8B-B14F-4D97-AF65-F5344CB8AC3E}">
        <p14:creationId xmlns:p14="http://schemas.microsoft.com/office/powerpoint/2010/main" val="16047135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B2D4161-1914-1A46-93A6-7F52519D9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FAE9E-7EF0-1B1B-5BE9-734128CAF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Multisine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F9303-CB1D-E4B8-72B8-8B9D9B9F2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Took conservative range for now 1-100 </a:t>
            </a:r>
            <a:r>
              <a:rPr lang="en-US" dirty="0" err="1"/>
              <a:t>hz</a:t>
            </a:r>
            <a:endParaRPr lang="en-US" dirty="0"/>
          </a:p>
          <a:p>
            <a:r>
              <a:rPr lang="en-US" dirty="0" err="1"/>
              <a:t>Multisine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Looped over multiple rms percentages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Looked at RMS difference position trajectories only minus position trajectories + </a:t>
            </a:r>
            <a:r>
              <a:rPr lang="en-US" dirty="0" err="1"/>
              <a:t>multisine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Chose the lowest percentage that satisfied this difference 1e-5 m</a:t>
            </a:r>
          </a:p>
          <a:p>
            <a:pPr lvl="2"/>
            <a:r>
              <a:rPr lang="en-US" dirty="0"/>
              <a:t>Took an arbitrary number</a:t>
            </a:r>
          </a:p>
          <a:p>
            <a:r>
              <a:rPr lang="en-US" dirty="0"/>
              <a:t>B(rho) = rms(</a:t>
            </a:r>
            <a:r>
              <a:rPr lang="en-US" dirty="0" err="1"/>
              <a:t>q_ms</a:t>
            </a:r>
            <a:r>
              <a:rPr lang="en-US" dirty="0"/>
              <a:t> - </a:t>
            </a:r>
            <a:r>
              <a:rPr lang="en-US" dirty="0" err="1"/>
              <a:t>q_nom</a:t>
            </a:r>
            <a:r>
              <a:rPr lang="en-US" dirty="0"/>
              <a:t>, projected onto mode)  minimum rho that satisfies this (heuristic)</a:t>
            </a:r>
          </a:p>
          <a:p>
            <a:pPr lvl="1"/>
            <a:r>
              <a:rPr lang="en-US" dirty="0"/>
              <a:t> </a:t>
            </a:r>
            <a:r>
              <a:rPr lang="en-US" dirty="0" err="1"/>
              <a:t>B_min</a:t>
            </a:r>
            <a:r>
              <a:rPr lang="en-US" dirty="0"/>
              <a:t> = 1e-5 m</a:t>
            </a:r>
          </a:p>
          <a:p>
            <a:pPr lvl="2"/>
            <a:r>
              <a:rPr lang="en-US" dirty="0"/>
              <a:t>Determined based on trajectories that only excite one mode</a:t>
            </a:r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657CF5-A6B7-7DBA-A82E-127A9740DF2C}"/>
              </a:ext>
            </a:extLst>
          </p:cNvPr>
          <p:cNvSpPr txBox="1"/>
          <p:nvPr/>
        </p:nvSpPr>
        <p:spPr>
          <a:xfrm>
            <a:off x="12947142" y="2295941"/>
            <a:ext cx="609447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- </a:t>
            </a:r>
            <a:r>
              <a:rPr lang="en-NL" dirty="0" err="1"/>
              <a:t>q_ms</a:t>
            </a:r>
            <a:r>
              <a:rPr lang="en-NL" dirty="0"/>
              <a:t> — position trajectory [X1, X2, Y] (N×3) from the simulation with </a:t>
            </a:r>
            <a:r>
              <a:rPr lang="en-NL" dirty="0" err="1"/>
              <a:t>multisine</a:t>
            </a:r>
            <a:r>
              <a:rPr lang="en-NL" dirty="0"/>
              <a:t> injected</a:t>
            </a:r>
          </a:p>
          <a:p>
            <a:r>
              <a:rPr lang="en-NL" dirty="0"/>
              <a:t>  - </a:t>
            </a:r>
            <a:r>
              <a:rPr lang="en-NL" dirty="0" err="1"/>
              <a:t>q_nom</a:t>
            </a:r>
            <a:r>
              <a:rPr lang="en-NL" dirty="0"/>
              <a:t> — position trajectory [X1, X2, Y] (N×3) from the trajectory-only simulation (no </a:t>
            </a:r>
            <a:r>
              <a:rPr lang="en-NL" dirty="0" err="1"/>
              <a:t>multisine</a:t>
            </a:r>
            <a:r>
              <a:rPr lang="en-NL" dirty="0"/>
              <a:t>)</a:t>
            </a:r>
          </a:p>
          <a:p>
            <a:r>
              <a:rPr lang="en-NL" dirty="0"/>
              <a:t>  - </a:t>
            </a:r>
            <a:r>
              <a:rPr lang="en-NL" dirty="0" err="1"/>
              <a:t>q_ms</a:t>
            </a:r>
            <a:r>
              <a:rPr lang="en-NL" dirty="0"/>
              <a:t> - </a:t>
            </a:r>
            <a:r>
              <a:rPr lang="en-NL" dirty="0" err="1"/>
              <a:t>q_nom</a:t>
            </a:r>
            <a:r>
              <a:rPr lang="en-NL" dirty="0"/>
              <a:t> — the pure position perturbation caused by the </a:t>
            </a:r>
            <a:r>
              <a:rPr lang="en-NL" dirty="0" err="1"/>
              <a:t>multisine</a:t>
            </a:r>
            <a:r>
              <a:rPr lang="en-NL" dirty="0"/>
              <a:t> (N×3)</a:t>
            </a:r>
          </a:p>
          <a:p>
            <a:r>
              <a:rPr lang="en-NL" dirty="0"/>
              <a:t>  - </a:t>
            </a:r>
            <a:r>
              <a:rPr lang="en-NL" dirty="0" err="1"/>
              <a:t>md.f_vec</a:t>
            </a:r>
            <a:r>
              <a:rPr lang="en-NL" dirty="0"/>
              <a:t> — the modal direction vector, e.g. [1, 1, 0] for common mode. Used here as a projection: (</a:t>
            </a:r>
            <a:r>
              <a:rPr lang="en-NL" dirty="0" err="1"/>
              <a:t>q_ms</a:t>
            </a:r>
            <a:r>
              <a:rPr lang="en-NL" dirty="0"/>
              <a:t> -</a:t>
            </a:r>
          </a:p>
          <a:p>
            <a:r>
              <a:rPr lang="en-NL" dirty="0"/>
              <a:t>  </a:t>
            </a:r>
            <a:r>
              <a:rPr lang="en-NL" dirty="0" err="1"/>
              <a:t>q_nom</a:t>
            </a:r>
            <a:r>
              <a:rPr lang="en-NL" dirty="0"/>
              <a:t>) * [1,1,0]' gives a scalar signal = X1_diff + X2_diff, projecting the 3-axis perturbation onto the</a:t>
            </a:r>
          </a:p>
          <a:p>
            <a:r>
              <a:rPr lang="en-NL" dirty="0"/>
              <a:t>  active mode direction</a:t>
            </a:r>
          </a:p>
          <a:p>
            <a:r>
              <a:rPr lang="en-NL" dirty="0"/>
              <a:t>  - rms(...) — RMS of that scalar perturbation signal over time</a:t>
            </a:r>
          </a:p>
          <a:p>
            <a:r>
              <a:rPr lang="en-NL" dirty="0"/>
              <a:t>  - </a:t>
            </a:r>
            <a:r>
              <a:rPr lang="en-NL" dirty="0" err="1"/>
              <a:t>B_sweep</a:t>
            </a:r>
            <a:r>
              <a:rPr lang="en-NL" dirty="0"/>
              <a:t>(</a:t>
            </a:r>
            <a:r>
              <a:rPr lang="en-NL" dirty="0" err="1"/>
              <a:t>i</a:t>
            </a:r>
            <a:r>
              <a:rPr lang="en-NL" dirty="0"/>
              <a:t>, </a:t>
            </a:r>
            <a:r>
              <a:rPr lang="en-NL" dirty="0" err="1"/>
              <a:t>r_idx</a:t>
            </a:r>
            <a:r>
              <a:rPr lang="en-NL" dirty="0"/>
              <a:t>) — the result: how much the </a:t>
            </a:r>
            <a:r>
              <a:rPr lang="en-NL" dirty="0" err="1"/>
              <a:t>multisine</a:t>
            </a:r>
            <a:r>
              <a:rPr lang="en-NL" dirty="0"/>
              <a:t> moves the system in the active modal direction, for</a:t>
            </a:r>
          </a:p>
          <a:p>
            <a:r>
              <a:rPr lang="en-NL" dirty="0"/>
              <a:t>  trajectory </a:t>
            </a:r>
            <a:r>
              <a:rPr lang="en-NL" dirty="0" err="1"/>
              <a:t>i</a:t>
            </a:r>
            <a:r>
              <a:rPr lang="en-NL" dirty="0"/>
              <a:t> at rho candidate </a:t>
            </a:r>
            <a:r>
              <a:rPr lang="en-NL" dirty="0" err="1"/>
              <a:t>r_idx</a:t>
            </a:r>
            <a:endParaRPr lang="en-NL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C2481F4-F2C7-07D1-9DB7-A437721C65E3}"/>
              </a:ext>
            </a:extLst>
          </p:cNvPr>
          <p:cNvGrpSpPr/>
          <p:nvPr/>
        </p:nvGrpSpPr>
        <p:grpSpPr>
          <a:xfrm>
            <a:off x="4800600" y="4724400"/>
            <a:ext cx="7391400" cy="2049463"/>
            <a:chOff x="912058" y="3749317"/>
            <a:chExt cx="9345329" cy="256258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11A16E4-2BE2-4A54-CA74-532CBAE159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2058" y="3749317"/>
              <a:ext cx="9345329" cy="25625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9432B74-3524-C21D-C34F-927287D39983}"/>
                </a:ext>
              </a:extLst>
            </p:cNvPr>
            <p:cNvSpPr/>
            <p:nvPr/>
          </p:nvSpPr>
          <p:spPr>
            <a:xfrm>
              <a:off x="9419303" y="4532671"/>
              <a:ext cx="717755" cy="5506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</p:spTree>
    <p:extLst>
      <p:ext uri="{BB962C8B-B14F-4D97-AF65-F5344CB8AC3E}">
        <p14:creationId xmlns:p14="http://schemas.microsoft.com/office/powerpoint/2010/main" val="1895379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3920C-A8AF-2721-0C3B-9A3FAC57F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DC20F3-55AC-64D7-0EA6-B2818D0FD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2421"/>
            <a:ext cx="12192000" cy="58131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F57895-7C14-044A-4284-6256CD5A0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914" y="-258989"/>
            <a:ext cx="10515600" cy="1325563"/>
          </a:xfrm>
        </p:spPr>
        <p:txBody>
          <a:bodyPr/>
          <a:lstStyle/>
          <a:p>
            <a:r>
              <a:rPr lang="en-US" dirty="0"/>
              <a:t>Plots </a:t>
            </a:r>
            <a:r>
              <a:rPr lang="en-US" dirty="0" err="1"/>
              <a:t>multisine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2727282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15975-290F-4EFB-B1D0-D8056D2EE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Plots </a:t>
            </a:r>
            <a:r>
              <a:rPr lang="en-US" dirty="0" err="1"/>
              <a:t>multisine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7091D-22BF-8325-6AED-27A2E2F24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Row 1 - Position overlay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dirty="0"/>
              <a:t>The commanded trajectory position vs the actual simulated position, with and without </a:t>
            </a:r>
            <a:r>
              <a:rPr lang="en-US" dirty="0" err="1"/>
              <a:t>multisine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Row 2 - Position perturbation                                                                                </a:t>
            </a:r>
          </a:p>
          <a:p>
            <a:pPr marL="0" indent="0">
              <a:buNone/>
            </a:pPr>
            <a:r>
              <a:rPr lang="en-US" dirty="0"/>
              <a:t>The difference </a:t>
            </a:r>
            <a:r>
              <a:rPr lang="en-US" dirty="0" err="1"/>
              <a:t>q_ms</a:t>
            </a:r>
            <a:r>
              <a:rPr lang="en-US" dirty="0"/>
              <a:t> - </a:t>
            </a:r>
            <a:r>
              <a:rPr lang="en-US" dirty="0" err="1"/>
              <a:t>q_nom</a:t>
            </a:r>
            <a:r>
              <a:rPr lang="en-US" dirty="0"/>
              <a:t>. Isolates exactly what the </a:t>
            </a:r>
            <a:r>
              <a:rPr lang="en-US" dirty="0" err="1"/>
              <a:t>multisine</a:t>
            </a:r>
            <a:r>
              <a:rPr lang="en-US" dirty="0"/>
              <a:t> adds to the position. For inactive channels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Row 3 – Additional Force</a:t>
            </a:r>
          </a:p>
          <a:p>
            <a:pPr marL="0" indent="0">
              <a:buNone/>
            </a:pPr>
            <a:r>
              <a:rPr lang="en-US" dirty="0"/>
              <a:t>Input force to the plant</a:t>
            </a:r>
          </a:p>
          <a:p>
            <a:pPr marL="0" indent="0">
              <a:buNone/>
            </a:pPr>
            <a:r>
              <a:rPr lang="en-US" dirty="0"/>
              <a:t>Row 4 - Force spectrum</a:t>
            </a:r>
          </a:p>
          <a:p>
            <a:pPr marL="0" indent="0">
              <a:buNone/>
            </a:pPr>
            <a:r>
              <a:rPr lang="en-US" dirty="0"/>
              <a:t>The frequency content of the actuator force in the active modal channel, before and after </a:t>
            </a:r>
            <a:r>
              <a:rPr lang="en-US" dirty="0" err="1"/>
              <a:t>multisine</a:t>
            </a:r>
            <a:r>
              <a:rPr lang="en-US" dirty="0"/>
              <a:t> injection.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4474785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B97F0-F2C6-01DF-DD3F-4539DA66B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recovery</a:t>
            </a:r>
            <a:br>
              <a:rPr lang="en-US" dirty="0"/>
            </a:br>
            <a:r>
              <a:rPr lang="en-US" dirty="0" err="1"/>
              <a:t>Multisine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76C2A-AC09-9739-AC0B-B52DFC524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9CE6B8-AF06-92B8-5C25-1E6F49754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368" y="1922098"/>
            <a:ext cx="9666293" cy="449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6022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3FB10-5B19-B931-CF06-509AC67FB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T1 – Y sweep conservative (training set)</a:t>
            </a:r>
            <a:endParaRPr lang="en-NL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DF5989-EBD9-D099-5764-7FDBFB5840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79"/>
          <a:stretch>
            <a:fillRect/>
          </a:stretch>
        </p:blipFill>
        <p:spPr>
          <a:xfrm>
            <a:off x="1510820" y="1595118"/>
            <a:ext cx="7541740" cy="4980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1341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B2A75-E56A-8C04-679E-F3F4B3C7E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3CC85-9348-B1BC-C397-EB3712458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T1 – Y sweep conservative (training set)</a:t>
            </a:r>
            <a:endParaRPr lang="en-NL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DCBB5F-BC46-E019-E20B-8760C5D9A6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79"/>
          <a:stretch>
            <a:fillRect/>
          </a:stretch>
        </p:blipFill>
        <p:spPr>
          <a:xfrm>
            <a:off x="81253" y="1984062"/>
            <a:ext cx="6127097" cy="4045912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5E74C7ED-BEA3-16FF-A8D5-3353DDCC5A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15"/>
          <a:stretch>
            <a:fillRect/>
          </a:stretch>
        </p:blipFill>
        <p:spPr>
          <a:xfrm>
            <a:off x="5974174" y="1795346"/>
            <a:ext cx="6217826" cy="4234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4696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31B0C-2AE4-3239-4097-319069B45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 range </a:t>
            </a:r>
            <a:r>
              <a:rPr lang="en-US" dirty="0" err="1"/>
              <a:t>multisine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BBE02-A888-0F55-D96C-04B4F7377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Previously frequency range chosen by:</a:t>
            </a:r>
          </a:p>
          <a:p>
            <a:pPr lvl="1"/>
            <a:r>
              <a:rPr lang="en-US" dirty="0"/>
              <a:t>which injected-force frequencies survive the closed-loop feedback</a:t>
            </a:r>
          </a:p>
          <a:p>
            <a:pPr lvl="1"/>
            <a:r>
              <a:rPr lang="en-US" dirty="0"/>
              <a:t>which surviving frequencies produce measurable plant motion</a:t>
            </a:r>
          </a:p>
          <a:p>
            <a:r>
              <a:rPr lang="en-US" dirty="0"/>
              <a:t>Instead need to design for the system:</a:t>
            </a:r>
          </a:p>
          <a:p>
            <a:pPr lvl="1"/>
            <a:r>
              <a:rPr lang="en-US" dirty="0"/>
              <a:t>FRF</a:t>
            </a:r>
          </a:p>
          <a:p>
            <a:pPr lvl="2"/>
            <a:r>
              <a:rPr lang="en-US" dirty="0"/>
              <a:t>Need to consider multiple Y-positions</a:t>
            </a:r>
          </a:p>
          <a:p>
            <a:pPr lvl="2"/>
            <a:r>
              <a:rPr lang="en-US" dirty="0"/>
              <a:t>Do multiple tests for different modes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079FA42-3EC9-2006-18B6-F060B9D4EE11}"/>
              </a:ext>
            </a:extLst>
          </p:cNvPr>
          <p:cNvGrpSpPr/>
          <p:nvPr/>
        </p:nvGrpSpPr>
        <p:grpSpPr>
          <a:xfrm>
            <a:off x="4800600" y="4724400"/>
            <a:ext cx="7391400" cy="2049463"/>
            <a:chOff x="912058" y="3749317"/>
            <a:chExt cx="9345329" cy="256258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E996EDF-01F3-5527-32BA-8650642EB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2058" y="3749317"/>
              <a:ext cx="9345329" cy="25625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4D1DE81-05F5-4E61-E39D-938F7B74E4AB}"/>
                </a:ext>
              </a:extLst>
            </p:cNvPr>
            <p:cNvSpPr/>
            <p:nvPr/>
          </p:nvSpPr>
          <p:spPr>
            <a:xfrm>
              <a:off x="9419303" y="4532671"/>
              <a:ext cx="717755" cy="5506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</p:spTree>
    <p:extLst>
      <p:ext uri="{BB962C8B-B14F-4D97-AF65-F5344CB8AC3E}">
        <p14:creationId xmlns:p14="http://schemas.microsoft.com/office/powerpoint/2010/main" val="7186535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7D6BC-C034-907F-DEFF-FB485B655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E5A40-9B0E-A389-317F-7840366CA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19C071-4E19-45F3-E44F-C49D7FB6B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158" y="365125"/>
            <a:ext cx="10875981" cy="6553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9593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6E8BC-3F32-7FA6-BA5F-E9EBAD9E9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8B5F9-EB18-244A-D149-4E2A8FFEF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11471E-3C6D-401E-0478-FA4682A84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0"/>
            <a:ext cx="10836394" cy="660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6970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1F35E-8E3B-9226-9C13-D9AF035DC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approach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8B09A-7F11-6ACE-1E39-1CFB09D4F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correct direct approach figure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55F6F0-1DBB-83B6-E9C0-7C3A817AF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949" y="2519027"/>
            <a:ext cx="6911939" cy="422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2857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0FF99-3F43-30A3-8E51-519FD1EA5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FC999-EA2F-F8B0-D8D8-5694D10DB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8EA88B-EB5C-6193-6BC1-7E472B3FD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427" y="681037"/>
            <a:ext cx="9499309" cy="5650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735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70F21-3ADD-CC2A-7B44-95363968A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3C156-A005-6647-6618-46B48B9B7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Operating point dependent: treat as LTI Y positions</a:t>
            </a:r>
          </a:p>
          <a:p>
            <a:pPr marL="0" indent="0">
              <a:buNone/>
            </a:pPr>
            <a:r>
              <a:rPr lang="en-US" dirty="0"/>
              <a:t>Coupling is present so I cannot only excite one channel…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E1B367-8EB2-D625-AFA9-BD5C32BDA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9307" y="2460879"/>
            <a:ext cx="7094835" cy="439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8716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6A700-CCEE-837E-8397-79A0DF39C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40DD9-076A-046E-028E-0FB91E6DB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2FECBE-4F48-5355-3E7B-66B25B99F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129" y="942780"/>
            <a:ext cx="9971742" cy="611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990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69C28-ECAF-6D2A-389A-70D3768C4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A93BC-95B5-A92A-C491-88A212E19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51AAFA-536C-F571-C524-329423F85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197" y="365124"/>
            <a:ext cx="9691601" cy="6012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194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22FA-98D7-2929-D27F-810CECE6E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next week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79DB8-2509-8E4F-14E4-B0B6B2FE7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Multisine</a:t>
            </a:r>
            <a:r>
              <a:rPr lang="en-US" dirty="0"/>
              <a:t> design</a:t>
            </a:r>
          </a:p>
          <a:p>
            <a:pPr lvl="1"/>
            <a:r>
              <a:rPr lang="en-US" dirty="0"/>
              <a:t>What is causing the issue for identifiability</a:t>
            </a:r>
          </a:p>
          <a:p>
            <a:pPr lvl="1"/>
            <a:r>
              <a:rPr lang="en-US" dirty="0"/>
              <a:t>Feedback Maarten not Schroeder but random </a:t>
            </a:r>
            <a:r>
              <a:rPr lang="en-US" dirty="0" err="1"/>
              <a:t>multisines</a:t>
            </a:r>
            <a:r>
              <a:rPr lang="en-US" dirty="0"/>
              <a:t> generate choose with low crest factor</a:t>
            </a:r>
          </a:p>
          <a:p>
            <a:r>
              <a:rPr lang="en-US" dirty="0"/>
              <a:t>Resampling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 Determine highest frequency in the system</a:t>
            </a:r>
          </a:p>
          <a:p>
            <a:r>
              <a:rPr lang="en-US" dirty="0">
                <a:sym typeface="Wingdings" panose="05000000000000000000" pitchFamily="2" charset="2"/>
              </a:rPr>
              <a:t>Plan meeting next week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9758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AE796-708B-909C-F9F8-D1C4E09DB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– Week 8</a:t>
            </a:r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DE0E46-2873-E998-5425-9863D4097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99" y="1552183"/>
            <a:ext cx="11492346" cy="477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6295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C7F87-FEB5-5FC6-BB96-946DDBCE6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6BB93-5748-3C8A-8B99-51A2433E7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– Week 8</a:t>
            </a:r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85EE40-DDBA-F593-AC80-46FBCB63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99" y="1552183"/>
            <a:ext cx="11492346" cy="477977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8ACBF9B-6C6F-B7A7-9888-21427B4D92A3}"/>
              </a:ext>
            </a:extLst>
          </p:cNvPr>
          <p:cNvSpPr/>
          <p:nvPr/>
        </p:nvSpPr>
        <p:spPr>
          <a:xfrm>
            <a:off x="508734" y="3797449"/>
            <a:ext cx="5394251" cy="107576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31880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3868</TotalTime>
  <Words>1588</Words>
  <Application>Microsoft Office PowerPoint</Application>
  <PresentationFormat>Widescreen</PresentationFormat>
  <Paragraphs>171</Paragraphs>
  <Slides>34</Slides>
  <Notes>7</Notes>
  <HiddenSlides>10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Aptos</vt:lpstr>
      <vt:lpstr>Aptos Display</vt:lpstr>
      <vt:lpstr>Arial</vt:lpstr>
      <vt:lpstr>Segoe WPC</vt:lpstr>
      <vt:lpstr>Wingdings</vt:lpstr>
      <vt:lpstr>Office Theme</vt:lpstr>
      <vt:lpstr>Meeting Week 16</vt:lpstr>
      <vt:lpstr>Last week summary</vt:lpstr>
      <vt:lpstr>Trajectories</vt:lpstr>
      <vt:lpstr>Trajectories</vt:lpstr>
      <vt:lpstr>PowerPoint Presentation</vt:lpstr>
      <vt:lpstr>Trajectories</vt:lpstr>
      <vt:lpstr>Trajectory – parameter recovery</vt:lpstr>
      <vt:lpstr>Trajectory – parameter recovery</vt:lpstr>
      <vt:lpstr>Trajectory – parameter recovery</vt:lpstr>
      <vt:lpstr>PowerPoint Presentation</vt:lpstr>
      <vt:lpstr>Print additional table for each matrix index</vt:lpstr>
      <vt:lpstr>PowerPoint Presentation</vt:lpstr>
      <vt:lpstr>PowerPoint Presentation</vt:lpstr>
      <vt:lpstr>T1 – Y sweep conservative (training set)</vt:lpstr>
      <vt:lpstr>PowerPoint Presentation</vt:lpstr>
      <vt:lpstr>Trajectories + multisine</vt:lpstr>
      <vt:lpstr>Multisine</vt:lpstr>
      <vt:lpstr>Multisine</vt:lpstr>
      <vt:lpstr>Plots multisine</vt:lpstr>
      <vt:lpstr>Plots multisine</vt:lpstr>
      <vt:lpstr>Parameter recovery Multisine</vt:lpstr>
      <vt:lpstr>T1 – Y sweep conservative (training set)</vt:lpstr>
      <vt:lpstr>T1 – Y sweep conservative (training set)</vt:lpstr>
      <vt:lpstr>Frequency range multisine</vt:lpstr>
      <vt:lpstr>PowerPoint Presentation</vt:lpstr>
      <vt:lpstr>PowerPoint Presentation</vt:lpstr>
      <vt:lpstr>Direct approach</vt:lpstr>
      <vt:lpstr>PowerPoint Presentation</vt:lpstr>
      <vt:lpstr>PowerPoint Presentation</vt:lpstr>
      <vt:lpstr>PowerPoint Presentation</vt:lpstr>
      <vt:lpstr>PowerPoint Presentation</vt:lpstr>
      <vt:lpstr>Outline next week</vt:lpstr>
      <vt:lpstr>Planning – Week 8</vt:lpstr>
      <vt:lpstr>Planning – Week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Hoekstra, Jan</dc:creator>
  <cp:lastModifiedBy>Berg, Dirk van den</cp:lastModifiedBy>
  <cp:revision>1</cp:revision>
  <dcterms:created xsi:type="dcterms:W3CDTF">2026-02-02T15:14:22Z</dcterms:created>
  <dcterms:modified xsi:type="dcterms:W3CDTF">2026-05-20T07:16:52Z</dcterms:modified>
</cp:coreProperties>
</file>