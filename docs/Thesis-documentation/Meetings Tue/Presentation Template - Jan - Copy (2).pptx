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52"/>
  </p:notesMasterIdLst>
  <p:sldIdLst>
    <p:sldId id="257" r:id="rId2"/>
    <p:sldId id="258" r:id="rId3"/>
    <p:sldId id="259" r:id="rId4"/>
    <p:sldId id="287" r:id="rId5"/>
    <p:sldId id="309" r:id="rId6"/>
    <p:sldId id="311" r:id="rId7"/>
    <p:sldId id="312" r:id="rId8"/>
    <p:sldId id="310" r:id="rId9"/>
    <p:sldId id="305" r:id="rId10"/>
    <p:sldId id="307" r:id="rId11"/>
    <p:sldId id="308" r:id="rId12"/>
    <p:sldId id="306" r:id="rId13"/>
    <p:sldId id="298" r:id="rId14"/>
    <p:sldId id="304" r:id="rId15"/>
    <p:sldId id="302" r:id="rId16"/>
    <p:sldId id="313" r:id="rId17"/>
    <p:sldId id="314" r:id="rId18"/>
    <p:sldId id="315" r:id="rId19"/>
    <p:sldId id="316" r:id="rId20"/>
    <p:sldId id="260" r:id="rId21"/>
    <p:sldId id="317" r:id="rId22"/>
    <p:sldId id="318" r:id="rId23"/>
    <p:sldId id="319" r:id="rId24"/>
    <p:sldId id="261" r:id="rId25"/>
    <p:sldId id="262" r:id="rId26"/>
    <p:sldId id="322" r:id="rId27"/>
    <p:sldId id="320" r:id="rId28"/>
    <p:sldId id="321" r:id="rId29"/>
    <p:sldId id="323" r:id="rId30"/>
    <p:sldId id="324" r:id="rId31"/>
    <p:sldId id="325" r:id="rId32"/>
    <p:sldId id="326" r:id="rId33"/>
    <p:sldId id="327" r:id="rId34"/>
    <p:sldId id="330" r:id="rId35"/>
    <p:sldId id="329" r:id="rId36"/>
    <p:sldId id="328" r:id="rId37"/>
    <p:sldId id="331" r:id="rId38"/>
    <p:sldId id="332" r:id="rId39"/>
    <p:sldId id="333" r:id="rId40"/>
    <p:sldId id="334" r:id="rId41"/>
    <p:sldId id="335" r:id="rId42"/>
    <p:sldId id="339" r:id="rId43"/>
    <p:sldId id="340" r:id="rId44"/>
    <p:sldId id="338" r:id="rId45"/>
    <p:sldId id="341" r:id="rId46"/>
    <p:sldId id="344" r:id="rId47"/>
    <p:sldId id="342" r:id="rId48"/>
    <p:sldId id="343" r:id="rId49"/>
    <p:sldId id="337" r:id="rId50"/>
    <p:sldId id="336" r:id="rId51"/>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D8E910-4C15-475A-913D-E93EBC1390D5}" v="6" dt="2026-05-12T17:14:09.4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78" d="100"/>
          <a:sy n="78" d="100"/>
        </p:scale>
        <p:origin x="78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custSel addSld modSld sldOrd">
      <pc:chgData name="Berg, Dirk van den" userId="035ecb32-01d9-4b47-a105-eacf059a4647" providerId="ADAL" clId="{F7FF961E-CF96-44AC-93C2-93612F62D46D}" dt="2026-05-12T20:07:48.344" v="1283" actId="5793"/>
      <pc:docMkLst>
        <pc:docMk/>
      </pc:docMkLst>
      <pc:sldChg chg="add">
        <pc:chgData name="Berg, Dirk van den" userId="035ecb32-01d9-4b47-a105-eacf059a4647" providerId="ADAL" clId="{F7FF961E-CF96-44AC-93C2-93612F62D46D}" dt="2026-05-06T09:59:33.524" v="0"/>
        <pc:sldMkLst>
          <pc:docMk/>
          <pc:sldMk cId="3253796577" sldId="287"/>
        </pc:sldMkLst>
      </pc:sldChg>
      <pc:sldChg chg="modSp add mod">
        <pc:chgData name="Berg, Dirk van den" userId="035ecb32-01d9-4b47-a105-eacf059a4647" providerId="ADAL" clId="{F7FF961E-CF96-44AC-93C2-93612F62D46D}" dt="2026-05-06T09:59:54.005" v="3" actId="20577"/>
        <pc:sldMkLst>
          <pc:docMk/>
          <pc:sldMk cId="2106631513" sldId="298"/>
        </pc:sldMkLst>
        <pc:spChg chg="mod">
          <ac:chgData name="Berg, Dirk van den" userId="035ecb32-01d9-4b47-a105-eacf059a4647" providerId="ADAL" clId="{F7FF961E-CF96-44AC-93C2-93612F62D46D}" dt="2026-05-06T09:59:54.005" v="3" actId="20577"/>
          <ac:spMkLst>
            <pc:docMk/>
            <pc:sldMk cId="2106631513" sldId="298"/>
            <ac:spMk id="3" creationId="{4F44A523-27F8-78D7-2672-27FDB82B2B38}"/>
          </ac:spMkLst>
        </pc:spChg>
      </pc:sldChg>
      <pc:sldChg chg="add">
        <pc:chgData name="Berg, Dirk van den" userId="035ecb32-01d9-4b47-a105-eacf059a4647" providerId="ADAL" clId="{F7FF961E-CF96-44AC-93C2-93612F62D46D}" dt="2026-05-06T09:59:33.524" v="0"/>
        <pc:sldMkLst>
          <pc:docMk/>
          <pc:sldMk cId="2493812509" sldId="302"/>
        </pc:sldMkLst>
      </pc:sldChg>
      <pc:sldChg chg="add">
        <pc:chgData name="Berg, Dirk van den" userId="035ecb32-01d9-4b47-a105-eacf059a4647" providerId="ADAL" clId="{F7FF961E-CF96-44AC-93C2-93612F62D46D}" dt="2026-05-06T09:59:33.524" v="0"/>
        <pc:sldMkLst>
          <pc:docMk/>
          <pc:sldMk cId="2875568230" sldId="304"/>
        </pc:sldMkLst>
      </pc:sldChg>
      <pc:sldChg chg="modSp new mod">
        <pc:chgData name="Berg, Dirk van den" userId="035ecb32-01d9-4b47-a105-eacf059a4647" providerId="ADAL" clId="{F7FF961E-CF96-44AC-93C2-93612F62D46D}" dt="2026-05-06T10:06:49.749" v="18"/>
        <pc:sldMkLst>
          <pc:docMk/>
          <pc:sldMk cId="3314004671" sldId="305"/>
        </pc:sldMkLst>
        <pc:spChg chg="mod">
          <ac:chgData name="Berg, Dirk van den" userId="035ecb32-01d9-4b47-a105-eacf059a4647" providerId="ADAL" clId="{F7FF961E-CF96-44AC-93C2-93612F62D46D}" dt="2026-05-06T10:06:49.749" v="18"/>
          <ac:spMkLst>
            <pc:docMk/>
            <pc:sldMk cId="3314004671" sldId="305"/>
            <ac:spMk id="2" creationId="{D7DB6E24-D38D-6840-8529-F10258ED9161}"/>
          </ac:spMkLst>
        </pc:spChg>
        <pc:spChg chg="mod">
          <ac:chgData name="Berg, Dirk van den" userId="035ecb32-01d9-4b47-a105-eacf059a4647" providerId="ADAL" clId="{F7FF961E-CF96-44AC-93C2-93612F62D46D}" dt="2026-05-06T10:06:41.543" v="16" actId="20577"/>
          <ac:spMkLst>
            <pc:docMk/>
            <pc:sldMk cId="3314004671" sldId="305"/>
            <ac:spMk id="3" creationId="{7B80A49D-67B4-AF8B-F33A-541AB99D2B18}"/>
          </ac:spMkLst>
        </pc:spChg>
      </pc:sldChg>
      <pc:sldChg chg="new">
        <pc:chgData name="Berg, Dirk van den" userId="035ecb32-01d9-4b47-a105-eacf059a4647" providerId="ADAL" clId="{F7FF961E-CF96-44AC-93C2-93612F62D46D}" dt="2026-05-06T10:06:51.490" v="19" actId="680"/>
        <pc:sldMkLst>
          <pc:docMk/>
          <pc:sldMk cId="1700752913" sldId="306"/>
        </pc:sldMkLst>
      </pc:sldChg>
      <pc:sldChg chg="modSp new mod">
        <pc:chgData name="Berg, Dirk van den" userId="035ecb32-01d9-4b47-a105-eacf059a4647" providerId="ADAL" clId="{F7FF961E-CF96-44AC-93C2-93612F62D46D}" dt="2026-05-06T10:07:13.501" v="27"/>
        <pc:sldMkLst>
          <pc:docMk/>
          <pc:sldMk cId="923123367" sldId="307"/>
        </pc:sldMkLst>
        <pc:spChg chg="mod">
          <ac:chgData name="Berg, Dirk van den" userId="035ecb32-01d9-4b47-a105-eacf059a4647" providerId="ADAL" clId="{F7FF961E-CF96-44AC-93C2-93612F62D46D}" dt="2026-05-06T10:07:13.501" v="27"/>
          <ac:spMkLst>
            <pc:docMk/>
            <pc:sldMk cId="923123367" sldId="307"/>
            <ac:spMk id="2" creationId="{AFB3C1D8-8634-3ED4-BA01-ED39679D7798}"/>
          </ac:spMkLst>
        </pc:spChg>
        <pc:spChg chg="mod">
          <ac:chgData name="Berg, Dirk van den" userId="035ecb32-01d9-4b47-a105-eacf059a4647" providerId="ADAL" clId="{F7FF961E-CF96-44AC-93C2-93612F62D46D}" dt="2026-05-06T10:07:04.777" v="25" actId="27636"/>
          <ac:spMkLst>
            <pc:docMk/>
            <pc:sldMk cId="923123367" sldId="307"/>
            <ac:spMk id="3" creationId="{7D077C3B-26DC-2C08-86A7-7F4BB43BE141}"/>
          </ac:spMkLst>
        </pc:spChg>
      </pc:sldChg>
      <pc:sldChg chg="modSp new mod">
        <pc:chgData name="Berg, Dirk van den" userId="035ecb32-01d9-4b47-a105-eacf059a4647" providerId="ADAL" clId="{F7FF961E-CF96-44AC-93C2-93612F62D46D}" dt="2026-05-06T10:07:48.923" v="49" actId="20577"/>
        <pc:sldMkLst>
          <pc:docMk/>
          <pc:sldMk cId="2213115661" sldId="308"/>
        </pc:sldMkLst>
        <pc:spChg chg="mod">
          <ac:chgData name="Berg, Dirk van den" userId="035ecb32-01d9-4b47-a105-eacf059a4647" providerId="ADAL" clId="{F7FF961E-CF96-44AC-93C2-93612F62D46D}" dt="2026-05-06T10:07:36.552" v="37" actId="113"/>
          <ac:spMkLst>
            <pc:docMk/>
            <pc:sldMk cId="2213115661" sldId="308"/>
            <ac:spMk id="2" creationId="{9BC56A58-DF8C-DC5E-3E66-F0C5C70428E3}"/>
          </ac:spMkLst>
        </pc:spChg>
        <pc:spChg chg="mod">
          <ac:chgData name="Berg, Dirk van den" userId="035ecb32-01d9-4b47-a105-eacf059a4647" providerId="ADAL" clId="{F7FF961E-CF96-44AC-93C2-93612F62D46D}" dt="2026-05-06T10:07:48.923" v="49" actId="20577"/>
          <ac:spMkLst>
            <pc:docMk/>
            <pc:sldMk cId="2213115661" sldId="308"/>
            <ac:spMk id="3" creationId="{082BF8EE-6108-D59A-470D-9B94EC0E5974}"/>
          </ac:spMkLst>
        </pc:spChg>
      </pc:sldChg>
      <pc:sldChg chg="modSp new mod">
        <pc:chgData name="Berg, Dirk van den" userId="035ecb32-01d9-4b47-a105-eacf059a4647" providerId="ADAL" clId="{F7FF961E-CF96-44AC-93C2-93612F62D46D}" dt="2026-05-06T10:14:33.107" v="78" actId="20577"/>
        <pc:sldMkLst>
          <pc:docMk/>
          <pc:sldMk cId="2368359153" sldId="309"/>
        </pc:sldMkLst>
        <pc:spChg chg="mod">
          <ac:chgData name="Berg, Dirk van den" userId="035ecb32-01d9-4b47-a105-eacf059a4647" providerId="ADAL" clId="{F7FF961E-CF96-44AC-93C2-93612F62D46D}" dt="2026-05-06T10:14:33.107" v="78" actId="20577"/>
          <ac:spMkLst>
            <pc:docMk/>
            <pc:sldMk cId="2368359153" sldId="309"/>
            <ac:spMk id="2" creationId="{77205AF5-D021-2DAC-2E9D-5C6D5A8724C3}"/>
          </ac:spMkLst>
        </pc:spChg>
        <pc:spChg chg="mod">
          <ac:chgData name="Berg, Dirk van den" userId="035ecb32-01d9-4b47-a105-eacf059a4647" providerId="ADAL" clId="{F7FF961E-CF96-44AC-93C2-93612F62D46D}" dt="2026-05-06T10:14:10.204" v="54" actId="27636"/>
          <ac:spMkLst>
            <pc:docMk/>
            <pc:sldMk cId="2368359153" sldId="309"/>
            <ac:spMk id="3" creationId="{666BA52B-FC7D-F040-6914-DADFA87F1E68}"/>
          </ac:spMkLst>
        </pc:spChg>
      </pc:sldChg>
      <pc:sldChg chg="new">
        <pc:chgData name="Berg, Dirk van den" userId="035ecb32-01d9-4b47-a105-eacf059a4647" providerId="ADAL" clId="{F7FF961E-CF96-44AC-93C2-93612F62D46D}" dt="2026-05-06T10:14:05.020" v="51" actId="680"/>
        <pc:sldMkLst>
          <pc:docMk/>
          <pc:sldMk cId="75760429" sldId="310"/>
        </pc:sldMkLst>
      </pc:sldChg>
      <pc:sldChg chg="modSp new mod">
        <pc:chgData name="Berg, Dirk van den" userId="035ecb32-01d9-4b47-a105-eacf059a4647" providerId="ADAL" clId="{F7FF961E-CF96-44AC-93C2-93612F62D46D}" dt="2026-05-06T10:16:44.010" v="94" actId="27636"/>
        <pc:sldMkLst>
          <pc:docMk/>
          <pc:sldMk cId="3982484240" sldId="311"/>
        </pc:sldMkLst>
        <pc:spChg chg="mod">
          <ac:chgData name="Berg, Dirk van den" userId="035ecb32-01d9-4b47-a105-eacf059a4647" providerId="ADAL" clId="{F7FF961E-CF96-44AC-93C2-93612F62D46D}" dt="2026-05-06T10:14:46.099" v="82" actId="113"/>
          <ac:spMkLst>
            <pc:docMk/>
            <pc:sldMk cId="3982484240" sldId="311"/>
            <ac:spMk id="2" creationId="{E86EBD58-EF81-1707-DAF6-B5087390545B}"/>
          </ac:spMkLst>
        </pc:spChg>
        <pc:spChg chg="mod">
          <ac:chgData name="Berg, Dirk van den" userId="035ecb32-01d9-4b47-a105-eacf059a4647" providerId="ADAL" clId="{F7FF961E-CF96-44AC-93C2-93612F62D46D}" dt="2026-05-06T10:16:44.010" v="94" actId="27636"/>
          <ac:spMkLst>
            <pc:docMk/>
            <pc:sldMk cId="3982484240" sldId="311"/>
            <ac:spMk id="3" creationId="{2B08B99E-EA4A-1F05-CAF1-53C5FA098902}"/>
          </ac:spMkLst>
        </pc:spChg>
      </pc:sldChg>
      <pc:sldChg chg="modSp new mod">
        <pc:chgData name="Berg, Dirk van den" userId="035ecb32-01d9-4b47-a105-eacf059a4647" providerId="ADAL" clId="{F7FF961E-CF96-44AC-93C2-93612F62D46D}" dt="2026-05-06T10:18:43.932" v="111" actId="403"/>
        <pc:sldMkLst>
          <pc:docMk/>
          <pc:sldMk cId="3297025777" sldId="312"/>
        </pc:sldMkLst>
        <pc:spChg chg="mod">
          <ac:chgData name="Berg, Dirk van den" userId="035ecb32-01d9-4b47-a105-eacf059a4647" providerId="ADAL" clId="{F7FF961E-CF96-44AC-93C2-93612F62D46D}" dt="2026-05-06T10:14:59.501" v="88" actId="113"/>
          <ac:spMkLst>
            <pc:docMk/>
            <pc:sldMk cId="3297025777" sldId="312"/>
            <ac:spMk id="2" creationId="{B5DC8E47-E1AC-78A9-1082-7AF8A8AE78D5}"/>
          </ac:spMkLst>
        </pc:spChg>
        <pc:spChg chg="mod">
          <ac:chgData name="Berg, Dirk van den" userId="035ecb32-01d9-4b47-a105-eacf059a4647" providerId="ADAL" clId="{F7FF961E-CF96-44AC-93C2-93612F62D46D}" dt="2026-05-06T10:18:43.932" v="111" actId="403"/>
          <ac:spMkLst>
            <pc:docMk/>
            <pc:sldMk cId="3297025777" sldId="312"/>
            <ac:spMk id="3" creationId="{D6B757D6-C080-C644-1F31-FFD2D885642C}"/>
          </ac:spMkLst>
        </pc:spChg>
      </pc:sldChg>
      <pc:sldChg chg="addSp modSp new mod">
        <pc:chgData name="Berg, Dirk van den" userId="035ecb32-01d9-4b47-a105-eacf059a4647" providerId="ADAL" clId="{F7FF961E-CF96-44AC-93C2-93612F62D46D}" dt="2026-05-06T14:42:46.277" v="140" actId="1076"/>
        <pc:sldMkLst>
          <pc:docMk/>
          <pc:sldMk cId="4099492577" sldId="313"/>
        </pc:sldMkLst>
        <pc:spChg chg="mod">
          <ac:chgData name="Berg, Dirk van den" userId="035ecb32-01d9-4b47-a105-eacf059a4647" providerId="ADAL" clId="{F7FF961E-CF96-44AC-93C2-93612F62D46D}" dt="2026-05-06T14:27:38.342" v="131" actId="20577"/>
          <ac:spMkLst>
            <pc:docMk/>
            <pc:sldMk cId="4099492577" sldId="313"/>
            <ac:spMk id="2" creationId="{8141EC84-2D8F-40C6-EBB6-FF7C606E459B}"/>
          </ac:spMkLst>
        </pc:spChg>
        <pc:picChg chg="add mod">
          <ac:chgData name="Berg, Dirk van den" userId="035ecb32-01d9-4b47-a105-eacf059a4647" providerId="ADAL" clId="{F7FF961E-CF96-44AC-93C2-93612F62D46D}" dt="2026-05-06T14:42:46.277" v="140" actId="1076"/>
          <ac:picMkLst>
            <pc:docMk/>
            <pc:sldMk cId="4099492577" sldId="313"/>
            <ac:picMk id="5" creationId="{925DF776-3A56-4C90-CF18-A990E185670B}"/>
          </ac:picMkLst>
        </pc:picChg>
      </pc:sldChg>
      <pc:sldChg chg="addSp new mod">
        <pc:chgData name="Berg, Dirk van den" userId="035ecb32-01d9-4b47-a105-eacf059a4647" providerId="ADAL" clId="{F7FF961E-CF96-44AC-93C2-93612F62D46D}" dt="2026-05-06T14:29:23.156" v="136" actId="22"/>
        <pc:sldMkLst>
          <pc:docMk/>
          <pc:sldMk cId="1347050146" sldId="314"/>
        </pc:sldMkLst>
        <pc:picChg chg="add">
          <ac:chgData name="Berg, Dirk van den" userId="035ecb32-01d9-4b47-a105-eacf059a4647" providerId="ADAL" clId="{F7FF961E-CF96-44AC-93C2-93612F62D46D}" dt="2026-05-06T14:29:23.156" v="136" actId="22"/>
          <ac:picMkLst>
            <pc:docMk/>
            <pc:sldMk cId="1347050146" sldId="314"/>
            <ac:picMk id="5" creationId="{15D0C8D9-707A-62CE-B0C5-167454C96691}"/>
          </ac:picMkLst>
        </pc:picChg>
      </pc:sldChg>
      <pc:sldChg chg="addSp new mod">
        <pc:chgData name="Berg, Dirk van den" userId="035ecb32-01d9-4b47-a105-eacf059a4647" providerId="ADAL" clId="{F7FF961E-CF96-44AC-93C2-93612F62D46D}" dt="2026-05-06T14:36:27.998" v="138" actId="22"/>
        <pc:sldMkLst>
          <pc:docMk/>
          <pc:sldMk cId="4036531283" sldId="315"/>
        </pc:sldMkLst>
        <pc:picChg chg="add">
          <ac:chgData name="Berg, Dirk van den" userId="035ecb32-01d9-4b47-a105-eacf059a4647" providerId="ADAL" clId="{F7FF961E-CF96-44AC-93C2-93612F62D46D}" dt="2026-05-06T14:36:27.998" v="138" actId="22"/>
          <ac:picMkLst>
            <pc:docMk/>
            <pc:sldMk cId="4036531283" sldId="315"/>
            <ac:picMk id="5" creationId="{C084DB9B-F8A7-DFB4-413C-D6A4CDCF0970}"/>
          </ac:picMkLst>
        </pc:picChg>
      </pc:sldChg>
      <pc:sldChg chg="modSp new mod">
        <pc:chgData name="Berg, Dirk van den" userId="035ecb32-01d9-4b47-a105-eacf059a4647" providerId="ADAL" clId="{F7FF961E-CF96-44AC-93C2-93612F62D46D}" dt="2026-05-10T12:24:02.072" v="519" actId="27636"/>
        <pc:sldMkLst>
          <pc:docMk/>
          <pc:sldMk cId="1499017976" sldId="316"/>
        </pc:sldMkLst>
        <pc:spChg chg="mod">
          <ac:chgData name="Berg, Dirk van den" userId="035ecb32-01d9-4b47-a105-eacf059a4647" providerId="ADAL" clId="{F7FF961E-CF96-44AC-93C2-93612F62D46D}" dt="2026-05-10T11:53:17.603" v="221" actId="20577"/>
          <ac:spMkLst>
            <pc:docMk/>
            <pc:sldMk cId="1499017976" sldId="316"/>
            <ac:spMk id="2" creationId="{3DA5657D-E5BD-426B-CA25-6F9E456BBED7}"/>
          </ac:spMkLst>
        </pc:spChg>
        <pc:spChg chg="mod">
          <ac:chgData name="Berg, Dirk van den" userId="035ecb32-01d9-4b47-a105-eacf059a4647" providerId="ADAL" clId="{F7FF961E-CF96-44AC-93C2-93612F62D46D}" dt="2026-05-10T12:24:02.072" v="519" actId="27636"/>
          <ac:spMkLst>
            <pc:docMk/>
            <pc:sldMk cId="1499017976" sldId="316"/>
            <ac:spMk id="3" creationId="{35A79D1E-D153-3B55-8E12-0FFD85B2F3B5}"/>
          </ac:spMkLst>
        </pc:spChg>
      </pc:sldChg>
      <pc:sldChg chg="modSp new mod">
        <pc:chgData name="Berg, Dirk van den" userId="035ecb32-01d9-4b47-a105-eacf059a4647" providerId="ADAL" clId="{F7FF961E-CF96-44AC-93C2-93612F62D46D}" dt="2026-05-10T12:09:51.622" v="264" actId="20577"/>
        <pc:sldMkLst>
          <pc:docMk/>
          <pc:sldMk cId="2295290356" sldId="317"/>
        </pc:sldMkLst>
        <pc:spChg chg="mod">
          <ac:chgData name="Berg, Dirk van den" userId="035ecb32-01d9-4b47-a105-eacf059a4647" providerId="ADAL" clId="{F7FF961E-CF96-44AC-93C2-93612F62D46D}" dt="2026-05-10T12:09:51.622" v="264" actId="20577"/>
          <ac:spMkLst>
            <pc:docMk/>
            <pc:sldMk cId="2295290356" sldId="317"/>
            <ac:spMk id="3" creationId="{6DFA36D8-931D-15CB-53DA-98B9C3952F54}"/>
          </ac:spMkLst>
        </pc:spChg>
      </pc:sldChg>
      <pc:sldChg chg="addSp modSp new mod">
        <pc:chgData name="Berg, Dirk van den" userId="035ecb32-01d9-4b47-a105-eacf059a4647" providerId="ADAL" clId="{F7FF961E-CF96-44AC-93C2-93612F62D46D}" dt="2026-05-10T12:12:53.606" v="401" actId="1076"/>
        <pc:sldMkLst>
          <pc:docMk/>
          <pc:sldMk cId="4147950133" sldId="318"/>
        </pc:sldMkLst>
        <pc:spChg chg="mod">
          <ac:chgData name="Berg, Dirk van den" userId="035ecb32-01d9-4b47-a105-eacf059a4647" providerId="ADAL" clId="{F7FF961E-CF96-44AC-93C2-93612F62D46D}" dt="2026-05-10T12:10:28.268" v="397" actId="20577"/>
          <ac:spMkLst>
            <pc:docMk/>
            <pc:sldMk cId="4147950133" sldId="318"/>
            <ac:spMk id="3" creationId="{4C18105D-D1E1-3EC5-BB19-271257EBB241}"/>
          </ac:spMkLst>
        </pc:spChg>
        <pc:picChg chg="add mod">
          <ac:chgData name="Berg, Dirk van den" userId="035ecb32-01d9-4b47-a105-eacf059a4647" providerId="ADAL" clId="{F7FF961E-CF96-44AC-93C2-93612F62D46D}" dt="2026-05-10T12:12:53.606" v="401" actId="1076"/>
          <ac:picMkLst>
            <pc:docMk/>
            <pc:sldMk cId="4147950133" sldId="318"/>
            <ac:picMk id="5" creationId="{35C59F87-BBB0-33A8-1374-316FD78D0767}"/>
          </ac:picMkLst>
        </pc:picChg>
      </pc:sldChg>
      <pc:sldChg chg="modSp new">
        <pc:chgData name="Berg, Dirk van den" userId="035ecb32-01d9-4b47-a105-eacf059a4647" providerId="ADAL" clId="{F7FF961E-CF96-44AC-93C2-93612F62D46D}" dt="2026-05-10T12:22:22.597" v="514"/>
        <pc:sldMkLst>
          <pc:docMk/>
          <pc:sldMk cId="4148058602" sldId="319"/>
        </pc:sldMkLst>
        <pc:spChg chg="mod">
          <ac:chgData name="Berg, Dirk van den" userId="035ecb32-01d9-4b47-a105-eacf059a4647" providerId="ADAL" clId="{F7FF961E-CF96-44AC-93C2-93612F62D46D}" dt="2026-05-10T12:22:22.597" v="514"/>
          <ac:spMkLst>
            <pc:docMk/>
            <pc:sldMk cId="4148058602" sldId="319"/>
            <ac:spMk id="3" creationId="{70908C73-D07B-8A66-6190-628A02BF687F}"/>
          </ac:spMkLst>
        </pc:spChg>
      </pc:sldChg>
      <pc:sldChg chg="addSp delSp modSp new mod">
        <pc:chgData name="Berg, Dirk van den" userId="035ecb32-01d9-4b47-a105-eacf059a4647" providerId="ADAL" clId="{F7FF961E-CF96-44AC-93C2-93612F62D46D}" dt="2026-05-11T07:48:39.849" v="694" actId="1076"/>
        <pc:sldMkLst>
          <pc:docMk/>
          <pc:sldMk cId="707892900" sldId="320"/>
        </pc:sldMkLst>
        <pc:spChg chg="mod">
          <ac:chgData name="Berg, Dirk van den" userId="035ecb32-01d9-4b47-a105-eacf059a4647" providerId="ADAL" clId="{F7FF961E-CF96-44AC-93C2-93612F62D46D}" dt="2026-05-10T17:32:44.305" v="536" actId="20577"/>
          <ac:spMkLst>
            <pc:docMk/>
            <pc:sldMk cId="707892900" sldId="320"/>
            <ac:spMk id="2" creationId="{060BC755-55A0-279D-ADEC-63ACE08E3FF7}"/>
          </ac:spMkLst>
        </pc:spChg>
        <pc:spChg chg="add del mod">
          <ac:chgData name="Berg, Dirk van den" userId="035ecb32-01d9-4b47-a105-eacf059a4647" providerId="ADAL" clId="{F7FF961E-CF96-44AC-93C2-93612F62D46D}" dt="2026-05-10T18:49:33.595" v="541"/>
          <ac:spMkLst>
            <pc:docMk/>
            <pc:sldMk cId="707892900" sldId="320"/>
            <ac:spMk id="3" creationId="{FA697B1C-6244-9076-F2C5-4F81F04E9F9B}"/>
          </ac:spMkLst>
        </pc:spChg>
        <pc:picChg chg="add mod">
          <ac:chgData name="Berg, Dirk van den" userId="035ecb32-01d9-4b47-a105-eacf059a4647" providerId="ADAL" clId="{F7FF961E-CF96-44AC-93C2-93612F62D46D}" dt="2026-05-11T07:48:39.849" v="694" actId="1076"/>
          <ac:picMkLst>
            <pc:docMk/>
            <pc:sldMk cId="707892900" sldId="320"/>
            <ac:picMk id="7" creationId="{0CA0F744-BE7B-5672-66E0-8548715D8F21}"/>
          </ac:picMkLst>
        </pc:picChg>
      </pc:sldChg>
      <pc:sldChg chg="addSp new mod">
        <pc:chgData name="Berg, Dirk van den" userId="035ecb32-01d9-4b47-a105-eacf059a4647" providerId="ADAL" clId="{F7FF961E-CF96-44AC-93C2-93612F62D46D}" dt="2026-05-10T18:52:32.164" v="543" actId="22"/>
        <pc:sldMkLst>
          <pc:docMk/>
          <pc:sldMk cId="2886376908" sldId="321"/>
        </pc:sldMkLst>
        <pc:picChg chg="add">
          <ac:chgData name="Berg, Dirk van den" userId="035ecb32-01d9-4b47-a105-eacf059a4647" providerId="ADAL" clId="{F7FF961E-CF96-44AC-93C2-93612F62D46D}" dt="2026-05-10T18:52:32.164" v="543" actId="22"/>
          <ac:picMkLst>
            <pc:docMk/>
            <pc:sldMk cId="2886376908" sldId="321"/>
            <ac:picMk id="5" creationId="{FB847879-107B-2287-FD47-F7107652D23B}"/>
          </ac:picMkLst>
        </pc:picChg>
      </pc:sldChg>
      <pc:sldChg chg="modSp new mod">
        <pc:chgData name="Berg, Dirk van den" userId="035ecb32-01d9-4b47-a105-eacf059a4647" providerId="ADAL" clId="{F7FF961E-CF96-44AC-93C2-93612F62D46D}" dt="2026-05-10T20:08:11.455" v="611" actId="20577"/>
        <pc:sldMkLst>
          <pc:docMk/>
          <pc:sldMk cId="2901349962" sldId="322"/>
        </pc:sldMkLst>
        <pc:spChg chg="mod">
          <ac:chgData name="Berg, Dirk van den" userId="035ecb32-01d9-4b47-a105-eacf059a4647" providerId="ADAL" clId="{F7FF961E-CF96-44AC-93C2-93612F62D46D}" dt="2026-05-10T20:08:01.814" v="558" actId="20577"/>
          <ac:spMkLst>
            <pc:docMk/>
            <pc:sldMk cId="2901349962" sldId="322"/>
            <ac:spMk id="2" creationId="{E309AFC7-FB48-9D83-AE3E-49008DFF83B8}"/>
          </ac:spMkLst>
        </pc:spChg>
        <pc:spChg chg="mod">
          <ac:chgData name="Berg, Dirk van den" userId="035ecb32-01d9-4b47-a105-eacf059a4647" providerId="ADAL" clId="{F7FF961E-CF96-44AC-93C2-93612F62D46D}" dt="2026-05-10T20:08:11.455" v="611" actId="20577"/>
          <ac:spMkLst>
            <pc:docMk/>
            <pc:sldMk cId="2901349962" sldId="322"/>
            <ac:spMk id="3" creationId="{DA4B1886-08CC-5F7C-9A2A-9BD8CAA8FE6D}"/>
          </ac:spMkLst>
        </pc:spChg>
      </pc:sldChg>
      <pc:sldChg chg="addSp new mod">
        <pc:chgData name="Berg, Dirk van den" userId="035ecb32-01d9-4b47-a105-eacf059a4647" providerId="ADAL" clId="{F7FF961E-CF96-44AC-93C2-93612F62D46D}" dt="2026-05-10T20:11:30.773" v="613" actId="22"/>
        <pc:sldMkLst>
          <pc:docMk/>
          <pc:sldMk cId="873693306" sldId="323"/>
        </pc:sldMkLst>
        <pc:spChg chg="add">
          <ac:chgData name="Berg, Dirk van den" userId="035ecb32-01d9-4b47-a105-eacf059a4647" providerId="ADAL" clId="{F7FF961E-CF96-44AC-93C2-93612F62D46D}" dt="2026-05-10T20:11:30.773" v="613" actId="22"/>
          <ac:spMkLst>
            <pc:docMk/>
            <pc:sldMk cId="873693306" sldId="323"/>
            <ac:spMk id="5" creationId="{84617881-7329-E297-C70D-E54A799D3720}"/>
          </ac:spMkLst>
        </pc:spChg>
      </pc:sldChg>
      <pc:sldChg chg="addSp new mod">
        <pc:chgData name="Berg, Dirk van den" userId="035ecb32-01d9-4b47-a105-eacf059a4647" providerId="ADAL" clId="{F7FF961E-CF96-44AC-93C2-93612F62D46D}" dt="2026-05-10T20:13:38.331" v="615" actId="22"/>
        <pc:sldMkLst>
          <pc:docMk/>
          <pc:sldMk cId="230563897" sldId="324"/>
        </pc:sldMkLst>
        <pc:picChg chg="add">
          <ac:chgData name="Berg, Dirk van den" userId="035ecb32-01d9-4b47-a105-eacf059a4647" providerId="ADAL" clId="{F7FF961E-CF96-44AC-93C2-93612F62D46D}" dt="2026-05-10T20:13:38.331" v="615" actId="22"/>
          <ac:picMkLst>
            <pc:docMk/>
            <pc:sldMk cId="230563897" sldId="324"/>
            <ac:picMk id="5" creationId="{16359F15-3466-40F5-48D6-DD6B0D16B52B}"/>
          </ac:picMkLst>
        </pc:picChg>
      </pc:sldChg>
      <pc:sldChg chg="modSp new mod">
        <pc:chgData name="Berg, Dirk van den" userId="035ecb32-01d9-4b47-a105-eacf059a4647" providerId="ADAL" clId="{F7FF961E-CF96-44AC-93C2-93612F62D46D}" dt="2026-05-10T20:20:24.254" v="644" actId="20577"/>
        <pc:sldMkLst>
          <pc:docMk/>
          <pc:sldMk cId="1828957076" sldId="325"/>
        </pc:sldMkLst>
        <pc:spChg chg="mod">
          <ac:chgData name="Berg, Dirk van den" userId="035ecb32-01d9-4b47-a105-eacf059a4647" providerId="ADAL" clId="{F7FF961E-CF96-44AC-93C2-93612F62D46D}" dt="2026-05-10T20:20:24.254" v="644" actId="20577"/>
          <ac:spMkLst>
            <pc:docMk/>
            <pc:sldMk cId="1828957076" sldId="325"/>
            <ac:spMk id="2" creationId="{42E13CED-A52E-1729-4A19-AFC275D72468}"/>
          </ac:spMkLst>
        </pc:spChg>
      </pc:sldChg>
      <pc:sldChg chg="addSp new mod">
        <pc:chgData name="Berg, Dirk van den" userId="035ecb32-01d9-4b47-a105-eacf059a4647" providerId="ADAL" clId="{F7FF961E-CF96-44AC-93C2-93612F62D46D}" dt="2026-05-10T20:20:30.805" v="646" actId="22"/>
        <pc:sldMkLst>
          <pc:docMk/>
          <pc:sldMk cId="1683369472" sldId="326"/>
        </pc:sldMkLst>
        <pc:spChg chg="add">
          <ac:chgData name="Berg, Dirk van den" userId="035ecb32-01d9-4b47-a105-eacf059a4647" providerId="ADAL" clId="{F7FF961E-CF96-44AC-93C2-93612F62D46D}" dt="2026-05-10T20:20:30.805" v="646" actId="22"/>
          <ac:spMkLst>
            <pc:docMk/>
            <pc:sldMk cId="1683369472" sldId="326"/>
            <ac:spMk id="5" creationId="{F1D8B97F-15FC-E3DB-CBE7-884137D04467}"/>
          </ac:spMkLst>
        </pc:spChg>
      </pc:sldChg>
      <pc:sldChg chg="modSp new mod">
        <pc:chgData name="Berg, Dirk van den" userId="035ecb32-01d9-4b47-a105-eacf059a4647" providerId="ADAL" clId="{F7FF961E-CF96-44AC-93C2-93612F62D46D}" dt="2026-05-10T21:38:30.579" v="688"/>
        <pc:sldMkLst>
          <pc:docMk/>
          <pc:sldMk cId="1635330416" sldId="327"/>
        </pc:sldMkLst>
        <pc:spChg chg="mod">
          <ac:chgData name="Berg, Dirk van den" userId="035ecb32-01d9-4b47-a105-eacf059a4647" providerId="ADAL" clId="{F7FF961E-CF96-44AC-93C2-93612F62D46D}" dt="2026-05-10T21:04:18.848" v="661" actId="20577"/>
          <ac:spMkLst>
            <pc:docMk/>
            <pc:sldMk cId="1635330416" sldId="327"/>
            <ac:spMk id="2" creationId="{6762CA15-EBF7-35D9-8C16-83ACE506E893}"/>
          </ac:spMkLst>
        </pc:spChg>
        <pc:spChg chg="mod">
          <ac:chgData name="Berg, Dirk van den" userId="035ecb32-01d9-4b47-a105-eacf059a4647" providerId="ADAL" clId="{F7FF961E-CF96-44AC-93C2-93612F62D46D}" dt="2026-05-10T21:38:30.579" v="688"/>
          <ac:spMkLst>
            <pc:docMk/>
            <pc:sldMk cId="1635330416" sldId="327"/>
            <ac:spMk id="3" creationId="{84529D59-0077-C917-20D6-98039EBC8A46}"/>
          </ac:spMkLst>
        </pc:spChg>
      </pc:sldChg>
      <pc:sldChg chg="addSp new mod">
        <pc:chgData name="Berg, Dirk van den" userId="035ecb32-01d9-4b47-a105-eacf059a4647" providerId="ADAL" clId="{F7FF961E-CF96-44AC-93C2-93612F62D46D}" dt="2026-05-10T21:06:16.250" v="664" actId="22"/>
        <pc:sldMkLst>
          <pc:docMk/>
          <pc:sldMk cId="2274519634" sldId="328"/>
        </pc:sldMkLst>
        <pc:spChg chg="add">
          <ac:chgData name="Berg, Dirk van den" userId="035ecb32-01d9-4b47-a105-eacf059a4647" providerId="ADAL" clId="{F7FF961E-CF96-44AC-93C2-93612F62D46D}" dt="2026-05-10T21:06:16.250" v="664" actId="22"/>
          <ac:spMkLst>
            <pc:docMk/>
            <pc:sldMk cId="2274519634" sldId="328"/>
            <ac:spMk id="5" creationId="{E45C2B72-1DEE-05A4-D916-C13CB535187B}"/>
          </ac:spMkLst>
        </pc:spChg>
      </pc:sldChg>
      <pc:sldChg chg="new">
        <pc:chgData name="Berg, Dirk van den" userId="035ecb32-01d9-4b47-a105-eacf059a4647" providerId="ADAL" clId="{F7FF961E-CF96-44AC-93C2-93612F62D46D}" dt="2026-05-10T21:15:44.932" v="665" actId="680"/>
        <pc:sldMkLst>
          <pc:docMk/>
          <pc:sldMk cId="3923623053" sldId="329"/>
        </pc:sldMkLst>
      </pc:sldChg>
      <pc:sldChg chg="addSp new mod ord">
        <pc:chgData name="Berg, Dirk van den" userId="035ecb32-01d9-4b47-a105-eacf059a4647" providerId="ADAL" clId="{F7FF961E-CF96-44AC-93C2-93612F62D46D}" dt="2026-05-10T21:15:49.756" v="669"/>
        <pc:sldMkLst>
          <pc:docMk/>
          <pc:sldMk cId="811776478" sldId="330"/>
        </pc:sldMkLst>
        <pc:spChg chg="add">
          <ac:chgData name="Berg, Dirk van den" userId="035ecb32-01d9-4b47-a105-eacf059a4647" providerId="ADAL" clId="{F7FF961E-CF96-44AC-93C2-93612F62D46D}" dt="2026-05-10T21:15:46.380" v="667" actId="22"/>
          <ac:spMkLst>
            <pc:docMk/>
            <pc:sldMk cId="811776478" sldId="330"/>
            <ac:spMk id="5" creationId="{4E5ABF67-2212-0C4E-5753-49A5BFBE3349}"/>
          </ac:spMkLst>
        </pc:spChg>
      </pc:sldChg>
      <pc:sldChg chg="modSp new mod">
        <pc:chgData name="Berg, Dirk van den" userId="035ecb32-01d9-4b47-a105-eacf059a4647" providerId="ADAL" clId="{F7FF961E-CF96-44AC-93C2-93612F62D46D}" dt="2026-05-11T07:53:17.504" v="698" actId="27636"/>
        <pc:sldMkLst>
          <pc:docMk/>
          <pc:sldMk cId="596482356" sldId="331"/>
        </pc:sldMkLst>
        <pc:spChg chg="mod">
          <ac:chgData name="Berg, Dirk van den" userId="035ecb32-01d9-4b47-a105-eacf059a4647" providerId="ADAL" clId="{F7FF961E-CF96-44AC-93C2-93612F62D46D}" dt="2026-05-11T07:50:56.266" v="696"/>
          <ac:spMkLst>
            <pc:docMk/>
            <pc:sldMk cId="596482356" sldId="331"/>
            <ac:spMk id="2" creationId="{8F59ED26-E70E-FC3C-8841-0F19F30E5ACF}"/>
          </ac:spMkLst>
        </pc:spChg>
        <pc:spChg chg="mod">
          <ac:chgData name="Berg, Dirk van den" userId="035ecb32-01d9-4b47-a105-eacf059a4647" providerId="ADAL" clId="{F7FF961E-CF96-44AC-93C2-93612F62D46D}" dt="2026-05-11T07:53:17.504" v="698" actId="27636"/>
          <ac:spMkLst>
            <pc:docMk/>
            <pc:sldMk cId="596482356" sldId="331"/>
            <ac:spMk id="3" creationId="{71F8F881-8A46-4197-6E9B-737AC39F6D59}"/>
          </ac:spMkLst>
        </pc:spChg>
      </pc:sldChg>
      <pc:sldChg chg="new">
        <pc:chgData name="Berg, Dirk van den" userId="035ecb32-01d9-4b47-a105-eacf059a4647" providerId="ADAL" clId="{F7FF961E-CF96-44AC-93C2-93612F62D46D}" dt="2026-05-12T12:16:18.680" v="699" actId="680"/>
        <pc:sldMkLst>
          <pc:docMk/>
          <pc:sldMk cId="3649653671" sldId="332"/>
        </pc:sldMkLst>
      </pc:sldChg>
      <pc:sldChg chg="new">
        <pc:chgData name="Berg, Dirk van den" userId="035ecb32-01d9-4b47-a105-eacf059a4647" providerId="ADAL" clId="{F7FF961E-CF96-44AC-93C2-93612F62D46D}" dt="2026-05-12T12:16:18.827" v="700" actId="680"/>
        <pc:sldMkLst>
          <pc:docMk/>
          <pc:sldMk cId="1909324229" sldId="333"/>
        </pc:sldMkLst>
      </pc:sldChg>
      <pc:sldChg chg="modSp new mod">
        <pc:chgData name="Berg, Dirk van den" userId="035ecb32-01d9-4b47-a105-eacf059a4647" providerId="ADAL" clId="{F7FF961E-CF96-44AC-93C2-93612F62D46D}" dt="2026-05-12T18:21:11.867" v="1075" actId="20577"/>
        <pc:sldMkLst>
          <pc:docMk/>
          <pc:sldMk cId="2389016504" sldId="334"/>
        </pc:sldMkLst>
        <pc:spChg chg="mod">
          <ac:chgData name="Berg, Dirk van den" userId="035ecb32-01d9-4b47-a105-eacf059a4647" providerId="ADAL" clId="{F7FF961E-CF96-44AC-93C2-93612F62D46D}" dt="2026-05-12T12:16:22.954" v="713" actId="20577"/>
          <ac:spMkLst>
            <pc:docMk/>
            <pc:sldMk cId="2389016504" sldId="334"/>
            <ac:spMk id="2" creationId="{056BF94B-E816-B67D-6F0A-26E944243FFA}"/>
          </ac:spMkLst>
        </pc:spChg>
        <pc:spChg chg="mod">
          <ac:chgData name="Berg, Dirk van den" userId="035ecb32-01d9-4b47-a105-eacf059a4647" providerId="ADAL" clId="{F7FF961E-CF96-44AC-93C2-93612F62D46D}" dt="2026-05-12T18:21:11.867" v="1075" actId="20577"/>
          <ac:spMkLst>
            <pc:docMk/>
            <pc:sldMk cId="2389016504" sldId="334"/>
            <ac:spMk id="3" creationId="{12FC62F4-A612-84A2-C71A-51ABED26778E}"/>
          </ac:spMkLst>
        </pc:spChg>
      </pc:sldChg>
      <pc:sldChg chg="addSp modSp new mod">
        <pc:chgData name="Berg, Dirk van den" userId="035ecb32-01d9-4b47-a105-eacf059a4647" providerId="ADAL" clId="{F7FF961E-CF96-44AC-93C2-93612F62D46D}" dt="2026-05-12T16:55:03.353" v="926" actId="20577"/>
        <pc:sldMkLst>
          <pc:docMk/>
          <pc:sldMk cId="2604392286" sldId="335"/>
        </pc:sldMkLst>
        <pc:spChg chg="mod">
          <ac:chgData name="Berg, Dirk van den" userId="035ecb32-01d9-4b47-a105-eacf059a4647" providerId="ADAL" clId="{F7FF961E-CF96-44AC-93C2-93612F62D46D}" dt="2026-05-12T16:55:03.353" v="926" actId="20577"/>
          <ac:spMkLst>
            <pc:docMk/>
            <pc:sldMk cId="2604392286" sldId="335"/>
            <ac:spMk id="3" creationId="{7A4E25A4-90AC-56B8-2E5B-15FC5784E9D6}"/>
          </ac:spMkLst>
        </pc:spChg>
        <pc:spChg chg="add">
          <ac:chgData name="Berg, Dirk van den" userId="035ecb32-01d9-4b47-a105-eacf059a4647" providerId="ADAL" clId="{F7FF961E-CF96-44AC-93C2-93612F62D46D}" dt="2026-05-12T16:33:24.370" v="857"/>
          <ac:spMkLst>
            <pc:docMk/>
            <pc:sldMk cId="2604392286" sldId="335"/>
            <ac:spMk id="4" creationId="{FEFA1BCE-F680-F9BF-3FBA-E6ACA5038925}"/>
          </ac:spMkLst>
        </pc:spChg>
      </pc:sldChg>
      <pc:sldChg chg="modSp new">
        <pc:chgData name="Berg, Dirk van den" userId="035ecb32-01d9-4b47-a105-eacf059a4647" providerId="ADAL" clId="{F7FF961E-CF96-44AC-93C2-93612F62D46D}" dt="2026-05-12T12:31:30.034" v="769"/>
        <pc:sldMkLst>
          <pc:docMk/>
          <pc:sldMk cId="892227527" sldId="336"/>
        </pc:sldMkLst>
        <pc:spChg chg="mod">
          <ac:chgData name="Berg, Dirk van den" userId="035ecb32-01d9-4b47-a105-eacf059a4647" providerId="ADAL" clId="{F7FF961E-CF96-44AC-93C2-93612F62D46D}" dt="2026-05-12T12:31:30.034" v="769"/>
          <ac:spMkLst>
            <pc:docMk/>
            <pc:sldMk cId="892227527" sldId="336"/>
            <ac:spMk id="3" creationId="{9625F7F7-6FF0-2421-9FB2-0039BF8BDDAA}"/>
          </ac:spMkLst>
        </pc:spChg>
      </pc:sldChg>
      <pc:sldChg chg="modSp new mod">
        <pc:chgData name="Berg, Dirk van den" userId="035ecb32-01d9-4b47-a105-eacf059a4647" providerId="ADAL" clId="{F7FF961E-CF96-44AC-93C2-93612F62D46D}" dt="2026-05-12T12:31:34.220" v="779" actId="20577"/>
        <pc:sldMkLst>
          <pc:docMk/>
          <pc:sldMk cId="1328650824" sldId="337"/>
        </pc:sldMkLst>
        <pc:spChg chg="mod">
          <ac:chgData name="Berg, Dirk van den" userId="035ecb32-01d9-4b47-a105-eacf059a4647" providerId="ADAL" clId="{F7FF961E-CF96-44AC-93C2-93612F62D46D}" dt="2026-05-12T12:31:34.220" v="779" actId="20577"/>
          <ac:spMkLst>
            <pc:docMk/>
            <pc:sldMk cId="1328650824" sldId="337"/>
            <ac:spMk id="2" creationId="{464D1A29-D796-3A3E-8C7C-8917594FF0BF}"/>
          </ac:spMkLst>
        </pc:spChg>
      </pc:sldChg>
      <pc:sldChg chg="modSp new mod">
        <pc:chgData name="Berg, Dirk van den" userId="035ecb32-01d9-4b47-a105-eacf059a4647" providerId="ADAL" clId="{F7FF961E-CF96-44AC-93C2-93612F62D46D}" dt="2026-05-12T13:46:33.879" v="791" actId="20577"/>
        <pc:sldMkLst>
          <pc:docMk/>
          <pc:sldMk cId="4156468339" sldId="338"/>
        </pc:sldMkLst>
        <pc:spChg chg="mod">
          <ac:chgData name="Berg, Dirk van den" userId="035ecb32-01d9-4b47-a105-eacf059a4647" providerId="ADAL" clId="{F7FF961E-CF96-44AC-93C2-93612F62D46D}" dt="2026-05-12T13:46:33.879" v="791" actId="20577"/>
          <ac:spMkLst>
            <pc:docMk/>
            <pc:sldMk cId="4156468339" sldId="338"/>
            <ac:spMk id="3" creationId="{3753BE7C-433A-C7D0-A048-995FBC9FF986}"/>
          </ac:spMkLst>
        </pc:spChg>
      </pc:sldChg>
      <pc:sldChg chg="addSp delSp modSp new mod">
        <pc:chgData name="Berg, Dirk van den" userId="035ecb32-01d9-4b47-a105-eacf059a4647" providerId="ADAL" clId="{F7FF961E-CF96-44AC-93C2-93612F62D46D}" dt="2026-05-12T16:33:39.281" v="904" actId="20577"/>
        <pc:sldMkLst>
          <pc:docMk/>
          <pc:sldMk cId="1523938604" sldId="339"/>
        </pc:sldMkLst>
        <pc:spChg chg="mod">
          <ac:chgData name="Berg, Dirk van den" userId="035ecb32-01d9-4b47-a105-eacf059a4647" providerId="ADAL" clId="{F7FF961E-CF96-44AC-93C2-93612F62D46D}" dt="2026-05-12T16:33:39.281" v="904" actId="20577"/>
          <ac:spMkLst>
            <pc:docMk/>
            <pc:sldMk cId="1523938604" sldId="339"/>
            <ac:spMk id="2" creationId="{3F3D2CE4-63E4-DF99-5D35-262A27180EEB}"/>
          </ac:spMkLst>
        </pc:spChg>
        <pc:spChg chg="del">
          <ac:chgData name="Berg, Dirk van den" userId="035ecb32-01d9-4b47-a105-eacf059a4647" providerId="ADAL" clId="{F7FF961E-CF96-44AC-93C2-93612F62D46D}" dt="2026-05-12T16:33:28.774" v="859"/>
          <ac:spMkLst>
            <pc:docMk/>
            <pc:sldMk cId="1523938604" sldId="339"/>
            <ac:spMk id="3" creationId="{2BD4BED3-19E8-C893-DC27-13F34F400D82}"/>
          </ac:spMkLst>
        </pc:spChg>
        <pc:spChg chg="add mod">
          <ac:chgData name="Berg, Dirk van den" userId="035ecb32-01d9-4b47-a105-eacf059a4647" providerId="ADAL" clId="{F7FF961E-CF96-44AC-93C2-93612F62D46D}" dt="2026-05-12T16:33:28.774" v="859"/>
          <ac:spMkLst>
            <pc:docMk/>
            <pc:sldMk cId="1523938604" sldId="339"/>
            <ac:spMk id="4" creationId="{FE00E8EC-DA3F-AD4C-D79C-E7247E7A5236}"/>
          </ac:spMkLst>
        </pc:spChg>
      </pc:sldChg>
      <pc:sldChg chg="modSp new mod">
        <pc:chgData name="Berg, Dirk van den" userId="035ecb32-01d9-4b47-a105-eacf059a4647" providerId="ADAL" clId="{F7FF961E-CF96-44AC-93C2-93612F62D46D}" dt="2026-05-12T17:14:12.643" v="944" actId="20577"/>
        <pc:sldMkLst>
          <pc:docMk/>
          <pc:sldMk cId="4253846143" sldId="340"/>
        </pc:sldMkLst>
        <pc:spChg chg="mod">
          <ac:chgData name="Berg, Dirk van den" userId="035ecb32-01d9-4b47-a105-eacf059a4647" providerId="ADAL" clId="{F7FF961E-CF96-44AC-93C2-93612F62D46D}" dt="2026-05-12T17:14:12.643" v="944" actId="20577"/>
          <ac:spMkLst>
            <pc:docMk/>
            <pc:sldMk cId="4253846143" sldId="340"/>
            <ac:spMk id="2" creationId="{18498A80-94BC-4296-3B17-F78DB244960F}"/>
          </ac:spMkLst>
        </pc:spChg>
        <pc:spChg chg="mod">
          <ac:chgData name="Berg, Dirk van den" userId="035ecb32-01d9-4b47-a105-eacf059a4647" providerId="ADAL" clId="{F7FF961E-CF96-44AC-93C2-93612F62D46D}" dt="2026-05-12T17:14:09.430" v="928"/>
          <ac:spMkLst>
            <pc:docMk/>
            <pc:sldMk cId="4253846143" sldId="340"/>
            <ac:spMk id="3" creationId="{7197CA5B-4BBD-B1F4-8BEC-B0A0B45FF219}"/>
          </ac:spMkLst>
        </pc:spChg>
      </pc:sldChg>
      <pc:sldChg chg="modSp new mod">
        <pc:chgData name="Berg, Dirk van den" userId="035ecb32-01d9-4b47-a105-eacf059a4647" providerId="ADAL" clId="{F7FF961E-CF96-44AC-93C2-93612F62D46D}" dt="2026-05-12T18:04:08.484" v="1053" actId="20577"/>
        <pc:sldMkLst>
          <pc:docMk/>
          <pc:sldMk cId="546136694" sldId="341"/>
        </pc:sldMkLst>
        <pc:spChg chg="mod">
          <ac:chgData name="Berg, Dirk van den" userId="035ecb32-01d9-4b47-a105-eacf059a4647" providerId="ADAL" clId="{F7FF961E-CF96-44AC-93C2-93612F62D46D}" dt="2026-05-12T18:03:53.518" v="987" actId="20577"/>
          <ac:spMkLst>
            <pc:docMk/>
            <pc:sldMk cId="546136694" sldId="341"/>
            <ac:spMk id="2" creationId="{0F396057-CABA-9A1D-592A-92967E7A46BE}"/>
          </ac:spMkLst>
        </pc:spChg>
        <pc:spChg chg="mod">
          <ac:chgData name="Berg, Dirk van den" userId="035ecb32-01d9-4b47-a105-eacf059a4647" providerId="ADAL" clId="{F7FF961E-CF96-44AC-93C2-93612F62D46D}" dt="2026-05-12T18:04:08.484" v="1053" actId="20577"/>
          <ac:spMkLst>
            <pc:docMk/>
            <pc:sldMk cId="546136694" sldId="341"/>
            <ac:spMk id="3" creationId="{99B35F5E-58FA-1DE8-E340-9B34DB99ACB4}"/>
          </ac:spMkLst>
        </pc:spChg>
      </pc:sldChg>
      <pc:sldChg chg="modSp new mod">
        <pc:chgData name="Berg, Dirk van den" userId="035ecb32-01d9-4b47-a105-eacf059a4647" providerId="ADAL" clId="{F7FF961E-CF96-44AC-93C2-93612F62D46D}" dt="2026-05-12T20:02:26.791" v="1116" actId="5793"/>
        <pc:sldMkLst>
          <pc:docMk/>
          <pc:sldMk cId="1935017436" sldId="342"/>
        </pc:sldMkLst>
        <pc:spChg chg="mod">
          <ac:chgData name="Berg, Dirk van den" userId="035ecb32-01d9-4b47-a105-eacf059a4647" providerId="ADAL" clId="{F7FF961E-CF96-44AC-93C2-93612F62D46D}" dt="2026-05-12T20:02:20.940" v="1089" actId="20577"/>
          <ac:spMkLst>
            <pc:docMk/>
            <pc:sldMk cId="1935017436" sldId="342"/>
            <ac:spMk id="2" creationId="{20F4AC36-C39D-C189-6FF1-DD0BA52E1090}"/>
          </ac:spMkLst>
        </pc:spChg>
        <pc:spChg chg="mod">
          <ac:chgData name="Berg, Dirk van den" userId="035ecb32-01d9-4b47-a105-eacf059a4647" providerId="ADAL" clId="{F7FF961E-CF96-44AC-93C2-93612F62D46D}" dt="2026-05-12T20:02:26.791" v="1116" actId="5793"/>
          <ac:spMkLst>
            <pc:docMk/>
            <pc:sldMk cId="1935017436" sldId="342"/>
            <ac:spMk id="3" creationId="{443F14AB-6D79-42AB-C2CA-531B0880F31E}"/>
          </ac:spMkLst>
        </pc:spChg>
      </pc:sldChg>
      <pc:sldChg chg="modSp new mod">
        <pc:chgData name="Berg, Dirk van den" userId="035ecb32-01d9-4b47-a105-eacf059a4647" providerId="ADAL" clId="{F7FF961E-CF96-44AC-93C2-93612F62D46D}" dt="2026-05-12T20:02:35.892" v="1135" actId="20577"/>
        <pc:sldMkLst>
          <pc:docMk/>
          <pc:sldMk cId="2777906891" sldId="343"/>
        </pc:sldMkLst>
        <pc:spChg chg="mod">
          <ac:chgData name="Berg, Dirk van den" userId="035ecb32-01d9-4b47-a105-eacf059a4647" providerId="ADAL" clId="{F7FF961E-CF96-44AC-93C2-93612F62D46D}" dt="2026-05-12T20:02:30.876" v="1120" actId="20577"/>
          <ac:spMkLst>
            <pc:docMk/>
            <pc:sldMk cId="2777906891" sldId="343"/>
            <ac:spMk id="2" creationId="{8F2FA7E2-B5D8-1215-E27E-49CA70BA3F27}"/>
          </ac:spMkLst>
        </pc:spChg>
        <pc:spChg chg="mod">
          <ac:chgData name="Berg, Dirk van den" userId="035ecb32-01d9-4b47-a105-eacf059a4647" providerId="ADAL" clId="{F7FF961E-CF96-44AC-93C2-93612F62D46D}" dt="2026-05-12T20:02:35.892" v="1135" actId="20577"/>
          <ac:spMkLst>
            <pc:docMk/>
            <pc:sldMk cId="2777906891" sldId="343"/>
            <ac:spMk id="3" creationId="{1FBE2FFC-C0CC-8277-5621-12A9B8B3F458}"/>
          </ac:spMkLst>
        </pc:spChg>
      </pc:sldChg>
      <pc:sldChg chg="modSp new mod">
        <pc:chgData name="Berg, Dirk van den" userId="035ecb32-01d9-4b47-a105-eacf059a4647" providerId="ADAL" clId="{F7FF961E-CF96-44AC-93C2-93612F62D46D}" dt="2026-05-12T20:07:48.344" v="1283" actId="5793"/>
        <pc:sldMkLst>
          <pc:docMk/>
          <pc:sldMk cId="1741388648" sldId="344"/>
        </pc:sldMkLst>
        <pc:spChg chg="mod">
          <ac:chgData name="Berg, Dirk van den" userId="035ecb32-01d9-4b47-a105-eacf059a4647" providerId="ADAL" clId="{F7FF961E-CF96-44AC-93C2-93612F62D46D}" dt="2026-05-12T20:07:24.340" v="1167" actId="20577"/>
          <ac:spMkLst>
            <pc:docMk/>
            <pc:sldMk cId="1741388648" sldId="344"/>
            <ac:spMk id="2" creationId="{1069B9CC-FAD4-3F13-9D20-DF6F6A846227}"/>
          </ac:spMkLst>
        </pc:spChg>
        <pc:spChg chg="mod">
          <ac:chgData name="Berg, Dirk van den" userId="035ecb32-01d9-4b47-a105-eacf059a4647" providerId="ADAL" clId="{F7FF961E-CF96-44AC-93C2-93612F62D46D}" dt="2026-05-12T20:07:48.344" v="1283" actId="5793"/>
          <ac:spMkLst>
            <pc:docMk/>
            <pc:sldMk cId="1741388648" sldId="344"/>
            <ac:spMk id="3" creationId="{E1BF32AF-512C-F435-20F6-48576549E63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A04EC3-6134-466E-91BB-7B7890962997}" type="datetimeFigureOut">
              <a:rPr lang="en-NL" smtClean="0"/>
              <a:t>12/05/2026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5C62EE-A230-40F7-A6E2-7784DE8EB742}" type="slidenum">
              <a:rPr lang="en-NL" smtClean="0"/>
              <a:t>‹#›</a:t>
            </a:fld>
            <a:endParaRPr lang="en-NL"/>
          </a:p>
        </p:txBody>
      </p:sp>
    </p:spTree>
    <p:extLst>
      <p:ext uri="{BB962C8B-B14F-4D97-AF65-F5344CB8AC3E}">
        <p14:creationId xmlns:p14="http://schemas.microsoft.com/office/powerpoint/2010/main" val="1191499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 = </a:t>
            </a:r>
            <a:r>
              <a:rPr lang="en-US" dirty="0" err="1"/>
              <a:t>sum_i</a:t>
            </a:r>
            <a:r>
              <a:rPr lang="en-US" dirty="0"/>
              <a:t> cos(2*pi*</a:t>
            </a:r>
            <a:r>
              <a:rPr lang="en-US" dirty="0" err="1"/>
              <a:t>f_i</a:t>
            </a:r>
            <a:r>
              <a:rPr lang="en-US" dirty="0"/>
              <a:t>*t + </a:t>
            </a:r>
            <a:r>
              <a:rPr lang="en-US" dirty="0" err="1"/>
              <a:t>phi_i</a:t>
            </a:r>
            <a:r>
              <a:rPr lang="en-US" dirty="0"/>
              <a:t>)</a:t>
            </a:r>
          </a:p>
          <a:p>
            <a:r>
              <a:rPr lang="en-US" dirty="0"/>
              <a:t>  </a:t>
            </a:r>
            <a:r>
              <a:rPr lang="en-US" dirty="0" err="1"/>
              <a:t>phi_i</a:t>
            </a:r>
            <a:r>
              <a:rPr lang="en-US" dirty="0"/>
              <a:t> = -</a:t>
            </a:r>
            <a:r>
              <a:rPr lang="en-US" dirty="0" err="1"/>
              <a:t>i</a:t>
            </a:r>
            <a:r>
              <a:rPr lang="en-US" dirty="0"/>
              <a:t>(i-1)pi/F</a:t>
            </a:r>
            <a:endParaRPr lang="en-NL" dirty="0"/>
          </a:p>
        </p:txBody>
      </p:sp>
      <p:sp>
        <p:nvSpPr>
          <p:cNvPr id="4" name="Slide Number Placeholder 3"/>
          <p:cNvSpPr>
            <a:spLocks noGrp="1"/>
          </p:cNvSpPr>
          <p:nvPr>
            <p:ph type="sldNum" sz="quarter" idx="5"/>
          </p:nvPr>
        </p:nvSpPr>
        <p:spPr/>
        <p:txBody>
          <a:bodyPr/>
          <a:lstStyle/>
          <a:p>
            <a:fld id="{B1A94820-1407-41AC-9CBC-636E7E1F9743}" type="slidenum">
              <a:rPr lang="en-NL" smtClean="0"/>
              <a:t>13</a:t>
            </a:fld>
            <a:endParaRPr lang="en-NL"/>
          </a:p>
        </p:txBody>
      </p:sp>
    </p:spTree>
    <p:extLst>
      <p:ext uri="{BB962C8B-B14F-4D97-AF65-F5344CB8AC3E}">
        <p14:creationId xmlns:p14="http://schemas.microsoft.com/office/powerpoint/2010/main" val="3132850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B1A94820-1407-41AC-9CBC-636E7E1F9743}" type="slidenum">
              <a:rPr lang="en-NL" smtClean="0"/>
              <a:t>14</a:t>
            </a:fld>
            <a:endParaRPr lang="en-NL"/>
          </a:p>
        </p:txBody>
      </p:sp>
    </p:spTree>
    <p:extLst>
      <p:ext uri="{BB962C8B-B14F-4D97-AF65-F5344CB8AC3E}">
        <p14:creationId xmlns:p14="http://schemas.microsoft.com/office/powerpoint/2010/main" val="2406985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9B0A-21A9-11D8-6AC0-0853C7FE8D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12E18FFD-A4E2-0D4E-7BCD-58E1748D8E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8DCB645C-4A53-6DC7-25C3-9688B7178E8C}"/>
              </a:ext>
            </a:extLst>
          </p:cNvPr>
          <p:cNvSpPr>
            <a:spLocks noGrp="1"/>
          </p:cNvSpPr>
          <p:nvPr>
            <p:ph type="dt" sz="half" idx="10"/>
          </p:nvPr>
        </p:nvSpPr>
        <p:spPr/>
        <p:txBody>
          <a:bodyPr/>
          <a:lstStyle/>
          <a:p>
            <a:fld id="{488B314D-8566-407C-8138-35BC3B95AB82}" type="datetimeFigureOut">
              <a:rPr lang="en-NL" smtClean="0"/>
              <a:t>12/05/2026</a:t>
            </a:fld>
            <a:endParaRPr lang="en-NL"/>
          </a:p>
        </p:txBody>
      </p:sp>
      <p:sp>
        <p:nvSpPr>
          <p:cNvPr id="5" name="Footer Placeholder 4">
            <a:extLst>
              <a:ext uri="{FF2B5EF4-FFF2-40B4-BE49-F238E27FC236}">
                <a16:creationId xmlns:a16="http://schemas.microsoft.com/office/drawing/2014/main" id="{2A582621-D3E9-86E1-A821-53772827292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611C98C-0F73-A8F2-02F4-2AB4973CDAC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818716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0BA0-583D-0185-EE69-28099DAEC32E}"/>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6D8891D-C30A-9834-578C-76F335D9CF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B586B7C-AB90-7DAA-F0EA-C7122F775E42}"/>
              </a:ext>
            </a:extLst>
          </p:cNvPr>
          <p:cNvSpPr>
            <a:spLocks noGrp="1"/>
          </p:cNvSpPr>
          <p:nvPr>
            <p:ph type="dt" sz="half" idx="10"/>
          </p:nvPr>
        </p:nvSpPr>
        <p:spPr/>
        <p:txBody>
          <a:bodyPr/>
          <a:lstStyle/>
          <a:p>
            <a:fld id="{7DB07CE9-C8DF-41DF-BDBB-830B84D62F5B}" type="datetimeFigureOut">
              <a:rPr lang="en-NL" smtClean="0"/>
              <a:t>12/05/2026</a:t>
            </a:fld>
            <a:endParaRPr lang="en-NL"/>
          </a:p>
        </p:txBody>
      </p:sp>
      <p:sp>
        <p:nvSpPr>
          <p:cNvPr id="5" name="Footer Placeholder 4">
            <a:extLst>
              <a:ext uri="{FF2B5EF4-FFF2-40B4-BE49-F238E27FC236}">
                <a16:creationId xmlns:a16="http://schemas.microsoft.com/office/drawing/2014/main" id="{BB6BD878-B8D5-9BF6-B119-CB8E2FBA687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DC1A9D23-71DC-CC7B-17C0-5E08C967D94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3801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55E79-0500-A1A2-6D30-0F0DFDD600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05B6914D-49A9-E97D-2C4E-18FAAF7260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FDA4EA-60CD-56E7-0DAD-21A6159BCBB8}"/>
              </a:ext>
            </a:extLst>
          </p:cNvPr>
          <p:cNvSpPr>
            <a:spLocks noGrp="1"/>
          </p:cNvSpPr>
          <p:nvPr>
            <p:ph type="dt" sz="half" idx="10"/>
          </p:nvPr>
        </p:nvSpPr>
        <p:spPr/>
        <p:txBody>
          <a:bodyPr/>
          <a:lstStyle/>
          <a:p>
            <a:fld id="{7DB07CE9-C8DF-41DF-BDBB-830B84D62F5B}" type="datetimeFigureOut">
              <a:rPr lang="en-NL" smtClean="0"/>
              <a:t>12/05/2026</a:t>
            </a:fld>
            <a:endParaRPr lang="en-NL"/>
          </a:p>
        </p:txBody>
      </p:sp>
      <p:sp>
        <p:nvSpPr>
          <p:cNvPr id="5" name="Footer Placeholder 4">
            <a:extLst>
              <a:ext uri="{FF2B5EF4-FFF2-40B4-BE49-F238E27FC236}">
                <a16:creationId xmlns:a16="http://schemas.microsoft.com/office/drawing/2014/main" id="{C77721A8-BB79-306A-08AB-EFFF7B85E33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6A46C38-EEEE-5592-0604-AA374F8CCAE0}"/>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459230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65D4E-F716-266C-EB44-F320FF044FC4}"/>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20FA0776-C324-EFAB-A946-10C85364B9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53F9D3D4-7D3D-D1F4-CD2A-A518E54694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CE693131-FB94-2B88-8093-B6F21E860B47}"/>
              </a:ext>
            </a:extLst>
          </p:cNvPr>
          <p:cNvSpPr>
            <a:spLocks noGrp="1"/>
          </p:cNvSpPr>
          <p:nvPr>
            <p:ph type="dt" sz="half" idx="10"/>
          </p:nvPr>
        </p:nvSpPr>
        <p:spPr/>
        <p:txBody>
          <a:bodyPr/>
          <a:lstStyle/>
          <a:p>
            <a:fld id="{7DB07CE9-C8DF-41DF-BDBB-830B84D62F5B}" type="datetimeFigureOut">
              <a:rPr lang="en-NL" smtClean="0"/>
              <a:t>12/05/2026</a:t>
            </a:fld>
            <a:endParaRPr lang="en-NL"/>
          </a:p>
        </p:txBody>
      </p:sp>
      <p:sp>
        <p:nvSpPr>
          <p:cNvPr id="6" name="Footer Placeholder 5">
            <a:extLst>
              <a:ext uri="{FF2B5EF4-FFF2-40B4-BE49-F238E27FC236}">
                <a16:creationId xmlns:a16="http://schemas.microsoft.com/office/drawing/2014/main" id="{4BD21B79-6DB2-349F-C356-71774F673FC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85CBD36-D0DC-8F43-ACFD-1E9E357E7EB4}"/>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26783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BC18-D101-9213-B897-8851FE7C3D56}"/>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325E5057-8AB1-D931-F79F-0D54E845ED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C2EF1A-2434-D230-33B4-D17316B77A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3C0C9925-AAE9-B6AC-9461-0917219EAC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4E5211-4325-D275-EE19-9984E66A82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57FEE0D-2772-4FE7-99AD-4C1D3AC628AD}"/>
              </a:ext>
            </a:extLst>
          </p:cNvPr>
          <p:cNvSpPr>
            <a:spLocks noGrp="1"/>
          </p:cNvSpPr>
          <p:nvPr>
            <p:ph type="dt" sz="half" idx="10"/>
          </p:nvPr>
        </p:nvSpPr>
        <p:spPr/>
        <p:txBody>
          <a:bodyPr/>
          <a:lstStyle/>
          <a:p>
            <a:fld id="{7DB07CE9-C8DF-41DF-BDBB-830B84D62F5B}" type="datetimeFigureOut">
              <a:rPr lang="en-NL" smtClean="0"/>
              <a:t>12/05/2026</a:t>
            </a:fld>
            <a:endParaRPr lang="en-NL"/>
          </a:p>
        </p:txBody>
      </p:sp>
      <p:sp>
        <p:nvSpPr>
          <p:cNvPr id="8" name="Footer Placeholder 7">
            <a:extLst>
              <a:ext uri="{FF2B5EF4-FFF2-40B4-BE49-F238E27FC236}">
                <a16:creationId xmlns:a16="http://schemas.microsoft.com/office/drawing/2014/main" id="{993169B9-CD5B-369C-DBC2-925297EB21EB}"/>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3E0BA7D5-A78A-09BB-A363-994BD9A02F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86980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9777B-F5E7-C08C-590D-ACFBE4C45424}"/>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300CC399-4A6B-4593-9E74-B6F8CA3DC207}"/>
              </a:ext>
            </a:extLst>
          </p:cNvPr>
          <p:cNvSpPr>
            <a:spLocks noGrp="1"/>
          </p:cNvSpPr>
          <p:nvPr>
            <p:ph type="dt" sz="half" idx="10"/>
          </p:nvPr>
        </p:nvSpPr>
        <p:spPr/>
        <p:txBody>
          <a:bodyPr/>
          <a:lstStyle/>
          <a:p>
            <a:fld id="{7DB07CE9-C8DF-41DF-BDBB-830B84D62F5B}" type="datetimeFigureOut">
              <a:rPr lang="en-NL" smtClean="0"/>
              <a:t>12/05/2026</a:t>
            </a:fld>
            <a:endParaRPr lang="en-NL"/>
          </a:p>
        </p:txBody>
      </p:sp>
      <p:sp>
        <p:nvSpPr>
          <p:cNvPr id="4" name="Footer Placeholder 3">
            <a:extLst>
              <a:ext uri="{FF2B5EF4-FFF2-40B4-BE49-F238E27FC236}">
                <a16:creationId xmlns:a16="http://schemas.microsoft.com/office/drawing/2014/main" id="{48EE88BE-564F-9BC9-D256-883FCC2992C9}"/>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A197D54D-0C50-C773-E94C-9E2D30D9305C}"/>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74526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994506-3D43-84EA-E881-39D633077381}"/>
              </a:ext>
            </a:extLst>
          </p:cNvPr>
          <p:cNvSpPr>
            <a:spLocks noGrp="1"/>
          </p:cNvSpPr>
          <p:nvPr>
            <p:ph type="dt" sz="half" idx="10"/>
          </p:nvPr>
        </p:nvSpPr>
        <p:spPr/>
        <p:txBody>
          <a:bodyPr/>
          <a:lstStyle/>
          <a:p>
            <a:fld id="{7DB07CE9-C8DF-41DF-BDBB-830B84D62F5B}" type="datetimeFigureOut">
              <a:rPr lang="en-NL" smtClean="0"/>
              <a:t>12/05/2026</a:t>
            </a:fld>
            <a:endParaRPr lang="en-NL"/>
          </a:p>
        </p:txBody>
      </p:sp>
      <p:sp>
        <p:nvSpPr>
          <p:cNvPr id="3" name="Footer Placeholder 2">
            <a:extLst>
              <a:ext uri="{FF2B5EF4-FFF2-40B4-BE49-F238E27FC236}">
                <a16:creationId xmlns:a16="http://schemas.microsoft.com/office/drawing/2014/main" id="{981C55CA-8DBE-9019-86DA-AEBED897E0C9}"/>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2159772A-9555-52DB-D4E9-75AF3C15D25A}"/>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87422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D3A6E-DBBE-812E-85F2-A38B5249BA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5AFB2DEC-7E11-7FE1-3C8F-AB40257CC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CA67515C-82D6-C8CD-79FD-0E6A1C9B1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08F352-32B7-00FA-4DA5-12E23612C097}"/>
              </a:ext>
            </a:extLst>
          </p:cNvPr>
          <p:cNvSpPr>
            <a:spLocks noGrp="1"/>
          </p:cNvSpPr>
          <p:nvPr>
            <p:ph type="dt" sz="half" idx="10"/>
          </p:nvPr>
        </p:nvSpPr>
        <p:spPr/>
        <p:txBody>
          <a:bodyPr/>
          <a:lstStyle/>
          <a:p>
            <a:fld id="{7DB07CE9-C8DF-41DF-BDBB-830B84D62F5B}" type="datetimeFigureOut">
              <a:rPr lang="en-NL" smtClean="0"/>
              <a:t>12/05/2026</a:t>
            </a:fld>
            <a:endParaRPr lang="en-NL"/>
          </a:p>
        </p:txBody>
      </p:sp>
      <p:sp>
        <p:nvSpPr>
          <p:cNvPr id="6" name="Footer Placeholder 5">
            <a:extLst>
              <a:ext uri="{FF2B5EF4-FFF2-40B4-BE49-F238E27FC236}">
                <a16:creationId xmlns:a16="http://schemas.microsoft.com/office/drawing/2014/main" id="{77D78EF5-AAF6-9556-0DA1-762E1477F249}"/>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23A06DC-6CC1-26FA-41F2-FA573F7A35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7678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5C77B-CBEF-A395-D0FA-1C65A9CE29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E3E17272-008C-028F-3164-75FD0D3FA4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6FCEFC27-BE0A-B312-4CAE-0D22A173E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841F1B-BF0C-E7EE-C200-6ACDD52E8532}"/>
              </a:ext>
            </a:extLst>
          </p:cNvPr>
          <p:cNvSpPr>
            <a:spLocks noGrp="1"/>
          </p:cNvSpPr>
          <p:nvPr>
            <p:ph type="dt" sz="half" idx="10"/>
          </p:nvPr>
        </p:nvSpPr>
        <p:spPr/>
        <p:txBody>
          <a:bodyPr/>
          <a:lstStyle/>
          <a:p>
            <a:fld id="{7DB07CE9-C8DF-41DF-BDBB-830B84D62F5B}" type="datetimeFigureOut">
              <a:rPr lang="en-NL" smtClean="0"/>
              <a:t>12/05/2026</a:t>
            </a:fld>
            <a:endParaRPr lang="en-NL"/>
          </a:p>
        </p:txBody>
      </p:sp>
      <p:sp>
        <p:nvSpPr>
          <p:cNvPr id="6" name="Footer Placeholder 5">
            <a:extLst>
              <a:ext uri="{FF2B5EF4-FFF2-40B4-BE49-F238E27FC236}">
                <a16:creationId xmlns:a16="http://schemas.microsoft.com/office/drawing/2014/main" id="{E33DBEA7-5C08-D5DF-326D-402497EEC0E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28AB07C-EC9D-1E6E-88BF-08CF4DC29F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313419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2113-B4D5-3AA6-7F42-D0DF7E554A28}"/>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327AC1B1-B636-EC3C-8268-7CF0D78B63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3308ECA-F03E-2322-8AB9-FF1B3570AC0C}"/>
              </a:ext>
            </a:extLst>
          </p:cNvPr>
          <p:cNvSpPr>
            <a:spLocks noGrp="1"/>
          </p:cNvSpPr>
          <p:nvPr>
            <p:ph type="dt" sz="half" idx="10"/>
          </p:nvPr>
        </p:nvSpPr>
        <p:spPr/>
        <p:txBody>
          <a:bodyPr/>
          <a:lstStyle/>
          <a:p>
            <a:fld id="{7DB07CE9-C8DF-41DF-BDBB-830B84D62F5B}" type="datetimeFigureOut">
              <a:rPr lang="en-NL" smtClean="0"/>
              <a:t>12/05/2026</a:t>
            </a:fld>
            <a:endParaRPr lang="en-NL"/>
          </a:p>
        </p:txBody>
      </p:sp>
      <p:sp>
        <p:nvSpPr>
          <p:cNvPr id="5" name="Footer Placeholder 4">
            <a:extLst>
              <a:ext uri="{FF2B5EF4-FFF2-40B4-BE49-F238E27FC236}">
                <a16:creationId xmlns:a16="http://schemas.microsoft.com/office/drawing/2014/main" id="{0A560E39-73E9-DBC5-E7A0-57B5094635D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91BBA569-67AF-6D26-BB44-6C9DA6C336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915785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80FA20-7E26-5811-0F8E-E937CD7F6C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CBC0AB59-9859-7F7C-9F9C-9BFEA1EF0F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6583E10-4C21-18B0-80CE-477CC93505A1}"/>
              </a:ext>
            </a:extLst>
          </p:cNvPr>
          <p:cNvSpPr>
            <a:spLocks noGrp="1"/>
          </p:cNvSpPr>
          <p:nvPr>
            <p:ph type="dt" sz="half" idx="10"/>
          </p:nvPr>
        </p:nvSpPr>
        <p:spPr/>
        <p:txBody>
          <a:bodyPr/>
          <a:lstStyle/>
          <a:p>
            <a:fld id="{7DB07CE9-C8DF-41DF-BDBB-830B84D62F5B}" type="datetimeFigureOut">
              <a:rPr lang="en-NL" smtClean="0"/>
              <a:t>12/05/2026</a:t>
            </a:fld>
            <a:endParaRPr lang="en-NL"/>
          </a:p>
        </p:txBody>
      </p:sp>
      <p:sp>
        <p:nvSpPr>
          <p:cNvPr id="5" name="Footer Placeholder 4">
            <a:extLst>
              <a:ext uri="{FF2B5EF4-FFF2-40B4-BE49-F238E27FC236}">
                <a16:creationId xmlns:a16="http://schemas.microsoft.com/office/drawing/2014/main" id="{38CB85F3-CF9A-29D5-DEA3-31B6193373A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6122B00-4173-AFD9-EDBF-57D15872F595}"/>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318455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4814AA-CC4F-26EF-0940-42AD31BA4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498EE76C-C9DD-829C-0E04-FD727D9368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EA92AA8-31FA-1538-0020-A6770000A6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B07CE9-C8DF-41DF-BDBB-830B84D62F5B}" type="datetimeFigureOut">
              <a:rPr lang="en-NL" smtClean="0"/>
              <a:t>12/05/2026</a:t>
            </a:fld>
            <a:endParaRPr lang="en-NL"/>
          </a:p>
        </p:txBody>
      </p:sp>
      <p:sp>
        <p:nvSpPr>
          <p:cNvPr id="5" name="Footer Placeholder 4">
            <a:extLst>
              <a:ext uri="{FF2B5EF4-FFF2-40B4-BE49-F238E27FC236}">
                <a16:creationId xmlns:a16="http://schemas.microsoft.com/office/drawing/2014/main" id="{852936D0-EF18-388D-6CDB-4886CBEB09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600218A-4CD5-B355-2F90-F63E2428D7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9C285A-41FD-47C8-9B13-D40BAB452FEE}" type="slidenum">
              <a:rPr lang="en-NL" smtClean="0"/>
              <a:t>‹#›</a:t>
            </a:fld>
            <a:endParaRPr lang="en-NL"/>
          </a:p>
        </p:txBody>
      </p:sp>
    </p:spTree>
    <p:extLst>
      <p:ext uri="{BB962C8B-B14F-4D97-AF65-F5344CB8AC3E}">
        <p14:creationId xmlns:p14="http://schemas.microsoft.com/office/powerpoint/2010/main" val="380842706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58346-11EF-AF16-3F7E-D4AE642D6182}"/>
              </a:ext>
            </a:extLst>
          </p:cNvPr>
          <p:cNvSpPr>
            <a:spLocks noGrp="1"/>
          </p:cNvSpPr>
          <p:nvPr>
            <p:ph type="title"/>
          </p:nvPr>
        </p:nvSpPr>
        <p:spPr/>
        <p:txBody>
          <a:bodyPr/>
          <a:lstStyle/>
          <a:p>
            <a:r>
              <a:rPr lang="en-US" dirty="0"/>
              <a:t>Meeting Week 1</a:t>
            </a:r>
            <a:endParaRPr lang="en-NL" dirty="0"/>
          </a:p>
        </p:txBody>
      </p:sp>
      <p:sp>
        <p:nvSpPr>
          <p:cNvPr id="3" name="Content Placeholder 2">
            <a:extLst>
              <a:ext uri="{FF2B5EF4-FFF2-40B4-BE49-F238E27FC236}">
                <a16:creationId xmlns:a16="http://schemas.microsoft.com/office/drawing/2014/main" id="{DAAEF679-3C39-E36C-B710-9B50CBAE487E}"/>
              </a:ext>
            </a:extLst>
          </p:cNvPr>
          <p:cNvSpPr>
            <a:spLocks noGrp="1"/>
          </p:cNvSpPr>
          <p:nvPr>
            <p:ph idx="1"/>
          </p:nvPr>
        </p:nvSpPr>
        <p:spPr/>
        <p:txBody>
          <a:bodyPr/>
          <a:lstStyle/>
          <a:p>
            <a:r>
              <a:rPr lang="en-US" dirty="0"/>
              <a:t>Last week summary</a:t>
            </a:r>
          </a:p>
          <a:p>
            <a:r>
              <a:rPr lang="en-US" dirty="0"/>
              <a:t>Action point 1</a:t>
            </a:r>
          </a:p>
          <a:p>
            <a:r>
              <a:rPr lang="en-US" dirty="0"/>
              <a:t>…</a:t>
            </a:r>
          </a:p>
          <a:p>
            <a:r>
              <a:rPr lang="en-US" dirty="0"/>
              <a:t>Question 1</a:t>
            </a:r>
          </a:p>
          <a:p>
            <a:r>
              <a:rPr lang="en-US" dirty="0"/>
              <a:t>…</a:t>
            </a:r>
          </a:p>
          <a:p>
            <a:r>
              <a:rPr lang="en-US" dirty="0"/>
              <a:t>Outline </a:t>
            </a:r>
            <a:r>
              <a:rPr lang="en-US" dirty="0" err="1"/>
              <a:t>ToDo</a:t>
            </a:r>
            <a:r>
              <a:rPr lang="en-US" dirty="0"/>
              <a:t> next week</a:t>
            </a:r>
            <a:endParaRPr lang="en-NL" dirty="0"/>
          </a:p>
        </p:txBody>
      </p:sp>
      <p:sp>
        <p:nvSpPr>
          <p:cNvPr id="4" name="TextBox 3">
            <a:extLst>
              <a:ext uri="{FF2B5EF4-FFF2-40B4-BE49-F238E27FC236}">
                <a16:creationId xmlns:a16="http://schemas.microsoft.com/office/drawing/2014/main" id="{465EFC2D-66CC-A333-8AD7-17BCBCDB18BB}"/>
              </a:ext>
            </a:extLst>
          </p:cNvPr>
          <p:cNvSpPr txBox="1"/>
          <p:nvPr/>
        </p:nvSpPr>
        <p:spPr>
          <a:xfrm>
            <a:off x="7026876" y="681037"/>
            <a:ext cx="5008606" cy="646331"/>
          </a:xfrm>
          <a:prstGeom prst="rect">
            <a:avLst/>
          </a:prstGeom>
          <a:noFill/>
        </p:spPr>
        <p:txBody>
          <a:bodyPr wrap="square" rtlCol="0">
            <a:spAutoFit/>
          </a:bodyPr>
          <a:lstStyle/>
          <a:p>
            <a:r>
              <a:rPr lang="en-US" i="1" dirty="0"/>
              <a:t>This lets you steer the meeting to what you require out of the meeting to make progress.</a:t>
            </a:r>
            <a:endParaRPr lang="en-NL" i="1" dirty="0"/>
          </a:p>
        </p:txBody>
      </p:sp>
    </p:spTree>
    <p:extLst>
      <p:ext uri="{BB962C8B-B14F-4D97-AF65-F5344CB8AC3E}">
        <p14:creationId xmlns:p14="http://schemas.microsoft.com/office/powerpoint/2010/main" val="2679595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9700D-FF42-415C-9519-CE16CBBB575A}"/>
              </a:ext>
            </a:extLst>
          </p:cNvPr>
          <p:cNvSpPr>
            <a:spLocks noGrp="1"/>
          </p:cNvSpPr>
          <p:nvPr>
            <p:ph type="title"/>
          </p:nvPr>
        </p:nvSpPr>
        <p:spPr/>
        <p:txBody>
          <a:bodyPr/>
          <a:lstStyle/>
          <a:p>
            <a:r>
              <a:rPr lang="en-US" dirty="0"/>
              <a:t>Last week summary</a:t>
            </a:r>
            <a:endParaRPr lang="en-NL" dirty="0"/>
          </a:p>
        </p:txBody>
      </p:sp>
      <p:sp>
        <p:nvSpPr>
          <p:cNvPr id="3" name="Content Placeholder 2">
            <a:extLst>
              <a:ext uri="{FF2B5EF4-FFF2-40B4-BE49-F238E27FC236}">
                <a16:creationId xmlns:a16="http://schemas.microsoft.com/office/drawing/2014/main" id="{1B16F991-22E1-98ED-FDA2-6483679AE450}"/>
              </a:ext>
            </a:extLst>
          </p:cNvPr>
          <p:cNvSpPr>
            <a:spLocks noGrp="1"/>
          </p:cNvSpPr>
          <p:nvPr>
            <p:ph idx="1"/>
          </p:nvPr>
        </p:nvSpPr>
        <p:spPr/>
        <p:txBody>
          <a:bodyPr/>
          <a:lstStyle/>
          <a:p>
            <a:r>
              <a:rPr lang="en-US" dirty="0"/>
              <a:t>Theory or research discussed last week summarized. What was discussed last week.  Professor and PhD only work on this project 1-2hrs per week not 40hrs like you.</a:t>
            </a:r>
            <a:endParaRPr lang="en-NL" dirty="0"/>
          </a:p>
        </p:txBody>
      </p:sp>
      <p:sp>
        <p:nvSpPr>
          <p:cNvPr id="5" name="Rectangle 4">
            <a:extLst>
              <a:ext uri="{FF2B5EF4-FFF2-40B4-BE49-F238E27FC236}">
                <a16:creationId xmlns:a16="http://schemas.microsoft.com/office/drawing/2014/main" id="{7CFFA8B5-4335-A79D-381E-82C9B8A52E4E}"/>
              </a:ext>
            </a:extLst>
          </p:cNvPr>
          <p:cNvSpPr/>
          <p:nvPr/>
        </p:nvSpPr>
        <p:spPr>
          <a:xfrm>
            <a:off x="6985686" y="3273553"/>
            <a:ext cx="4827373" cy="303834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Some figure explaining the concept</a:t>
            </a:r>
          </a:p>
          <a:p>
            <a:pPr algn="ctr"/>
            <a:r>
              <a:rPr lang="en-US" dirty="0"/>
              <a:t>When applicable, the same as will go in final report. Otherwise just take screenshots from relevant papers.</a:t>
            </a:r>
            <a:endParaRPr lang="en-NL" dirty="0"/>
          </a:p>
        </p:txBody>
      </p:sp>
    </p:spTree>
    <p:extLst>
      <p:ext uri="{BB962C8B-B14F-4D97-AF65-F5344CB8AC3E}">
        <p14:creationId xmlns:p14="http://schemas.microsoft.com/office/powerpoint/2010/main" val="1617226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CBB4-4332-CC27-31DC-1118749DC9EE}"/>
              </a:ext>
            </a:extLst>
          </p:cNvPr>
          <p:cNvSpPr>
            <a:spLocks noGrp="1"/>
          </p:cNvSpPr>
          <p:nvPr>
            <p:ph type="title"/>
          </p:nvPr>
        </p:nvSpPr>
        <p:spPr/>
        <p:txBody>
          <a:bodyPr/>
          <a:lstStyle/>
          <a:p>
            <a:r>
              <a:rPr lang="en-US" dirty="0"/>
              <a:t>Action point 1</a:t>
            </a:r>
            <a:endParaRPr lang="en-NL" dirty="0"/>
          </a:p>
        </p:txBody>
      </p:sp>
      <p:sp>
        <p:nvSpPr>
          <p:cNvPr id="3" name="Content Placeholder 2">
            <a:extLst>
              <a:ext uri="{FF2B5EF4-FFF2-40B4-BE49-F238E27FC236}">
                <a16:creationId xmlns:a16="http://schemas.microsoft.com/office/drawing/2014/main" id="{EF5F3971-08E2-AD39-C334-D1FA58F77EB2}"/>
              </a:ext>
            </a:extLst>
          </p:cNvPr>
          <p:cNvSpPr>
            <a:spLocks noGrp="1"/>
          </p:cNvSpPr>
          <p:nvPr>
            <p:ph idx="1"/>
          </p:nvPr>
        </p:nvSpPr>
        <p:spPr/>
        <p:txBody>
          <a:bodyPr/>
          <a:lstStyle/>
          <a:p>
            <a:r>
              <a:rPr lang="en-US" dirty="0"/>
              <a:t>You should have a Gantt-chart or some other planning with what should be the next steps in the research.</a:t>
            </a:r>
          </a:p>
          <a:p>
            <a:r>
              <a:rPr lang="en-US" dirty="0"/>
              <a:t>Questions can also be put here</a:t>
            </a:r>
            <a:endParaRPr lang="en-NL" dirty="0"/>
          </a:p>
        </p:txBody>
      </p:sp>
      <p:sp>
        <p:nvSpPr>
          <p:cNvPr id="4" name="Rectangle 3">
            <a:extLst>
              <a:ext uri="{FF2B5EF4-FFF2-40B4-BE49-F238E27FC236}">
                <a16:creationId xmlns:a16="http://schemas.microsoft.com/office/drawing/2014/main" id="{B119E904-9495-8CB1-E838-D562CF8BB5D9}"/>
              </a:ext>
            </a:extLst>
          </p:cNvPr>
          <p:cNvSpPr/>
          <p:nvPr/>
        </p:nvSpPr>
        <p:spPr>
          <a:xfrm>
            <a:off x="6985686" y="3273553"/>
            <a:ext cx="4827373" cy="303834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Some figure showing the result achieved like a plot or some theory.</a:t>
            </a:r>
          </a:p>
          <a:p>
            <a:pPr algn="ctr"/>
            <a:r>
              <a:rPr lang="en-US" dirty="0"/>
              <a:t>When applicable, the same as will go in final report. Otherwise just take screenshots from relevant papers.</a:t>
            </a:r>
            <a:endParaRPr lang="en-NL" dirty="0"/>
          </a:p>
        </p:txBody>
      </p:sp>
    </p:spTree>
    <p:extLst>
      <p:ext uri="{BB962C8B-B14F-4D97-AF65-F5344CB8AC3E}">
        <p14:creationId xmlns:p14="http://schemas.microsoft.com/office/powerpoint/2010/main" val="2138626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D650E-3506-7F89-6C9F-2985419E12D1}"/>
              </a:ext>
            </a:extLst>
          </p:cNvPr>
          <p:cNvSpPr>
            <a:spLocks noGrp="1"/>
          </p:cNvSpPr>
          <p:nvPr>
            <p:ph type="title"/>
          </p:nvPr>
        </p:nvSpPr>
        <p:spPr/>
        <p:txBody>
          <a:bodyPr/>
          <a:lstStyle/>
          <a:p>
            <a:r>
              <a:rPr lang="en-US" dirty="0"/>
              <a:t>Trajectories</a:t>
            </a:r>
            <a:endParaRPr lang="en-NL" dirty="0"/>
          </a:p>
        </p:txBody>
      </p:sp>
      <p:sp>
        <p:nvSpPr>
          <p:cNvPr id="3" name="Content Placeholder 2">
            <a:extLst>
              <a:ext uri="{FF2B5EF4-FFF2-40B4-BE49-F238E27FC236}">
                <a16:creationId xmlns:a16="http://schemas.microsoft.com/office/drawing/2014/main" id="{46DF010D-CA64-CF75-261D-B695E923D25F}"/>
              </a:ext>
            </a:extLst>
          </p:cNvPr>
          <p:cNvSpPr>
            <a:spLocks noGrp="1"/>
          </p:cNvSpPr>
          <p:nvPr>
            <p:ph idx="1"/>
          </p:nvPr>
        </p:nvSpPr>
        <p:spPr>
          <a:xfrm>
            <a:off x="669071" y="5162212"/>
            <a:ext cx="10515600" cy="4351338"/>
          </a:xfrm>
        </p:spPr>
        <p:txBody>
          <a:bodyPr/>
          <a:lstStyle/>
          <a:p>
            <a:pPr marL="0" indent="0">
              <a:buNone/>
            </a:pPr>
            <a:r>
              <a:rPr lang="en-US" dirty="0"/>
              <a:t>T1-T6 isolate simple motion types</a:t>
            </a:r>
          </a:p>
          <a:p>
            <a:pPr marL="0" indent="0">
              <a:buNone/>
            </a:pPr>
            <a:r>
              <a:rPr lang="en-US" dirty="0"/>
              <a:t>Added T7 and T8 to improve coupling terms identifiability</a:t>
            </a:r>
            <a:endParaRPr lang="en-NL" dirty="0"/>
          </a:p>
        </p:txBody>
      </p:sp>
      <p:pic>
        <p:nvPicPr>
          <p:cNvPr id="7" name="Picture 6">
            <a:extLst>
              <a:ext uri="{FF2B5EF4-FFF2-40B4-BE49-F238E27FC236}">
                <a16:creationId xmlns:a16="http://schemas.microsoft.com/office/drawing/2014/main" id="{707EBB45-1E13-A40B-605A-4DC52B5306C0}"/>
              </a:ext>
            </a:extLst>
          </p:cNvPr>
          <p:cNvPicPr>
            <a:picLocks noChangeAspect="1"/>
          </p:cNvPicPr>
          <p:nvPr/>
        </p:nvPicPr>
        <p:blipFill>
          <a:blip r:embed="rId2"/>
          <a:stretch>
            <a:fillRect/>
          </a:stretch>
        </p:blipFill>
        <p:spPr>
          <a:xfrm>
            <a:off x="299420" y="1690688"/>
            <a:ext cx="11362949" cy="3096570"/>
          </a:xfrm>
          <a:prstGeom prst="rect">
            <a:avLst/>
          </a:prstGeom>
        </p:spPr>
      </p:pic>
    </p:spTree>
    <p:extLst>
      <p:ext uri="{BB962C8B-B14F-4D97-AF65-F5344CB8AC3E}">
        <p14:creationId xmlns:p14="http://schemas.microsoft.com/office/powerpoint/2010/main" val="3253796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05AF5-D021-2DAC-2E9D-5C6D5A8724C3}"/>
              </a:ext>
            </a:extLst>
          </p:cNvPr>
          <p:cNvSpPr>
            <a:spLocks noGrp="1"/>
          </p:cNvSpPr>
          <p:nvPr>
            <p:ph type="title"/>
          </p:nvPr>
        </p:nvSpPr>
        <p:spPr/>
        <p:txBody>
          <a:bodyPr/>
          <a:lstStyle/>
          <a:p>
            <a:r>
              <a:rPr lang="en-US" dirty="0"/>
              <a:t>Why </a:t>
            </a:r>
            <a:r>
              <a:rPr lang="en-US" dirty="0" err="1"/>
              <a:t>multisine</a:t>
            </a:r>
            <a:r>
              <a:rPr lang="en-US" dirty="0"/>
              <a:t>?</a:t>
            </a:r>
            <a:endParaRPr lang="en-NL" dirty="0"/>
          </a:p>
        </p:txBody>
      </p:sp>
      <p:sp>
        <p:nvSpPr>
          <p:cNvPr id="3" name="Content Placeholder 2">
            <a:extLst>
              <a:ext uri="{FF2B5EF4-FFF2-40B4-BE49-F238E27FC236}">
                <a16:creationId xmlns:a16="http://schemas.microsoft.com/office/drawing/2014/main" id="{666BA52B-FC7D-F040-6914-DADFA87F1E68}"/>
              </a:ext>
            </a:extLst>
          </p:cNvPr>
          <p:cNvSpPr>
            <a:spLocks noGrp="1"/>
          </p:cNvSpPr>
          <p:nvPr>
            <p:ph idx="1"/>
          </p:nvPr>
        </p:nvSpPr>
        <p:spPr/>
        <p:txBody>
          <a:bodyPr>
            <a:normAutofit fontScale="47500" lnSpcReduction="20000"/>
          </a:bodyPr>
          <a:lstStyle/>
          <a:p>
            <a:pPr marL="0" indent="0">
              <a:buNone/>
            </a:pPr>
            <a:r>
              <a:rPr lang="en-US" dirty="0"/>
              <a:t>Goal: improve parameter identifiability</a:t>
            </a:r>
          </a:p>
          <a:p>
            <a:pPr marL="0" indent="0">
              <a:buNone/>
            </a:pPr>
            <a:endParaRPr lang="en-US" dirty="0"/>
          </a:p>
          <a:p>
            <a:pPr marL="0" indent="0">
              <a:buNone/>
            </a:pPr>
            <a:r>
              <a:rPr lang="en-US" dirty="0"/>
              <a:t>What</a:t>
            </a:r>
          </a:p>
          <a:p>
            <a:pPr marL="0" indent="0">
              <a:buNone/>
            </a:pPr>
            <a:r>
              <a:rPr lang="en-US" dirty="0"/>
              <a:t>- Add broadband excitation to the nominal trajectories.</a:t>
            </a:r>
          </a:p>
          <a:p>
            <a:pPr marL="0" indent="0">
              <a:buNone/>
            </a:pPr>
            <a:r>
              <a:rPr lang="en-US" dirty="0"/>
              <a:t>- Inject as plant-input force after the controller:</a:t>
            </a:r>
          </a:p>
          <a:p>
            <a:pPr marL="0" indent="0">
              <a:buNone/>
            </a:pPr>
            <a:r>
              <a:rPr lang="en-US" dirty="0"/>
              <a:t>  </a:t>
            </a:r>
            <a:r>
              <a:rPr lang="en-US" dirty="0" err="1"/>
              <a:t>u_total</a:t>
            </a:r>
            <a:r>
              <a:rPr lang="en-US" dirty="0"/>
              <a:t> = </a:t>
            </a:r>
            <a:r>
              <a:rPr lang="en-US" dirty="0" err="1"/>
              <a:t>u_fb</a:t>
            </a:r>
            <a:r>
              <a:rPr lang="en-US" dirty="0"/>
              <a:t> + </a:t>
            </a:r>
            <a:r>
              <a:rPr lang="en-US" dirty="0" err="1"/>
              <a:t>f_ms</a:t>
            </a:r>
            <a:endParaRPr lang="en-US" dirty="0"/>
          </a:p>
          <a:p>
            <a:pPr marL="0" indent="0">
              <a:buNone/>
            </a:pPr>
            <a:endParaRPr lang="en-US" dirty="0"/>
          </a:p>
          <a:p>
            <a:pPr marL="0" indent="0">
              <a:buNone/>
            </a:pPr>
            <a:r>
              <a:rPr lang="en-US" dirty="0"/>
              <a:t>Why</a:t>
            </a:r>
          </a:p>
          <a:p>
            <a:pPr marL="0" indent="0">
              <a:buNone/>
            </a:pPr>
            <a:r>
              <a:rPr lang="en-US" dirty="0"/>
              <a:t>- Smooth trajectories mainly excite low-frequency motion.</a:t>
            </a:r>
          </a:p>
          <a:p>
            <a:pPr marL="0" indent="0">
              <a:buNone/>
            </a:pPr>
            <a:r>
              <a:rPr lang="en-US" dirty="0"/>
              <a:t>- Some parameters are weakly visible from the nominal motion alone.</a:t>
            </a:r>
          </a:p>
          <a:p>
            <a:pPr marL="0" indent="0">
              <a:buNone/>
            </a:pPr>
            <a:r>
              <a:rPr lang="en-US" dirty="0"/>
              <a:t>- Force injection keeps the reference trajectory clean.</a:t>
            </a:r>
          </a:p>
          <a:p>
            <a:pPr marL="0" indent="0">
              <a:buNone/>
            </a:pPr>
            <a:endParaRPr lang="en-US" dirty="0"/>
          </a:p>
          <a:p>
            <a:pPr marL="0" indent="0">
              <a:buNone/>
            </a:pPr>
            <a:r>
              <a:rPr lang="en-US" dirty="0"/>
              <a:t>How</a:t>
            </a:r>
          </a:p>
          <a:p>
            <a:pPr marL="0" indent="0">
              <a:buNone/>
            </a:pPr>
            <a:r>
              <a:rPr lang="en-US" dirty="0"/>
              <a:t>- Use the same nominal trajectory </a:t>
            </a:r>
            <a:r>
              <a:rPr lang="en-US" dirty="0" err="1"/>
              <a:t>r_traj</a:t>
            </a:r>
            <a:r>
              <a:rPr lang="en-US" dirty="0"/>
              <a:t>.</a:t>
            </a:r>
          </a:p>
          <a:p>
            <a:pPr marL="0" indent="0">
              <a:buNone/>
            </a:pPr>
            <a:r>
              <a:rPr lang="en-US" dirty="0"/>
              <a:t>- Add </a:t>
            </a:r>
            <a:r>
              <a:rPr lang="en-US" dirty="0" err="1"/>
              <a:t>f_ms</a:t>
            </a:r>
            <a:r>
              <a:rPr lang="en-US" dirty="0"/>
              <a:t> to the plant input.</a:t>
            </a:r>
          </a:p>
          <a:p>
            <a:pPr marL="0" indent="0">
              <a:buNone/>
            </a:pPr>
            <a:r>
              <a:rPr lang="en-US" dirty="0"/>
              <a:t>- Save </a:t>
            </a:r>
            <a:r>
              <a:rPr lang="en-US" dirty="0" err="1"/>
              <a:t>u_total</a:t>
            </a:r>
            <a:r>
              <a:rPr lang="en-US" dirty="0"/>
              <a:t> and q1 for identification.</a:t>
            </a:r>
          </a:p>
          <a:p>
            <a:pPr marL="0" indent="0">
              <a:buNone/>
            </a:pPr>
            <a:endParaRPr lang="en-NL" dirty="0"/>
          </a:p>
        </p:txBody>
      </p:sp>
    </p:spTree>
    <p:extLst>
      <p:ext uri="{BB962C8B-B14F-4D97-AF65-F5344CB8AC3E}">
        <p14:creationId xmlns:p14="http://schemas.microsoft.com/office/powerpoint/2010/main" val="2368359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EBD58-EF81-1707-DAF6-B5087390545B}"/>
              </a:ext>
            </a:extLst>
          </p:cNvPr>
          <p:cNvSpPr>
            <a:spLocks noGrp="1"/>
          </p:cNvSpPr>
          <p:nvPr>
            <p:ph type="title"/>
          </p:nvPr>
        </p:nvSpPr>
        <p:spPr/>
        <p:txBody>
          <a:bodyPr/>
          <a:lstStyle/>
          <a:p>
            <a:r>
              <a:rPr lang="en-US" dirty="0"/>
              <a:t>How The </a:t>
            </a:r>
            <a:r>
              <a:rPr lang="en-US" dirty="0" err="1"/>
              <a:t>Multisine</a:t>
            </a:r>
            <a:r>
              <a:rPr lang="en-US" dirty="0"/>
              <a:t> Is Built</a:t>
            </a:r>
            <a:endParaRPr lang="en-NL" dirty="0"/>
          </a:p>
        </p:txBody>
      </p:sp>
      <p:sp>
        <p:nvSpPr>
          <p:cNvPr id="3" name="Content Placeholder 2">
            <a:extLst>
              <a:ext uri="{FF2B5EF4-FFF2-40B4-BE49-F238E27FC236}">
                <a16:creationId xmlns:a16="http://schemas.microsoft.com/office/drawing/2014/main" id="{2B08B99E-EA4A-1F05-CAF1-53C5FA098902}"/>
              </a:ext>
            </a:extLst>
          </p:cNvPr>
          <p:cNvSpPr>
            <a:spLocks noGrp="1"/>
          </p:cNvSpPr>
          <p:nvPr>
            <p:ph idx="1"/>
          </p:nvPr>
        </p:nvSpPr>
        <p:spPr/>
        <p:txBody>
          <a:bodyPr>
            <a:normAutofit fontScale="55000" lnSpcReduction="20000"/>
          </a:bodyPr>
          <a:lstStyle/>
          <a:p>
            <a:pPr marL="0" indent="0">
              <a:buNone/>
            </a:pPr>
            <a:r>
              <a:rPr lang="en-US" dirty="0"/>
              <a:t>Periodic Schroeder-phase </a:t>
            </a:r>
            <a:r>
              <a:rPr lang="en-US" dirty="0" err="1"/>
              <a:t>multisine</a:t>
            </a:r>
            <a:endParaRPr lang="en-US" dirty="0"/>
          </a:p>
          <a:p>
            <a:pPr marL="0" indent="0">
              <a:buNone/>
            </a:pPr>
            <a:endParaRPr lang="en-US" dirty="0"/>
          </a:p>
          <a:p>
            <a:pPr marL="0" indent="0">
              <a:buNone/>
            </a:pPr>
            <a:r>
              <a:rPr lang="en-US" dirty="0"/>
              <a:t>What</a:t>
            </a:r>
          </a:p>
          <a:p>
            <a:pPr marL="0" indent="0">
              <a:buNone/>
            </a:pPr>
            <a:r>
              <a:rPr lang="en-US" dirty="0"/>
              <a:t>- s(t) = </a:t>
            </a:r>
            <a:r>
              <a:rPr lang="en-US" dirty="0" err="1"/>
              <a:t>sum_i</a:t>
            </a:r>
            <a:r>
              <a:rPr lang="en-US" dirty="0"/>
              <a:t> cos(2*pi*</a:t>
            </a:r>
            <a:r>
              <a:rPr lang="en-US" dirty="0" err="1"/>
              <a:t>f_i</a:t>
            </a:r>
            <a:r>
              <a:rPr lang="en-US" dirty="0"/>
              <a:t>*t + </a:t>
            </a:r>
            <a:r>
              <a:rPr lang="en-US" dirty="0" err="1"/>
              <a:t>phi_i</a:t>
            </a:r>
            <a:r>
              <a:rPr lang="en-US" dirty="0"/>
              <a:t>)</a:t>
            </a:r>
          </a:p>
          <a:p>
            <a:pPr marL="0" indent="0">
              <a:buNone/>
            </a:pPr>
            <a:r>
              <a:rPr lang="en-US" dirty="0"/>
              <a:t>- </a:t>
            </a:r>
            <a:r>
              <a:rPr lang="en-US" dirty="0" err="1"/>
              <a:t>phi_i</a:t>
            </a:r>
            <a:r>
              <a:rPr lang="en-US" dirty="0"/>
              <a:t> = -</a:t>
            </a:r>
            <a:r>
              <a:rPr lang="en-US" dirty="0" err="1"/>
              <a:t>i</a:t>
            </a:r>
            <a:r>
              <a:rPr lang="en-US" dirty="0"/>
              <a:t>(i-1)pi/F</a:t>
            </a:r>
          </a:p>
          <a:p>
            <a:pPr marL="0" indent="0">
              <a:buNone/>
            </a:pPr>
            <a:endParaRPr lang="en-US" dirty="0"/>
          </a:p>
          <a:p>
            <a:pPr marL="0" indent="0">
              <a:buNone/>
            </a:pPr>
            <a:r>
              <a:rPr lang="en-US" dirty="0"/>
              <a:t>Why</a:t>
            </a:r>
          </a:p>
          <a:p>
            <a:pPr marL="0" indent="0">
              <a:buNone/>
            </a:pPr>
            <a:r>
              <a:rPr lang="en-US" dirty="0"/>
              <a:t>- </a:t>
            </a:r>
            <a:r>
              <a:rPr lang="en-US" dirty="0" err="1"/>
              <a:t>Multisine</a:t>
            </a:r>
            <a:r>
              <a:rPr lang="en-US" dirty="0"/>
              <a:t> excites many frequencies in one simulation.</a:t>
            </a:r>
          </a:p>
          <a:p>
            <a:pPr marL="0" indent="0">
              <a:buNone/>
            </a:pPr>
            <a:r>
              <a:rPr lang="en-US" dirty="0"/>
              <a:t>- Schroeder phases reduce crest factor: peak/RMS.</a:t>
            </a:r>
          </a:p>
          <a:p>
            <a:pPr marL="0" indent="0">
              <a:buNone/>
            </a:pPr>
            <a:r>
              <a:rPr lang="en-US" dirty="0"/>
              <a:t>- Lower peaks make the excitation safer for the same RMS force.</a:t>
            </a:r>
          </a:p>
          <a:p>
            <a:pPr marL="0" indent="0">
              <a:buNone/>
            </a:pPr>
            <a:endParaRPr lang="en-US" dirty="0"/>
          </a:p>
          <a:p>
            <a:pPr marL="0" indent="0">
              <a:buNone/>
            </a:pPr>
            <a:r>
              <a:rPr lang="en-US" dirty="0"/>
              <a:t>How</a:t>
            </a:r>
          </a:p>
          <a:p>
            <a:pPr marL="0" indent="0">
              <a:buNone/>
            </a:pPr>
            <a:r>
              <a:rPr lang="en-US" dirty="0"/>
              <a:t>- 1 s period -&gt; 1 Hz frequency grid.</a:t>
            </a:r>
          </a:p>
          <a:p>
            <a:pPr marL="0" indent="0">
              <a:buNone/>
            </a:pPr>
            <a:r>
              <a:rPr lang="en-US" dirty="0"/>
              <a:t>- Select odd frequency lines inside the candidate band.</a:t>
            </a:r>
          </a:p>
          <a:p>
            <a:pPr marL="0" indent="0">
              <a:buNone/>
            </a:pPr>
            <a:r>
              <a:rPr lang="en-US" dirty="0"/>
              <a:t>- Normalize to unit RMS, then scale to candidate force RMS.</a:t>
            </a:r>
          </a:p>
          <a:p>
            <a:pPr marL="0" indent="0">
              <a:buNone/>
            </a:pPr>
            <a:endParaRPr lang="en-NL" dirty="0"/>
          </a:p>
        </p:txBody>
      </p:sp>
    </p:spTree>
    <p:extLst>
      <p:ext uri="{BB962C8B-B14F-4D97-AF65-F5344CB8AC3E}">
        <p14:creationId xmlns:p14="http://schemas.microsoft.com/office/powerpoint/2010/main" val="3982484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C8E47-E1AC-78A9-1082-7AF8A8AE78D5}"/>
              </a:ext>
            </a:extLst>
          </p:cNvPr>
          <p:cNvSpPr>
            <a:spLocks noGrp="1"/>
          </p:cNvSpPr>
          <p:nvPr>
            <p:ph type="title"/>
          </p:nvPr>
        </p:nvSpPr>
        <p:spPr/>
        <p:txBody>
          <a:bodyPr/>
          <a:lstStyle/>
          <a:p>
            <a:r>
              <a:rPr lang="en-US" dirty="0"/>
              <a:t>How It Is Applied And Selected</a:t>
            </a:r>
            <a:endParaRPr lang="en-NL" dirty="0"/>
          </a:p>
        </p:txBody>
      </p:sp>
      <p:sp>
        <p:nvSpPr>
          <p:cNvPr id="3" name="Content Placeholder 2">
            <a:extLst>
              <a:ext uri="{FF2B5EF4-FFF2-40B4-BE49-F238E27FC236}">
                <a16:creationId xmlns:a16="http://schemas.microsoft.com/office/drawing/2014/main" id="{D6B757D6-C080-C644-1F31-FFD2D885642C}"/>
              </a:ext>
            </a:extLst>
          </p:cNvPr>
          <p:cNvSpPr>
            <a:spLocks noGrp="1"/>
          </p:cNvSpPr>
          <p:nvPr>
            <p:ph idx="1"/>
          </p:nvPr>
        </p:nvSpPr>
        <p:spPr/>
        <p:txBody>
          <a:bodyPr>
            <a:normAutofit fontScale="92500" lnSpcReduction="10000"/>
          </a:bodyPr>
          <a:lstStyle/>
          <a:p>
            <a:pPr marL="0" indent="0">
              <a:buNone/>
            </a:pPr>
            <a:r>
              <a:rPr lang="en-US" sz="1400" dirty="0"/>
              <a:t>Modal mapping and diagnostic selection</a:t>
            </a:r>
          </a:p>
          <a:p>
            <a:pPr marL="0" indent="0">
              <a:buNone/>
            </a:pPr>
            <a:r>
              <a:rPr lang="en-US" sz="1400" dirty="0"/>
              <a:t>What</a:t>
            </a:r>
          </a:p>
          <a:p>
            <a:pPr marL="0" indent="0">
              <a:buNone/>
            </a:pPr>
            <a:r>
              <a:rPr lang="en-US" sz="1400" dirty="0"/>
              <a:t>- common: [s,  s, 0] -&gt; X translation</a:t>
            </a:r>
          </a:p>
          <a:p>
            <a:pPr marL="0" indent="0">
              <a:buNone/>
            </a:pPr>
            <a:r>
              <a:rPr lang="en-US" sz="1400" dirty="0"/>
              <a:t>- diff:   [s, -s, 0] -&gt; rotation/yaw</a:t>
            </a:r>
          </a:p>
          <a:p>
            <a:pPr marL="0" indent="0">
              <a:buNone/>
            </a:pPr>
            <a:r>
              <a:rPr lang="en-US" sz="1400" dirty="0"/>
              <a:t>- y:      [0,  0, s] -&gt; Y motion</a:t>
            </a:r>
          </a:p>
          <a:p>
            <a:pPr marL="0" indent="0">
              <a:buNone/>
            </a:pPr>
            <a:r>
              <a:rPr lang="en-US" sz="1400" dirty="0"/>
              <a:t>Why</a:t>
            </a:r>
          </a:p>
          <a:p>
            <a:pPr marL="0" indent="0">
              <a:buNone/>
            </a:pPr>
            <a:r>
              <a:rPr lang="en-US" sz="1400" dirty="0"/>
              <a:t>- Each mode excites a physically meaningful direction.</a:t>
            </a:r>
          </a:p>
          <a:p>
            <a:pPr marL="0" indent="0">
              <a:buNone/>
            </a:pPr>
            <a:r>
              <a:rPr lang="en-US" sz="1400" dirty="0"/>
              <a:t>- The feedback controller can reject injected force.</a:t>
            </a:r>
          </a:p>
          <a:p>
            <a:pPr marL="0" indent="0">
              <a:buNone/>
            </a:pPr>
            <a:r>
              <a:rPr lang="en-US" sz="1400" dirty="0"/>
              <a:t>- Therefore amplitude/frequency must be selected in closed loop.</a:t>
            </a:r>
          </a:p>
          <a:p>
            <a:pPr marL="0" indent="0">
              <a:buNone/>
            </a:pPr>
            <a:r>
              <a:rPr lang="en-US" sz="1400" dirty="0"/>
              <a:t>How</a:t>
            </a:r>
          </a:p>
          <a:p>
            <a:pPr marL="0" indent="0">
              <a:buNone/>
            </a:pPr>
            <a:r>
              <a:rPr lang="en-US" sz="1400" dirty="0"/>
              <a:t>- First simulate baseline with </a:t>
            </a:r>
            <a:r>
              <a:rPr lang="en-US" sz="1400" dirty="0" err="1"/>
              <a:t>f_ms</a:t>
            </a:r>
            <a:r>
              <a:rPr lang="en-US" sz="1400" dirty="0"/>
              <a:t> = 0.</a:t>
            </a:r>
          </a:p>
          <a:p>
            <a:pPr marL="0" indent="0">
              <a:buNone/>
            </a:pPr>
            <a:r>
              <a:rPr lang="en-US" sz="1400" dirty="0"/>
              <a:t>- Test candidate frequency band and RMS force combinations.</a:t>
            </a:r>
          </a:p>
          <a:p>
            <a:pPr marL="0" indent="0">
              <a:buNone/>
            </a:pPr>
            <a:r>
              <a:rPr lang="en-US" sz="1400" dirty="0"/>
              <a:t>- Rank by:</a:t>
            </a:r>
          </a:p>
          <a:p>
            <a:pPr marL="0" indent="0">
              <a:buNone/>
            </a:pPr>
            <a:r>
              <a:rPr lang="en-US" sz="1400" dirty="0"/>
              <a:t>  survival x extra motion x bandwidth</a:t>
            </a:r>
          </a:p>
          <a:p>
            <a:pPr marL="0" indent="0">
              <a:buNone/>
            </a:pPr>
            <a:r>
              <a:rPr lang="en-US" sz="1400" dirty="0"/>
              <a:t>- Accept only if force and motion limits are respected.</a:t>
            </a:r>
          </a:p>
        </p:txBody>
      </p:sp>
    </p:spTree>
    <p:extLst>
      <p:ext uri="{BB962C8B-B14F-4D97-AF65-F5344CB8AC3E}">
        <p14:creationId xmlns:p14="http://schemas.microsoft.com/office/powerpoint/2010/main" val="3297025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BDD75-45FF-B439-4D87-2FA9E95D7D8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128A653F-9E7B-DAF6-A57B-9FC181A1BA3B}"/>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75760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B6E24-D38D-6840-8529-F10258ED9161}"/>
              </a:ext>
            </a:extLst>
          </p:cNvPr>
          <p:cNvSpPr>
            <a:spLocks noGrp="1"/>
          </p:cNvSpPr>
          <p:nvPr>
            <p:ph type="title"/>
          </p:nvPr>
        </p:nvSpPr>
        <p:spPr/>
        <p:txBody>
          <a:bodyPr/>
          <a:lstStyle/>
          <a:p>
            <a:r>
              <a:rPr lang="en-US" dirty="0" err="1"/>
              <a:t>Multisine</a:t>
            </a:r>
            <a:r>
              <a:rPr lang="en-US" dirty="0"/>
              <a:t> Signal Construction</a:t>
            </a:r>
            <a:endParaRPr lang="en-NL" dirty="0"/>
          </a:p>
        </p:txBody>
      </p:sp>
      <p:sp>
        <p:nvSpPr>
          <p:cNvPr id="3" name="Content Placeholder 2">
            <a:extLst>
              <a:ext uri="{FF2B5EF4-FFF2-40B4-BE49-F238E27FC236}">
                <a16:creationId xmlns:a16="http://schemas.microsoft.com/office/drawing/2014/main" id="{7B80A49D-67B4-AF8B-F33A-541AB99D2B18}"/>
              </a:ext>
            </a:extLst>
          </p:cNvPr>
          <p:cNvSpPr>
            <a:spLocks noGrp="1"/>
          </p:cNvSpPr>
          <p:nvPr>
            <p:ph idx="1"/>
          </p:nvPr>
        </p:nvSpPr>
        <p:spPr/>
        <p:txBody>
          <a:bodyPr>
            <a:normAutofit fontScale="55000" lnSpcReduction="20000"/>
          </a:bodyPr>
          <a:lstStyle/>
          <a:p>
            <a:pPr marL="0" indent="0">
              <a:buNone/>
            </a:pPr>
            <a:r>
              <a:rPr lang="en-US" dirty="0"/>
              <a:t>Periodic Schroeder-Phase </a:t>
            </a:r>
            <a:r>
              <a:rPr lang="en-US" dirty="0" err="1"/>
              <a:t>Multisine</a:t>
            </a:r>
            <a:r>
              <a:rPr lang="en-US" dirty="0"/>
              <a:t>, Injected as force after controller</a:t>
            </a:r>
          </a:p>
          <a:p>
            <a:pPr marL="0" indent="0">
              <a:buNone/>
            </a:pPr>
            <a:endParaRPr lang="en-US" dirty="0"/>
          </a:p>
          <a:p>
            <a:pPr marL="0" indent="0">
              <a:buNone/>
            </a:pPr>
            <a:r>
              <a:rPr lang="en-US" dirty="0"/>
              <a:t>s(t) = </a:t>
            </a:r>
            <a:r>
              <a:rPr lang="en-US" dirty="0" err="1"/>
              <a:t>sum_i</a:t>
            </a:r>
            <a:r>
              <a:rPr lang="en-US" dirty="0"/>
              <a:t> cos(2*pi*</a:t>
            </a:r>
            <a:r>
              <a:rPr lang="en-US" dirty="0" err="1"/>
              <a:t>f_i</a:t>
            </a:r>
            <a:r>
              <a:rPr lang="en-US" dirty="0"/>
              <a:t>*t + </a:t>
            </a:r>
            <a:r>
              <a:rPr lang="en-US" dirty="0" err="1"/>
              <a:t>phi_i</a:t>
            </a:r>
            <a:r>
              <a:rPr lang="en-US" dirty="0"/>
              <a:t>)</a:t>
            </a:r>
          </a:p>
          <a:p>
            <a:pPr marL="0" indent="0">
              <a:buNone/>
            </a:pPr>
            <a:endParaRPr lang="en-US" dirty="0"/>
          </a:p>
          <a:p>
            <a:pPr marL="0" indent="0">
              <a:buNone/>
            </a:pPr>
            <a:r>
              <a:rPr lang="en-US" dirty="0"/>
              <a:t>Frequency design</a:t>
            </a:r>
          </a:p>
          <a:p>
            <a:pPr marL="0" indent="0">
              <a:buNone/>
            </a:pPr>
            <a:r>
              <a:rPr lang="en-US" dirty="0"/>
              <a:t>- 1 s period -&gt; </a:t>
            </a:r>
            <a:r>
              <a:rPr lang="el-GR" dirty="0"/>
              <a:t>Δ</a:t>
            </a:r>
            <a:r>
              <a:rPr lang="en-US" dirty="0"/>
              <a:t>f = 1 Hz</a:t>
            </a:r>
          </a:p>
          <a:p>
            <a:pPr marL="0" indent="0">
              <a:buNone/>
            </a:pPr>
            <a:r>
              <a:rPr lang="en-US" dirty="0"/>
              <a:t>- selected bins inside candidate band</a:t>
            </a:r>
          </a:p>
          <a:p>
            <a:pPr marL="0" indent="0">
              <a:buNone/>
            </a:pPr>
            <a:r>
              <a:rPr lang="en-US" dirty="0"/>
              <a:t>- odd harmonic lines only</a:t>
            </a:r>
          </a:p>
          <a:p>
            <a:pPr marL="0" indent="0">
              <a:buNone/>
            </a:pPr>
            <a:r>
              <a:rPr lang="en-US" dirty="0"/>
              <a:t>- trajectory padded to complete periods</a:t>
            </a:r>
          </a:p>
          <a:p>
            <a:pPr marL="0" indent="0">
              <a:buNone/>
            </a:pPr>
            <a:endParaRPr lang="en-US" dirty="0"/>
          </a:p>
          <a:p>
            <a:pPr marL="0" indent="0">
              <a:buNone/>
            </a:pPr>
            <a:r>
              <a:rPr lang="en-US" dirty="0"/>
              <a:t>Phase design</a:t>
            </a:r>
          </a:p>
          <a:p>
            <a:pPr marL="0" indent="0">
              <a:buNone/>
            </a:pPr>
            <a:r>
              <a:rPr lang="en-US" dirty="0"/>
              <a:t>- Schroeder phases:</a:t>
            </a:r>
          </a:p>
          <a:p>
            <a:pPr marL="0" indent="0">
              <a:buNone/>
            </a:pPr>
            <a:r>
              <a:rPr lang="en-US" dirty="0"/>
              <a:t>  </a:t>
            </a:r>
            <a:r>
              <a:rPr lang="en-US" dirty="0" err="1"/>
              <a:t>phi_i</a:t>
            </a:r>
            <a:r>
              <a:rPr lang="en-US" dirty="0"/>
              <a:t> = -</a:t>
            </a:r>
            <a:r>
              <a:rPr lang="en-US" dirty="0" err="1"/>
              <a:t>i</a:t>
            </a:r>
            <a:r>
              <a:rPr lang="en-US" dirty="0"/>
              <a:t>(i-1)pi/F</a:t>
            </a:r>
          </a:p>
          <a:p>
            <a:pPr marL="0" indent="0">
              <a:buNone/>
            </a:pPr>
            <a:r>
              <a:rPr lang="en-US" dirty="0"/>
              <a:t>- reduces crest factor = peak / RMS</a:t>
            </a:r>
          </a:p>
        </p:txBody>
      </p:sp>
    </p:spTree>
    <p:extLst>
      <p:ext uri="{BB962C8B-B14F-4D97-AF65-F5344CB8AC3E}">
        <p14:creationId xmlns:p14="http://schemas.microsoft.com/office/powerpoint/2010/main" val="3314004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C1D8-8634-3ED4-BA01-ED39679D7798}"/>
              </a:ext>
            </a:extLst>
          </p:cNvPr>
          <p:cNvSpPr>
            <a:spLocks noGrp="1"/>
          </p:cNvSpPr>
          <p:nvPr>
            <p:ph type="title"/>
          </p:nvPr>
        </p:nvSpPr>
        <p:spPr/>
        <p:txBody>
          <a:bodyPr/>
          <a:lstStyle/>
          <a:p>
            <a:r>
              <a:rPr lang="en-US" dirty="0"/>
              <a:t>Amplitude And Modal Mapping</a:t>
            </a:r>
            <a:endParaRPr lang="en-NL" dirty="0"/>
          </a:p>
        </p:txBody>
      </p:sp>
      <p:sp>
        <p:nvSpPr>
          <p:cNvPr id="3" name="Content Placeholder 2">
            <a:extLst>
              <a:ext uri="{FF2B5EF4-FFF2-40B4-BE49-F238E27FC236}">
                <a16:creationId xmlns:a16="http://schemas.microsoft.com/office/drawing/2014/main" id="{7D077C3B-26DC-2C08-86A7-7F4BB43BE141}"/>
              </a:ext>
            </a:extLst>
          </p:cNvPr>
          <p:cNvSpPr>
            <a:spLocks noGrp="1"/>
          </p:cNvSpPr>
          <p:nvPr>
            <p:ph idx="1"/>
          </p:nvPr>
        </p:nvSpPr>
        <p:spPr/>
        <p:txBody>
          <a:bodyPr>
            <a:normAutofit fontScale="55000" lnSpcReduction="20000"/>
          </a:bodyPr>
          <a:lstStyle/>
          <a:p>
            <a:pPr marL="0" indent="0">
              <a:buNone/>
            </a:pPr>
            <a:r>
              <a:rPr lang="en-US" dirty="0"/>
              <a:t>Amplitude and Force Modes</a:t>
            </a:r>
          </a:p>
          <a:p>
            <a:pPr marL="0" indent="0">
              <a:buNone/>
            </a:pPr>
            <a:endParaRPr lang="en-US" dirty="0"/>
          </a:p>
          <a:p>
            <a:pPr marL="0" indent="0">
              <a:buNone/>
            </a:pPr>
            <a:r>
              <a:rPr lang="en-US" dirty="0"/>
              <a:t>Amplitude</a:t>
            </a:r>
          </a:p>
          <a:p>
            <a:pPr marL="0" indent="0">
              <a:buNone/>
            </a:pPr>
            <a:r>
              <a:rPr lang="en-US" dirty="0"/>
              <a:t>- normalize to unit RMS</a:t>
            </a:r>
          </a:p>
          <a:p>
            <a:pPr marL="0" indent="0">
              <a:buNone/>
            </a:pPr>
            <a:r>
              <a:rPr lang="en-US" dirty="0"/>
              <a:t>- scale to candidate force RMS</a:t>
            </a:r>
          </a:p>
          <a:p>
            <a:pPr marL="0" indent="0">
              <a:buNone/>
            </a:pPr>
            <a:r>
              <a:rPr lang="en-US" dirty="0"/>
              <a:t>- 0.1 s cosine ramp avoids startup force jump</a:t>
            </a:r>
          </a:p>
          <a:p>
            <a:pPr marL="0" indent="0">
              <a:buNone/>
            </a:pPr>
            <a:endParaRPr lang="en-US" dirty="0"/>
          </a:p>
          <a:p>
            <a:pPr marL="0" indent="0">
              <a:buNone/>
            </a:pPr>
            <a:r>
              <a:rPr lang="en-US" dirty="0"/>
              <a:t>Modal mapping</a:t>
            </a:r>
          </a:p>
          <a:p>
            <a:pPr marL="0" indent="0">
              <a:buNone/>
            </a:pPr>
            <a:r>
              <a:rPr lang="en-US" dirty="0"/>
              <a:t>- common: [s,  s, 0] -&gt; X translation</a:t>
            </a:r>
          </a:p>
          <a:p>
            <a:pPr marL="0" indent="0">
              <a:buNone/>
            </a:pPr>
            <a:r>
              <a:rPr lang="en-US" dirty="0"/>
              <a:t>- diff:   [s, -s, 0] -&gt; rotation/yaw</a:t>
            </a:r>
          </a:p>
          <a:p>
            <a:pPr marL="0" indent="0">
              <a:buNone/>
            </a:pPr>
            <a:r>
              <a:rPr lang="en-US" dirty="0"/>
              <a:t>- y:      [0,  0, s] -&gt; Y motion</a:t>
            </a:r>
          </a:p>
          <a:p>
            <a:pPr marL="0" indent="0">
              <a:buNone/>
            </a:pPr>
            <a:endParaRPr lang="en-US" dirty="0"/>
          </a:p>
          <a:p>
            <a:pPr marL="0" indent="0">
              <a:buNone/>
            </a:pPr>
            <a:r>
              <a:rPr lang="en-US" dirty="0"/>
              <a:t>MIMO detail</a:t>
            </a:r>
          </a:p>
          <a:p>
            <a:pPr marL="0" indent="0">
              <a:buNone/>
            </a:pPr>
            <a:r>
              <a:rPr lang="en-US" dirty="0"/>
              <a:t>- mode-dependent phase shift</a:t>
            </a:r>
          </a:p>
          <a:p>
            <a:pPr marL="0" indent="0">
              <a:buNone/>
            </a:pPr>
            <a:r>
              <a:rPr lang="en-US" dirty="0"/>
              <a:t>- reduces correlation when modes are combined</a:t>
            </a:r>
          </a:p>
          <a:p>
            <a:pPr marL="0" indent="0">
              <a:buNone/>
            </a:pPr>
            <a:endParaRPr lang="en-NL" dirty="0"/>
          </a:p>
        </p:txBody>
      </p:sp>
    </p:spTree>
    <p:extLst>
      <p:ext uri="{BB962C8B-B14F-4D97-AF65-F5344CB8AC3E}">
        <p14:creationId xmlns:p14="http://schemas.microsoft.com/office/powerpoint/2010/main" val="923123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56A58-DF8C-DC5E-3E66-F0C5C70428E3}"/>
              </a:ext>
            </a:extLst>
          </p:cNvPr>
          <p:cNvSpPr>
            <a:spLocks noGrp="1"/>
          </p:cNvSpPr>
          <p:nvPr>
            <p:ph type="title"/>
          </p:nvPr>
        </p:nvSpPr>
        <p:spPr/>
        <p:txBody>
          <a:bodyPr>
            <a:normAutofit/>
          </a:bodyPr>
          <a:lstStyle/>
          <a:p>
            <a:r>
              <a:rPr lang="en-US" dirty="0"/>
              <a:t>Closed-Loop Diagnostic Selection</a:t>
            </a:r>
            <a:endParaRPr lang="en-NL" dirty="0"/>
          </a:p>
        </p:txBody>
      </p:sp>
      <p:sp>
        <p:nvSpPr>
          <p:cNvPr id="3" name="Content Placeholder 2">
            <a:extLst>
              <a:ext uri="{FF2B5EF4-FFF2-40B4-BE49-F238E27FC236}">
                <a16:creationId xmlns:a16="http://schemas.microsoft.com/office/drawing/2014/main" id="{082BF8EE-6108-D59A-470D-9B94EC0E5974}"/>
              </a:ext>
            </a:extLst>
          </p:cNvPr>
          <p:cNvSpPr>
            <a:spLocks noGrp="1"/>
          </p:cNvSpPr>
          <p:nvPr>
            <p:ph idx="1"/>
          </p:nvPr>
        </p:nvSpPr>
        <p:spPr/>
        <p:txBody>
          <a:bodyPr>
            <a:normAutofit fontScale="32500" lnSpcReduction="20000"/>
          </a:bodyPr>
          <a:lstStyle/>
          <a:p>
            <a:pPr marL="0" indent="0">
              <a:buNone/>
            </a:pPr>
            <a:r>
              <a:rPr lang="en-US" dirty="0"/>
              <a:t>Closed-Loop Diagnostic Selection</a:t>
            </a:r>
          </a:p>
          <a:p>
            <a:pPr marL="0" indent="0">
              <a:buNone/>
            </a:pPr>
            <a:endParaRPr lang="en-US" dirty="0"/>
          </a:p>
          <a:p>
            <a:pPr marL="0" indent="0">
              <a:buNone/>
            </a:pPr>
            <a:r>
              <a:rPr lang="en-US" dirty="0"/>
              <a:t>Why diagnostic?</a:t>
            </a:r>
          </a:p>
          <a:p>
            <a:pPr marL="0" indent="0">
              <a:buNone/>
            </a:pPr>
            <a:r>
              <a:rPr lang="en-US" dirty="0"/>
              <a:t>- Feedback controller can reject injected force.</a:t>
            </a:r>
          </a:p>
          <a:p>
            <a:pPr marL="0" indent="0">
              <a:buNone/>
            </a:pPr>
            <a:r>
              <a:rPr lang="en-US" dirty="0"/>
              <a:t>- Large force does not guarantee useful plant excitation.</a:t>
            </a:r>
          </a:p>
          <a:p>
            <a:pPr marL="0" indent="0">
              <a:buNone/>
            </a:pPr>
            <a:endParaRPr lang="en-US" dirty="0"/>
          </a:p>
          <a:p>
            <a:pPr marL="0" indent="0">
              <a:buNone/>
            </a:pPr>
            <a:r>
              <a:rPr lang="en-US" dirty="0"/>
              <a:t>Procedure</a:t>
            </a:r>
          </a:p>
          <a:p>
            <a:pPr marL="0" indent="0">
              <a:buNone/>
            </a:pPr>
            <a:r>
              <a:rPr lang="en-US" dirty="0"/>
              <a:t>1. Simulate clean trajectory: </a:t>
            </a:r>
            <a:r>
              <a:rPr lang="en-US" dirty="0" err="1"/>
              <a:t>f_ms</a:t>
            </a:r>
            <a:r>
              <a:rPr lang="en-US" dirty="0"/>
              <a:t> = 0</a:t>
            </a:r>
          </a:p>
          <a:p>
            <a:pPr marL="0" indent="0">
              <a:buNone/>
            </a:pPr>
            <a:r>
              <a:rPr lang="en-US" dirty="0"/>
              <a:t>2. Test candidate band / RMS force combinations</a:t>
            </a:r>
          </a:p>
          <a:p>
            <a:pPr marL="0" indent="0">
              <a:buNone/>
            </a:pPr>
            <a:r>
              <a:rPr lang="en-US" dirty="0"/>
              <a:t>3. Compare with baseline:</a:t>
            </a:r>
          </a:p>
          <a:p>
            <a:pPr marL="0" indent="0">
              <a:buNone/>
            </a:pPr>
            <a:r>
              <a:rPr lang="en-US" dirty="0"/>
              <a:t>   extra motion </a:t>
            </a:r>
            <a:r>
              <a:rPr lang="el-GR" dirty="0"/>
              <a:t>Δ</a:t>
            </a:r>
            <a:r>
              <a:rPr lang="en-US" dirty="0"/>
              <a:t>q</a:t>
            </a:r>
          </a:p>
          <a:p>
            <a:pPr marL="0" indent="0">
              <a:buNone/>
            </a:pPr>
            <a:r>
              <a:rPr lang="en-US" dirty="0"/>
              <a:t>   surviving force </a:t>
            </a:r>
            <a:r>
              <a:rPr lang="el-GR" dirty="0"/>
              <a:t>Δ</a:t>
            </a:r>
            <a:r>
              <a:rPr lang="en-US" dirty="0"/>
              <a:t>u</a:t>
            </a:r>
          </a:p>
          <a:p>
            <a:pPr marL="0" indent="0">
              <a:buNone/>
            </a:pPr>
            <a:r>
              <a:rPr lang="en-US" dirty="0"/>
              <a:t>4. Rank:</a:t>
            </a:r>
          </a:p>
          <a:p>
            <a:pPr marL="0" indent="0">
              <a:buNone/>
            </a:pPr>
            <a:r>
              <a:rPr lang="en-US" dirty="0"/>
              <a:t>   score = survival x extra motion x bandwidth</a:t>
            </a:r>
          </a:p>
          <a:p>
            <a:pPr marL="0" indent="0">
              <a:buNone/>
            </a:pPr>
            <a:r>
              <a:rPr lang="en-US" dirty="0"/>
              <a:t>5. Accept only within:</a:t>
            </a:r>
          </a:p>
          <a:p>
            <a:pPr marL="0" indent="0">
              <a:buNone/>
            </a:pPr>
            <a:r>
              <a:rPr lang="en-US" dirty="0"/>
              <a:t>   force peak/RMS limits</a:t>
            </a:r>
          </a:p>
          <a:p>
            <a:pPr marL="0" indent="0">
              <a:buNone/>
            </a:pPr>
            <a:r>
              <a:rPr lang="en-US" dirty="0"/>
              <a:t>   position/yaw limits</a:t>
            </a:r>
          </a:p>
          <a:p>
            <a:pPr marL="0" indent="0">
              <a:buNone/>
            </a:pPr>
            <a:r>
              <a:rPr lang="en-US" dirty="0"/>
              <a:t>   velocity limits</a:t>
            </a:r>
          </a:p>
        </p:txBody>
      </p:sp>
    </p:spTree>
    <p:extLst>
      <p:ext uri="{BB962C8B-B14F-4D97-AF65-F5344CB8AC3E}">
        <p14:creationId xmlns:p14="http://schemas.microsoft.com/office/powerpoint/2010/main" val="2213115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35F36-0AA3-80BF-592C-C6F06C75200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35C50F6-D781-18AB-E06C-2426E99D9EBC}"/>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700752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0D361-6547-FA4F-8894-642F032D0AD0}"/>
              </a:ext>
            </a:extLst>
          </p:cNvPr>
          <p:cNvSpPr>
            <a:spLocks noGrp="1"/>
          </p:cNvSpPr>
          <p:nvPr>
            <p:ph type="title"/>
          </p:nvPr>
        </p:nvSpPr>
        <p:spPr/>
        <p:txBody>
          <a:bodyPr/>
          <a:lstStyle/>
          <a:p>
            <a:r>
              <a:rPr lang="en-US" dirty="0" err="1"/>
              <a:t>Multisine</a:t>
            </a:r>
            <a:r>
              <a:rPr lang="en-US" dirty="0"/>
              <a:t> design</a:t>
            </a:r>
            <a:endParaRPr lang="en-NL" dirty="0"/>
          </a:p>
        </p:txBody>
      </p:sp>
      <p:sp>
        <p:nvSpPr>
          <p:cNvPr id="3" name="Content Placeholder 2">
            <a:extLst>
              <a:ext uri="{FF2B5EF4-FFF2-40B4-BE49-F238E27FC236}">
                <a16:creationId xmlns:a16="http://schemas.microsoft.com/office/drawing/2014/main" id="{4F44A523-27F8-78D7-2672-27FDB82B2B38}"/>
              </a:ext>
            </a:extLst>
          </p:cNvPr>
          <p:cNvSpPr>
            <a:spLocks noGrp="1"/>
          </p:cNvSpPr>
          <p:nvPr>
            <p:ph idx="1"/>
          </p:nvPr>
        </p:nvSpPr>
        <p:spPr/>
        <p:txBody>
          <a:bodyPr/>
          <a:lstStyle/>
          <a:p>
            <a:r>
              <a:rPr lang="en-US" dirty="0"/>
              <a:t>Injected as force after controller</a:t>
            </a:r>
          </a:p>
          <a:p>
            <a:r>
              <a:rPr lang="en-US" dirty="0"/>
              <a:t>Schroeder-phase periodic </a:t>
            </a:r>
            <a:r>
              <a:rPr lang="en-US" dirty="0" err="1"/>
              <a:t>multisine</a:t>
            </a:r>
            <a:endParaRPr lang="en-US" dirty="0"/>
          </a:p>
          <a:p>
            <a:pPr lvl="1"/>
            <a:r>
              <a:rPr lang="en-US" dirty="0"/>
              <a:t>Resolution and padding</a:t>
            </a:r>
          </a:p>
          <a:p>
            <a:pPr lvl="1"/>
            <a:r>
              <a:rPr lang="en-US" dirty="0"/>
              <a:t>Frequency bins</a:t>
            </a:r>
          </a:p>
          <a:p>
            <a:pPr lvl="1"/>
            <a:r>
              <a:rPr lang="en-US" dirty="0"/>
              <a:t>Crest factor </a:t>
            </a:r>
            <a:r>
              <a:rPr lang="en-US" dirty="0">
                <a:sym typeface="Wingdings" panose="05000000000000000000" pitchFamily="2" charset="2"/>
              </a:rPr>
              <a:t> </a:t>
            </a:r>
            <a:r>
              <a:rPr lang="en-US" dirty="0"/>
              <a:t>Schroeder phase rule</a:t>
            </a:r>
          </a:p>
          <a:p>
            <a:r>
              <a:rPr lang="en-US" dirty="0"/>
              <a:t>Odd Harmonic Selection</a:t>
            </a:r>
          </a:p>
          <a:p>
            <a:r>
              <a:rPr lang="en-US" dirty="0"/>
              <a:t>Normalize </a:t>
            </a:r>
            <a:r>
              <a:rPr lang="en-US" dirty="0" err="1"/>
              <a:t>multisine</a:t>
            </a:r>
            <a:endParaRPr lang="en-US" dirty="0"/>
          </a:p>
          <a:p>
            <a:r>
              <a:rPr lang="en-US" dirty="0"/>
              <a:t>Scale to candidate force level</a:t>
            </a:r>
          </a:p>
        </p:txBody>
      </p:sp>
    </p:spTree>
    <p:extLst>
      <p:ext uri="{BB962C8B-B14F-4D97-AF65-F5344CB8AC3E}">
        <p14:creationId xmlns:p14="http://schemas.microsoft.com/office/powerpoint/2010/main" val="2106631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D19FD-73A2-9C5D-6054-EC0AB94584F1}"/>
              </a:ext>
            </a:extLst>
          </p:cNvPr>
          <p:cNvSpPr>
            <a:spLocks noGrp="1"/>
          </p:cNvSpPr>
          <p:nvPr>
            <p:ph type="title"/>
          </p:nvPr>
        </p:nvSpPr>
        <p:spPr/>
        <p:txBody>
          <a:bodyPr/>
          <a:lstStyle/>
          <a:p>
            <a:r>
              <a:rPr lang="en-US" dirty="0" err="1"/>
              <a:t>Multisine</a:t>
            </a:r>
            <a:r>
              <a:rPr lang="en-US" dirty="0"/>
              <a:t> Signal Construction</a:t>
            </a:r>
            <a:endParaRPr lang="en-NL" dirty="0"/>
          </a:p>
        </p:txBody>
      </p:sp>
      <p:sp>
        <p:nvSpPr>
          <p:cNvPr id="3" name="Content Placeholder 2">
            <a:extLst>
              <a:ext uri="{FF2B5EF4-FFF2-40B4-BE49-F238E27FC236}">
                <a16:creationId xmlns:a16="http://schemas.microsoft.com/office/drawing/2014/main" id="{DCF89760-30B6-1867-ED17-30D805D67035}"/>
              </a:ext>
            </a:extLst>
          </p:cNvPr>
          <p:cNvSpPr>
            <a:spLocks noGrp="1"/>
          </p:cNvSpPr>
          <p:nvPr>
            <p:ph idx="1"/>
          </p:nvPr>
        </p:nvSpPr>
        <p:spPr/>
        <p:txBody>
          <a:bodyPr>
            <a:normAutofit fontScale="55000" lnSpcReduction="20000"/>
          </a:bodyPr>
          <a:lstStyle/>
          <a:p>
            <a:pPr marL="0" indent="0">
              <a:buNone/>
            </a:pPr>
            <a:r>
              <a:rPr lang="en-US" dirty="0"/>
              <a:t>Goal:</a:t>
            </a:r>
          </a:p>
          <a:p>
            <a:pPr marL="0" indent="0">
              <a:buNone/>
            </a:pPr>
            <a:r>
              <a:rPr lang="en-US" dirty="0"/>
              <a:t>- Broadband excitation for parameter recovery in one simulation.</a:t>
            </a:r>
          </a:p>
          <a:p>
            <a:pPr marL="0" indent="0">
              <a:buNone/>
            </a:pPr>
            <a:endParaRPr lang="en-US" dirty="0"/>
          </a:p>
          <a:p>
            <a:pPr marL="0" indent="0">
              <a:buNone/>
            </a:pPr>
            <a:r>
              <a:rPr lang="en-US" dirty="0"/>
              <a:t>Periodic Schroeder-phase </a:t>
            </a:r>
            <a:r>
              <a:rPr lang="en-US" dirty="0" err="1"/>
              <a:t>multisine</a:t>
            </a:r>
            <a:r>
              <a:rPr lang="en-US" dirty="0"/>
              <a:t>:</a:t>
            </a:r>
          </a:p>
          <a:p>
            <a:pPr marL="0" indent="0">
              <a:buNone/>
            </a:pPr>
            <a:r>
              <a:rPr lang="en-US" dirty="0"/>
              <a:t>s(t) = </a:t>
            </a:r>
            <a:r>
              <a:rPr lang="en-US" dirty="0" err="1"/>
              <a:t>sum_i</a:t>
            </a:r>
            <a:r>
              <a:rPr lang="en-US" dirty="0"/>
              <a:t> cos(2*pi*</a:t>
            </a:r>
            <a:r>
              <a:rPr lang="en-US" dirty="0" err="1"/>
              <a:t>f_i</a:t>
            </a:r>
            <a:r>
              <a:rPr lang="en-US" dirty="0"/>
              <a:t>*t + </a:t>
            </a:r>
            <a:r>
              <a:rPr lang="en-US" dirty="0" err="1"/>
              <a:t>phi_i</a:t>
            </a:r>
            <a:r>
              <a:rPr lang="en-US" dirty="0"/>
              <a:t>)</a:t>
            </a:r>
          </a:p>
          <a:p>
            <a:pPr marL="0" indent="0">
              <a:buNone/>
            </a:pPr>
            <a:endParaRPr lang="en-US" dirty="0"/>
          </a:p>
          <a:p>
            <a:pPr marL="0" indent="0">
              <a:buNone/>
            </a:pPr>
            <a:r>
              <a:rPr lang="en-US" dirty="0"/>
              <a:t>Schroeder phases:</a:t>
            </a:r>
          </a:p>
          <a:p>
            <a:pPr marL="0" indent="0">
              <a:buNone/>
            </a:pPr>
            <a:r>
              <a:rPr lang="en-US" dirty="0" err="1"/>
              <a:t>phi_i</a:t>
            </a:r>
            <a:r>
              <a:rPr lang="en-US" dirty="0"/>
              <a:t> = -</a:t>
            </a:r>
            <a:r>
              <a:rPr lang="en-US" dirty="0" err="1"/>
              <a:t>i</a:t>
            </a:r>
            <a:r>
              <a:rPr lang="en-US" dirty="0"/>
              <a:t>(i-1)pi/F</a:t>
            </a:r>
          </a:p>
          <a:p>
            <a:pPr marL="0" indent="0">
              <a:buNone/>
            </a:pPr>
            <a:endParaRPr lang="en-US" dirty="0"/>
          </a:p>
          <a:p>
            <a:pPr marL="0" indent="0">
              <a:buNone/>
            </a:pPr>
            <a:r>
              <a:rPr lang="en-US" dirty="0"/>
              <a:t>Design choices:</a:t>
            </a:r>
          </a:p>
          <a:p>
            <a:pPr marL="0" indent="0">
              <a:buNone/>
            </a:pPr>
            <a:r>
              <a:rPr lang="en-US" dirty="0"/>
              <a:t>- 1 s period </a:t>
            </a:r>
            <a:r>
              <a:rPr lang="en-US" dirty="0">
                <a:sym typeface="Wingdings" panose="05000000000000000000" pitchFamily="2" charset="2"/>
              </a:rPr>
              <a:t></a:t>
            </a:r>
            <a:r>
              <a:rPr lang="en-US" dirty="0"/>
              <a:t> 1 Hz frequency resolution</a:t>
            </a:r>
          </a:p>
          <a:p>
            <a:pPr marL="0" indent="0">
              <a:buNone/>
            </a:pPr>
            <a:r>
              <a:rPr lang="en-US" dirty="0"/>
              <a:t>- integer-period padding </a:t>
            </a:r>
            <a:r>
              <a:rPr lang="en-US" dirty="0">
                <a:sym typeface="Wingdings" panose="05000000000000000000" pitchFamily="2" charset="2"/>
              </a:rPr>
              <a:t></a:t>
            </a:r>
            <a:r>
              <a:rPr lang="en-US" dirty="0"/>
              <a:t> leakage-free signal</a:t>
            </a:r>
          </a:p>
          <a:p>
            <a:pPr marL="0" indent="0">
              <a:buNone/>
            </a:pPr>
            <a:r>
              <a:rPr lang="en-US" dirty="0"/>
              <a:t>- selected frequency bins within candidate band</a:t>
            </a:r>
          </a:p>
          <a:p>
            <a:pPr marL="0" indent="0">
              <a:buNone/>
            </a:pPr>
            <a:r>
              <a:rPr lang="en-US" dirty="0"/>
              <a:t>- odd harmonics only </a:t>
            </a:r>
            <a:r>
              <a:rPr lang="en-US" dirty="0">
                <a:sym typeface="Wingdings" panose="05000000000000000000" pitchFamily="2" charset="2"/>
              </a:rPr>
              <a:t></a:t>
            </a:r>
            <a:r>
              <a:rPr lang="en-US" dirty="0"/>
              <a:t> even lines left unexcited</a:t>
            </a:r>
          </a:p>
          <a:p>
            <a:pPr marL="0" indent="0">
              <a:buNone/>
            </a:pPr>
            <a:r>
              <a:rPr lang="en-US" dirty="0"/>
              <a:t>- Schroeder phases </a:t>
            </a:r>
            <a:r>
              <a:rPr lang="en-US" dirty="0">
                <a:sym typeface="Wingdings" panose="05000000000000000000" pitchFamily="2" charset="2"/>
              </a:rPr>
              <a:t></a:t>
            </a:r>
            <a:r>
              <a:rPr lang="en-US" dirty="0"/>
              <a:t> lower crest factor</a:t>
            </a:r>
          </a:p>
          <a:p>
            <a:pPr marL="0" indent="0">
              <a:buNone/>
            </a:pPr>
            <a:endParaRPr lang="en-NL" dirty="0"/>
          </a:p>
        </p:txBody>
      </p:sp>
    </p:spTree>
    <p:extLst>
      <p:ext uri="{BB962C8B-B14F-4D97-AF65-F5344CB8AC3E}">
        <p14:creationId xmlns:p14="http://schemas.microsoft.com/office/powerpoint/2010/main" val="2875568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74D72-3124-CA1D-2B8D-A69C0571CB59}"/>
              </a:ext>
            </a:extLst>
          </p:cNvPr>
          <p:cNvSpPr>
            <a:spLocks noGrp="1"/>
          </p:cNvSpPr>
          <p:nvPr>
            <p:ph type="title"/>
          </p:nvPr>
        </p:nvSpPr>
        <p:spPr/>
        <p:txBody>
          <a:bodyPr/>
          <a:lstStyle/>
          <a:p>
            <a:r>
              <a:rPr lang="en-US" dirty="0"/>
              <a:t>Mode-Dependent Phase Offset</a:t>
            </a:r>
            <a:endParaRPr lang="en-NL" dirty="0"/>
          </a:p>
        </p:txBody>
      </p:sp>
      <p:sp>
        <p:nvSpPr>
          <p:cNvPr id="3" name="Content Placeholder 2">
            <a:extLst>
              <a:ext uri="{FF2B5EF4-FFF2-40B4-BE49-F238E27FC236}">
                <a16:creationId xmlns:a16="http://schemas.microsoft.com/office/drawing/2014/main" id="{D44FD8B3-83E6-D0C6-5057-67144F96763B}"/>
              </a:ext>
            </a:extLst>
          </p:cNvPr>
          <p:cNvSpPr>
            <a:spLocks noGrp="1"/>
          </p:cNvSpPr>
          <p:nvPr>
            <p:ph idx="1"/>
          </p:nvPr>
        </p:nvSpPr>
        <p:spPr/>
        <p:txBody>
          <a:bodyPr/>
          <a:lstStyle/>
          <a:p>
            <a:r>
              <a:rPr lang="en-US" dirty="0"/>
              <a:t>Modes</a:t>
            </a:r>
          </a:p>
          <a:p>
            <a:r>
              <a:rPr lang="en-US" dirty="0"/>
              <a:t>And: That is why the script adds the mode-dependent phase/time shift. So the concept is:</a:t>
            </a:r>
          </a:p>
          <a:p>
            <a:endParaRPr lang="en-US" dirty="0"/>
          </a:p>
          <a:p>
            <a:r>
              <a:rPr lang="en-US" dirty="0"/>
              <a:t>is equivalent to a time shift by \(\tau\). In your script:</a:t>
            </a:r>
          </a:p>
          <a:p>
            <a:r>
              <a:rPr lang="en-US" dirty="0"/>
              <a:t>common: [</a:t>
            </a:r>
            <a:r>
              <a:rPr lang="en-US" dirty="0" err="1"/>
              <a:t>s_common</a:t>
            </a:r>
            <a:r>
              <a:rPr lang="en-US" dirty="0"/>
              <a:t>,  </a:t>
            </a:r>
            <a:r>
              <a:rPr lang="en-US" dirty="0" err="1"/>
              <a:t>s_common</a:t>
            </a:r>
            <a:r>
              <a:rPr lang="en-US" dirty="0"/>
              <a:t>, 0]</a:t>
            </a:r>
          </a:p>
          <a:p>
            <a:r>
              <a:rPr lang="en-US" dirty="0"/>
              <a:t>diff:   [</a:t>
            </a:r>
            <a:r>
              <a:rPr lang="en-US" dirty="0" err="1"/>
              <a:t>s_diff</a:t>
            </a:r>
            <a:r>
              <a:rPr lang="en-US" dirty="0"/>
              <a:t>,   -</a:t>
            </a:r>
            <a:r>
              <a:rPr lang="en-US" dirty="0" err="1"/>
              <a:t>s_diff</a:t>
            </a:r>
            <a:r>
              <a:rPr lang="en-US" dirty="0"/>
              <a:t>,   0]</a:t>
            </a:r>
          </a:p>
          <a:p>
            <a:r>
              <a:rPr lang="en-US" dirty="0"/>
              <a:t>y:      [0,         0,        </a:t>
            </a:r>
            <a:r>
              <a:rPr lang="en-US" dirty="0" err="1"/>
              <a:t>s_y</a:t>
            </a:r>
            <a:r>
              <a:rPr lang="en-US" dirty="0"/>
              <a:t>]</a:t>
            </a:r>
          </a:p>
          <a:p>
            <a:endParaRPr lang="en-NL" dirty="0"/>
          </a:p>
        </p:txBody>
      </p:sp>
    </p:spTree>
    <p:extLst>
      <p:ext uri="{BB962C8B-B14F-4D97-AF65-F5344CB8AC3E}">
        <p14:creationId xmlns:p14="http://schemas.microsoft.com/office/powerpoint/2010/main" val="2493812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1EC84-2D8F-40C6-EBB6-FF7C606E459B}"/>
              </a:ext>
            </a:extLst>
          </p:cNvPr>
          <p:cNvSpPr>
            <a:spLocks noGrp="1"/>
          </p:cNvSpPr>
          <p:nvPr>
            <p:ph type="title"/>
          </p:nvPr>
        </p:nvSpPr>
        <p:spPr/>
        <p:txBody>
          <a:bodyPr/>
          <a:lstStyle/>
          <a:p>
            <a:r>
              <a:rPr lang="en-US" dirty="0"/>
              <a:t>Trajectory analysis</a:t>
            </a:r>
            <a:endParaRPr lang="en-NL" dirty="0"/>
          </a:p>
        </p:txBody>
      </p:sp>
      <p:sp>
        <p:nvSpPr>
          <p:cNvPr id="3" name="Content Placeholder 2">
            <a:extLst>
              <a:ext uri="{FF2B5EF4-FFF2-40B4-BE49-F238E27FC236}">
                <a16:creationId xmlns:a16="http://schemas.microsoft.com/office/drawing/2014/main" id="{7C8D05FD-43E5-476E-27F5-338D2BB4BA0A}"/>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925DF776-3A56-4C90-CF18-A990E185670B}"/>
              </a:ext>
            </a:extLst>
          </p:cNvPr>
          <p:cNvPicPr>
            <a:picLocks noChangeAspect="1"/>
          </p:cNvPicPr>
          <p:nvPr/>
        </p:nvPicPr>
        <p:blipFill>
          <a:blip r:embed="rId2"/>
          <a:stretch>
            <a:fillRect/>
          </a:stretch>
        </p:blipFill>
        <p:spPr>
          <a:xfrm>
            <a:off x="4831774" y="1027906"/>
            <a:ext cx="7043074" cy="5190407"/>
          </a:xfrm>
          <a:prstGeom prst="rect">
            <a:avLst/>
          </a:prstGeom>
        </p:spPr>
      </p:pic>
    </p:spTree>
    <p:extLst>
      <p:ext uri="{BB962C8B-B14F-4D97-AF65-F5344CB8AC3E}">
        <p14:creationId xmlns:p14="http://schemas.microsoft.com/office/powerpoint/2010/main" val="4099492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ABF5E-A802-6FD5-529C-D20557338A5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BE93E2F-D1C2-413B-DAD5-BC2C826195A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5D0C8D9-707A-62CE-B0C5-167454C96691}"/>
              </a:ext>
            </a:extLst>
          </p:cNvPr>
          <p:cNvPicPr>
            <a:picLocks noChangeAspect="1"/>
          </p:cNvPicPr>
          <p:nvPr/>
        </p:nvPicPr>
        <p:blipFill>
          <a:blip r:embed="rId2"/>
          <a:stretch>
            <a:fillRect/>
          </a:stretch>
        </p:blipFill>
        <p:spPr>
          <a:xfrm>
            <a:off x="1609099" y="137653"/>
            <a:ext cx="8973802" cy="6582694"/>
          </a:xfrm>
          <a:prstGeom prst="rect">
            <a:avLst/>
          </a:prstGeom>
        </p:spPr>
      </p:pic>
    </p:spTree>
    <p:extLst>
      <p:ext uri="{BB962C8B-B14F-4D97-AF65-F5344CB8AC3E}">
        <p14:creationId xmlns:p14="http://schemas.microsoft.com/office/powerpoint/2010/main" val="1347050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B38D4-253A-9723-A10B-DED595611ED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B54EBB6-0241-B578-0989-6E4C6C28D55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084DB9B-F8A7-DFB4-413C-D6A4CDCF0970}"/>
              </a:ext>
            </a:extLst>
          </p:cNvPr>
          <p:cNvPicPr>
            <a:picLocks noChangeAspect="1"/>
          </p:cNvPicPr>
          <p:nvPr/>
        </p:nvPicPr>
        <p:blipFill>
          <a:blip r:embed="rId2"/>
          <a:stretch>
            <a:fillRect/>
          </a:stretch>
        </p:blipFill>
        <p:spPr>
          <a:xfrm>
            <a:off x="1542414" y="142416"/>
            <a:ext cx="9107171" cy="6573167"/>
          </a:xfrm>
          <a:prstGeom prst="rect">
            <a:avLst/>
          </a:prstGeom>
        </p:spPr>
      </p:pic>
    </p:spTree>
    <p:extLst>
      <p:ext uri="{BB962C8B-B14F-4D97-AF65-F5344CB8AC3E}">
        <p14:creationId xmlns:p14="http://schemas.microsoft.com/office/powerpoint/2010/main" val="40365312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5657D-E5BD-426B-CA25-6F9E456BBED7}"/>
              </a:ext>
            </a:extLst>
          </p:cNvPr>
          <p:cNvSpPr>
            <a:spLocks noGrp="1"/>
          </p:cNvSpPr>
          <p:nvPr>
            <p:ph type="title"/>
          </p:nvPr>
        </p:nvSpPr>
        <p:spPr/>
        <p:txBody>
          <a:bodyPr/>
          <a:lstStyle/>
          <a:p>
            <a:r>
              <a:rPr lang="en-US" dirty="0"/>
              <a:t>Problem </a:t>
            </a:r>
            <a:r>
              <a:rPr lang="en-US" dirty="0" err="1"/>
              <a:t>inbetween</a:t>
            </a:r>
            <a:r>
              <a:rPr lang="en-US" dirty="0"/>
              <a:t> parametric and nonparametric model closed-loop</a:t>
            </a:r>
            <a:endParaRPr lang="en-NL" dirty="0"/>
          </a:p>
        </p:txBody>
      </p:sp>
      <p:sp>
        <p:nvSpPr>
          <p:cNvPr id="3" name="Content Placeholder 2">
            <a:extLst>
              <a:ext uri="{FF2B5EF4-FFF2-40B4-BE49-F238E27FC236}">
                <a16:creationId xmlns:a16="http://schemas.microsoft.com/office/drawing/2014/main" id="{35A79D1E-D153-3B55-8E12-0FFD85B2F3B5}"/>
              </a:ext>
            </a:extLst>
          </p:cNvPr>
          <p:cNvSpPr>
            <a:spLocks noGrp="1"/>
          </p:cNvSpPr>
          <p:nvPr>
            <p:ph idx="1"/>
          </p:nvPr>
        </p:nvSpPr>
        <p:spPr/>
        <p:txBody>
          <a:bodyPr>
            <a:normAutofit fontScale="92500" lnSpcReduction="20000"/>
          </a:bodyPr>
          <a:lstStyle/>
          <a:p>
            <a:r>
              <a:rPr lang="en-US" dirty="0"/>
              <a:t>FIM parametric. Model incomplete how to deal with augmentation/not modeled</a:t>
            </a:r>
          </a:p>
          <a:p>
            <a:r>
              <a:rPr lang="en-US" dirty="0"/>
              <a:t>Nonparametric approach</a:t>
            </a:r>
          </a:p>
          <a:p>
            <a:endParaRPr lang="en-US" dirty="0"/>
          </a:p>
          <a:p>
            <a:pPr marL="0" indent="0">
              <a:buNone/>
            </a:pPr>
            <a:r>
              <a:rPr lang="en-US" dirty="0"/>
              <a:t>The cleanest defensible split:</a:t>
            </a:r>
          </a:p>
          <a:p>
            <a:pPr marL="0" indent="0">
              <a:buNone/>
            </a:pPr>
            <a:r>
              <a:rPr lang="en-US" dirty="0"/>
              <a:t>  - Phase 1 (parametric only): FIM-driven </a:t>
            </a:r>
            <a:r>
              <a:rPr lang="en-US" dirty="0" err="1"/>
              <a:t>multisine</a:t>
            </a:r>
            <a:r>
              <a:rPr lang="en-US" dirty="0"/>
              <a:t> for the 14 physical params — justified by Gevers et al. (2011)</a:t>
            </a:r>
          </a:p>
          <a:p>
            <a:pPr marL="0" indent="0">
              <a:buNone/>
            </a:pPr>
            <a:r>
              <a:rPr lang="en-US" dirty="0"/>
              <a:t>  - Phase 2 (augmented model): broadband excitation with uniform spectral coverage over full bandwidth, so the NN has signal everywhere.</a:t>
            </a:r>
          </a:p>
          <a:p>
            <a:pPr marL="0" indent="0">
              <a:buNone/>
            </a:pPr>
            <a:r>
              <a:rPr lang="en-US" dirty="0"/>
              <a:t>  This is the standard input design for nonlinear grey-box: Ljung (1999) §13 recommends informative inputs over the full operating range</a:t>
            </a:r>
            <a:endParaRPr lang="en-NL" dirty="0"/>
          </a:p>
        </p:txBody>
      </p:sp>
    </p:spTree>
    <p:extLst>
      <p:ext uri="{BB962C8B-B14F-4D97-AF65-F5344CB8AC3E}">
        <p14:creationId xmlns:p14="http://schemas.microsoft.com/office/powerpoint/2010/main" val="1499017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5DA82-033F-A5A9-8242-2D5896D94857}"/>
              </a:ext>
            </a:extLst>
          </p:cNvPr>
          <p:cNvSpPr>
            <a:spLocks noGrp="1"/>
          </p:cNvSpPr>
          <p:nvPr>
            <p:ph type="title"/>
          </p:nvPr>
        </p:nvSpPr>
        <p:spPr/>
        <p:txBody>
          <a:bodyPr/>
          <a:lstStyle/>
          <a:p>
            <a:r>
              <a:rPr lang="en-US" dirty="0"/>
              <a:t>Question 1</a:t>
            </a:r>
            <a:endParaRPr lang="en-NL" dirty="0"/>
          </a:p>
        </p:txBody>
      </p:sp>
      <p:sp>
        <p:nvSpPr>
          <p:cNvPr id="3" name="Content Placeholder 2">
            <a:extLst>
              <a:ext uri="{FF2B5EF4-FFF2-40B4-BE49-F238E27FC236}">
                <a16:creationId xmlns:a16="http://schemas.microsoft.com/office/drawing/2014/main" id="{07C68050-ABAC-21A7-30BB-2C997CD155E6}"/>
              </a:ext>
            </a:extLst>
          </p:cNvPr>
          <p:cNvSpPr>
            <a:spLocks noGrp="1"/>
          </p:cNvSpPr>
          <p:nvPr>
            <p:ph idx="1"/>
          </p:nvPr>
        </p:nvSpPr>
        <p:spPr/>
        <p:txBody>
          <a:bodyPr/>
          <a:lstStyle/>
          <a:p>
            <a:r>
              <a:rPr lang="en-US" dirty="0"/>
              <a:t>If a question needs to be answered. Make clear here what the problem/question is that needs to be answered. Questions can always be asked outside the meeting, but we may say prepare to explain what you really mean.</a:t>
            </a:r>
            <a:endParaRPr lang="en-NL" dirty="0"/>
          </a:p>
        </p:txBody>
      </p:sp>
      <p:sp>
        <p:nvSpPr>
          <p:cNvPr id="4" name="Rectangle 3">
            <a:extLst>
              <a:ext uri="{FF2B5EF4-FFF2-40B4-BE49-F238E27FC236}">
                <a16:creationId xmlns:a16="http://schemas.microsoft.com/office/drawing/2014/main" id="{C22B2196-272F-FC1F-4220-C87739CBF73F}"/>
              </a:ext>
            </a:extLst>
          </p:cNvPr>
          <p:cNvSpPr/>
          <p:nvPr/>
        </p:nvSpPr>
        <p:spPr>
          <a:xfrm>
            <a:off x="6985686" y="3273553"/>
            <a:ext cx="4827373" cy="303834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Some figure explaining the concept</a:t>
            </a:r>
          </a:p>
          <a:p>
            <a:pPr algn="ctr"/>
            <a:r>
              <a:rPr lang="en-US" dirty="0"/>
              <a:t>When applicable, the same as will go in final report. Otherwise just take screenshots from relevant papers.</a:t>
            </a:r>
            <a:endParaRPr lang="en-NL" dirty="0"/>
          </a:p>
        </p:txBody>
      </p:sp>
    </p:spTree>
    <p:extLst>
      <p:ext uri="{BB962C8B-B14F-4D97-AF65-F5344CB8AC3E}">
        <p14:creationId xmlns:p14="http://schemas.microsoft.com/office/powerpoint/2010/main" val="2175299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63080-949D-4DBD-FD28-0326C74424B2}"/>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6DFA36D8-931D-15CB-53DA-98B9C3952F54}"/>
              </a:ext>
            </a:extLst>
          </p:cNvPr>
          <p:cNvSpPr>
            <a:spLocks noGrp="1"/>
          </p:cNvSpPr>
          <p:nvPr>
            <p:ph idx="1"/>
          </p:nvPr>
        </p:nvSpPr>
        <p:spPr/>
        <p:txBody>
          <a:bodyPr/>
          <a:lstStyle/>
          <a:p>
            <a:r>
              <a:rPr lang="en-US" dirty="0"/>
              <a:t>Previous questions from other slides</a:t>
            </a:r>
            <a:endParaRPr lang="en-NL" dirty="0"/>
          </a:p>
        </p:txBody>
      </p:sp>
    </p:spTree>
    <p:extLst>
      <p:ext uri="{BB962C8B-B14F-4D97-AF65-F5344CB8AC3E}">
        <p14:creationId xmlns:p14="http://schemas.microsoft.com/office/powerpoint/2010/main" val="22952903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B961A-A954-7242-AF9B-154554F6744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C18105D-D1E1-3EC5-BB19-271257EBB241}"/>
              </a:ext>
            </a:extLst>
          </p:cNvPr>
          <p:cNvSpPr>
            <a:spLocks noGrp="1"/>
          </p:cNvSpPr>
          <p:nvPr>
            <p:ph idx="1"/>
          </p:nvPr>
        </p:nvSpPr>
        <p:spPr/>
        <p:txBody>
          <a:bodyPr/>
          <a:lstStyle/>
          <a:p>
            <a:r>
              <a:rPr lang="en-US" dirty="0"/>
              <a:t>Should I use </a:t>
            </a:r>
            <a:r>
              <a:rPr lang="en-US" dirty="0" err="1"/>
              <a:t>u_recorded</a:t>
            </a:r>
            <a:endParaRPr lang="en-US" dirty="0"/>
          </a:p>
          <a:p>
            <a:r>
              <a:rPr lang="en-US" dirty="0"/>
              <a:t>Helps with determining to use reference or force injection</a:t>
            </a:r>
          </a:p>
          <a:p>
            <a:r>
              <a:rPr lang="en-US" dirty="0"/>
              <a:t>Is there any benefit between the two</a:t>
            </a:r>
            <a:endParaRPr lang="en-NL" dirty="0"/>
          </a:p>
        </p:txBody>
      </p:sp>
      <p:pic>
        <p:nvPicPr>
          <p:cNvPr id="5" name="Picture 4">
            <a:extLst>
              <a:ext uri="{FF2B5EF4-FFF2-40B4-BE49-F238E27FC236}">
                <a16:creationId xmlns:a16="http://schemas.microsoft.com/office/drawing/2014/main" id="{35C59F87-BBB0-33A8-1374-316FD78D0767}"/>
              </a:ext>
            </a:extLst>
          </p:cNvPr>
          <p:cNvPicPr>
            <a:picLocks noChangeAspect="1"/>
          </p:cNvPicPr>
          <p:nvPr/>
        </p:nvPicPr>
        <p:blipFill>
          <a:blip r:embed="rId2"/>
          <a:stretch>
            <a:fillRect/>
          </a:stretch>
        </p:blipFill>
        <p:spPr>
          <a:xfrm>
            <a:off x="13177770" y="1381553"/>
            <a:ext cx="9364382" cy="5239481"/>
          </a:xfrm>
          <a:prstGeom prst="rect">
            <a:avLst/>
          </a:prstGeom>
        </p:spPr>
      </p:pic>
    </p:spTree>
    <p:extLst>
      <p:ext uri="{BB962C8B-B14F-4D97-AF65-F5344CB8AC3E}">
        <p14:creationId xmlns:p14="http://schemas.microsoft.com/office/powerpoint/2010/main" val="4147950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DB15E-F4CE-824F-D5AE-DF8CDDF94E5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0908C73-D07B-8A66-6190-628A02BF687F}"/>
              </a:ext>
            </a:extLst>
          </p:cNvPr>
          <p:cNvSpPr>
            <a:spLocks noGrp="1"/>
          </p:cNvSpPr>
          <p:nvPr>
            <p:ph idx="1"/>
          </p:nvPr>
        </p:nvSpPr>
        <p:spPr/>
        <p:txBody>
          <a:bodyPr/>
          <a:lstStyle/>
          <a:p>
            <a:r>
              <a:rPr lang="en-US" dirty="0"/>
              <a:t> But if we use the data generated with the use of the FIM approach, will this not be uninformative for the unmodeled dynamics? and is a    </a:t>
            </a:r>
          </a:p>
          <a:p>
            <a:r>
              <a:rPr lang="en-US" dirty="0"/>
              <a:t>more general nonparametric approach then not better?                                                                                        </a:t>
            </a:r>
          </a:p>
          <a:p>
            <a:r>
              <a:rPr lang="en-US" dirty="0"/>
              <a:t>Or could we focus on the coupling somehow? </a:t>
            </a:r>
            <a:endParaRPr lang="en-NL" dirty="0"/>
          </a:p>
        </p:txBody>
      </p:sp>
    </p:spTree>
    <p:extLst>
      <p:ext uri="{BB962C8B-B14F-4D97-AF65-F5344CB8AC3E}">
        <p14:creationId xmlns:p14="http://schemas.microsoft.com/office/powerpoint/2010/main" val="41480586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922FA-98D7-2929-D27F-810CECE6E8CA}"/>
              </a:ext>
            </a:extLst>
          </p:cNvPr>
          <p:cNvSpPr>
            <a:spLocks noGrp="1"/>
          </p:cNvSpPr>
          <p:nvPr>
            <p:ph type="title"/>
          </p:nvPr>
        </p:nvSpPr>
        <p:spPr/>
        <p:txBody>
          <a:bodyPr/>
          <a:lstStyle/>
          <a:p>
            <a:r>
              <a:rPr lang="en-US" dirty="0"/>
              <a:t>Outline next week</a:t>
            </a:r>
            <a:endParaRPr lang="en-NL" dirty="0"/>
          </a:p>
        </p:txBody>
      </p:sp>
      <p:sp>
        <p:nvSpPr>
          <p:cNvPr id="3" name="Content Placeholder 2">
            <a:extLst>
              <a:ext uri="{FF2B5EF4-FFF2-40B4-BE49-F238E27FC236}">
                <a16:creationId xmlns:a16="http://schemas.microsoft.com/office/drawing/2014/main" id="{78179DB8-2509-8E4F-14E4-B0B6B2FE756A}"/>
              </a:ext>
            </a:extLst>
          </p:cNvPr>
          <p:cNvSpPr>
            <a:spLocks noGrp="1"/>
          </p:cNvSpPr>
          <p:nvPr>
            <p:ph idx="1"/>
          </p:nvPr>
        </p:nvSpPr>
        <p:spPr/>
        <p:txBody>
          <a:bodyPr/>
          <a:lstStyle/>
          <a:p>
            <a:r>
              <a:rPr lang="en-US" dirty="0"/>
              <a:t>What is next on the planning and how is that going to be solved</a:t>
            </a:r>
          </a:p>
          <a:p>
            <a:r>
              <a:rPr lang="en-US" dirty="0"/>
              <a:t>This is also where new action points are formulated. What are you going to do next week.</a:t>
            </a:r>
          </a:p>
        </p:txBody>
      </p:sp>
    </p:spTree>
    <p:extLst>
      <p:ext uri="{BB962C8B-B14F-4D97-AF65-F5344CB8AC3E}">
        <p14:creationId xmlns:p14="http://schemas.microsoft.com/office/powerpoint/2010/main" val="41339758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AE796-708B-909C-F9F8-D1C4E09DB0F7}"/>
              </a:ext>
            </a:extLst>
          </p:cNvPr>
          <p:cNvSpPr>
            <a:spLocks noGrp="1"/>
          </p:cNvSpPr>
          <p:nvPr>
            <p:ph type="title"/>
          </p:nvPr>
        </p:nvSpPr>
        <p:spPr/>
        <p:txBody>
          <a:bodyPr/>
          <a:lstStyle/>
          <a:p>
            <a:r>
              <a:rPr lang="en-US" dirty="0"/>
              <a:t>Possible Gantt-chart or Planning</a:t>
            </a:r>
            <a:endParaRPr lang="en-NL" dirty="0"/>
          </a:p>
        </p:txBody>
      </p:sp>
      <p:sp>
        <p:nvSpPr>
          <p:cNvPr id="3" name="Content Placeholder 2">
            <a:extLst>
              <a:ext uri="{FF2B5EF4-FFF2-40B4-BE49-F238E27FC236}">
                <a16:creationId xmlns:a16="http://schemas.microsoft.com/office/drawing/2014/main" id="{322F13D6-AF08-9392-A25C-ED43A705A9E8}"/>
              </a:ext>
            </a:extLst>
          </p:cNvPr>
          <p:cNvSpPr>
            <a:spLocks noGrp="1"/>
          </p:cNvSpPr>
          <p:nvPr>
            <p:ph idx="1"/>
          </p:nvPr>
        </p:nvSpPr>
        <p:spPr/>
        <p:txBody>
          <a:bodyPr/>
          <a:lstStyle/>
          <a:p>
            <a:r>
              <a:rPr lang="en-US" dirty="0"/>
              <a:t>To keep an overview of what the progress overall is.</a:t>
            </a:r>
            <a:endParaRPr lang="en-NL" dirty="0"/>
          </a:p>
        </p:txBody>
      </p:sp>
    </p:spTree>
    <p:extLst>
      <p:ext uri="{BB962C8B-B14F-4D97-AF65-F5344CB8AC3E}">
        <p14:creationId xmlns:p14="http://schemas.microsoft.com/office/powerpoint/2010/main" val="3503897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9AFC7-FB48-9D83-AE3E-49008DFF83B8}"/>
              </a:ext>
            </a:extLst>
          </p:cNvPr>
          <p:cNvSpPr>
            <a:spLocks noGrp="1"/>
          </p:cNvSpPr>
          <p:nvPr>
            <p:ph type="title"/>
          </p:nvPr>
        </p:nvSpPr>
        <p:spPr/>
        <p:txBody>
          <a:bodyPr/>
          <a:lstStyle/>
          <a:p>
            <a:r>
              <a:rPr lang="en-US" dirty="0"/>
              <a:t>Trajectories</a:t>
            </a:r>
            <a:endParaRPr lang="en-NL" dirty="0"/>
          </a:p>
        </p:txBody>
      </p:sp>
      <p:sp>
        <p:nvSpPr>
          <p:cNvPr id="3" name="Content Placeholder 2">
            <a:extLst>
              <a:ext uri="{FF2B5EF4-FFF2-40B4-BE49-F238E27FC236}">
                <a16:creationId xmlns:a16="http://schemas.microsoft.com/office/drawing/2014/main" id="{DA4B1886-08CC-5F7C-9A2A-9BD8CAA8FE6D}"/>
              </a:ext>
            </a:extLst>
          </p:cNvPr>
          <p:cNvSpPr>
            <a:spLocks noGrp="1"/>
          </p:cNvSpPr>
          <p:nvPr>
            <p:ph idx="1"/>
          </p:nvPr>
        </p:nvSpPr>
        <p:spPr/>
        <p:txBody>
          <a:bodyPr/>
          <a:lstStyle/>
          <a:p>
            <a:r>
              <a:rPr lang="en-US" dirty="0"/>
              <a:t>8 trajectories</a:t>
            </a:r>
          </a:p>
          <a:p>
            <a:r>
              <a:rPr lang="en-US" dirty="0"/>
              <a:t>Plus test and validation</a:t>
            </a:r>
            <a:endParaRPr lang="en-NL" dirty="0"/>
          </a:p>
        </p:txBody>
      </p:sp>
    </p:spTree>
    <p:extLst>
      <p:ext uri="{BB962C8B-B14F-4D97-AF65-F5344CB8AC3E}">
        <p14:creationId xmlns:p14="http://schemas.microsoft.com/office/powerpoint/2010/main" val="29013499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BC755-55A0-279D-ADEC-63ACE08E3FF7}"/>
              </a:ext>
            </a:extLst>
          </p:cNvPr>
          <p:cNvSpPr>
            <a:spLocks noGrp="1"/>
          </p:cNvSpPr>
          <p:nvPr>
            <p:ph type="title"/>
          </p:nvPr>
        </p:nvSpPr>
        <p:spPr/>
        <p:txBody>
          <a:bodyPr/>
          <a:lstStyle/>
          <a:p>
            <a:r>
              <a:rPr lang="en-US" dirty="0"/>
              <a:t>Pre-analysis</a:t>
            </a:r>
            <a:endParaRPr lang="en-NL" dirty="0"/>
          </a:p>
        </p:txBody>
      </p:sp>
      <p:sp>
        <p:nvSpPr>
          <p:cNvPr id="3" name="Content Placeholder 2">
            <a:extLst>
              <a:ext uri="{FF2B5EF4-FFF2-40B4-BE49-F238E27FC236}">
                <a16:creationId xmlns:a16="http://schemas.microsoft.com/office/drawing/2014/main" id="{FA697B1C-6244-9076-F2C5-4F81F04E9F9B}"/>
              </a:ext>
            </a:extLst>
          </p:cNvPr>
          <p:cNvSpPr>
            <a:spLocks noGrp="1"/>
          </p:cNvSpPr>
          <p:nvPr>
            <p:ph idx="1"/>
          </p:nvPr>
        </p:nvSpPr>
        <p:spPr/>
        <p:txBody>
          <a:bodyPr/>
          <a:lstStyle/>
          <a:p>
            <a:r>
              <a:rPr lang="en-US" dirty="0"/>
              <a:t> </a:t>
            </a:r>
            <a:r>
              <a:rPr lang="en-US" dirty="0" err="1"/>
              <a:t>diagnostics_system.m</a:t>
            </a:r>
            <a:r>
              <a:rPr lang="en-US" dirty="0"/>
              <a:t> gives you a clean, theoretically grounded</a:t>
            </a:r>
          </a:p>
          <a:p>
            <a:r>
              <a:rPr lang="en-US" dirty="0"/>
              <a:t>  argument:</a:t>
            </a:r>
          </a:p>
          <a:p>
            <a:r>
              <a:rPr lang="en-US" dirty="0"/>
              <a:t>  - "We inject at frequencies where |Ŝ|² &gt; 0.1 — below that the</a:t>
            </a:r>
          </a:p>
          <a:p>
            <a:r>
              <a:rPr lang="en-US" dirty="0"/>
              <a:t>  controller suppresses the force before it reaches the plant"</a:t>
            </a:r>
          </a:p>
          <a:p>
            <a:r>
              <a:rPr lang="en-US" dirty="0"/>
              <a:t>  (</a:t>
            </a:r>
            <a:r>
              <a:rPr lang="en-US" dirty="0" err="1"/>
              <a:t>f_low</a:t>
            </a:r>
            <a:r>
              <a:rPr lang="en-US" dirty="0"/>
              <a:t>)</a:t>
            </a:r>
          </a:p>
          <a:p>
            <a:r>
              <a:rPr lang="en-US" dirty="0"/>
              <a:t>  - "We inject up to the last resonance in |Ĝ| — above that the</a:t>
            </a:r>
          </a:p>
          <a:p>
            <a:r>
              <a:rPr lang="en-US" dirty="0"/>
              <a:t>  plant dynamics no longer carry parameter information" (</a:t>
            </a:r>
            <a:r>
              <a:rPr lang="en-US" dirty="0" err="1"/>
              <a:t>f_high</a:t>
            </a:r>
            <a:r>
              <a:rPr lang="en-US" dirty="0"/>
              <a:t>)</a:t>
            </a:r>
          </a:p>
          <a:p>
            <a:r>
              <a:rPr lang="en-US" dirty="0"/>
              <a:t>  - "We sample at 10 × </a:t>
            </a:r>
            <a:r>
              <a:rPr lang="en-US" dirty="0" err="1"/>
              <a:t>f_high</a:t>
            </a:r>
            <a:r>
              <a:rPr lang="en-US" dirty="0"/>
              <a:t> for BPTT" (</a:t>
            </a:r>
            <a:r>
              <a:rPr lang="en-US" dirty="0" err="1"/>
              <a:t>fs_new</a:t>
            </a:r>
            <a:r>
              <a:rPr lang="en-US" dirty="0"/>
              <a:t>, D)</a:t>
            </a:r>
            <a:endParaRPr lang="en-NL" dirty="0"/>
          </a:p>
        </p:txBody>
      </p:sp>
      <p:pic>
        <p:nvPicPr>
          <p:cNvPr id="7" name="Picture 6">
            <a:extLst>
              <a:ext uri="{FF2B5EF4-FFF2-40B4-BE49-F238E27FC236}">
                <a16:creationId xmlns:a16="http://schemas.microsoft.com/office/drawing/2014/main" id="{0CA0F744-BE7B-5672-66E0-8548715D8F21}"/>
              </a:ext>
            </a:extLst>
          </p:cNvPr>
          <p:cNvPicPr>
            <a:picLocks noChangeAspect="1"/>
          </p:cNvPicPr>
          <p:nvPr/>
        </p:nvPicPr>
        <p:blipFill>
          <a:blip r:embed="rId2"/>
          <a:stretch>
            <a:fillRect/>
          </a:stretch>
        </p:blipFill>
        <p:spPr>
          <a:xfrm>
            <a:off x="9424438" y="2520167"/>
            <a:ext cx="7051580" cy="3379751"/>
          </a:xfrm>
          <a:prstGeom prst="rect">
            <a:avLst/>
          </a:prstGeom>
        </p:spPr>
      </p:pic>
    </p:spTree>
    <p:extLst>
      <p:ext uri="{BB962C8B-B14F-4D97-AF65-F5344CB8AC3E}">
        <p14:creationId xmlns:p14="http://schemas.microsoft.com/office/powerpoint/2010/main" val="7078929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0E3F6-D724-DEA8-327F-972C1716664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C058551-BAAB-5A1C-CC2D-E8BFA57F198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FB847879-107B-2287-FD47-F7107652D23B}"/>
              </a:ext>
            </a:extLst>
          </p:cNvPr>
          <p:cNvPicPr>
            <a:picLocks noChangeAspect="1"/>
          </p:cNvPicPr>
          <p:nvPr/>
        </p:nvPicPr>
        <p:blipFill>
          <a:blip r:embed="rId2"/>
          <a:stretch>
            <a:fillRect/>
          </a:stretch>
        </p:blipFill>
        <p:spPr>
          <a:xfrm>
            <a:off x="3804918" y="618733"/>
            <a:ext cx="4582164" cy="5620534"/>
          </a:xfrm>
          <a:prstGeom prst="rect">
            <a:avLst/>
          </a:prstGeom>
        </p:spPr>
      </p:pic>
    </p:spTree>
    <p:extLst>
      <p:ext uri="{BB962C8B-B14F-4D97-AF65-F5344CB8AC3E}">
        <p14:creationId xmlns:p14="http://schemas.microsoft.com/office/powerpoint/2010/main" val="28863769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29364-E4F4-28D8-858F-1E26A3B437D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F84AF6E-F548-6E80-1E4F-888D6FE68521}"/>
              </a:ext>
            </a:extLst>
          </p:cNvPr>
          <p:cNvSpPr>
            <a:spLocks noGrp="1"/>
          </p:cNvSpPr>
          <p:nvPr>
            <p:ph idx="1"/>
          </p:nvPr>
        </p:nvSpPr>
        <p:spPr/>
        <p:txBody>
          <a:bodyPr/>
          <a:lstStyle/>
          <a:p>
            <a:endParaRPr lang="en-NL" dirty="0"/>
          </a:p>
        </p:txBody>
      </p:sp>
      <p:sp>
        <p:nvSpPr>
          <p:cNvPr id="5" name="TextBox 4">
            <a:extLst>
              <a:ext uri="{FF2B5EF4-FFF2-40B4-BE49-F238E27FC236}">
                <a16:creationId xmlns:a16="http://schemas.microsoft.com/office/drawing/2014/main" id="{84617881-7329-E297-C70D-E54A799D3720}"/>
              </a:ext>
            </a:extLst>
          </p:cNvPr>
          <p:cNvSpPr txBox="1"/>
          <p:nvPr/>
        </p:nvSpPr>
        <p:spPr>
          <a:xfrm>
            <a:off x="3047134" y="-7143125"/>
            <a:ext cx="6094268" cy="21144250"/>
          </a:xfrm>
          <a:prstGeom prst="rect">
            <a:avLst/>
          </a:prstGeom>
          <a:noFill/>
        </p:spPr>
        <p:txBody>
          <a:bodyPr wrap="square">
            <a:spAutoFit/>
          </a:bodyPr>
          <a:lstStyle/>
          <a:p>
            <a:r>
              <a:rPr lang="en-NL" dirty="0"/>
              <a:t> Here is what you need to explain, structured as a supervisor conversation:                                            </a:t>
            </a:r>
          </a:p>
          <a:p>
            <a:r>
              <a:rPr lang="en-NL" dirty="0"/>
              <a:t>                                                                                                                        </a:t>
            </a:r>
          </a:p>
          <a:p>
            <a:r>
              <a:rPr lang="en-NL" dirty="0"/>
              <a:t>  ---                                                                                                                   </a:t>
            </a:r>
          </a:p>
          <a:p>
            <a:r>
              <a:rPr lang="en-NL" dirty="0"/>
              <a:t>  Why a pre-analysis at all?                                                                                            </a:t>
            </a:r>
          </a:p>
          <a:p>
            <a:r>
              <a:rPr lang="en-NL" dirty="0"/>
              <a:t>  The identification </a:t>
            </a:r>
            <a:r>
              <a:rPr lang="en-NL" dirty="0" err="1"/>
              <a:t>multisine</a:t>
            </a:r>
            <a:r>
              <a:rPr lang="en-NL" dirty="0"/>
              <a:t> requires three design choices: frequency band [</a:t>
            </a:r>
            <a:r>
              <a:rPr lang="en-NL" dirty="0" err="1"/>
              <a:t>f_low</a:t>
            </a:r>
            <a:r>
              <a:rPr lang="en-NL" dirty="0"/>
              <a:t>, </a:t>
            </a:r>
            <a:r>
              <a:rPr lang="en-NL" dirty="0" err="1"/>
              <a:t>f_high</a:t>
            </a:r>
            <a:r>
              <a:rPr lang="en-NL" dirty="0"/>
              <a:t>], injection amplitude, and  </a:t>
            </a:r>
          </a:p>
          <a:p>
            <a:r>
              <a:rPr lang="en-NL" dirty="0"/>
              <a:t>  phase. Without pre-analysis these are found by trial and error (scanning). On hardware you cannot scan — you need     </a:t>
            </a:r>
          </a:p>
          <a:p>
            <a:r>
              <a:rPr lang="en-NL" dirty="0"/>
              <a:t>  correct parameters before touching the machine. The pre-analysis determines them from a short closed-loop probe    </a:t>
            </a:r>
          </a:p>
          <a:p>
            <a:r>
              <a:rPr lang="en-NL" dirty="0"/>
              <a:t>  simulation.</a:t>
            </a:r>
          </a:p>
          <a:p>
            <a:endParaRPr lang="en-NL" dirty="0"/>
          </a:p>
          <a:p>
            <a:r>
              <a:rPr lang="en-NL" dirty="0"/>
              <a:t>  ---</a:t>
            </a:r>
          </a:p>
          <a:p>
            <a:r>
              <a:rPr lang="en-NL" dirty="0"/>
              <a:t>  The probe signal — and yes, Schroeder is here:</a:t>
            </a:r>
          </a:p>
          <a:p>
            <a:r>
              <a:rPr lang="en-NL" dirty="0"/>
              <a:t>  The probe is a Schroeder-phase odd-harmonic </a:t>
            </a:r>
            <a:r>
              <a:rPr lang="en-NL" dirty="0" err="1"/>
              <a:t>multisine</a:t>
            </a:r>
            <a:r>
              <a:rPr lang="en-NL" dirty="0"/>
              <a:t> (Schroeder 1970). Schroeder phases minimize the crest factor —</a:t>
            </a:r>
          </a:p>
          <a:p>
            <a:r>
              <a:rPr lang="en-NL" dirty="0"/>
              <a:t>  the ratio of peak to RMS amplitude. With ~10000 harmonics, zero-phase cosines all sum coherently at t=0, producing a</a:t>
            </a:r>
          </a:p>
          <a:p>
            <a:r>
              <a:rPr lang="en-NL" dirty="0"/>
              <a:t>  peak force of order sqrt(</a:t>
            </a:r>
            <a:r>
              <a:rPr lang="en-NL" dirty="0" err="1"/>
              <a:t>N_harmonics</a:t>
            </a:r>
            <a:r>
              <a:rPr lang="en-NL" dirty="0"/>
              <a:t>) × RMS — far above the hardware limit. Schroeder phases spread the peaks so the</a:t>
            </a:r>
          </a:p>
          <a:p>
            <a:r>
              <a:rPr lang="en-NL" dirty="0"/>
              <a:t>  crest factor stays close to 1. The FRF ratios Ŝ and Ĝ are phase-invariant — phase cancels in the ratio — so Schroeder</a:t>
            </a:r>
          </a:p>
          <a:p>
            <a:r>
              <a:rPr lang="en-NL" dirty="0"/>
              <a:t>  phases do not affect the estimates, only the force peaks.</a:t>
            </a:r>
          </a:p>
          <a:p>
            <a:endParaRPr lang="en-NL" dirty="0"/>
          </a:p>
          <a:p>
            <a:r>
              <a:rPr lang="en-NL" dirty="0"/>
              <a:t>  ---</a:t>
            </a:r>
          </a:p>
          <a:p>
            <a:r>
              <a:rPr lang="en-NL" dirty="0"/>
              <a:t>  What the probe estimates:</a:t>
            </a:r>
          </a:p>
          <a:p>
            <a:r>
              <a:rPr lang="en-NL" dirty="0"/>
              <a:t>  Two nonparametric frequency response functions, derived from signal ratios at the excited frequencies:</a:t>
            </a:r>
          </a:p>
          <a:p>
            <a:r>
              <a:rPr lang="en-NL" dirty="0"/>
              <a:t>  - </a:t>
            </a:r>
            <a:r>
              <a:rPr lang="en-NL" dirty="0" err="1"/>
              <a:t>Ŝ_c</a:t>
            </a:r>
            <a:r>
              <a:rPr lang="en-NL" dirty="0"/>
              <a:t>(</a:t>
            </a:r>
            <a:r>
              <a:rPr lang="en-NL" dirty="0" err="1"/>
              <a:t>jω</a:t>
            </a:r>
            <a:r>
              <a:rPr lang="en-NL" dirty="0"/>
              <a:t>) = FFT(</a:t>
            </a:r>
            <a:r>
              <a:rPr lang="en-NL" dirty="0" err="1"/>
              <a:t>u_modal</a:t>
            </a:r>
            <a:r>
              <a:rPr lang="en-NL" dirty="0"/>
              <a:t>) / FFT(</a:t>
            </a:r>
            <a:r>
              <a:rPr lang="en-NL" dirty="0" err="1"/>
              <a:t>f_modal</a:t>
            </a:r>
            <a:r>
              <a:rPr lang="en-NL" dirty="0"/>
              <a:t>) — feedback algebra: how much of the injected force survives the controller</a:t>
            </a:r>
          </a:p>
          <a:p>
            <a:r>
              <a:rPr lang="en-NL" dirty="0"/>
              <a:t>  - </a:t>
            </a:r>
            <a:r>
              <a:rPr lang="en-NL" dirty="0" err="1"/>
              <a:t>Ĝ_c</a:t>
            </a:r>
            <a:r>
              <a:rPr lang="en-NL" dirty="0"/>
              <a:t>(</a:t>
            </a:r>
            <a:r>
              <a:rPr lang="en-NL" dirty="0" err="1"/>
              <a:t>jω</a:t>
            </a:r>
            <a:r>
              <a:rPr lang="en-NL" dirty="0"/>
              <a:t>) = FFT(</a:t>
            </a:r>
            <a:r>
              <a:rPr lang="en-NL" dirty="0" err="1"/>
              <a:t>q_modal</a:t>
            </a:r>
            <a:r>
              <a:rPr lang="en-NL" dirty="0"/>
              <a:t>) / FFT(</a:t>
            </a:r>
            <a:r>
              <a:rPr lang="en-NL" dirty="0" err="1"/>
              <a:t>u_modal</a:t>
            </a:r>
            <a:r>
              <a:rPr lang="en-NL" dirty="0"/>
              <a:t>) — plant equation: how much the plant position responds per unit of surviving</a:t>
            </a:r>
          </a:p>
          <a:p>
            <a:r>
              <a:rPr lang="en-NL" dirty="0"/>
              <a:t>  force</a:t>
            </a:r>
          </a:p>
          <a:p>
            <a:endParaRPr lang="en-NL" dirty="0"/>
          </a:p>
          <a:p>
            <a:r>
              <a:rPr lang="en-NL" dirty="0"/>
              <a:t>  Both are directional </a:t>
            </a:r>
            <a:r>
              <a:rPr lang="en-NL" dirty="0" err="1"/>
              <a:t>FRFs</a:t>
            </a:r>
            <a:r>
              <a:rPr lang="en-NL" dirty="0"/>
              <a:t> projected onto each mode direction. Not claimed as modal </a:t>
            </a:r>
            <a:r>
              <a:rPr lang="en-NL" dirty="0" err="1"/>
              <a:t>FRFs</a:t>
            </a:r>
            <a:r>
              <a:rPr lang="en-NL" dirty="0"/>
              <a:t>.</a:t>
            </a:r>
          </a:p>
          <a:p>
            <a:endParaRPr lang="en-NL" dirty="0"/>
          </a:p>
          <a:p>
            <a:r>
              <a:rPr lang="en-NL" dirty="0"/>
              <a:t>  ---</a:t>
            </a:r>
          </a:p>
          <a:p>
            <a:r>
              <a:rPr lang="en-NL" dirty="0"/>
              <a:t>  </a:t>
            </a:r>
            <a:r>
              <a:rPr lang="en-NL" dirty="0" err="1"/>
              <a:t>f_low</a:t>
            </a:r>
            <a:r>
              <a:rPr lang="en-NL" dirty="0"/>
              <a:t> — sensitivity survival threshold:</a:t>
            </a:r>
          </a:p>
          <a:p>
            <a:r>
              <a:rPr lang="en-NL" dirty="0"/>
              <a:t>  Lowest frequency where |Ŝ|² &gt; 0.1 (-10 dB), worst-case across all modes and Y. Below </a:t>
            </a:r>
            <a:r>
              <a:rPr lang="en-NL" dirty="0" err="1"/>
              <a:t>f_low</a:t>
            </a:r>
            <a:r>
              <a:rPr lang="en-NL" dirty="0"/>
              <a:t> the controller suppresses</a:t>
            </a:r>
          </a:p>
          <a:p>
            <a:r>
              <a:rPr lang="en-NL" dirty="0"/>
              <a:t>  more than 90% of injected force — no point injecting there. Threshold 0.1 is a declared engineering choice.</a:t>
            </a:r>
          </a:p>
          <a:p>
            <a:endParaRPr lang="en-NL" dirty="0"/>
          </a:p>
          <a:p>
            <a:r>
              <a:rPr lang="en-NL" dirty="0"/>
              <a:t>  ---</a:t>
            </a:r>
          </a:p>
          <a:p>
            <a:r>
              <a:rPr lang="en-NL" dirty="0"/>
              <a:t>  </a:t>
            </a:r>
            <a:r>
              <a:rPr lang="en-NL" dirty="0" err="1"/>
              <a:t>f_high</a:t>
            </a:r>
            <a:r>
              <a:rPr lang="en-NL" dirty="0"/>
              <a:t> — cumulative energy criterion:</a:t>
            </a:r>
          </a:p>
          <a:p>
            <a:r>
              <a:rPr lang="en-NL" dirty="0"/>
              <a:t>  The closed-loop force-to-position response is Q/</a:t>
            </a:r>
            <a:r>
              <a:rPr lang="en-NL" dirty="0" err="1"/>
              <a:t>F_sim</a:t>
            </a:r>
            <a:r>
              <a:rPr lang="en-NL" dirty="0"/>
              <a:t> = Ĝ × Ŝ (feedback algebra). </a:t>
            </a:r>
            <a:r>
              <a:rPr lang="en-NL" dirty="0" err="1"/>
              <a:t>f_high</a:t>
            </a:r>
            <a:r>
              <a:rPr lang="en-NL" dirty="0"/>
              <a:t> is the highest frequency</a:t>
            </a:r>
          </a:p>
          <a:p>
            <a:r>
              <a:rPr lang="en-NL" dirty="0"/>
              <a:t>  where the tail energy above that frequency still contains more than 5% of the total response energy in the usable</a:t>
            </a:r>
          </a:p>
          <a:p>
            <a:r>
              <a:rPr lang="en-NL" dirty="0"/>
              <a:t>  band. Above </a:t>
            </a:r>
            <a:r>
              <a:rPr lang="en-NL" dirty="0" err="1"/>
              <a:t>f_high</a:t>
            </a:r>
            <a:r>
              <a:rPr lang="en-NL" dirty="0"/>
              <a:t> the plant response is negligible — the injected force produces no measurable output. The 5%</a:t>
            </a:r>
          </a:p>
          <a:p>
            <a:r>
              <a:rPr lang="en-NL" dirty="0"/>
              <a:t>  tolerance is a declared engineering choice.</a:t>
            </a:r>
          </a:p>
          <a:p>
            <a:endParaRPr lang="en-NL" dirty="0"/>
          </a:p>
          <a:p>
            <a:r>
              <a:rPr lang="en-NL" dirty="0"/>
              <a:t>  ---</a:t>
            </a:r>
          </a:p>
          <a:p>
            <a:r>
              <a:rPr lang="en-NL" dirty="0"/>
              <a:t>  </a:t>
            </a:r>
            <a:r>
              <a:rPr lang="en-NL" dirty="0" err="1"/>
              <a:t>A_max</a:t>
            </a:r>
            <a:r>
              <a:rPr lang="en-NL" dirty="0"/>
              <a:t> — 40% of hardware actuator limit:</a:t>
            </a:r>
          </a:p>
          <a:p>
            <a:r>
              <a:rPr lang="en-NL" dirty="0"/>
              <a:t>  Declared engineering choice. Leaves 60% actuator capacity for trajectory tracking and safety margin. Same for all</a:t>
            </a:r>
          </a:p>
          <a:p>
            <a:r>
              <a:rPr lang="en-NL" dirty="0"/>
              <a:t>  trajectories — conservative by construction.</a:t>
            </a:r>
          </a:p>
          <a:p>
            <a:endParaRPr lang="en-NL" dirty="0"/>
          </a:p>
          <a:p>
            <a:r>
              <a:rPr lang="en-NL" dirty="0"/>
              <a:t>  ---</a:t>
            </a:r>
          </a:p>
          <a:p>
            <a:r>
              <a:rPr lang="en-NL" dirty="0"/>
              <a:t>  What this replaces:</a:t>
            </a:r>
          </a:p>
          <a:p>
            <a:r>
              <a:rPr lang="en-NL" dirty="0"/>
              <a:t>  The export script scanned candidate bands [5-400 Hz] and amplitudes [10-800 N] on actual trajectory simulations and</a:t>
            </a:r>
          </a:p>
          <a:p>
            <a:r>
              <a:rPr lang="en-NL" dirty="0"/>
              <a:t>  picked winners by a scoring formula. The pre-analysis recovers the same result ([43, 195] Hz, ~300 N) directly from</a:t>
            </a:r>
          </a:p>
          <a:p>
            <a:r>
              <a:rPr lang="en-NL" dirty="0"/>
              <a:t>  the probe data without any scanning or scoring.</a:t>
            </a:r>
          </a:p>
          <a:p>
            <a:r>
              <a:rPr lang="en-NL" dirty="0"/>
              <a:t> </a:t>
            </a:r>
          </a:p>
        </p:txBody>
      </p:sp>
    </p:spTree>
    <p:extLst>
      <p:ext uri="{BB962C8B-B14F-4D97-AF65-F5344CB8AC3E}">
        <p14:creationId xmlns:p14="http://schemas.microsoft.com/office/powerpoint/2010/main" val="8736933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F2959-0064-50D6-DBB0-7EF5D895BC7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F00CFBD-3E1D-AA72-76FB-CBCC7A82E607}"/>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6359F15-3466-40F5-48D6-DD6B0D16B52B}"/>
              </a:ext>
            </a:extLst>
          </p:cNvPr>
          <p:cNvPicPr>
            <a:picLocks noChangeAspect="1"/>
          </p:cNvPicPr>
          <p:nvPr/>
        </p:nvPicPr>
        <p:blipFill>
          <a:blip r:embed="rId2"/>
          <a:stretch>
            <a:fillRect/>
          </a:stretch>
        </p:blipFill>
        <p:spPr>
          <a:xfrm>
            <a:off x="0" y="382887"/>
            <a:ext cx="12192000" cy="6092226"/>
          </a:xfrm>
          <a:prstGeom prst="rect">
            <a:avLst/>
          </a:prstGeom>
        </p:spPr>
      </p:pic>
    </p:spTree>
    <p:extLst>
      <p:ext uri="{BB962C8B-B14F-4D97-AF65-F5344CB8AC3E}">
        <p14:creationId xmlns:p14="http://schemas.microsoft.com/office/powerpoint/2010/main" val="2305638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13CED-A52E-1729-4A19-AFC275D72468}"/>
              </a:ext>
            </a:extLst>
          </p:cNvPr>
          <p:cNvSpPr>
            <a:spLocks noGrp="1"/>
          </p:cNvSpPr>
          <p:nvPr>
            <p:ph type="title"/>
          </p:nvPr>
        </p:nvSpPr>
        <p:spPr/>
        <p:txBody>
          <a:bodyPr/>
          <a:lstStyle/>
          <a:p>
            <a:r>
              <a:rPr lang="en-US" dirty="0" err="1"/>
              <a:t>Multisine</a:t>
            </a:r>
            <a:r>
              <a:rPr lang="en-US" dirty="0"/>
              <a:t> design</a:t>
            </a:r>
            <a:endParaRPr lang="en-NL" dirty="0"/>
          </a:p>
        </p:txBody>
      </p:sp>
      <p:sp>
        <p:nvSpPr>
          <p:cNvPr id="3" name="Content Placeholder 2">
            <a:extLst>
              <a:ext uri="{FF2B5EF4-FFF2-40B4-BE49-F238E27FC236}">
                <a16:creationId xmlns:a16="http://schemas.microsoft.com/office/drawing/2014/main" id="{767EA849-9876-EBFF-CF1C-25EEB20B57EC}"/>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8289570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1666A-4170-C6BF-67D6-5CD7B6A3A56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65C778E-FEA4-EE3C-9CAD-2EBD12EE0C1F}"/>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F1D8B97F-15FC-E3DB-CBE7-884137D04467}"/>
              </a:ext>
            </a:extLst>
          </p:cNvPr>
          <p:cNvSpPr txBox="1"/>
          <p:nvPr/>
        </p:nvSpPr>
        <p:spPr>
          <a:xfrm>
            <a:off x="3047134" y="-13237101"/>
            <a:ext cx="6094268" cy="33332202"/>
          </a:xfrm>
          <a:prstGeom prst="rect">
            <a:avLst/>
          </a:prstGeom>
          <a:noFill/>
        </p:spPr>
        <p:txBody>
          <a:bodyPr wrap="square">
            <a:spAutoFit/>
          </a:bodyPr>
          <a:lstStyle/>
          <a:p>
            <a:r>
              <a:rPr lang="en-NL" dirty="0"/>
              <a:t>● Let me go through every design element needed for Step 1 and whether it is justified.                                 </a:t>
            </a:r>
          </a:p>
          <a:p>
            <a:r>
              <a:rPr lang="en-NL" dirty="0"/>
              <a:t>                                                                                                                        </a:t>
            </a:r>
          </a:p>
          <a:p>
            <a:r>
              <a:rPr lang="en-NL" dirty="0"/>
              <a:t>  ---                                                                                                                   </a:t>
            </a:r>
          </a:p>
          <a:p>
            <a:r>
              <a:rPr lang="en-NL" dirty="0"/>
              <a:t>  1. Trajectory reference design                                                                                        </a:t>
            </a:r>
          </a:p>
          <a:p>
            <a:r>
              <a:rPr lang="en-NL" dirty="0"/>
              <a:t>  Smooth third-order setpoint profiles (jerk-limited). Already implemented in </a:t>
            </a:r>
            <a:r>
              <a:rPr lang="en-NL" dirty="0" err="1"/>
              <a:t>thirdOrderSetpointETEL</a:t>
            </a:r>
            <a:r>
              <a:rPr lang="en-NL" dirty="0"/>
              <a:t>. Hardware limits   </a:t>
            </a:r>
          </a:p>
          <a:p>
            <a:r>
              <a:rPr lang="en-NL" dirty="0"/>
              <a:t>  (position, velocity, acceleration) applied to </a:t>
            </a:r>
            <a:r>
              <a:rPr lang="en-NL" dirty="0" err="1"/>
              <a:t>r_total</a:t>
            </a:r>
            <a:r>
              <a:rPr lang="en-NL" dirty="0"/>
              <a:t> at design time.                                                 </a:t>
            </a:r>
          </a:p>
          <a:p>
            <a:r>
              <a:rPr lang="en-NL" dirty="0"/>
              <a:t>  Theory: standard motion control practice, hardware constraints. Clean.                                             </a:t>
            </a:r>
          </a:p>
          <a:p>
            <a:endParaRPr lang="en-NL" dirty="0"/>
          </a:p>
          <a:p>
            <a:r>
              <a:rPr lang="en-NL" dirty="0"/>
              <a:t>  ---</a:t>
            </a:r>
          </a:p>
          <a:p>
            <a:r>
              <a:rPr lang="en-NL" dirty="0"/>
              <a:t>  2. Leakage-free period alignment</a:t>
            </a:r>
          </a:p>
          <a:p>
            <a:r>
              <a:rPr lang="en-NL" dirty="0"/>
              <a:t>  Trajectory length padded to integer multiples of </a:t>
            </a:r>
            <a:r>
              <a:rPr lang="en-NL" dirty="0" err="1"/>
              <a:t>T_p</a:t>
            </a:r>
            <a:r>
              <a:rPr lang="en-NL" dirty="0"/>
              <a:t> = 1 s so the </a:t>
            </a:r>
            <a:r>
              <a:rPr lang="en-NL" dirty="0" err="1"/>
              <a:t>multisine</a:t>
            </a:r>
            <a:r>
              <a:rPr lang="en-NL" dirty="0"/>
              <a:t> is periodic within the simulation window.</a:t>
            </a:r>
          </a:p>
          <a:p>
            <a:r>
              <a:rPr lang="en-NL" dirty="0"/>
              <a:t>  Theory: P&amp;S Ch.2 §2.2.3 — leakage-free DFT requires integer periods. Already in export script. Clean.</a:t>
            </a:r>
          </a:p>
          <a:p>
            <a:endParaRPr lang="en-NL" dirty="0"/>
          </a:p>
          <a:p>
            <a:r>
              <a:rPr lang="en-NL" dirty="0"/>
              <a:t>  ---</a:t>
            </a:r>
          </a:p>
          <a:p>
            <a:r>
              <a:rPr lang="en-NL" dirty="0"/>
              <a:t>  3. Odd harmonics only</a:t>
            </a:r>
          </a:p>
          <a:p>
            <a:r>
              <a:rPr lang="en-NL" dirty="0"/>
              <a:t>  Theory: P&amp;S Ch.4 §4.3.2 — odd harmonics allow detection of even nonlinearities. PE condition: F ≥ 7 odd bins in</a:t>
            </a:r>
          </a:p>
          <a:p>
            <a:r>
              <a:rPr lang="en-NL" dirty="0"/>
              <a:t>  [</a:t>
            </a:r>
            <a:r>
              <a:rPr lang="en-NL" dirty="0" err="1"/>
              <a:t>f_low</a:t>
            </a:r>
            <a:r>
              <a:rPr lang="en-NL" dirty="0"/>
              <a:t>, </a:t>
            </a:r>
            <a:r>
              <a:rPr lang="en-NL" dirty="0" err="1"/>
              <a:t>f_high</a:t>
            </a:r>
            <a:r>
              <a:rPr lang="en-NL" dirty="0"/>
              <a:t>]. With [43, 195] Hz and f0=1 Hz there are ~76 odd bins. Clean.</a:t>
            </a:r>
          </a:p>
          <a:p>
            <a:endParaRPr lang="en-NL" dirty="0"/>
          </a:p>
          <a:p>
            <a:r>
              <a:rPr lang="en-NL" dirty="0"/>
              <a:t>  ---</a:t>
            </a:r>
          </a:p>
          <a:p>
            <a:r>
              <a:rPr lang="en-NL" dirty="0"/>
              <a:t>  4. Schroeder phases</a:t>
            </a:r>
          </a:p>
          <a:p>
            <a:r>
              <a:rPr lang="en-NL" dirty="0"/>
              <a:t>  Theory: Schroeder 1970 — minimizes crest factor for a given set of harmonics. Formula: </a:t>
            </a:r>
            <a:r>
              <a:rPr lang="en-NL" dirty="0" err="1"/>
              <a:t>φ_k</a:t>
            </a:r>
            <a:r>
              <a:rPr lang="en-NL" dirty="0"/>
              <a:t> = -π·k·(k-1)/F. Clean,</a:t>
            </a:r>
          </a:p>
          <a:p>
            <a:r>
              <a:rPr lang="en-NL" dirty="0"/>
              <a:t>  citable.</a:t>
            </a:r>
          </a:p>
          <a:p>
            <a:endParaRPr lang="en-NL" dirty="0"/>
          </a:p>
          <a:p>
            <a:r>
              <a:rPr lang="en-NL" dirty="0"/>
              <a:t>  ---</a:t>
            </a:r>
          </a:p>
          <a:p>
            <a:r>
              <a:rPr lang="en-NL" dirty="0"/>
              <a:t>  5. Different seed per mode</a:t>
            </a:r>
          </a:p>
          <a:p>
            <a:r>
              <a:rPr lang="en-NL" dirty="0"/>
              <a:t>  The export script uses a different phase offset per mode to reduce cross-correlation between simultaneously injected</a:t>
            </a:r>
          </a:p>
          <a:p>
            <a:r>
              <a:rPr lang="en-NL" dirty="0"/>
              <a:t>  modes. This is practical but:</a:t>
            </a:r>
          </a:p>
          <a:p>
            <a:r>
              <a:rPr lang="en-NL" dirty="0"/>
              <a:t>  - It is NOT the rigorous orthogonal MIMO excitation from Pintelon et al. (2011)</a:t>
            </a:r>
          </a:p>
          <a:p>
            <a:r>
              <a:rPr lang="en-NL" dirty="0"/>
              <a:t>  - Declared limitation: signals are low-correlation, not strictly orthogonal</a:t>
            </a:r>
          </a:p>
          <a:p>
            <a:r>
              <a:rPr lang="en-NL" dirty="0"/>
              <a:t>  - For BPTT identification (not FRF estimation) strict orthogonality is not required</a:t>
            </a:r>
          </a:p>
          <a:p>
            <a:endParaRPr lang="en-NL" dirty="0"/>
          </a:p>
          <a:p>
            <a:r>
              <a:rPr lang="en-NL" dirty="0"/>
              <a:t>  Honest framing: declared engineering choice, not theory-mandated.</a:t>
            </a:r>
          </a:p>
          <a:p>
            <a:endParaRPr lang="en-NL" dirty="0"/>
          </a:p>
          <a:p>
            <a:r>
              <a:rPr lang="en-NL" dirty="0"/>
              <a:t>  ---</a:t>
            </a:r>
          </a:p>
          <a:p>
            <a:r>
              <a:rPr lang="en-NL" dirty="0"/>
              <a:t>  6. Force injection post-controller</a:t>
            </a:r>
          </a:p>
          <a:p>
            <a:r>
              <a:rPr lang="en-NL" dirty="0"/>
              <a:t>  Theory: D-048, feedback algebra — </a:t>
            </a:r>
            <a:r>
              <a:rPr lang="en-NL" dirty="0" err="1"/>
              <a:t>U_total</a:t>
            </a:r>
            <a:r>
              <a:rPr lang="en-NL" dirty="0"/>
              <a:t> = S × </a:t>
            </a:r>
            <a:r>
              <a:rPr lang="en-NL" dirty="0" err="1"/>
              <a:t>F_sim</a:t>
            </a:r>
            <a:r>
              <a:rPr lang="en-NL" dirty="0"/>
              <a:t>. Keeps reference clean, excites plant directly. Clean.</a:t>
            </a:r>
          </a:p>
          <a:p>
            <a:endParaRPr lang="en-NL" dirty="0"/>
          </a:p>
          <a:p>
            <a:r>
              <a:rPr lang="en-NL" dirty="0"/>
              <a:t>  ---</a:t>
            </a:r>
          </a:p>
          <a:p>
            <a:r>
              <a:rPr lang="en-NL" dirty="0"/>
              <a:t>  7. Band [</a:t>
            </a:r>
            <a:r>
              <a:rPr lang="en-NL" dirty="0" err="1"/>
              <a:t>f_low</a:t>
            </a:r>
            <a:r>
              <a:rPr lang="en-NL" dirty="0"/>
              <a:t>, </a:t>
            </a:r>
            <a:r>
              <a:rPr lang="en-NL" dirty="0" err="1"/>
              <a:t>f_high</a:t>
            </a:r>
            <a:r>
              <a:rPr lang="en-NL" dirty="0"/>
              <a:t>] and </a:t>
            </a:r>
            <a:r>
              <a:rPr lang="en-NL" dirty="0" err="1"/>
              <a:t>A_max</a:t>
            </a:r>
            <a:r>
              <a:rPr lang="en-NL" dirty="0"/>
              <a:t> from step0_outputs.mat</a:t>
            </a:r>
          </a:p>
          <a:p>
            <a:r>
              <a:rPr lang="en-NL" dirty="0"/>
              <a:t>  Already justified by the pre-analysis. Clean.</a:t>
            </a:r>
          </a:p>
          <a:p>
            <a:endParaRPr lang="en-NL" dirty="0"/>
          </a:p>
          <a:p>
            <a:r>
              <a:rPr lang="en-NL" dirty="0"/>
              <a:t>  ---</a:t>
            </a:r>
          </a:p>
          <a:p>
            <a:r>
              <a:rPr lang="en-NL" dirty="0"/>
              <a:t>  8. Mode assignments per trajectory</a:t>
            </a:r>
          </a:p>
          <a:p>
            <a:r>
              <a:rPr lang="en-NL" dirty="0"/>
              <a:t>  This is the one piece with no theory. Which modes to inject into which trajectories (T4 diff only, T1 y only, etc.) is</a:t>
            </a:r>
          </a:p>
          <a:p>
            <a:r>
              <a:rPr lang="en-NL" dirty="0"/>
              <a:t>   driven by which parameters each trajectory is designed to excite. This is experiment design reasoning — physically</a:t>
            </a:r>
          </a:p>
          <a:p>
            <a:r>
              <a:rPr lang="en-NL" dirty="0"/>
              <a:t>  motivated but not from a paper.</a:t>
            </a:r>
          </a:p>
          <a:p>
            <a:endParaRPr lang="en-NL" dirty="0"/>
          </a:p>
          <a:p>
            <a:r>
              <a:rPr lang="en-NL" dirty="0"/>
              <a:t>  ---</a:t>
            </a:r>
          </a:p>
          <a:p>
            <a:r>
              <a:rPr lang="en-NL" dirty="0"/>
              <a:t>  Honest summary:</a:t>
            </a:r>
          </a:p>
          <a:p>
            <a:endParaRPr lang="en-NL" dirty="0"/>
          </a:p>
          <a:p>
            <a:r>
              <a:rPr lang="en-NL" dirty="0"/>
              <a:t>  ┌─────────────────────────────────┬───────────┬───────────────────────────────────────┐</a:t>
            </a:r>
          </a:p>
          <a:p>
            <a:r>
              <a:rPr lang="en-NL" dirty="0"/>
              <a:t>  │             Element             │ Justified │                Source                 │</a:t>
            </a:r>
          </a:p>
          <a:p>
            <a:r>
              <a:rPr lang="en-NL" dirty="0"/>
              <a:t>  ├─────────────────────────────────┼───────────┼───────────────────────────────────────┤</a:t>
            </a:r>
          </a:p>
          <a:p>
            <a:r>
              <a:rPr lang="en-NL" dirty="0"/>
              <a:t>  │ Schroeder phases                │ Yes       │ Schroeder 1970                        │</a:t>
            </a:r>
          </a:p>
          <a:p>
            <a:r>
              <a:rPr lang="en-NL" dirty="0"/>
              <a:t>  ├─────────────────────────────────┼───────────┼───────────────────────────────────────┤</a:t>
            </a:r>
          </a:p>
          <a:p>
            <a:r>
              <a:rPr lang="en-NL" dirty="0"/>
              <a:t>  │ Odd harmonics                   │ Yes       │ P&amp;S Ch.4 §4.3.2                       │</a:t>
            </a:r>
          </a:p>
          <a:p>
            <a:r>
              <a:rPr lang="en-NL" dirty="0"/>
              <a:t>  ├─────────────────────────────────┼───────────┼───────────────────────────────────────┤</a:t>
            </a:r>
          </a:p>
          <a:p>
            <a:r>
              <a:rPr lang="en-NL" dirty="0"/>
              <a:t>  │ Leakage-free periods            │ Yes       │ P&amp;S Ch.2 §2.2.3                       │</a:t>
            </a:r>
          </a:p>
          <a:p>
            <a:r>
              <a:rPr lang="en-NL" dirty="0"/>
              <a:t>  ├─────────────────────────────────┼───────────┼───────────────────────────────────────┤</a:t>
            </a:r>
          </a:p>
          <a:p>
            <a:r>
              <a:rPr lang="en-NL" dirty="0"/>
              <a:t>  │ Band [</a:t>
            </a:r>
            <a:r>
              <a:rPr lang="en-NL" dirty="0" err="1"/>
              <a:t>f_low</a:t>
            </a:r>
            <a:r>
              <a:rPr lang="en-NL" dirty="0"/>
              <a:t>, </a:t>
            </a:r>
            <a:r>
              <a:rPr lang="en-NL" dirty="0" err="1"/>
              <a:t>f_high</a:t>
            </a:r>
            <a:r>
              <a:rPr lang="en-NL" dirty="0"/>
              <a:t>]            │ Yes       │ Pre-analysis (this session)           │</a:t>
            </a:r>
          </a:p>
          <a:p>
            <a:r>
              <a:rPr lang="en-NL" dirty="0"/>
              <a:t>  ├─────────────────────────────────┼───────────┼───────────────────────────────────────┤</a:t>
            </a:r>
          </a:p>
          <a:p>
            <a:r>
              <a:rPr lang="en-NL" dirty="0"/>
              <a:t>  │ Amplitude </a:t>
            </a:r>
            <a:r>
              <a:rPr lang="en-NL" dirty="0" err="1"/>
              <a:t>A_max</a:t>
            </a:r>
            <a:r>
              <a:rPr lang="en-NL" dirty="0"/>
              <a:t>                 │ Partly    │ 40% rule declared                     │</a:t>
            </a:r>
          </a:p>
          <a:p>
            <a:r>
              <a:rPr lang="en-NL" dirty="0"/>
              <a:t>  ├─────────────────────────────────┼───────────┼───────────────────────────────────────┤</a:t>
            </a:r>
          </a:p>
          <a:p>
            <a:r>
              <a:rPr lang="en-NL" dirty="0"/>
              <a:t>  │ Force injection post-controller │ Yes       │ Feedback algebra                      │</a:t>
            </a:r>
          </a:p>
          <a:p>
            <a:r>
              <a:rPr lang="en-NL" dirty="0"/>
              <a:t>  ├─────────────────────────────────┼───────────┼───────────────────────────────────────┤</a:t>
            </a:r>
          </a:p>
          <a:p>
            <a:r>
              <a:rPr lang="en-NL" dirty="0"/>
              <a:t>  │ Simultaneous multi-mode         │ Partly    │ Hardware limit check, not MIMO theory │</a:t>
            </a:r>
          </a:p>
          <a:p>
            <a:r>
              <a:rPr lang="en-NL" dirty="0"/>
              <a:t>  ├─────────────────────────────────┼───────────┼───────────────────────────────────────┤</a:t>
            </a:r>
          </a:p>
          <a:p>
            <a:r>
              <a:rPr lang="en-NL" dirty="0"/>
              <a:t>  │ Mode assignments per trajectory │ No theory │ Physics-motivated engineering choice  │</a:t>
            </a:r>
          </a:p>
          <a:p>
            <a:r>
              <a:rPr lang="en-NL" dirty="0"/>
              <a:t>  └─────────────────────────────────┴───────────┴───────────────────────────────────────┘</a:t>
            </a:r>
          </a:p>
          <a:p>
            <a:endParaRPr lang="en-NL" dirty="0"/>
          </a:p>
          <a:p>
            <a:r>
              <a:rPr lang="en-NL" dirty="0"/>
              <a:t>  Everything is implementable and honestly frameable. The weak points are declared heuristics, not hidden assumptions.</a:t>
            </a:r>
          </a:p>
          <a:p>
            <a:endParaRPr lang="en-NL" dirty="0"/>
          </a:p>
          <a:p>
            <a:r>
              <a:rPr lang="en-NL" dirty="0"/>
              <a:t>  Ready to write the new file?</a:t>
            </a:r>
          </a:p>
        </p:txBody>
      </p:sp>
    </p:spTree>
    <p:extLst>
      <p:ext uri="{BB962C8B-B14F-4D97-AF65-F5344CB8AC3E}">
        <p14:creationId xmlns:p14="http://schemas.microsoft.com/office/powerpoint/2010/main" val="16833694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2CA15-EBF7-35D9-8C16-83ACE506E893}"/>
              </a:ext>
            </a:extLst>
          </p:cNvPr>
          <p:cNvSpPr>
            <a:spLocks noGrp="1"/>
          </p:cNvSpPr>
          <p:nvPr>
            <p:ph type="title"/>
          </p:nvPr>
        </p:nvSpPr>
        <p:spPr/>
        <p:txBody>
          <a:bodyPr/>
          <a:lstStyle/>
          <a:p>
            <a:r>
              <a:rPr lang="en-US" dirty="0"/>
              <a:t>Segment length</a:t>
            </a:r>
            <a:endParaRPr lang="en-NL" dirty="0"/>
          </a:p>
        </p:txBody>
      </p:sp>
      <p:sp>
        <p:nvSpPr>
          <p:cNvPr id="3" name="Content Placeholder 2">
            <a:extLst>
              <a:ext uri="{FF2B5EF4-FFF2-40B4-BE49-F238E27FC236}">
                <a16:creationId xmlns:a16="http://schemas.microsoft.com/office/drawing/2014/main" id="{84529D59-0077-C917-20D6-98039EBC8A46}"/>
              </a:ext>
            </a:extLst>
          </p:cNvPr>
          <p:cNvSpPr>
            <a:spLocks noGrp="1"/>
          </p:cNvSpPr>
          <p:nvPr>
            <p:ph idx="1"/>
          </p:nvPr>
        </p:nvSpPr>
        <p:spPr/>
        <p:txBody>
          <a:bodyPr/>
          <a:lstStyle/>
          <a:p>
            <a:r>
              <a:rPr lang="en-US" dirty="0"/>
              <a:t># THEORY: Lecture 3 periodic measurement (5SMB0) — integer periods required</a:t>
            </a:r>
          </a:p>
          <a:p>
            <a:r>
              <a:rPr lang="en-US" dirty="0"/>
              <a:t>  </a:t>
            </a:r>
            <a:r>
              <a:rPr lang="en-US" dirty="0" err="1"/>
              <a:t>seg_period</a:t>
            </a:r>
            <a:r>
              <a:rPr lang="en-US" dirty="0"/>
              <a:t> = ceil(N_PERIODS / </a:t>
            </a:r>
            <a:r>
              <a:rPr lang="en-US" dirty="0" err="1"/>
              <a:t>f_osc_min</a:t>
            </a:r>
            <a:r>
              <a:rPr lang="en-US" dirty="0"/>
              <a:t> × </a:t>
            </a:r>
            <a:r>
              <a:rPr lang="en-US" dirty="0" err="1"/>
              <a:t>fs_new</a:t>
            </a:r>
            <a:r>
              <a:rPr lang="en-US" dirty="0"/>
              <a:t>)</a:t>
            </a:r>
          </a:p>
          <a:p>
            <a:endParaRPr lang="en-US" dirty="0"/>
          </a:p>
          <a:p>
            <a:r>
              <a:rPr lang="en-US" dirty="0"/>
              <a:t>Resampling _</a:t>
            </a:r>
            <a:r>
              <a:rPr lang="en-US" dirty="0" err="1"/>
              <a:t>diag_fft</a:t>
            </a:r>
            <a:endParaRPr lang="en-NL" dirty="0"/>
          </a:p>
        </p:txBody>
      </p:sp>
    </p:spTree>
    <p:extLst>
      <p:ext uri="{BB962C8B-B14F-4D97-AF65-F5344CB8AC3E}">
        <p14:creationId xmlns:p14="http://schemas.microsoft.com/office/powerpoint/2010/main" val="16353304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DCE6F-A85E-06C0-F224-3266C0B1B26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ACEF7EF-1788-EC95-AB94-1F967F93C06B}"/>
              </a:ext>
            </a:extLst>
          </p:cNvPr>
          <p:cNvSpPr>
            <a:spLocks noGrp="1"/>
          </p:cNvSpPr>
          <p:nvPr>
            <p:ph idx="1"/>
          </p:nvPr>
        </p:nvSpPr>
        <p:spPr/>
        <p:txBody>
          <a:bodyPr/>
          <a:lstStyle/>
          <a:p>
            <a:endParaRPr lang="en-NL" dirty="0"/>
          </a:p>
        </p:txBody>
      </p:sp>
      <p:sp>
        <p:nvSpPr>
          <p:cNvPr id="5" name="TextBox 4">
            <a:extLst>
              <a:ext uri="{FF2B5EF4-FFF2-40B4-BE49-F238E27FC236}">
                <a16:creationId xmlns:a16="http://schemas.microsoft.com/office/drawing/2014/main" id="{4E5ABF67-2212-0C4E-5753-49A5BFBE3349}"/>
              </a:ext>
            </a:extLst>
          </p:cNvPr>
          <p:cNvSpPr txBox="1"/>
          <p:nvPr/>
        </p:nvSpPr>
        <p:spPr>
          <a:xfrm>
            <a:off x="3048000" y="-3678180"/>
            <a:ext cx="6096000" cy="14219277"/>
          </a:xfrm>
          <a:prstGeom prst="rect">
            <a:avLst/>
          </a:prstGeom>
          <a:noFill/>
        </p:spPr>
        <p:txBody>
          <a:bodyPr wrap="square">
            <a:spAutoFit/>
          </a:bodyPr>
          <a:lstStyle/>
          <a:p>
            <a:r>
              <a:rPr lang="en-NL" dirty="0"/>
              <a:t> Yes, pure heuristic. Breaking it down:                                          </a:t>
            </a:r>
          </a:p>
          <a:p>
            <a:r>
              <a:rPr lang="en-NL" dirty="0"/>
              <a:t>                                                                                  </a:t>
            </a:r>
          </a:p>
          <a:p>
            <a:r>
              <a:rPr lang="en-NL" dirty="0"/>
              <a:t>  - N_PERIODS / </a:t>
            </a:r>
            <a:r>
              <a:rPr lang="en-NL" dirty="0" err="1"/>
              <a:t>f_osc_min</a:t>
            </a:r>
            <a:r>
              <a:rPr lang="en-NL" dirty="0"/>
              <a:t> — "observe the slowest mode for N_PERIODS complete      </a:t>
            </a:r>
          </a:p>
          <a:p>
            <a:r>
              <a:rPr lang="en-NL" dirty="0"/>
              <a:t>  cycles." No primary source derives this as a BPTT segment length criterion. It  </a:t>
            </a:r>
          </a:p>
          <a:p>
            <a:r>
              <a:rPr lang="en-NL" dirty="0"/>
              <a:t>  is a physically motivated engineering choice.                                   </a:t>
            </a:r>
          </a:p>
          <a:p>
            <a:r>
              <a:rPr lang="en-NL" dirty="0"/>
              <a:t>  - N_PERIODS = 3 — completely arbitrary. The theory doc says this explicitly: "No</a:t>
            </a:r>
          </a:p>
          <a:p>
            <a:r>
              <a:rPr lang="en-NL" dirty="0"/>
              <a:t>   primary source. 3 × </a:t>
            </a:r>
            <a:r>
              <a:rPr lang="en-NL" dirty="0" err="1"/>
              <a:t>T_p</a:t>
            </a:r>
            <a:r>
              <a:rPr lang="en-NL" dirty="0"/>
              <a:t> at </a:t>
            </a:r>
            <a:r>
              <a:rPr lang="en-NL" dirty="0" err="1"/>
              <a:t>f_osc_min</a:t>
            </a:r>
            <a:r>
              <a:rPr lang="en-NL" dirty="0"/>
              <a:t> = 3 × 0.2 s = 0.6 s."                    </a:t>
            </a:r>
          </a:p>
          <a:p>
            <a:r>
              <a:rPr lang="en-NL" dirty="0"/>
              <a:t>  - </a:t>
            </a:r>
            <a:r>
              <a:rPr lang="en-NL" dirty="0" err="1"/>
              <a:t>f_osc_min</a:t>
            </a:r>
            <a:r>
              <a:rPr lang="en-NL" dirty="0"/>
              <a:t> from FFT — makes it nonparametric, but does not add theoretical</a:t>
            </a:r>
          </a:p>
          <a:p>
            <a:r>
              <a:rPr lang="en-NL" dirty="0"/>
              <a:t>  backing to the formula itself.</a:t>
            </a:r>
          </a:p>
          <a:p>
            <a:endParaRPr lang="en-NL" dirty="0"/>
          </a:p>
          <a:p>
            <a:r>
              <a:rPr lang="en-NL" dirty="0"/>
              <a:t>  The formula sounds reasonable but has no derivation. The only BPTT-specific</a:t>
            </a:r>
          </a:p>
          <a:p>
            <a:r>
              <a:rPr lang="en-NL" dirty="0"/>
              <a:t>  theory with a derivation in the theory doc is Aicher et al. (2019): bias decays</a:t>
            </a:r>
          </a:p>
          <a:p>
            <a:r>
              <a:rPr lang="en-NL" dirty="0"/>
              <a:t>  as β^(K−τ)/(1−β), giving T ≳ 3–5 × </a:t>
            </a:r>
            <a:r>
              <a:rPr lang="en-NL" dirty="0" err="1"/>
              <a:t>τ_max</a:t>
            </a:r>
            <a:r>
              <a:rPr lang="en-NL" dirty="0"/>
              <a:t> ≈ 4700 samples.</a:t>
            </a:r>
          </a:p>
          <a:p>
            <a:endParaRPr lang="en-NL" dirty="0"/>
          </a:p>
          <a:p>
            <a:r>
              <a:rPr lang="en-NL" dirty="0"/>
              <a:t>  So the honest situation is:</a:t>
            </a:r>
          </a:p>
          <a:p>
            <a:endParaRPr lang="en-NL" dirty="0"/>
          </a:p>
          <a:p>
            <a:r>
              <a:rPr lang="en-NL" dirty="0"/>
              <a:t>  ┌────────────────────────────┬────────────────────────┬────────────────────┐</a:t>
            </a:r>
          </a:p>
          <a:p>
            <a:r>
              <a:rPr lang="en-NL" dirty="0"/>
              <a:t>  │          Formula           │         Source         │       Gives        │</a:t>
            </a:r>
          </a:p>
          <a:p>
            <a:r>
              <a:rPr lang="en-NL" dirty="0"/>
              <a:t>  ├────────────────────────────┼────────────────────────┼────────────────────┤</a:t>
            </a:r>
          </a:p>
          <a:p>
            <a:r>
              <a:rPr lang="en-NL" dirty="0"/>
              <a:t>  │ N_PERIODS / </a:t>
            </a:r>
            <a:r>
              <a:rPr lang="en-NL" dirty="0" err="1"/>
              <a:t>f_osc_min</a:t>
            </a:r>
            <a:r>
              <a:rPr lang="en-NL" dirty="0"/>
              <a:t> ×    │ HEURISTIC — no primary │ ~600 samples, fast │</a:t>
            </a:r>
          </a:p>
          <a:p>
            <a:r>
              <a:rPr lang="en-NL" dirty="0"/>
              <a:t>  │ </a:t>
            </a:r>
            <a:r>
              <a:rPr lang="en-NL" dirty="0" err="1"/>
              <a:t>fs_new</a:t>
            </a:r>
            <a:r>
              <a:rPr lang="en-NL" dirty="0"/>
              <a:t>                     │  source                │  training          │</a:t>
            </a:r>
          </a:p>
          <a:p>
            <a:r>
              <a:rPr lang="en-NL" dirty="0"/>
              <a:t>  ├────────────────────────────┼────────────────────────┼────────────────────┤</a:t>
            </a:r>
          </a:p>
          <a:p>
            <a:r>
              <a:rPr lang="en-NL" dirty="0"/>
              <a:t>  │ 3–5 × </a:t>
            </a:r>
            <a:r>
              <a:rPr lang="en-NL" dirty="0" err="1"/>
              <a:t>τ_max</a:t>
            </a:r>
            <a:r>
              <a:rPr lang="en-NL" dirty="0"/>
              <a:t> × </a:t>
            </a:r>
            <a:r>
              <a:rPr lang="en-NL" dirty="0" err="1"/>
              <a:t>fs_new</a:t>
            </a:r>
            <a:r>
              <a:rPr lang="en-NL" dirty="0"/>
              <a:t>       │ THEORY — Theorem 1     │ ~5000 samples,     │</a:t>
            </a:r>
          </a:p>
          <a:p>
            <a:r>
              <a:rPr lang="en-NL" dirty="0"/>
              <a:t>  │ (Aicher et al. 2019)       │ with derivation        │ slow training      │</a:t>
            </a:r>
          </a:p>
          <a:p>
            <a:r>
              <a:rPr lang="en-NL" dirty="0"/>
              <a:t>  └────────────────────────────┴────────────────────────┴────────────────────┘</a:t>
            </a:r>
          </a:p>
          <a:p>
            <a:endParaRPr lang="en-NL" dirty="0"/>
          </a:p>
          <a:p>
            <a:r>
              <a:rPr lang="en-NL" dirty="0"/>
              <a:t>  You are choosing the heuristic for speed, with empirical evidence (4000 samples</a:t>
            </a:r>
          </a:p>
          <a:p>
            <a:r>
              <a:rPr lang="en-NL" dirty="0"/>
              <a:t>  recovers parameters) that the system is identifiable, and you declare the 600 as</a:t>
            </a:r>
          </a:p>
          <a:p>
            <a:r>
              <a:rPr lang="en-NL" dirty="0"/>
              <a:t>   a computational trade-off. That is a defensible position for a supervisor</a:t>
            </a:r>
          </a:p>
          <a:p>
            <a:r>
              <a:rPr lang="en-NL" dirty="0"/>
              <a:t>  conversation — as long as it is </a:t>
            </a:r>
            <a:r>
              <a:rPr lang="en-NL" dirty="0" err="1"/>
              <a:t>labeled</a:t>
            </a:r>
            <a:r>
              <a:rPr lang="en-NL" dirty="0"/>
              <a:t> HEURISTIC and not presented as theory.</a:t>
            </a:r>
          </a:p>
        </p:txBody>
      </p:sp>
    </p:spTree>
    <p:extLst>
      <p:ext uri="{BB962C8B-B14F-4D97-AF65-F5344CB8AC3E}">
        <p14:creationId xmlns:p14="http://schemas.microsoft.com/office/powerpoint/2010/main" val="8117764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9D1C2-1DD3-6541-7D0B-34B08AC1497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2B9362E-2C4D-C908-A017-0FA32B2DD337}"/>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9236230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4D363-287C-DF83-24D1-BC62809A982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826F01B-ED6A-1BB1-6007-519B128BF39C}"/>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E45C2B72-1DEE-05A4-D916-C13CB535187B}"/>
              </a:ext>
            </a:extLst>
          </p:cNvPr>
          <p:cNvSpPr txBox="1"/>
          <p:nvPr/>
        </p:nvSpPr>
        <p:spPr>
          <a:xfrm>
            <a:off x="3048000" y="-3262682"/>
            <a:ext cx="6096000" cy="13388280"/>
          </a:xfrm>
          <a:prstGeom prst="rect">
            <a:avLst/>
          </a:prstGeom>
          <a:noFill/>
        </p:spPr>
        <p:txBody>
          <a:bodyPr wrap="square">
            <a:spAutoFit/>
          </a:bodyPr>
          <a:lstStyle/>
          <a:p>
            <a:r>
              <a:rPr lang="en-NL" dirty="0"/>
              <a:t> Is this actually verified to be in the lecture?: # THEORY: Lecture 3 periodic   </a:t>
            </a:r>
          </a:p>
          <a:p>
            <a:r>
              <a:rPr lang="en-NL" dirty="0"/>
              <a:t>measurement (5SMB0) — integer periods required                                    </a:t>
            </a:r>
          </a:p>
          <a:p>
            <a:r>
              <a:rPr lang="en-NL" dirty="0"/>
              <a:t>  </a:t>
            </a:r>
            <a:r>
              <a:rPr lang="en-NL" dirty="0" err="1"/>
              <a:t>seg_period</a:t>
            </a:r>
            <a:r>
              <a:rPr lang="en-NL" dirty="0"/>
              <a:t> = ceil(N_PERIODS / </a:t>
            </a:r>
            <a:r>
              <a:rPr lang="en-NL" dirty="0" err="1"/>
              <a:t>f_osc_min</a:t>
            </a:r>
            <a:r>
              <a:rPr lang="en-NL" dirty="0"/>
              <a:t> × </a:t>
            </a:r>
            <a:r>
              <a:rPr lang="en-NL" dirty="0" err="1"/>
              <a:t>fs_new</a:t>
            </a:r>
            <a:r>
              <a:rPr lang="en-NL" dirty="0"/>
              <a:t>)                               </a:t>
            </a:r>
          </a:p>
          <a:p>
            <a:endParaRPr lang="en-NL" dirty="0"/>
          </a:p>
          <a:p>
            <a:r>
              <a:rPr lang="en-NL" dirty="0"/>
              <a:t>● No, it is not verified. Applying the CLAUDE.md rule: "Literature validates only</a:t>
            </a:r>
          </a:p>
          <a:p>
            <a:r>
              <a:rPr lang="en-NL" dirty="0"/>
              <a:t>  if the formula, variable, and context match — not just the numeric constant."</a:t>
            </a:r>
          </a:p>
          <a:p>
            <a:r>
              <a:rPr lang="en-NL" dirty="0"/>
              <a:t>                                                                                  </a:t>
            </a:r>
          </a:p>
          <a:p>
            <a:r>
              <a:rPr lang="en-NL" dirty="0"/>
              <a:t>  Lecture 3 (5SMB0) "integer periods required" refers to: the measurement window </a:t>
            </a:r>
          </a:p>
          <a:p>
            <a:r>
              <a:rPr lang="en-NL" dirty="0"/>
              <a:t>  must be an integer multiple of the excitation period </a:t>
            </a:r>
            <a:r>
              <a:rPr lang="en-NL" dirty="0" err="1"/>
              <a:t>T_p</a:t>
            </a:r>
            <a:r>
              <a:rPr lang="en-NL" dirty="0"/>
              <a:t> to avoid spectral      </a:t>
            </a:r>
          </a:p>
          <a:p>
            <a:r>
              <a:rPr lang="en-NL" dirty="0"/>
              <a:t>  leakage in the FFT. That is a statement about </a:t>
            </a:r>
            <a:r>
              <a:rPr lang="en-NL" dirty="0" err="1"/>
              <a:t>T_p</a:t>
            </a:r>
            <a:r>
              <a:rPr lang="en-NL" dirty="0"/>
              <a:t> = 1/f0 (the </a:t>
            </a:r>
            <a:r>
              <a:rPr lang="en-NL" dirty="0" err="1"/>
              <a:t>multisine</a:t>
            </a:r>
            <a:r>
              <a:rPr lang="en-NL" dirty="0"/>
              <a:t> period),</a:t>
            </a:r>
          </a:p>
          <a:p>
            <a:r>
              <a:rPr lang="en-NL" dirty="0"/>
              <a:t>   not about </a:t>
            </a:r>
            <a:r>
              <a:rPr lang="en-NL" dirty="0" err="1"/>
              <a:t>f_osc_min</a:t>
            </a:r>
            <a:r>
              <a:rPr lang="en-NL" dirty="0"/>
              <a:t>.                                                          </a:t>
            </a:r>
          </a:p>
          <a:p>
            <a:endParaRPr lang="en-NL" dirty="0"/>
          </a:p>
          <a:p>
            <a:r>
              <a:rPr lang="en-NL" dirty="0"/>
              <a:t>  The formula ceil(N_PERIODS / </a:t>
            </a:r>
            <a:r>
              <a:rPr lang="en-NL" dirty="0" err="1"/>
              <a:t>f_osc_min</a:t>
            </a:r>
            <a:r>
              <a:rPr lang="en-NL" dirty="0"/>
              <a:t> × </a:t>
            </a:r>
            <a:r>
              <a:rPr lang="en-NL" dirty="0" err="1"/>
              <a:t>fs_new</a:t>
            </a:r>
            <a:r>
              <a:rPr lang="en-NL" dirty="0"/>
              <a:t>) is about covering N_PERIODS</a:t>
            </a:r>
          </a:p>
          <a:p>
            <a:r>
              <a:rPr lang="en-NL" dirty="0"/>
              <a:t>  full oscillations of the slowest natural frequency of the plant. That is a</a:t>
            </a:r>
          </a:p>
          <a:p>
            <a:r>
              <a:rPr lang="en-NL" dirty="0"/>
              <a:t>  different concept — it is not stated in Lecture 3. The variable is different</a:t>
            </a:r>
          </a:p>
          <a:p>
            <a:r>
              <a:rPr lang="en-NL" dirty="0"/>
              <a:t>  (</a:t>
            </a:r>
            <a:r>
              <a:rPr lang="en-NL" dirty="0" err="1"/>
              <a:t>f_osc_min</a:t>
            </a:r>
            <a:r>
              <a:rPr lang="en-NL" dirty="0"/>
              <a:t> vs f0), the motivation is different (observing system dynamics vs</a:t>
            </a:r>
          </a:p>
          <a:p>
            <a:r>
              <a:rPr lang="en-NL" dirty="0"/>
              <a:t>  leakage-free FFT).</a:t>
            </a:r>
          </a:p>
          <a:p>
            <a:endParaRPr lang="en-NL" dirty="0"/>
          </a:p>
          <a:p>
            <a:r>
              <a:rPr lang="en-NL" dirty="0"/>
              <a:t>  So the label is wrong. The formula is either:</a:t>
            </a:r>
          </a:p>
          <a:p>
            <a:endParaRPr lang="en-NL" dirty="0"/>
          </a:p>
          <a:p>
            <a:r>
              <a:rPr lang="en-NL" dirty="0"/>
              <a:t>  - HEURISTIC — "observe the slowest mode for 3 full cycles" is a reasonable</a:t>
            </a:r>
          </a:p>
          <a:p>
            <a:r>
              <a:rPr lang="en-NL" dirty="0"/>
              <a:t>  engineering rule but has no direct literature source in this exact form for BPTT</a:t>
            </a:r>
          </a:p>
          <a:p>
            <a:r>
              <a:rPr lang="en-NL" dirty="0"/>
              <a:t>  - Or needs a different, correct source if one exists</a:t>
            </a:r>
          </a:p>
          <a:p>
            <a:endParaRPr lang="en-NL" dirty="0"/>
          </a:p>
          <a:p>
            <a:r>
              <a:rPr lang="en-NL" dirty="0"/>
              <a:t>  The honest label would be:</a:t>
            </a:r>
          </a:p>
          <a:p>
            <a:r>
              <a:rPr lang="en-NL" dirty="0"/>
              <a:t>  # HEURISTIC: segment spans N_PERIODS cycles of the slowest plant mode —</a:t>
            </a:r>
          </a:p>
          <a:p>
            <a:r>
              <a:rPr lang="en-NL" dirty="0"/>
              <a:t>  #   ensures BPTT gradient sees complete oscillations of torsional parameters.</a:t>
            </a:r>
          </a:p>
          <a:p>
            <a:r>
              <a:rPr lang="en-NL" dirty="0"/>
              <a:t>  #   N_PERIODS=3 is an engineering choice with no direct BPTT literature source.</a:t>
            </a:r>
          </a:p>
          <a:p>
            <a:r>
              <a:rPr lang="en-NL" dirty="0"/>
              <a:t>  </a:t>
            </a:r>
            <a:r>
              <a:rPr lang="en-NL" dirty="0" err="1"/>
              <a:t>seg_period</a:t>
            </a:r>
            <a:r>
              <a:rPr lang="en-NL" dirty="0"/>
              <a:t> = ceil(N_PERIODS / </a:t>
            </a:r>
            <a:r>
              <a:rPr lang="en-NL" dirty="0" err="1"/>
              <a:t>f_osc_min</a:t>
            </a:r>
            <a:r>
              <a:rPr lang="en-NL" dirty="0"/>
              <a:t> × </a:t>
            </a:r>
            <a:r>
              <a:rPr lang="en-NL" dirty="0" err="1"/>
              <a:t>fs_new</a:t>
            </a:r>
            <a:r>
              <a:rPr lang="en-NL" dirty="0"/>
              <a:t>)</a:t>
            </a:r>
          </a:p>
          <a:p>
            <a:endParaRPr lang="en-NL" dirty="0"/>
          </a:p>
          <a:p>
            <a:r>
              <a:rPr lang="en-NL" dirty="0"/>
              <a:t>  Does the supervisor point to a specific paper or lecture for the FFT-based</a:t>
            </a:r>
          </a:p>
          <a:p>
            <a:r>
              <a:rPr lang="en-NL" dirty="0"/>
              <a:t>  segment criterion?</a:t>
            </a:r>
          </a:p>
        </p:txBody>
      </p:sp>
    </p:spTree>
    <p:extLst>
      <p:ext uri="{BB962C8B-B14F-4D97-AF65-F5344CB8AC3E}">
        <p14:creationId xmlns:p14="http://schemas.microsoft.com/office/powerpoint/2010/main" val="22745196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9ED26-E70E-FC3C-8841-0F19F30E5ACF}"/>
              </a:ext>
            </a:extLst>
          </p:cNvPr>
          <p:cNvSpPr>
            <a:spLocks noGrp="1"/>
          </p:cNvSpPr>
          <p:nvPr>
            <p:ph type="title"/>
          </p:nvPr>
        </p:nvSpPr>
        <p:spPr/>
        <p:txBody>
          <a:bodyPr/>
          <a:lstStyle/>
          <a:p>
            <a:r>
              <a:rPr lang="en-US" dirty="0"/>
              <a:t>Pre-analysis</a:t>
            </a:r>
            <a:endParaRPr lang="en-NL" dirty="0"/>
          </a:p>
        </p:txBody>
      </p:sp>
      <p:sp>
        <p:nvSpPr>
          <p:cNvPr id="3" name="Content Placeholder 2">
            <a:extLst>
              <a:ext uri="{FF2B5EF4-FFF2-40B4-BE49-F238E27FC236}">
                <a16:creationId xmlns:a16="http://schemas.microsoft.com/office/drawing/2014/main" id="{71F8F881-8A46-4197-6E9B-737AC39F6D59}"/>
              </a:ext>
            </a:extLst>
          </p:cNvPr>
          <p:cNvSpPr>
            <a:spLocks noGrp="1"/>
          </p:cNvSpPr>
          <p:nvPr>
            <p:ph idx="1"/>
          </p:nvPr>
        </p:nvSpPr>
        <p:spPr/>
        <p:txBody>
          <a:bodyPr>
            <a:normAutofit fontScale="70000" lnSpcReduction="20000"/>
          </a:bodyPr>
          <a:lstStyle/>
          <a:p>
            <a:r>
              <a:rPr lang="en-US" dirty="0" err="1"/>
              <a:t>f_low</a:t>
            </a:r>
            <a:r>
              <a:rPr lang="en-US" dirty="0"/>
              <a:t> — loop over all 3 modes × 5 Y points, run closed-loop simulation with</a:t>
            </a:r>
          </a:p>
          <a:p>
            <a:r>
              <a:rPr lang="en-US" dirty="0"/>
              <a:t>  broadband Schroeder </a:t>
            </a:r>
            <a:r>
              <a:rPr lang="en-US" dirty="0" err="1"/>
              <a:t>multisine</a:t>
            </a:r>
            <a:r>
              <a:rPr lang="en-US" dirty="0"/>
              <a:t> probe, compute Ŝ = FFT(</a:t>
            </a:r>
            <a:r>
              <a:rPr lang="en-US" dirty="0" err="1"/>
              <a:t>u_total</a:t>
            </a:r>
            <a:r>
              <a:rPr lang="en-US" dirty="0"/>
              <a:t>) / FFT(</a:t>
            </a:r>
            <a:r>
              <a:rPr lang="en-US" dirty="0" err="1"/>
              <a:t>f_sim</a:t>
            </a:r>
            <a:r>
              <a:rPr lang="en-US" dirty="0"/>
              <a:t>). Find the</a:t>
            </a:r>
          </a:p>
          <a:p>
            <a:r>
              <a:rPr lang="en-US" dirty="0"/>
              <a:t>   first frequency where |Ŝ|² &gt; 0.1. Worst-case across all modes and Y points.</a:t>
            </a:r>
          </a:p>
          <a:p>
            <a:endParaRPr lang="en-US" dirty="0"/>
          </a:p>
          <a:p>
            <a:r>
              <a:rPr lang="en-US" dirty="0"/>
              <a:t>  </a:t>
            </a:r>
            <a:r>
              <a:rPr lang="en-US" dirty="0" err="1"/>
              <a:t>f_high</a:t>
            </a:r>
            <a:r>
              <a:rPr lang="en-US" dirty="0"/>
              <a:t> — from the same simulations, compute |Ĝ × Ŝ|² = |Q/F_sim|² (closed-loop</a:t>
            </a:r>
          </a:p>
          <a:p>
            <a:r>
              <a:rPr lang="en-US" dirty="0"/>
              <a:t>  force-to-position). Build the cumulative tail energy from high to low frequency.</a:t>
            </a:r>
          </a:p>
          <a:p>
            <a:r>
              <a:rPr lang="en-US" dirty="0"/>
              <a:t>  Find the last frequency where the tail still contains ≥ 5% of total energy.</a:t>
            </a:r>
          </a:p>
          <a:p>
            <a:r>
              <a:rPr lang="en-US" dirty="0"/>
              <a:t>  Worst-case across all modes and Y points.</a:t>
            </a:r>
          </a:p>
          <a:p>
            <a:endParaRPr lang="en-US" dirty="0"/>
          </a:p>
          <a:p>
            <a:r>
              <a:rPr lang="en-US" dirty="0"/>
              <a:t>  </a:t>
            </a:r>
            <a:r>
              <a:rPr lang="en-US" dirty="0" err="1"/>
              <a:t>A_max</a:t>
            </a:r>
            <a:r>
              <a:rPr lang="en-US" dirty="0"/>
              <a:t> — no simulation needed. Just 0.4 × [min(F_X1, F_X2), min(F_X1, F_X2), F_Y]</a:t>
            </a:r>
          </a:p>
          <a:p>
            <a:r>
              <a:rPr lang="en-US" dirty="0"/>
              <a:t>  where the hardware RMS limits are [916, 916, 656] N. Gives [366, 366, 262] N RMS per</a:t>
            </a:r>
          </a:p>
          <a:p>
            <a:r>
              <a:rPr lang="en-US" dirty="0"/>
              <a:t>   mode.</a:t>
            </a:r>
          </a:p>
          <a:p>
            <a:endParaRPr lang="en-NL" dirty="0"/>
          </a:p>
        </p:txBody>
      </p:sp>
    </p:spTree>
    <p:extLst>
      <p:ext uri="{BB962C8B-B14F-4D97-AF65-F5344CB8AC3E}">
        <p14:creationId xmlns:p14="http://schemas.microsoft.com/office/powerpoint/2010/main" val="5964823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859C2-5739-0171-76C9-A9786CE0581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1724611-24B9-B1D7-46FA-BD3B17E305F6}"/>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6496536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FBAAB-E079-0BAA-CC32-E81A3784AA4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4D8DD60-574F-F7CA-E03B-756CD6172FE8}"/>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9093242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BF94B-E816-B67D-6F0A-26E944243FFA}"/>
              </a:ext>
            </a:extLst>
          </p:cNvPr>
          <p:cNvSpPr>
            <a:spLocks noGrp="1"/>
          </p:cNvSpPr>
          <p:nvPr>
            <p:ph type="title"/>
          </p:nvPr>
        </p:nvSpPr>
        <p:spPr/>
        <p:txBody>
          <a:bodyPr/>
          <a:lstStyle/>
          <a:p>
            <a:r>
              <a:rPr lang="en-US" dirty="0"/>
              <a:t>Trajectories</a:t>
            </a:r>
            <a:endParaRPr lang="en-NL" dirty="0"/>
          </a:p>
        </p:txBody>
      </p:sp>
      <p:sp>
        <p:nvSpPr>
          <p:cNvPr id="3" name="Content Placeholder 2">
            <a:extLst>
              <a:ext uri="{FF2B5EF4-FFF2-40B4-BE49-F238E27FC236}">
                <a16:creationId xmlns:a16="http://schemas.microsoft.com/office/drawing/2014/main" id="{12FC62F4-A612-84A2-C71A-51ABED26778E}"/>
              </a:ext>
            </a:extLst>
          </p:cNvPr>
          <p:cNvSpPr>
            <a:spLocks noGrp="1"/>
          </p:cNvSpPr>
          <p:nvPr>
            <p:ph idx="1"/>
          </p:nvPr>
        </p:nvSpPr>
        <p:spPr/>
        <p:txBody>
          <a:bodyPr/>
          <a:lstStyle/>
          <a:p>
            <a:r>
              <a:rPr lang="en-US" dirty="0"/>
              <a:t>Modes</a:t>
            </a:r>
          </a:p>
          <a:p>
            <a:endParaRPr lang="en-US" dirty="0"/>
          </a:p>
          <a:p>
            <a:r>
              <a:rPr lang="en-US" dirty="0"/>
              <a:t>T1-T8</a:t>
            </a:r>
          </a:p>
          <a:p>
            <a:r>
              <a:rPr lang="en-US" dirty="0"/>
              <a:t>Val and test</a:t>
            </a:r>
            <a:endParaRPr lang="en-NL" dirty="0"/>
          </a:p>
        </p:txBody>
      </p:sp>
    </p:spTree>
    <p:extLst>
      <p:ext uri="{BB962C8B-B14F-4D97-AF65-F5344CB8AC3E}">
        <p14:creationId xmlns:p14="http://schemas.microsoft.com/office/powerpoint/2010/main" val="2389016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8965E-C6CA-048B-8DCA-8AD41ACE0F7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A4E25A4-90AC-56B8-2E5B-15FC5784E9D6}"/>
              </a:ext>
            </a:extLst>
          </p:cNvPr>
          <p:cNvSpPr>
            <a:spLocks noGrp="1"/>
          </p:cNvSpPr>
          <p:nvPr>
            <p:ph idx="1"/>
          </p:nvPr>
        </p:nvSpPr>
        <p:spPr/>
        <p:txBody>
          <a:bodyPr/>
          <a:lstStyle/>
          <a:p>
            <a:r>
              <a:rPr lang="en-US" dirty="0"/>
              <a:t>Closed-loop</a:t>
            </a:r>
          </a:p>
          <a:p>
            <a:r>
              <a:rPr lang="en-US" dirty="0"/>
              <a:t>MIMO</a:t>
            </a:r>
          </a:p>
          <a:p>
            <a:r>
              <a:rPr lang="en-US" dirty="0"/>
              <a:t>LPV</a:t>
            </a:r>
          </a:p>
          <a:p>
            <a:r>
              <a:rPr lang="en-US" dirty="0"/>
              <a:t>System identification</a:t>
            </a:r>
          </a:p>
          <a:p>
            <a:r>
              <a:rPr lang="en-US" dirty="0"/>
              <a:t>Before or after controller </a:t>
            </a:r>
            <a:r>
              <a:rPr lang="en-US" dirty="0" err="1"/>
              <a:t>multisine</a:t>
            </a:r>
            <a:r>
              <a:rPr lang="en-US" dirty="0"/>
              <a:t> injection</a:t>
            </a:r>
          </a:p>
          <a:p>
            <a:endParaRPr lang="en-US" dirty="0"/>
          </a:p>
          <a:p>
            <a:r>
              <a:rPr lang="en-US" dirty="0"/>
              <a:t>Controller… </a:t>
            </a:r>
            <a:r>
              <a:rPr lang="en-US" dirty="0" err="1"/>
              <a:t>ruleofthumb</a:t>
            </a:r>
            <a:r>
              <a:rPr lang="en-US" dirty="0"/>
              <a:t> currently</a:t>
            </a:r>
            <a:endParaRPr lang="en-NL" dirty="0"/>
          </a:p>
        </p:txBody>
      </p:sp>
    </p:spTree>
    <p:extLst>
      <p:ext uri="{BB962C8B-B14F-4D97-AF65-F5344CB8AC3E}">
        <p14:creationId xmlns:p14="http://schemas.microsoft.com/office/powerpoint/2010/main" val="26043922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D2CE4-63E4-DF99-5D35-262A27180EEB}"/>
              </a:ext>
            </a:extLst>
          </p:cNvPr>
          <p:cNvSpPr>
            <a:spLocks noGrp="1"/>
          </p:cNvSpPr>
          <p:nvPr>
            <p:ph type="title"/>
          </p:nvPr>
        </p:nvSpPr>
        <p:spPr/>
        <p:txBody>
          <a:bodyPr/>
          <a:lstStyle/>
          <a:p>
            <a:r>
              <a:rPr lang="en-US" dirty="0" err="1"/>
              <a:t>Multisine</a:t>
            </a:r>
            <a:r>
              <a:rPr lang="en-US" dirty="0"/>
              <a:t> after controller</a:t>
            </a:r>
            <a:endParaRPr lang="en-NL" dirty="0"/>
          </a:p>
        </p:txBody>
      </p:sp>
      <p:sp>
        <p:nvSpPr>
          <p:cNvPr id="4" name="Rectangle 1">
            <a:extLst>
              <a:ext uri="{FF2B5EF4-FFF2-40B4-BE49-F238E27FC236}">
                <a16:creationId xmlns:a16="http://schemas.microsoft.com/office/drawing/2014/main" id="{FE00E8EC-DA3F-AD4C-D79C-E7247E7A5236}"/>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900" b="0" i="0" u="none" strike="noStrike" cap="none" normalizeH="0" baseline="0">
                <a:ln>
                  <a:noFill/>
                </a:ln>
                <a:solidFill>
                  <a:schemeClr val="tx1"/>
                </a:solidFill>
                <a:effectLst/>
                <a:latin typeface="Arial" panose="020B0604020202020204" pitchFamily="34" charset="0"/>
              </a:rPr>
              <a:t>Post-controller multisine injection is preferred when the identification data should represent plant force input to motion output, because the total applied force can be logged and used directly as model input. The drawback is that the feedback controller attenuates the resulting motion through the disturbance sensitivity path, so low-frequency excitation inside the feedback bandwidth may be weak. Reference injection gives stronger low-frequency output excitation but identifies the closed-loop reference-to-output path unless the controller force is explicitly reconstructed and used.</a:t>
            </a:r>
            <a:endParaRPr kumimoji="0" lang="en-NL" altLang="en-NL"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NL" altLang="en-NL" sz="900" b="0" i="0" u="none" strike="noStrike" cap="none" normalizeH="0" baseline="0">
                <a:ln>
                  <a:noFill/>
                </a:ln>
                <a:solidFill>
                  <a:srgbClr val="BBBEBF"/>
                </a:solidFill>
                <a:effectLst/>
                <a:latin typeface="Segoe WPC"/>
              </a:rPr>
            </a:br>
            <a:endParaRPr kumimoji="0" lang="en-NL" altLang="en-NL"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239386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98A80-94BC-4296-3B17-F78DB244960F}"/>
              </a:ext>
            </a:extLst>
          </p:cNvPr>
          <p:cNvSpPr>
            <a:spLocks noGrp="1"/>
          </p:cNvSpPr>
          <p:nvPr>
            <p:ph type="title"/>
          </p:nvPr>
        </p:nvSpPr>
        <p:spPr/>
        <p:txBody>
          <a:bodyPr/>
          <a:lstStyle/>
          <a:p>
            <a:r>
              <a:rPr lang="en-US" dirty="0"/>
              <a:t>Settle time</a:t>
            </a:r>
            <a:endParaRPr lang="en-NL" dirty="0"/>
          </a:p>
        </p:txBody>
      </p:sp>
      <p:sp>
        <p:nvSpPr>
          <p:cNvPr id="3" name="Content Placeholder 2">
            <a:extLst>
              <a:ext uri="{FF2B5EF4-FFF2-40B4-BE49-F238E27FC236}">
                <a16:creationId xmlns:a16="http://schemas.microsoft.com/office/drawing/2014/main" id="{7197CA5B-4BBD-B1F4-8BEC-B0A0B45FF219}"/>
              </a:ext>
            </a:extLst>
          </p:cNvPr>
          <p:cNvSpPr>
            <a:spLocks noGrp="1"/>
          </p:cNvSpPr>
          <p:nvPr>
            <p:ph idx="1"/>
          </p:nvPr>
        </p:nvSpPr>
        <p:spPr/>
        <p:txBody>
          <a:bodyPr/>
          <a:lstStyle/>
          <a:p>
            <a:r>
              <a:rPr lang="en-US" dirty="0" err="1"/>
              <a:t>Tsettle</a:t>
            </a:r>
            <a:r>
              <a:rPr lang="en-US" dirty="0"/>
              <a:t> = max(</a:t>
            </a:r>
            <a:r>
              <a:rPr lang="en-US" dirty="0" err="1"/>
              <a:t>Tsettle_q</a:t>
            </a:r>
            <a:r>
              <a:rPr lang="en-US" dirty="0"/>
              <a:t>, </a:t>
            </a:r>
            <a:r>
              <a:rPr lang="en-US" dirty="0" err="1"/>
              <a:t>Tsettle_u_total</a:t>
            </a:r>
            <a:r>
              <a:rPr lang="en-US" dirty="0"/>
              <a:t>)</a:t>
            </a:r>
          </a:p>
          <a:p>
            <a:endParaRPr lang="en-NL" dirty="0"/>
          </a:p>
        </p:txBody>
      </p:sp>
    </p:spTree>
    <p:extLst>
      <p:ext uri="{BB962C8B-B14F-4D97-AF65-F5344CB8AC3E}">
        <p14:creationId xmlns:p14="http://schemas.microsoft.com/office/powerpoint/2010/main" val="42538461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F3B66-65AA-9E2B-2174-ED8E8B52B71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753BE7C-433A-C7D0-A048-995FBC9FF986}"/>
              </a:ext>
            </a:extLst>
          </p:cNvPr>
          <p:cNvSpPr>
            <a:spLocks noGrp="1"/>
          </p:cNvSpPr>
          <p:nvPr>
            <p:ph idx="1"/>
          </p:nvPr>
        </p:nvSpPr>
        <p:spPr/>
        <p:txBody>
          <a:bodyPr/>
          <a:lstStyle/>
          <a:p>
            <a:r>
              <a:rPr lang="en-US" dirty="0"/>
              <a:t>LTI MIMO closed-loop system.</a:t>
            </a:r>
            <a:endParaRPr lang="en-NL" dirty="0"/>
          </a:p>
        </p:txBody>
      </p:sp>
    </p:spTree>
    <p:extLst>
      <p:ext uri="{BB962C8B-B14F-4D97-AF65-F5344CB8AC3E}">
        <p14:creationId xmlns:p14="http://schemas.microsoft.com/office/powerpoint/2010/main" val="41564683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96057-CABA-9A1D-592A-92967E7A46BE}"/>
              </a:ext>
            </a:extLst>
          </p:cNvPr>
          <p:cNvSpPr>
            <a:spLocks noGrp="1"/>
          </p:cNvSpPr>
          <p:nvPr>
            <p:ph type="title"/>
          </p:nvPr>
        </p:nvSpPr>
        <p:spPr/>
        <p:txBody>
          <a:bodyPr/>
          <a:lstStyle/>
          <a:p>
            <a:r>
              <a:rPr lang="en-US" dirty="0"/>
              <a:t>Show output without </a:t>
            </a:r>
            <a:r>
              <a:rPr lang="en-US" dirty="0" err="1"/>
              <a:t>multisine</a:t>
            </a:r>
            <a:endParaRPr lang="en-NL" dirty="0"/>
          </a:p>
        </p:txBody>
      </p:sp>
      <p:sp>
        <p:nvSpPr>
          <p:cNvPr id="3" name="Content Placeholder 2">
            <a:extLst>
              <a:ext uri="{FF2B5EF4-FFF2-40B4-BE49-F238E27FC236}">
                <a16:creationId xmlns:a16="http://schemas.microsoft.com/office/drawing/2014/main" id="{99B35F5E-58FA-1DE8-E340-9B34DB99ACB4}"/>
              </a:ext>
            </a:extLst>
          </p:cNvPr>
          <p:cNvSpPr>
            <a:spLocks noGrp="1"/>
          </p:cNvSpPr>
          <p:nvPr>
            <p:ph idx="1"/>
          </p:nvPr>
        </p:nvSpPr>
        <p:spPr/>
        <p:txBody>
          <a:bodyPr/>
          <a:lstStyle/>
          <a:p>
            <a:r>
              <a:rPr lang="en-US" dirty="0"/>
              <a:t>Have to look at the </a:t>
            </a:r>
            <a:r>
              <a:rPr lang="en-US" dirty="0" err="1"/>
              <a:t>jsum</a:t>
            </a:r>
            <a:r>
              <a:rPr lang="en-US" dirty="0"/>
              <a:t> why not identifiable </a:t>
            </a:r>
            <a:endParaRPr lang="en-NL" dirty="0"/>
          </a:p>
        </p:txBody>
      </p:sp>
    </p:spTree>
    <p:extLst>
      <p:ext uri="{BB962C8B-B14F-4D97-AF65-F5344CB8AC3E}">
        <p14:creationId xmlns:p14="http://schemas.microsoft.com/office/powerpoint/2010/main" val="5461366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9B9CC-FAD4-3F13-9D20-DF6F6A846227}"/>
              </a:ext>
            </a:extLst>
          </p:cNvPr>
          <p:cNvSpPr>
            <a:spLocks noGrp="1"/>
          </p:cNvSpPr>
          <p:nvPr>
            <p:ph type="title"/>
          </p:nvPr>
        </p:nvSpPr>
        <p:spPr/>
        <p:txBody>
          <a:bodyPr/>
          <a:lstStyle/>
          <a:p>
            <a:r>
              <a:rPr lang="en-US" dirty="0" err="1"/>
              <a:t>Originele</a:t>
            </a:r>
            <a:r>
              <a:rPr lang="en-US" dirty="0"/>
              <a:t> </a:t>
            </a:r>
            <a:r>
              <a:rPr lang="en-US" dirty="0" err="1"/>
              <a:t>multisine</a:t>
            </a:r>
            <a:r>
              <a:rPr lang="en-US" dirty="0"/>
              <a:t> </a:t>
            </a:r>
            <a:r>
              <a:rPr lang="en-US" dirty="0" err="1"/>
              <a:t>bepalen</a:t>
            </a:r>
            <a:r>
              <a:rPr lang="en-US" dirty="0"/>
              <a:t>..</a:t>
            </a:r>
            <a:endParaRPr lang="en-NL" dirty="0"/>
          </a:p>
        </p:txBody>
      </p:sp>
      <p:sp>
        <p:nvSpPr>
          <p:cNvPr id="3" name="Content Placeholder 2">
            <a:extLst>
              <a:ext uri="{FF2B5EF4-FFF2-40B4-BE49-F238E27FC236}">
                <a16:creationId xmlns:a16="http://schemas.microsoft.com/office/drawing/2014/main" id="{E1BF32AF-512C-F435-20F6-48576549E63B}"/>
              </a:ext>
            </a:extLst>
          </p:cNvPr>
          <p:cNvSpPr>
            <a:spLocks noGrp="1"/>
          </p:cNvSpPr>
          <p:nvPr>
            <p:ph idx="1"/>
          </p:nvPr>
        </p:nvSpPr>
        <p:spPr/>
        <p:txBody>
          <a:bodyPr/>
          <a:lstStyle/>
          <a:p>
            <a:r>
              <a:rPr lang="en-US" dirty="0"/>
              <a:t>Segment length 650 </a:t>
            </a:r>
            <a:r>
              <a:rPr lang="en-US" dirty="0" err="1"/>
              <a:t>werkte</a:t>
            </a:r>
            <a:r>
              <a:rPr lang="en-US" dirty="0"/>
              <a:t> wel </a:t>
            </a:r>
            <a:r>
              <a:rPr lang="en-US" dirty="0" err="1"/>
              <a:t>zonder</a:t>
            </a:r>
            <a:r>
              <a:rPr lang="en-US" dirty="0"/>
              <a:t> </a:t>
            </a:r>
            <a:r>
              <a:rPr lang="en-US" dirty="0" err="1"/>
              <a:t>multisine</a:t>
            </a:r>
            <a:r>
              <a:rPr lang="en-US" dirty="0"/>
              <a:t> maar </a:t>
            </a:r>
            <a:r>
              <a:rPr lang="en-US" dirty="0" err="1"/>
              <a:t>niet</a:t>
            </a:r>
            <a:r>
              <a:rPr lang="en-US" dirty="0"/>
              <a:t> met…</a:t>
            </a:r>
          </a:p>
          <a:p>
            <a:r>
              <a:rPr lang="en-US" dirty="0" err="1"/>
              <a:t>Probleem</a:t>
            </a:r>
            <a:r>
              <a:rPr lang="en-US" dirty="0"/>
              <a:t> </a:t>
            </a:r>
            <a:r>
              <a:rPr lang="en-US" dirty="0" err="1"/>
              <a:t>ligt</a:t>
            </a:r>
            <a:r>
              <a:rPr lang="en-US" dirty="0"/>
              <a:t> </a:t>
            </a:r>
            <a:r>
              <a:rPr lang="en-US" dirty="0" err="1"/>
              <a:t>aan</a:t>
            </a:r>
            <a:r>
              <a:rPr lang="en-US" dirty="0"/>
              <a:t>…</a:t>
            </a:r>
            <a:endParaRPr lang="en-NL" dirty="0"/>
          </a:p>
        </p:txBody>
      </p:sp>
    </p:spTree>
    <p:extLst>
      <p:ext uri="{BB962C8B-B14F-4D97-AF65-F5344CB8AC3E}">
        <p14:creationId xmlns:p14="http://schemas.microsoft.com/office/powerpoint/2010/main" val="17413886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4AC36-C39D-C189-6FF1-DD0BA52E1090}"/>
              </a:ext>
            </a:extLst>
          </p:cNvPr>
          <p:cNvSpPr>
            <a:spLocks noGrp="1"/>
          </p:cNvSpPr>
          <p:nvPr>
            <p:ph type="title"/>
          </p:nvPr>
        </p:nvSpPr>
        <p:spPr/>
        <p:txBody>
          <a:bodyPr/>
          <a:lstStyle/>
          <a:p>
            <a:r>
              <a:rPr lang="en-US" dirty="0"/>
              <a:t>Step response</a:t>
            </a:r>
            <a:endParaRPr lang="en-NL" dirty="0"/>
          </a:p>
        </p:txBody>
      </p:sp>
      <p:sp>
        <p:nvSpPr>
          <p:cNvPr id="3" name="Content Placeholder 2">
            <a:extLst>
              <a:ext uri="{FF2B5EF4-FFF2-40B4-BE49-F238E27FC236}">
                <a16:creationId xmlns:a16="http://schemas.microsoft.com/office/drawing/2014/main" id="{443F14AB-6D79-42AB-C2CA-531B0880F31E}"/>
              </a:ext>
            </a:extLst>
          </p:cNvPr>
          <p:cNvSpPr>
            <a:spLocks noGrp="1"/>
          </p:cNvSpPr>
          <p:nvPr>
            <p:ph idx="1"/>
          </p:nvPr>
        </p:nvSpPr>
        <p:spPr/>
        <p:txBody>
          <a:bodyPr/>
          <a:lstStyle/>
          <a:p>
            <a:r>
              <a:rPr lang="en-US" dirty="0"/>
              <a:t>Too many issues because…</a:t>
            </a:r>
            <a:endParaRPr lang="en-NL" dirty="0"/>
          </a:p>
        </p:txBody>
      </p:sp>
    </p:spTree>
    <p:extLst>
      <p:ext uri="{BB962C8B-B14F-4D97-AF65-F5344CB8AC3E}">
        <p14:creationId xmlns:p14="http://schemas.microsoft.com/office/powerpoint/2010/main" val="19350174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FA7E2-B5D8-1215-E27E-49CA70BA3F27}"/>
              </a:ext>
            </a:extLst>
          </p:cNvPr>
          <p:cNvSpPr>
            <a:spLocks noGrp="1"/>
          </p:cNvSpPr>
          <p:nvPr>
            <p:ph type="title"/>
          </p:nvPr>
        </p:nvSpPr>
        <p:spPr/>
        <p:txBody>
          <a:bodyPr/>
          <a:lstStyle/>
          <a:p>
            <a:r>
              <a:rPr lang="en-US" dirty="0"/>
              <a:t>FRF</a:t>
            </a:r>
            <a:endParaRPr lang="en-NL" dirty="0"/>
          </a:p>
        </p:txBody>
      </p:sp>
      <p:sp>
        <p:nvSpPr>
          <p:cNvPr id="3" name="Content Placeholder 2">
            <a:extLst>
              <a:ext uri="{FF2B5EF4-FFF2-40B4-BE49-F238E27FC236}">
                <a16:creationId xmlns:a16="http://schemas.microsoft.com/office/drawing/2014/main" id="{1FBE2FFC-C0CC-8277-5621-12A9B8B3F458}"/>
              </a:ext>
            </a:extLst>
          </p:cNvPr>
          <p:cNvSpPr>
            <a:spLocks noGrp="1"/>
          </p:cNvSpPr>
          <p:nvPr>
            <p:ph idx="1"/>
          </p:nvPr>
        </p:nvSpPr>
        <p:spPr/>
        <p:txBody>
          <a:bodyPr/>
          <a:lstStyle/>
          <a:p>
            <a:r>
              <a:rPr lang="en-US" dirty="0"/>
              <a:t>Design choices</a:t>
            </a:r>
            <a:endParaRPr lang="en-NL" dirty="0"/>
          </a:p>
        </p:txBody>
      </p:sp>
    </p:spTree>
    <p:extLst>
      <p:ext uri="{BB962C8B-B14F-4D97-AF65-F5344CB8AC3E}">
        <p14:creationId xmlns:p14="http://schemas.microsoft.com/office/powerpoint/2010/main" val="27779068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D1A29-D796-3A3E-8C7C-8917594FF0BF}"/>
              </a:ext>
            </a:extLst>
          </p:cNvPr>
          <p:cNvSpPr>
            <a:spLocks noGrp="1"/>
          </p:cNvSpPr>
          <p:nvPr>
            <p:ph type="title"/>
          </p:nvPr>
        </p:nvSpPr>
        <p:spPr/>
        <p:txBody>
          <a:bodyPr/>
          <a:lstStyle/>
          <a:p>
            <a:r>
              <a:rPr lang="en-US" dirty="0"/>
              <a:t>questions</a:t>
            </a:r>
            <a:endParaRPr lang="en-NL" dirty="0"/>
          </a:p>
        </p:txBody>
      </p:sp>
      <p:sp>
        <p:nvSpPr>
          <p:cNvPr id="3" name="Content Placeholder 2">
            <a:extLst>
              <a:ext uri="{FF2B5EF4-FFF2-40B4-BE49-F238E27FC236}">
                <a16:creationId xmlns:a16="http://schemas.microsoft.com/office/drawing/2014/main" id="{1B4B295F-6797-5C60-291C-908692F791C3}"/>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13286508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75218-875A-4F4E-5560-EC84A7DE572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625F7F7-6FF0-2421-9FB2-0039BF8BDDAA}"/>
              </a:ext>
            </a:extLst>
          </p:cNvPr>
          <p:cNvSpPr>
            <a:spLocks noGrp="1"/>
          </p:cNvSpPr>
          <p:nvPr>
            <p:ph idx="1"/>
          </p:nvPr>
        </p:nvSpPr>
        <p:spPr/>
        <p:txBody>
          <a:bodyPr/>
          <a:lstStyle/>
          <a:p>
            <a:r>
              <a:rPr lang="en-US" dirty="0"/>
              <a:t>Should I use </a:t>
            </a:r>
            <a:r>
              <a:rPr lang="en-US" dirty="0" err="1"/>
              <a:t>u_recorded</a:t>
            </a:r>
            <a:endParaRPr lang="en-US" dirty="0"/>
          </a:p>
          <a:p>
            <a:r>
              <a:rPr lang="en-US" dirty="0"/>
              <a:t>Helps with determining to use reference or force injection</a:t>
            </a:r>
          </a:p>
          <a:p>
            <a:r>
              <a:rPr lang="en-US" dirty="0"/>
              <a:t>Is there any benefit between the two</a:t>
            </a:r>
            <a:endParaRPr lang="en-NL" dirty="0"/>
          </a:p>
          <a:p>
            <a:endParaRPr lang="en-NL" dirty="0"/>
          </a:p>
        </p:txBody>
      </p:sp>
    </p:spTree>
    <p:extLst>
      <p:ext uri="{BB962C8B-B14F-4D97-AF65-F5344CB8AC3E}">
        <p14:creationId xmlns:p14="http://schemas.microsoft.com/office/powerpoint/2010/main" val="8922275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1988</TotalTime>
  <Words>3824</Words>
  <Application>Microsoft Office PowerPoint</Application>
  <PresentationFormat>Widescreen</PresentationFormat>
  <Paragraphs>427</Paragraphs>
  <Slides>50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Aptos</vt:lpstr>
      <vt:lpstr>Aptos Display</vt:lpstr>
      <vt:lpstr>Arial</vt:lpstr>
      <vt:lpstr>Segoe WPC</vt:lpstr>
      <vt:lpstr>Wingdings</vt:lpstr>
      <vt:lpstr>Office Theme</vt:lpstr>
      <vt:lpstr>Meeting Week 1</vt:lpstr>
      <vt:lpstr>Last week summary</vt:lpstr>
      <vt:lpstr>Action point 1</vt:lpstr>
      <vt:lpstr>Trajectories</vt:lpstr>
      <vt:lpstr>Why multisine?</vt:lpstr>
      <vt:lpstr>How The Multisine Is Built</vt:lpstr>
      <vt:lpstr>How It Is Applied And Selected</vt:lpstr>
      <vt:lpstr>PowerPoint Presentation</vt:lpstr>
      <vt:lpstr>Multisine Signal Construction</vt:lpstr>
      <vt:lpstr>Amplitude And Modal Mapping</vt:lpstr>
      <vt:lpstr>Closed-Loop Diagnostic Selection</vt:lpstr>
      <vt:lpstr>PowerPoint Presentation</vt:lpstr>
      <vt:lpstr>Multisine design</vt:lpstr>
      <vt:lpstr>Multisine Signal Construction</vt:lpstr>
      <vt:lpstr>Mode-Dependent Phase Offset</vt:lpstr>
      <vt:lpstr>Trajectory analysis</vt:lpstr>
      <vt:lpstr>PowerPoint Presentation</vt:lpstr>
      <vt:lpstr>PowerPoint Presentation</vt:lpstr>
      <vt:lpstr>Problem inbetween parametric and nonparametric model closed-loop</vt:lpstr>
      <vt:lpstr>Question 1</vt:lpstr>
      <vt:lpstr>PowerPoint Presentation</vt:lpstr>
      <vt:lpstr>PowerPoint Presentation</vt:lpstr>
      <vt:lpstr>PowerPoint Presentation</vt:lpstr>
      <vt:lpstr>Outline next week</vt:lpstr>
      <vt:lpstr>Possible Gantt-chart or Planning</vt:lpstr>
      <vt:lpstr>Trajectories</vt:lpstr>
      <vt:lpstr>Pre-analysis</vt:lpstr>
      <vt:lpstr>PowerPoint Presentation</vt:lpstr>
      <vt:lpstr>PowerPoint Presentation</vt:lpstr>
      <vt:lpstr>PowerPoint Presentation</vt:lpstr>
      <vt:lpstr>Multisine design</vt:lpstr>
      <vt:lpstr>PowerPoint Presentation</vt:lpstr>
      <vt:lpstr>Segment length</vt:lpstr>
      <vt:lpstr>PowerPoint Presentation</vt:lpstr>
      <vt:lpstr>PowerPoint Presentation</vt:lpstr>
      <vt:lpstr>PowerPoint Presentation</vt:lpstr>
      <vt:lpstr>Pre-analysis</vt:lpstr>
      <vt:lpstr>PowerPoint Presentation</vt:lpstr>
      <vt:lpstr>PowerPoint Presentation</vt:lpstr>
      <vt:lpstr>Trajectories</vt:lpstr>
      <vt:lpstr>PowerPoint Presentation</vt:lpstr>
      <vt:lpstr>Multisine after controller</vt:lpstr>
      <vt:lpstr>Settle time</vt:lpstr>
      <vt:lpstr>PowerPoint Presentation</vt:lpstr>
      <vt:lpstr>Show output without multisine</vt:lpstr>
      <vt:lpstr>Originele multisine bepalen..</vt:lpstr>
      <vt:lpstr>Step response</vt:lpstr>
      <vt:lpstr>FRF</vt:lpstr>
      <vt:lpstr>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Hoekstra, Jan</dc:creator>
  <cp:lastModifiedBy>Berg, Dirk van den</cp:lastModifiedBy>
  <cp:revision>1</cp:revision>
  <dcterms:created xsi:type="dcterms:W3CDTF">2026-02-02T15:14:22Z</dcterms:created>
  <dcterms:modified xsi:type="dcterms:W3CDTF">2026-05-12T20:20:55Z</dcterms:modified>
</cp:coreProperties>
</file>