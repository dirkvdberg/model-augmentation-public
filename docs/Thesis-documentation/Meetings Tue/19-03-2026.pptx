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7" r:id="rId1"/>
  </p:sldMasterIdLst>
  <p:notesMasterIdLst>
    <p:notesMasterId r:id="rId60"/>
  </p:notesMasterIdLst>
  <p:sldIdLst>
    <p:sldId id="257" r:id="rId2"/>
    <p:sldId id="258" r:id="rId3"/>
    <p:sldId id="288" r:id="rId4"/>
    <p:sldId id="289" r:id="rId5"/>
    <p:sldId id="290" r:id="rId6"/>
    <p:sldId id="293" r:id="rId7"/>
    <p:sldId id="291" r:id="rId8"/>
    <p:sldId id="292" r:id="rId9"/>
    <p:sldId id="301" r:id="rId10"/>
    <p:sldId id="294" r:id="rId11"/>
    <p:sldId id="295" r:id="rId12"/>
    <p:sldId id="302" r:id="rId13"/>
    <p:sldId id="296" r:id="rId14"/>
    <p:sldId id="298" r:id="rId15"/>
    <p:sldId id="299" r:id="rId16"/>
    <p:sldId id="300" r:id="rId17"/>
    <p:sldId id="282" r:id="rId18"/>
    <p:sldId id="308" r:id="rId19"/>
    <p:sldId id="309" r:id="rId20"/>
    <p:sldId id="311" r:id="rId21"/>
    <p:sldId id="316" r:id="rId22"/>
    <p:sldId id="314" r:id="rId23"/>
    <p:sldId id="313" r:id="rId24"/>
    <p:sldId id="312" r:id="rId25"/>
    <p:sldId id="318" r:id="rId26"/>
    <p:sldId id="317" r:id="rId27"/>
    <p:sldId id="271" r:id="rId28"/>
    <p:sldId id="285" r:id="rId29"/>
    <p:sldId id="287" r:id="rId30"/>
    <p:sldId id="279" r:id="rId31"/>
    <p:sldId id="280" r:id="rId32"/>
    <p:sldId id="281" r:id="rId33"/>
    <p:sldId id="263" r:id="rId34"/>
    <p:sldId id="277" r:id="rId35"/>
    <p:sldId id="264" r:id="rId36"/>
    <p:sldId id="286" r:id="rId37"/>
    <p:sldId id="272" r:id="rId38"/>
    <p:sldId id="273" r:id="rId39"/>
    <p:sldId id="274" r:id="rId40"/>
    <p:sldId id="275" r:id="rId41"/>
    <p:sldId id="276" r:id="rId42"/>
    <p:sldId id="270" r:id="rId43"/>
    <p:sldId id="269" r:id="rId44"/>
    <p:sldId id="268" r:id="rId45"/>
    <p:sldId id="266" r:id="rId46"/>
    <p:sldId id="267" r:id="rId47"/>
    <p:sldId id="265" r:id="rId48"/>
    <p:sldId id="259" r:id="rId49"/>
    <p:sldId id="278" r:id="rId50"/>
    <p:sldId id="283" r:id="rId51"/>
    <p:sldId id="306" r:id="rId52"/>
    <p:sldId id="305" r:id="rId53"/>
    <p:sldId id="310" r:id="rId54"/>
    <p:sldId id="304" r:id="rId55"/>
    <p:sldId id="303" r:id="rId56"/>
    <p:sldId id="284" r:id="rId57"/>
    <p:sldId id="307" r:id="rId58"/>
    <p:sldId id="261" r:id="rId59"/>
  </p:sldIdLst>
  <p:sldSz cx="12192000" cy="6858000"/>
  <p:notesSz cx="6858000" cy="9144000"/>
  <p:defaultTextStyle>
    <a:defPPr>
      <a:defRPr lang="en-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50F9A67-437B-4150-A198-D682BCE5C608}" v="105" dt="2026-03-19T14:38:26.61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80" autoAdjust="0"/>
    <p:restoredTop sz="94660"/>
  </p:normalViewPr>
  <p:slideViewPr>
    <p:cSldViewPr snapToGrid="0">
      <p:cViewPr varScale="1">
        <p:scale>
          <a:sx n="78" d="100"/>
          <a:sy n="78" d="100"/>
        </p:scale>
        <p:origin x="787"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microsoft.com/office/2015/10/relationships/revisionInfo" Target="revisionInfo.xml"/><Relationship Id="rId5" Type="http://schemas.openxmlformats.org/officeDocument/2006/relationships/slide" Target="slides/slide4.xml"/><Relationship Id="rId61" Type="http://schemas.openxmlformats.org/officeDocument/2006/relationships/presProps" Target="pres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notesMaster" Target="notesMasters/notesMaster1.xml"/><Relationship Id="rId65"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erg, Dirk van den" userId="035ecb32-01d9-4b47-a105-eacf059a4647" providerId="ADAL" clId="{F7FF961E-CF96-44AC-93C2-93612F62D46D}"/>
    <pc:docChg chg="undo custSel addSld delSld modSld sldOrd">
      <pc:chgData name="Berg, Dirk van den" userId="035ecb32-01d9-4b47-a105-eacf059a4647" providerId="ADAL" clId="{F7FF961E-CF96-44AC-93C2-93612F62D46D}" dt="2026-03-19T14:46:10.645" v="7099" actId="729"/>
      <pc:docMkLst>
        <pc:docMk/>
      </pc:docMkLst>
      <pc:sldChg chg="delSp modSp mod">
        <pc:chgData name="Berg, Dirk van den" userId="035ecb32-01d9-4b47-a105-eacf059a4647" providerId="ADAL" clId="{F7FF961E-CF96-44AC-93C2-93612F62D46D}" dt="2026-03-19T13:44:11.396" v="6076" actId="20577"/>
        <pc:sldMkLst>
          <pc:docMk/>
          <pc:sldMk cId="2679595137" sldId="257"/>
        </pc:sldMkLst>
        <pc:spChg chg="mod">
          <ac:chgData name="Berg, Dirk van den" userId="035ecb32-01d9-4b47-a105-eacf059a4647" providerId="ADAL" clId="{F7FF961E-CF96-44AC-93C2-93612F62D46D}" dt="2026-03-18T14:20:46.352" v="1202" actId="20577"/>
          <ac:spMkLst>
            <pc:docMk/>
            <pc:sldMk cId="2679595137" sldId="257"/>
            <ac:spMk id="2" creationId="{1CA58346-11EF-AF16-3F7E-D4AE642D6182}"/>
          </ac:spMkLst>
        </pc:spChg>
        <pc:spChg chg="mod">
          <ac:chgData name="Berg, Dirk van den" userId="035ecb32-01d9-4b47-a105-eacf059a4647" providerId="ADAL" clId="{F7FF961E-CF96-44AC-93C2-93612F62D46D}" dt="2026-03-19T13:44:11.396" v="6076" actId="20577"/>
          <ac:spMkLst>
            <pc:docMk/>
            <pc:sldMk cId="2679595137" sldId="257"/>
            <ac:spMk id="3" creationId="{DAAEF679-3C39-E36C-B710-9B50CBAE487E}"/>
          </ac:spMkLst>
        </pc:spChg>
        <pc:spChg chg="del">
          <ac:chgData name="Berg, Dirk van den" userId="035ecb32-01d9-4b47-a105-eacf059a4647" providerId="ADAL" clId="{F7FF961E-CF96-44AC-93C2-93612F62D46D}" dt="2026-03-18T14:20:44.324" v="1200" actId="478"/>
          <ac:spMkLst>
            <pc:docMk/>
            <pc:sldMk cId="2679595137" sldId="257"/>
            <ac:spMk id="4" creationId="{465EFC2D-66CC-A333-8AD7-17BCBCDB18BB}"/>
          </ac:spMkLst>
        </pc:spChg>
      </pc:sldChg>
      <pc:sldChg chg="modSp mod ord">
        <pc:chgData name="Berg, Dirk van den" userId="035ecb32-01d9-4b47-a105-eacf059a4647" providerId="ADAL" clId="{F7FF961E-CF96-44AC-93C2-93612F62D46D}" dt="2026-03-19T11:42:28.112" v="3168" actId="5793"/>
        <pc:sldMkLst>
          <pc:docMk/>
          <pc:sldMk cId="1617226886" sldId="258"/>
        </pc:sldMkLst>
        <pc:spChg chg="mod">
          <ac:chgData name="Berg, Dirk van den" userId="035ecb32-01d9-4b47-a105-eacf059a4647" providerId="ADAL" clId="{F7FF961E-CF96-44AC-93C2-93612F62D46D}" dt="2026-03-19T11:42:28.112" v="3168" actId="5793"/>
          <ac:spMkLst>
            <pc:docMk/>
            <pc:sldMk cId="1617226886" sldId="258"/>
            <ac:spMk id="3" creationId="{1B16F991-22E1-98ED-FDA2-6483679AE450}"/>
          </ac:spMkLst>
        </pc:spChg>
        <pc:spChg chg="mod">
          <ac:chgData name="Berg, Dirk van den" userId="035ecb32-01d9-4b47-a105-eacf059a4647" providerId="ADAL" clId="{F7FF961E-CF96-44AC-93C2-93612F62D46D}" dt="2026-03-19T09:38:55.441" v="2548" actId="1076"/>
          <ac:spMkLst>
            <pc:docMk/>
            <pc:sldMk cId="1617226886" sldId="258"/>
            <ac:spMk id="5" creationId="{7CFFA8B5-4335-A79D-381E-82C9B8A52E4E}"/>
          </ac:spMkLst>
        </pc:spChg>
      </pc:sldChg>
      <pc:sldChg chg="mod modShow">
        <pc:chgData name="Berg, Dirk van den" userId="035ecb32-01d9-4b47-a105-eacf059a4647" providerId="ADAL" clId="{F7FF961E-CF96-44AC-93C2-93612F62D46D}" dt="2026-03-19T14:35:02.224" v="6808" actId="729"/>
        <pc:sldMkLst>
          <pc:docMk/>
          <pc:sldMk cId="2138626586" sldId="259"/>
        </pc:sldMkLst>
      </pc:sldChg>
      <pc:sldChg chg="del">
        <pc:chgData name="Berg, Dirk van den" userId="035ecb32-01d9-4b47-a105-eacf059a4647" providerId="ADAL" clId="{F7FF961E-CF96-44AC-93C2-93612F62D46D}" dt="2026-03-19T12:40:53.309" v="4627" actId="47"/>
        <pc:sldMkLst>
          <pc:docMk/>
          <pc:sldMk cId="2175299465" sldId="260"/>
        </pc:sldMkLst>
      </pc:sldChg>
      <pc:sldChg chg="modSp mod">
        <pc:chgData name="Berg, Dirk van den" userId="035ecb32-01d9-4b47-a105-eacf059a4647" providerId="ADAL" clId="{F7FF961E-CF96-44AC-93C2-93612F62D46D}" dt="2026-03-19T12:46:37.958" v="5160" actId="20577"/>
        <pc:sldMkLst>
          <pc:docMk/>
          <pc:sldMk cId="4133975854" sldId="261"/>
        </pc:sldMkLst>
        <pc:spChg chg="mod">
          <ac:chgData name="Berg, Dirk van den" userId="035ecb32-01d9-4b47-a105-eacf059a4647" providerId="ADAL" clId="{F7FF961E-CF96-44AC-93C2-93612F62D46D}" dt="2026-03-19T12:46:37.958" v="5160" actId="20577"/>
          <ac:spMkLst>
            <pc:docMk/>
            <pc:sldMk cId="4133975854" sldId="261"/>
            <ac:spMk id="3" creationId="{78179DB8-2509-8E4F-14E4-B0B6B2FE756A}"/>
          </ac:spMkLst>
        </pc:spChg>
      </pc:sldChg>
      <pc:sldChg chg="del">
        <pc:chgData name="Berg, Dirk van den" userId="035ecb32-01d9-4b47-a105-eacf059a4647" providerId="ADAL" clId="{F7FF961E-CF96-44AC-93C2-93612F62D46D}" dt="2026-03-19T12:39:42.163" v="4554" actId="47"/>
        <pc:sldMkLst>
          <pc:docMk/>
          <pc:sldMk cId="3503897311" sldId="262"/>
        </pc:sldMkLst>
      </pc:sldChg>
      <pc:sldChg chg="modSp new mod modShow">
        <pc:chgData name="Berg, Dirk van den" userId="035ecb32-01d9-4b47-a105-eacf059a4647" providerId="ADAL" clId="{F7FF961E-CF96-44AC-93C2-93612F62D46D}" dt="2026-03-19T14:25:05.924" v="6622" actId="729"/>
        <pc:sldMkLst>
          <pc:docMk/>
          <pc:sldMk cId="2843009922" sldId="263"/>
        </pc:sldMkLst>
        <pc:spChg chg="mod">
          <ac:chgData name="Berg, Dirk van den" userId="035ecb32-01d9-4b47-a105-eacf059a4647" providerId="ADAL" clId="{F7FF961E-CF96-44AC-93C2-93612F62D46D}" dt="2026-03-17T13:15:42.103" v="12" actId="20577"/>
          <ac:spMkLst>
            <pc:docMk/>
            <pc:sldMk cId="2843009922" sldId="263"/>
            <ac:spMk id="2" creationId="{857704BC-B3B1-3C63-B6AD-C18A498BADC4}"/>
          </ac:spMkLst>
        </pc:spChg>
        <pc:spChg chg="mod">
          <ac:chgData name="Berg, Dirk van den" userId="035ecb32-01d9-4b47-a105-eacf059a4647" providerId="ADAL" clId="{F7FF961E-CF96-44AC-93C2-93612F62D46D}" dt="2026-03-17T19:05:24.032" v="1005" actId="20577"/>
          <ac:spMkLst>
            <pc:docMk/>
            <pc:sldMk cId="2843009922" sldId="263"/>
            <ac:spMk id="3" creationId="{9B59848E-BA82-8449-242F-98D97A41328A}"/>
          </ac:spMkLst>
        </pc:spChg>
      </pc:sldChg>
      <pc:sldChg chg="modSp new mod modShow">
        <pc:chgData name="Berg, Dirk van den" userId="035ecb32-01d9-4b47-a105-eacf059a4647" providerId="ADAL" clId="{F7FF961E-CF96-44AC-93C2-93612F62D46D}" dt="2026-03-19T14:25:18.086" v="6626" actId="729"/>
        <pc:sldMkLst>
          <pc:docMk/>
          <pc:sldMk cId="3273720091" sldId="264"/>
        </pc:sldMkLst>
        <pc:spChg chg="mod">
          <ac:chgData name="Berg, Dirk van den" userId="035ecb32-01d9-4b47-a105-eacf059a4647" providerId="ADAL" clId="{F7FF961E-CF96-44AC-93C2-93612F62D46D}" dt="2026-03-17T18:28:16.993" v="635"/>
          <ac:spMkLst>
            <pc:docMk/>
            <pc:sldMk cId="3273720091" sldId="264"/>
            <ac:spMk id="3" creationId="{23A1B56A-9DF3-3F2F-856A-6733948B6011}"/>
          </ac:spMkLst>
        </pc:spChg>
      </pc:sldChg>
      <pc:sldChg chg="addSp modSp new mod modShow">
        <pc:chgData name="Berg, Dirk van den" userId="035ecb32-01d9-4b47-a105-eacf059a4647" providerId="ADAL" clId="{F7FF961E-CF96-44AC-93C2-93612F62D46D}" dt="2026-03-19T14:35:02.224" v="6808" actId="729"/>
        <pc:sldMkLst>
          <pc:docMk/>
          <pc:sldMk cId="2307406826" sldId="265"/>
        </pc:sldMkLst>
        <pc:picChg chg="add mod">
          <ac:chgData name="Berg, Dirk van den" userId="035ecb32-01d9-4b47-a105-eacf059a4647" providerId="ADAL" clId="{F7FF961E-CF96-44AC-93C2-93612F62D46D}" dt="2026-03-17T18:37:55.860" v="958" actId="1076"/>
          <ac:picMkLst>
            <pc:docMk/>
            <pc:sldMk cId="2307406826" sldId="265"/>
            <ac:picMk id="5" creationId="{007E1E72-34EB-B037-AEDF-115C8B9C2D09}"/>
          </ac:picMkLst>
        </pc:picChg>
      </pc:sldChg>
      <pc:sldChg chg="addSp new mod modShow">
        <pc:chgData name="Berg, Dirk van den" userId="035ecb32-01d9-4b47-a105-eacf059a4647" providerId="ADAL" clId="{F7FF961E-CF96-44AC-93C2-93612F62D46D}" dt="2026-03-19T14:35:02.224" v="6808" actId="729"/>
        <pc:sldMkLst>
          <pc:docMk/>
          <pc:sldMk cId="3397494492" sldId="266"/>
        </pc:sldMkLst>
        <pc:picChg chg="add">
          <ac:chgData name="Berg, Dirk van den" userId="035ecb32-01d9-4b47-a105-eacf059a4647" providerId="ADAL" clId="{F7FF961E-CF96-44AC-93C2-93612F62D46D}" dt="2026-03-17T18:39:16.747" v="962" actId="22"/>
          <ac:picMkLst>
            <pc:docMk/>
            <pc:sldMk cId="3397494492" sldId="266"/>
            <ac:picMk id="7" creationId="{B5E6A874-99B7-5B6B-EBCA-BB58483D3183}"/>
          </ac:picMkLst>
        </pc:picChg>
      </pc:sldChg>
      <pc:sldChg chg="addSp new mod modShow">
        <pc:chgData name="Berg, Dirk van den" userId="035ecb32-01d9-4b47-a105-eacf059a4647" providerId="ADAL" clId="{F7FF961E-CF96-44AC-93C2-93612F62D46D}" dt="2026-03-19T14:35:02.224" v="6808" actId="729"/>
        <pc:sldMkLst>
          <pc:docMk/>
          <pc:sldMk cId="107153149" sldId="267"/>
        </pc:sldMkLst>
        <pc:picChg chg="add">
          <ac:chgData name="Berg, Dirk van den" userId="035ecb32-01d9-4b47-a105-eacf059a4647" providerId="ADAL" clId="{F7FF961E-CF96-44AC-93C2-93612F62D46D}" dt="2026-03-17T18:39:36.385" v="964" actId="22"/>
          <ac:picMkLst>
            <pc:docMk/>
            <pc:sldMk cId="107153149" sldId="267"/>
            <ac:picMk id="5" creationId="{CA2AE391-DB11-870B-61C4-E7A680057B92}"/>
          </ac:picMkLst>
        </pc:picChg>
      </pc:sldChg>
      <pc:sldChg chg="addSp modSp new mod modShow">
        <pc:chgData name="Berg, Dirk van den" userId="035ecb32-01d9-4b47-a105-eacf059a4647" providerId="ADAL" clId="{F7FF961E-CF96-44AC-93C2-93612F62D46D}" dt="2026-03-19T14:35:02.224" v="6808" actId="729"/>
        <pc:sldMkLst>
          <pc:docMk/>
          <pc:sldMk cId="391326879" sldId="268"/>
        </pc:sldMkLst>
        <pc:spChg chg="mod">
          <ac:chgData name="Berg, Dirk van den" userId="035ecb32-01d9-4b47-a105-eacf059a4647" providerId="ADAL" clId="{F7FF961E-CF96-44AC-93C2-93612F62D46D}" dt="2026-03-17T18:39:57.876" v="966"/>
          <ac:spMkLst>
            <pc:docMk/>
            <pc:sldMk cId="391326879" sldId="268"/>
            <ac:spMk id="3" creationId="{0E540F6A-A2F5-3629-4AE8-D74083B8B6CA}"/>
          </ac:spMkLst>
        </pc:spChg>
        <pc:picChg chg="add">
          <ac:chgData name="Berg, Dirk van den" userId="035ecb32-01d9-4b47-a105-eacf059a4647" providerId="ADAL" clId="{F7FF961E-CF96-44AC-93C2-93612F62D46D}" dt="2026-03-17T18:40:05.626" v="967" actId="22"/>
          <ac:picMkLst>
            <pc:docMk/>
            <pc:sldMk cId="391326879" sldId="268"/>
            <ac:picMk id="5" creationId="{EB5861FF-ED27-A0C7-340B-74590A8E1295}"/>
          </ac:picMkLst>
        </pc:picChg>
      </pc:sldChg>
      <pc:sldChg chg="addSp modSp new mod modShow">
        <pc:chgData name="Berg, Dirk van den" userId="035ecb32-01d9-4b47-a105-eacf059a4647" providerId="ADAL" clId="{F7FF961E-CF96-44AC-93C2-93612F62D46D}" dt="2026-03-19T14:35:02.224" v="6808" actId="729"/>
        <pc:sldMkLst>
          <pc:docMk/>
          <pc:sldMk cId="3432136529" sldId="269"/>
        </pc:sldMkLst>
        <pc:spChg chg="mod">
          <ac:chgData name="Berg, Dirk van den" userId="035ecb32-01d9-4b47-a105-eacf059a4647" providerId="ADAL" clId="{F7FF961E-CF96-44AC-93C2-93612F62D46D}" dt="2026-03-17T18:40:15.011" v="969"/>
          <ac:spMkLst>
            <pc:docMk/>
            <pc:sldMk cId="3432136529" sldId="269"/>
            <ac:spMk id="3" creationId="{40868CDF-2033-7B7B-5704-8E9D20778968}"/>
          </ac:spMkLst>
        </pc:spChg>
        <pc:picChg chg="add">
          <ac:chgData name="Berg, Dirk van den" userId="035ecb32-01d9-4b47-a105-eacf059a4647" providerId="ADAL" clId="{F7FF961E-CF96-44AC-93C2-93612F62D46D}" dt="2026-03-17T18:40:22.542" v="970" actId="22"/>
          <ac:picMkLst>
            <pc:docMk/>
            <pc:sldMk cId="3432136529" sldId="269"/>
            <ac:picMk id="5" creationId="{9C41C564-7C25-A90A-5614-4C871DAF908E}"/>
          </ac:picMkLst>
        </pc:picChg>
      </pc:sldChg>
      <pc:sldChg chg="addSp delSp modSp new mod setBg modShow">
        <pc:chgData name="Berg, Dirk van den" userId="035ecb32-01d9-4b47-a105-eacf059a4647" providerId="ADAL" clId="{F7FF961E-CF96-44AC-93C2-93612F62D46D}" dt="2026-03-19T14:35:02.224" v="6808" actId="729"/>
        <pc:sldMkLst>
          <pc:docMk/>
          <pc:sldMk cId="841386271" sldId="270"/>
        </pc:sldMkLst>
        <pc:spChg chg="add del">
          <ac:chgData name="Berg, Dirk van den" userId="035ecb32-01d9-4b47-a105-eacf059a4647" providerId="ADAL" clId="{F7FF961E-CF96-44AC-93C2-93612F62D46D}" dt="2026-03-17T18:40:43.458" v="974" actId="26606"/>
          <ac:spMkLst>
            <pc:docMk/>
            <pc:sldMk cId="841386271" sldId="270"/>
            <ac:spMk id="2" creationId="{0C9D8465-8825-B708-2EC0-B961BCEFD0A4}"/>
          </ac:spMkLst>
        </pc:spChg>
        <pc:spChg chg="add del">
          <ac:chgData name="Berg, Dirk van den" userId="035ecb32-01d9-4b47-a105-eacf059a4647" providerId="ADAL" clId="{F7FF961E-CF96-44AC-93C2-93612F62D46D}" dt="2026-03-17T18:40:43.458" v="974" actId="26606"/>
          <ac:spMkLst>
            <pc:docMk/>
            <pc:sldMk cId="841386271" sldId="270"/>
            <ac:spMk id="3" creationId="{BBA64D2A-1AD7-E4EB-9863-8E0C0B4073C5}"/>
          </ac:spMkLst>
        </pc:spChg>
        <pc:picChg chg="add mod">
          <ac:chgData name="Berg, Dirk van den" userId="035ecb32-01d9-4b47-a105-eacf059a4647" providerId="ADAL" clId="{F7FF961E-CF96-44AC-93C2-93612F62D46D}" dt="2026-03-17T18:40:43.458" v="974" actId="26606"/>
          <ac:picMkLst>
            <pc:docMk/>
            <pc:sldMk cId="841386271" sldId="270"/>
            <ac:picMk id="5" creationId="{E72F472A-F284-D7A9-F954-586B30069E3E}"/>
          </ac:picMkLst>
        </pc:picChg>
      </pc:sldChg>
      <pc:sldChg chg="addSp modSp new mod ord modShow">
        <pc:chgData name="Berg, Dirk van den" userId="035ecb32-01d9-4b47-a105-eacf059a4647" providerId="ADAL" clId="{F7FF961E-CF96-44AC-93C2-93612F62D46D}" dt="2026-03-19T14:25:51.346" v="6635"/>
        <pc:sldMkLst>
          <pc:docMk/>
          <pc:sldMk cId="83167419" sldId="271"/>
        </pc:sldMkLst>
        <pc:spChg chg="mod">
          <ac:chgData name="Berg, Dirk van den" userId="035ecb32-01d9-4b47-a105-eacf059a4647" providerId="ADAL" clId="{F7FF961E-CF96-44AC-93C2-93612F62D46D}" dt="2026-03-18T10:20:59.885" v="1022" actId="20577"/>
          <ac:spMkLst>
            <pc:docMk/>
            <pc:sldMk cId="83167419" sldId="271"/>
            <ac:spMk id="2" creationId="{220214B1-C7C8-4598-B455-51A8B8A54844}"/>
          </ac:spMkLst>
        </pc:spChg>
        <pc:spChg chg="mod">
          <ac:chgData name="Berg, Dirk van den" userId="035ecb32-01d9-4b47-a105-eacf059a4647" providerId="ADAL" clId="{F7FF961E-CF96-44AC-93C2-93612F62D46D}" dt="2026-03-18T10:21:02.476" v="1023"/>
          <ac:spMkLst>
            <pc:docMk/>
            <pc:sldMk cId="83167419" sldId="271"/>
            <ac:spMk id="3" creationId="{683670C9-9658-B801-EBC9-8FA5F84BF1E2}"/>
          </ac:spMkLst>
        </pc:spChg>
        <pc:picChg chg="add mod">
          <ac:chgData name="Berg, Dirk van den" userId="035ecb32-01d9-4b47-a105-eacf059a4647" providerId="ADAL" clId="{F7FF961E-CF96-44AC-93C2-93612F62D46D}" dt="2026-03-19T14:25:32.558" v="6632" actId="1076"/>
          <ac:picMkLst>
            <pc:docMk/>
            <pc:sldMk cId="83167419" sldId="271"/>
            <ac:picMk id="5" creationId="{25B75E6D-2685-FD13-BC34-A5AC8A86044D}"/>
          </ac:picMkLst>
        </pc:picChg>
        <pc:picChg chg="add mod">
          <ac:chgData name="Berg, Dirk van den" userId="035ecb32-01d9-4b47-a105-eacf059a4647" providerId="ADAL" clId="{F7FF961E-CF96-44AC-93C2-93612F62D46D}" dt="2026-03-19T14:25:31.088" v="6631" actId="1076"/>
          <ac:picMkLst>
            <pc:docMk/>
            <pc:sldMk cId="83167419" sldId="271"/>
            <ac:picMk id="7" creationId="{E703C0E7-34E6-5F7A-F486-2D523CBCD29F}"/>
          </ac:picMkLst>
        </pc:picChg>
      </pc:sldChg>
      <pc:sldChg chg="modSp new mod modShow">
        <pc:chgData name="Berg, Dirk van den" userId="035ecb32-01d9-4b47-a105-eacf059a4647" providerId="ADAL" clId="{F7FF961E-CF96-44AC-93C2-93612F62D46D}" dt="2026-03-19T14:34:42.533" v="6805" actId="729"/>
        <pc:sldMkLst>
          <pc:docMk/>
          <pc:sldMk cId="3136187291" sldId="272"/>
        </pc:sldMkLst>
        <pc:spChg chg="mod">
          <ac:chgData name="Berg, Dirk van den" userId="035ecb32-01d9-4b47-a105-eacf059a4647" providerId="ADAL" clId="{F7FF961E-CF96-44AC-93C2-93612F62D46D}" dt="2026-03-18T10:48:46.290" v="1028" actId="27636"/>
          <ac:spMkLst>
            <pc:docMk/>
            <pc:sldMk cId="3136187291" sldId="272"/>
            <ac:spMk id="3" creationId="{EC411637-39CA-8F6E-B399-5091683E9CFC}"/>
          </ac:spMkLst>
        </pc:spChg>
      </pc:sldChg>
      <pc:sldChg chg="modSp new mod modShow">
        <pc:chgData name="Berg, Dirk van den" userId="035ecb32-01d9-4b47-a105-eacf059a4647" providerId="ADAL" clId="{F7FF961E-CF96-44AC-93C2-93612F62D46D}" dt="2026-03-19T14:34:45.559" v="6806" actId="729"/>
        <pc:sldMkLst>
          <pc:docMk/>
          <pc:sldMk cId="1050361827" sldId="273"/>
        </pc:sldMkLst>
        <pc:spChg chg="mod">
          <ac:chgData name="Berg, Dirk van den" userId="035ecb32-01d9-4b47-a105-eacf059a4647" providerId="ADAL" clId="{F7FF961E-CF96-44AC-93C2-93612F62D46D}" dt="2026-03-18T10:49:04.018" v="1035" actId="27636"/>
          <ac:spMkLst>
            <pc:docMk/>
            <pc:sldMk cId="1050361827" sldId="273"/>
            <ac:spMk id="3" creationId="{9EE26896-749F-FF8E-9EF0-937E4A5BBC39}"/>
          </ac:spMkLst>
        </pc:spChg>
      </pc:sldChg>
      <pc:sldChg chg="addSp modSp new mod modShow">
        <pc:chgData name="Berg, Dirk van den" userId="035ecb32-01d9-4b47-a105-eacf059a4647" providerId="ADAL" clId="{F7FF961E-CF96-44AC-93C2-93612F62D46D}" dt="2026-03-19T14:34:50.071" v="6807" actId="729"/>
        <pc:sldMkLst>
          <pc:docMk/>
          <pc:sldMk cId="529516061" sldId="274"/>
        </pc:sldMkLst>
        <pc:spChg chg="mod">
          <ac:chgData name="Berg, Dirk van den" userId="035ecb32-01d9-4b47-a105-eacf059a4647" providerId="ADAL" clId="{F7FF961E-CF96-44AC-93C2-93612F62D46D}" dt="2026-03-18T10:50:36.766" v="1038" actId="27636"/>
          <ac:spMkLst>
            <pc:docMk/>
            <pc:sldMk cId="529516061" sldId="274"/>
            <ac:spMk id="3" creationId="{B6337459-F26B-34B3-0A9D-361D23C1CB84}"/>
          </ac:spMkLst>
        </pc:spChg>
        <pc:spChg chg="add mod">
          <ac:chgData name="Berg, Dirk van den" userId="035ecb32-01d9-4b47-a105-eacf059a4647" providerId="ADAL" clId="{F7FF961E-CF96-44AC-93C2-93612F62D46D}" dt="2026-03-18T10:55:01.093" v="1042" actId="1076"/>
          <ac:spMkLst>
            <pc:docMk/>
            <pc:sldMk cId="529516061" sldId="274"/>
            <ac:spMk id="7" creationId="{FF728E21-63E4-CDB0-955F-023079DD1FE8}"/>
          </ac:spMkLst>
        </pc:spChg>
        <pc:picChg chg="add mod">
          <ac:chgData name="Berg, Dirk van den" userId="035ecb32-01d9-4b47-a105-eacf059a4647" providerId="ADAL" clId="{F7FF961E-CF96-44AC-93C2-93612F62D46D}" dt="2026-03-18T10:50:46.795" v="1040" actId="1076"/>
          <ac:picMkLst>
            <pc:docMk/>
            <pc:sldMk cId="529516061" sldId="274"/>
            <ac:picMk id="5" creationId="{5949D99C-3064-8FA3-CA08-7A80BEB747B9}"/>
          </ac:picMkLst>
        </pc:picChg>
      </pc:sldChg>
      <pc:sldChg chg="modSp new mod modShow">
        <pc:chgData name="Berg, Dirk van den" userId="035ecb32-01d9-4b47-a105-eacf059a4647" providerId="ADAL" clId="{F7FF961E-CF96-44AC-93C2-93612F62D46D}" dt="2026-03-19T14:34:50.071" v="6807" actId="729"/>
        <pc:sldMkLst>
          <pc:docMk/>
          <pc:sldMk cId="2024375309" sldId="275"/>
        </pc:sldMkLst>
        <pc:spChg chg="mod">
          <ac:chgData name="Berg, Dirk van den" userId="035ecb32-01d9-4b47-a105-eacf059a4647" providerId="ADAL" clId="{F7FF961E-CF96-44AC-93C2-93612F62D46D}" dt="2026-03-18T10:56:21.023" v="1045" actId="27636"/>
          <ac:spMkLst>
            <pc:docMk/>
            <pc:sldMk cId="2024375309" sldId="275"/>
            <ac:spMk id="3" creationId="{E727C679-C2E4-06B9-067C-081E2441B145}"/>
          </ac:spMkLst>
        </pc:spChg>
      </pc:sldChg>
      <pc:sldChg chg="addSp modSp new mod modShow">
        <pc:chgData name="Berg, Dirk van den" userId="035ecb32-01d9-4b47-a105-eacf059a4647" providerId="ADAL" clId="{F7FF961E-CF96-44AC-93C2-93612F62D46D}" dt="2026-03-19T14:35:02.224" v="6808" actId="729"/>
        <pc:sldMkLst>
          <pc:docMk/>
          <pc:sldMk cId="2430339579" sldId="276"/>
        </pc:sldMkLst>
        <pc:spChg chg="mod">
          <ac:chgData name="Berg, Dirk van den" userId="035ecb32-01d9-4b47-a105-eacf059a4647" providerId="ADAL" clId="{F7FF961E-CF96-44AC-93C2-93612F62D46D}" dt="2026-03-18T13:33:42.847" v="1096" actId="20577"/>
          <ac:spMkLst>
            <pc:docMk/>
            <pc:sldMk cId="2430339579" sldId="276"/>
            <ac:spMk id="2" creationId="{E6DCBA35-2B5F-01B8-8795-EC24520F9164}"/>
          </ac:spMkLst>
        </pc:spChg>
        <pc:spChg chg="mod">
          <ac:chgData name="Berg, Dirk van den" userId="035ecb32-01d9-4b47-a105-eacf059a4647" providerId="ADAL" clId="{F7FF961E-CF96-44AC-93C2-93612F62D46D}" dt="2026-03-18T13:33:58.495" v="1190" actId="20577"/>
          <ac:spMkLst>
            <pc:docMk/>
            <pc:sldMk cId="2430339579" sldId="276"/>
            <ac:spMk id="3" creationId="{A84C5270-CFFC-4BBB-B43D-7FE54FA12892}"/>
          </ac:spMkLst>
        </pc:spChg>
        <pc:picChg chg="add mod">
          <ac:chgData name="Berg, Dirk van den" userId="035ecb32-01d9-4b47-a105-eacf059a4647" providerId="ADAL" clId="{F7FF961E-CF96-44AC-93C2-93612F62D46D}" dt="2026-03-18T13:33:31.865" v="1048" actId="1076"/>
          <ac:picMkLst>
            <pc:docMk/>
            <pc:sldMk cId="2430339579" sldId="276"/>
            <ac:picMk id="5" creationId="{2DE4AEA9-54EB-B1C4-7339-59F7C1893B17}"/>
          </ac:picMkLst>
        </pc:picChg>
      </pc:sldChg>
      <pc:sldChg chg="modSp new mod modShow">
        <pc:chgData name="Berg, Dirk van den" userId="035ecb32-01d9-4b47-a105-eacf059a4647" providerId="ADAL" clId="{F7FF961E-CF96-44AC-93C2-93612F62D46D}" dt="2026-03-19T14:25:16.303" v="6625" actId="729"/>
        <pc:sldMkLst>
          <pc:docMk/>
          <pc:sldMk cId="4247908682" sldId="277"/>
        </pc:sldMkLst>
        <pc:spChg chg="mod">
          <ac:chgData name="Berg, Dirk van den" userId="035ecb32-01d9-4b47-a105-eacf059a4647" providerId="ADAL" clId="{F7FF961E-CF96-44AC-93C2-93612F62D46D}" dt="2026-03-18T14:20:16.514" v="1197" actId="20577"/>
          <ac:spMkLst>
            <pc:docMk/>
            <pc:sldMk cId="4247908682" sldId="277"/>
            <ac:spMk id="3" creationId="{D40272F3-ED8B-80B5-6FA4-EC8A6EAE8BAD}"/>
          </ac:spMkLst>
        </pc:spChg>
      </pc:sldChg>
      <pc:sldChg chg="modSp new mod ord modShow">
        <pc:chgData name="Berg, Dirk van den" userId="035ecb32-01d9-4b47-a105-eacf059a4647" providerId="ADAL" clId="{F7FF961E-CF96-44AC-93C2-93612F62D46D}" dt="2026-03-19T12:28:30.380" v="4407" actId="729"/>
        <pc:sldMkLst>
          <pc:docMk/>
          <pc:sldMk cId="3388774703" sldId="278"/>
        </pc:sldMkLst>
        <pc:spChg chg="mod">
          <ac:chgData name="Berg, Dirk van den" userId="035ecb32-01d9-4b47-a105-eacf059a4647" providerId="ADAL" clId="{F7FF961E-CF96-44AC-93C2-93612F62D46D}" dt="2026-03-19T09:55:36.817" v="2887" actId="20577"/>
          <ac:spMkLst>
            <pc:docMk/>
            <pc:sldMk cId="3388774703" sldId="278"/>
            <ac:spMk id="3" creationId="{9DD03C35-FADC-2EEF-554B-0E03ED99EE20}"/>
          </ac:spMkLst>
        </pc:spChg>
      </pc:sldChg>
      <pc:sldChg chg="modSp new mod modShow">
        <pc:chgData name="Berg, Dirk van den" userId="035ecb32-01d9-4b47-a105-eacf059a4647" providerId="ADAL" clId="{F7FF961E-CF96-44AC-93C2-93612F62D46D}" dt="2026-03-19T14:24:48.057" v="6621" actId="729"/>
        <pc:sldMkLst>
          <pc:docMk/>
          <pc:sldMk cId="3189009374" sldId="279"/>
        </pc:sldMkLst>
        <pc:spChg chg="mod">
          <ac:chgData name="Berg, Dirk van den" userId="035ecb32-01d9-4b47-a105-eacf059a4647" providerId="ADAL" clId="{F7FF961E-CF96-44AC-93C2-93612F62D46D}" dt="2026-03-18T15:38:01.461" v="1789" actId="20577"/>
          <ac:spMkLst>
            <pc:docMk/>
            <pc:sldMk cId="3189009374" sldId="279"/>
            <ac:spMk id="3" creationId="{7C5A6FD9-3A50-B0C4-831F-D92FB9E2C448}"/>
          </ac:spMkLst>
        </pc:spChg>
      </pc:sldChg>
      <pc:sldChg chg="addSp delSp modSp new mod setBg modShow">
        <pc:chgData name="Berg, Dirk van den" userId="035ecb32-01d9-4b47-a105-eacf059a4647" providerId="ADAL" clId="{F7FF961E-CF96-44AC-93C2-93612F62D46D}" dt="2026-03-19T14:25:09.547" v="6624" actId="729"/>
        <pc:sldMkLst>
          <pc:docMk/>
          <pc:sldMk cId="2021032305" sldId="280"/>
        </pc:sldMkLst>
        <pc:spChg chg="mod">
          <ac:chgData name="Berg, Dirk van den" userId="035ecb32-01d9-4b47-a105-eacf059a4647" providerId="ADAL" clId="{F7FF961E-CF96-44AC-93C2-93612F62D46D}" dt="2026-03-18T15:45:17.656" v="1797" actId="26606"/>
          <ac:spMkLst>
            <pc:docMk/>
            <pc:sldMk cId="2021032305" sldId="280"/>
            <ac:spMk id="2" creationId="{F4A8DC53-D391-AAA8-66F1-111C1F855C39}"/>
          </ac:spMkLst>
        </pc:spChg>
        <pc:spChg chg="mod">
          <ac:chgData name="Berg, Dirk van den" userId="035ecb32-01d9-4b47-a105-eacf059a4647" providerId="ADAL" clId="{F7FF961E-CF96-44AC-93C2-93612F62D46D}" dt="2026-03-18T15:45:17.656" v="1797" actId="26606"/>
          <ac:spMkLst>
            <pc:docMk/>
            <pc:sldMk cId="2021032305" sldId="280"/>
            <ac:spMk id="3" creationId="{D7E1029D-F939-C76A-DDB1-552C0754CBE3}"/>
          </ac:spMkLst>
        </pc:spChg>
        <pc:spChg chg="add del">
          <ac:chgData name="Berg, Dirk van den" userId="035ecb32-01d9-4b47-a105-eacf059a4647" providerId="ADAL" clId="{F7FF961E-CF96-44AC-93C2-93612F62D46D}" dt="2026-03-18T15:45:17.656" v="1797" actId="26606"/>
          <ac:spMkLst>
            <pc:docMk/>
            <pc:sldMk cId="2021032305" sldId="280"/>
            <ac:spMk id="12" creationId="{0D7B6173-1D58-48E2-83CF-37350F315F75}"/>
          </ac:spMkLst>
        </pc:spChg>
        <pc:spChg chg="add del">
          <ac:chgData name="Berg, Dirk van den" userId="035ecb32-01d9-4b47-a105-eacf059a4647" providerId="ADAL" clId="{F7FF961E-CF96-44AC-93C2-93612F62D46D}" dt="2026-03-18T15:45:17.656" v="1797" actId="26606"/>
          <ac:spMkLst>
            <pc:docMk/>
            <pc:sldMk cId="2021032305" sldId="280"/>
            <ac:spMk id="14" creationId="{2F36CA75-CFBF-4844-B719-8FE9EBADA9AF}"/>
          </ac:spMkLst>
        </pc:spChg>
        <pc:spChg chg="add del">
          <ac:chgData name="Berg, Dirk van den" userId="035ecb32-01d9-4b47-a105-eacf059a4647" providerId="ADAL" clId="{F7FF961E-CF96-44AC-93C2-93612F62D46D}" dt="2026-03-18T15:45:17.656" v="1797" actId="26606"/>
          <ac:spMkLst>
            <pc:docMk/>
            <pc:sldMk cId="2021032305" sldId="280"/>
            <ac:spMk id="16" creationId="{3D4A84B9-E564-4DD0-97F8-DBF1C460C28A}"/>
          </ac:spMkLst>
        </pc:spChg>
        <pc:spChg chg="add del">
          <ac:chgData name="Berg, Dirk van den" userId="035ecb32-01d9-4b47-a105-eacf059a4647" providerId="ADAL" clId="{F7FF961E-CF96-44AC-93C2-93612F62D46D}" dt="2026-03-18T15:45:17.656" v="1797" actId="26606"/>
          <ac:spMkLst>
            <pc:docMk/>
            <pc:sldMk cId="2021032305" sldId="280"/>
            <ac:spMk id="20" creationId="{102382E0-0A09-46AE-B955-B911CAFE7F00}"/>
          </ac:spMkLst>
        </pc:spChg>
        <pc:spChg chg="add del">
          <ac:chgData name="Berg, Dirk van den" userId="035ecb32-01d9-4b47-a105-eacf059a4647" providerId="ADAL" clId="{F7FF961E-CF96-44AC-93C2-93612F62D46D}" dt="2026-03-18T15:45:17.656" v="1797" actId="26606"/>
          <ac:spMkLst>
            <pc:docMk/>
            <pc:sldMk cId="2021032305" sldId="280"/>
            <ac:spMk id="22" creationId="{7DE75D4A-0965-4973-BE75-DECCAC9A9614}"/>
          </ac:spMkLst>
        </pc:spChg>
        <pc:picChg chg="add mod ord">
          <ac:chgData name="Berg, Dirk van den" userId="035ecb32-01d9-4b47-a105-eacf059a4647" providerId="ADAL" clId="{F7FF961E-CF96-44AC-93C2-93612F62D46D}" dt="2026-03-18T15:45:17.656" v="1797" actId="26606"/>
          <ac:picMkLst>
            <pc:docMk/>
            <pc:sldMk cId="2021032305" sldId="280"/>
            <ac:picMk id="5" creationId="{4A0363F7-5522-7EE3-D16C-89BBA53E8678}"/>
          </ac:picMkLst>
        </pc:picChg>
        <pc:picChg chg="add mod ord">
          <ac:chgData name="Berg, Dirk van den" userId="035ecb32-01d9-4b47-a105-eacf059a4647" providerId="ADAL" clId="{F7FF961E-CF96-44AC-93C2-93612F62D46D}" dt="2026-03-18T15:45:17.656" v="1797" actId="26606"/>
          <ac:picMkLst>
            <pc:docMk/>
            <pc:sldMk cId="2021032305" sldId="280"/>
            <ac:picMk id="7" creationId="{63166CA9-8157-69F0-F49E-F9879FF528C5}"/>
          </ac:picMkLst>
        </pc:picChg>
        <pc:picChg chg="add del">
          <ac:chgData name="Berg, Dirk van den" userId="035ecb32-01d9-4b47-a105-eacf059a4647" providerId="ADAL" clId="{F7FF961E-CF96-44AC-93C2-93612F62D46D}" dt="2026-03-18T15:45:17.656" v="1797" actId="26606"/>
          <ac:picMkLst>
            <pc:docMk/>
            <pc:sldMk cId="2021032305" sldId="280"/>
            <ac:picMk id="18" creationId="{4A599609-F5C2-4A0B-A992-913F814A631A}"/>
          </ac:picMkLst>
        </pc:picChg>
      </pc:sldChg>
      <pc:sldChg chg="addSp delSp modSp new mod modShow">
        <pc:chgData name="Berg, Dirk van den" userId="035ecb32-01d9-4b47-a105-eacf059a4647" providerId="ADAL" clId="{F7FF961E-CF96-44AC-93C2-93612F62D46D}" dt="2026-03-19T14:25:07.652" v="6623" actId="729"/>
        <pc:sldMkLst>
          <pc:docMk/>
          <pc:sldMk cId="2700867072" sldId="281"/>
        </pc:sldMkLst>
        <pc:spChg chg="mod">
          <ac:chgData name="Berg, Dirk van den" userId="035ecb32-01d9-4b47-a105-eacf059a4647" providerId="ADAL" clId="{F7FF961E-CF96-44AC-93C2-93612F62D46D}" dt="2026-03-18T16:06:18.061" v="1828" actId="20577"/>
          <ac:spMkLst>
            <pc:docMk/>
            <pc:sldMk cId="2700867072" sldId="281"/>
            <ac:spMk id="2" creationId="{220BF617-09BB-B5DF-AD73-7DC8F8CE13B5}"/>
          </ac:spMkLst>
        </pc:spChg>
        <pc:spChg chg="mod">
          <ac:chgData name="Berg, Dirk van den" userId="035ecb32-01d9-4b47-a105-eacf059a4647" providerId="ADAL" clId="{F7FF961E-CF96-44AC-93C2-93612F62D46D}" dt="2026-03-18T16:06:23.499" v="1829"/>
          <ac:spMkLst>
            <pc:docMk/>
            <pc:sldMk cId="2700867072" sldId="281"/>
            <ac:spMk id="3" creationId="{EC30DFA5-DEEF-F8C5-FA0E-C5C4896B780A}"/>
          </ac:spMkLst>
        </pc:spChg>
        <pc:spChg chg="add del">
          <ac:chgData name="Berg, Dirk van den" userId="035ecb32-01d9-4b47-a105-eacf059a4647" providerId="ADAL" clId="{F7FF961E-CF96-44AC-93C2-93612F62D46D}" dt="2026-03-18T16:06:07.244" v="1800" actId="22"/>
          <ac:spMkLst>
            <pc:docMk/>
            <pc:sldMk cId="2700867072" sldId="281"/>
            <ac:spMk id="5" creationId="{39682A42-1FB3-7C82-9F93-AAE734ABFE99}"/>
          </ac:spMkLst>
        </pc:spChg>
        <pc:picChg chg="add mod">
          <ac:chgData name="Berg, Dirk van den" userId="035ecb32-01d9-4b47-a105-eacf059a4647" providerId="ADAL" clId="{F7FF961E-CF96-44AC-93C2-93612F62D46D}" dt="2026-03-18T16:06:12.773" v="1803" actId="1076"/>
          <ac:picMkLst>
            <pc:docMk/>
            <pc:sldMk cId="2700867072" sldId="281"/>
            <ac:picMk id="7" creationId="{468D4652-1C40-65DE-CBA3-74525A752C6A}"/>
          </ac:picMkLst>
        </pc:picChg>
      </pc:sldChg>
      <pc:sldChg chg="modSp new mod">
        <pc:chgData name="Berg, Dirk van den" userId="035ecb32-01d9-4b47-a105-eacf059a4647" providerId="ADAL" clId="{F7FF961E-CF96-44AC-93C2-93612F62D46D}" dt="2026-03-19T12:20:16.207" v="4404" actId="368"/>
        <pc:sldMkLst>
          <pc:docMk/>
          <pc:sldMk cId="583073464" sldId="282"/>
        </pc:sldMkLst>
        <pc:spChg chg="mod">
          <ac:chgData name="Berg, Dirk van den" userId="035ecb32-01d9-4b47-a105-eacf059a4647" providerId="ADAL" clId="{F7FF961E-CF96-44AC-93C2-93612F62D46D}" dt="2026-03-19T12:17:18.207" v="3985" actId="20577"/>
          <ac:spMkLst>
            <pc:docMk/>
            <pc:sldMk cId="583073464" sldId="282"/>
            <ac:spMk id="2" creationId="{33E92AB2-212B-3FD6-7BEE-7D91434A83EB}"/>
          </ac:spMkLst>
        </pc:spChg>
        <pc:spChg chg="mod">
          <ac:chgData name="Berg, Dirk van den" userId="035ecb32-01d9-4b47-a105-eacf059a4647" providerId="ADAL" clId="{F7FF961E-CF96-44AC-93C2-93612F62D46D}" dt="2026-03-19T12:20:16.207" v="4404" actId="368"/>
          <ac:spMkLst>
            <pc:docMk/>
            <pc:sldMk cId="583073464" sldId="282"/>
            <ac:spMk id="3" creationId="{F801838B-0010-1BF3-FFAF-7E5824210292}"/>
          </ac:spMkLst>
        </pc:spChg>
      </pc:sldChg>
      <pc:sldChg chg="modSp new mod modShow">
        <pc:chgData name="Berg, Dirk van den" userId="035ecb32-01d9-4b47-a105-eacf059a4647" providerId="ADAL" clId="{F7FF961E-CF96-44AC-93C2-93612F62D46D}" dt="2026-03-19T12:40:49.971" v="4626" actId="729"/>
        <pc:sldMkLst>
          <pc:docMk/>
          <pc:sldMk cId="2359724167" sldId="283"/>
        </pc:sldMkLst>
        <pc:spChg chg="mod">
          <ac:chgData name="Berg, Dirk van den" userId="035ecb32-01d9-4b47-a105-eacf059a4647" providerId="ADAL" clId="{F7FF961E-CF96-44AC-93C2-93612F62D46D}" dt="2026-03-19T08:35:33.121" v="2237" actId="20577"/>
          <ac:spMkLst>
            <pc:docMk/>
            <pc:sldMk cId="2359724167" sldId="283"/>
            <ac:spMk id="3" creationId="{B5557FBB-BD36-60AB-B711-EF01A83C2285}"/>
          </ac:spMkLst>
        </pc:spChg>
      </pc:sldChg>
      <pc:sldChg chg="modSp new mod modShow">
        <pc:chgData name="Berg, Dirk van den" userId="035ecb32-01d9-4b47-a105-eacf059a4647" providerId="ADAL" clId="{F7FF961E-CF96-44AC-93C2-93612F62D46D}" dt="2026-03-19T13:17:24.731" v="5609" actId="729"/>
        <pc:sldMkLst>
          <pc:docMk/>
          <pc:sldMk cId="3391421491" sldId="284"/>
        </pc:sldMkLst>
        <pc:spChg chg="mod">
          <ac:chgData name="Berg, Dirk van den" userId="035ecb32-01d9-4b47-a105-eacf059a4647" providerId="ADAL" clId="{F7FF961E-CF96-44AC-93C2-93612F62D46D}" dt="2026-03-19T08:36:01.814" v="2275" actId="20577"/>
          <ac:spMkLst>
            <pc:docMk/>
            <pc:sldMk cId="3391421491" sldId="284"/>
            <ac:spMk id="2" creationId="{910456E6-7370-65DC-D188-BD8B7DCB39B9}"/>
          </ac:spMkLst>
        </pc:spChg>
        <pc:spChg chg="mod">
          <ac:chgData name="Berg, Dirk van den" userId="035ecb32-01d9-4b47-a105-eacf059a4647" providerId="ADAL" clId="{F7FF961E-CF96-44AC-93C2-93612F62D46D}" dt="2026-03-19T08:36:44.464" v="2424" actId="1076"/>
          <ac:spMkLst>
            <pc:docMk/>
            <pc:sldMk cId="3391421491" sldId="284"/>
            <ac:spMk id="3" creationId="{2EB0F4CA-981E-5CBA-156E-B2B51F30AC70}"/>
          </ac:spMkLst>
        </pc:spChg>
      </pc:sldChg>
      <pc:sldChg chg="addSp modSp new mod ord modShow">
        <pc:chgData name="Berg, Dirk van den" userId="035ecb32-01d9-4b47-a105-eacf059a4647" providerId="ADAL" clId="{F7FF961E-CF96-44AC-93C2-93612F62D46D}" dt="2026-03-19T14:34:27.075" v="6802" actId="729"/>
        <pc:sldMkLst>
          <pc:docMk/>
          <pc:sldMk cId="387910462" sldId="285"/>
        </pc:sldMkLst>
        <pc:spChg chg="mod">
          <ac:chgData name="Berg, Dirk van den" userId="035ecb32-01d9-4b47-a105-eacf059a4647" providerId="ADAL" clId="{F7FF961E-CF96-44AC-93C2-93612F62D46D}" dt="2026-03-19T10:27:23.869" v="2948" actId="20577"/>
          <ac:spMkLst>
            <pc:docMk/>
            <pc:sldMk cId="387910462" sldId="285"/>
            <ac:spMk id="2" creationId="{0048896B-0073-EA44-468E-42673806996F}"/>
          </ac:spMkLst>
        </pc:spChg>
        <pc:spChg chg="mod">
          <ac:chgData name="Berg, Dirk van den" userId="035ecb32-01d9-4b47-a105-eacf059a4647" providerId="ADAL" clId="{F7FF961E-CF96-44AC-93C2-93612F62D46D}" dt="2026-03-19T10:28:36.351" v="2949"/>
          <ac:spMkLst>
            <pc:docMk/>
            <pc:sldMk cId="387910462" sldId="285"/>
            <ac:spMk id="3" creationId="{D681C6D6-C6AF-08E8-005C-1637EEB57C8B}"/>
          </ac:spMkLst>
        </pc:spChg>
        <pc:picChg chg="add mod">
          <ac:chgData name="Berg, Dirk van den" userId="035ecb32-01d9-4b47-a105-eacf059a4647" providerId="ADAL" clId="{F7FF961E-CF96-44AC-93C2-93612F62D46D}" dt="2026-03-19T14:25:35.630" v="6633" actId="1076"/>
          <ac:picMkLst>
            <pc:docMk/>
            <pc:sldMk cId="387910462" sldId="285"/>
            <ac:picMk id="5" creationId="{8A6AC407-21EF-2893-46C8-6E38E4902A3C}"/>
          </ac:picMkLst>
        </pc:picChg>
      </pc:sldChg>
      <pc:sldChg chg="addSp modSp new mod modShow">
        <pc:chgData name="Berg, Dirk van den" userId="035ecb32-01d9-4b47-a105-eacf059a4647" providerId="ADAL" clId="{F7FF961E-CF96-44AC-93C2-93612F62D46D}" dt="2026-03-19T14:34:38.255" v="6804" actId="729"/>
        <pc:sldMkLst>
          <pc:docMk/>
          <pc:sldMk cId="3543093464" sldId="286"/>
        </pc:sldMkLst>
        <pc:spChg chg="mod">
          <ac:chgData name="Berg, Dirk van den" userId="035ecb32-01d9-4b47-a105-eacf059a4647" providerId="ADAL" clId="{F7FF961E-CF96-44AC-93C2-93612F62D46D}" dt="2026-03-19T10:29:48.750" v="3011" actId="20577"/>
          <ac:spMkLst>
            <pc:docMk/>
            <pc:sldMk cId="3543093464" sldId="286"/>
            <ac:spMk id="2" creationId="{957D7105-D105-CEA0-7A12-CE0BEF4D2FA3}"/>
          </ac:spMkLst>
        </pc:spChg>
        <pc:spChg chg="mod">
          <ac:chgData name="Berg, Dirk van den" userId="035ecb32-01d9-4b47-a105-eacf059a4647" providerId="ADAL" clId="{F7FF961E-CF96-44AC-93C2-93612F62D46D}" dt="2026-03-19T10:29:35.527" v="2951"/>
          <ac:spMkLst>
            <pc:docMk/>
            <pc:sldMk cId="3543093464" sldId="286"/>
            <ac:spMk id="3" creationId="{48A258DE-69F1-3AB9-0EEF-9915EACF185C}"/>
          </ac:spMkLst>
        </pc:spChg>
        <pc:spChg chg="add mod">
          <ac:chgData name="Berg, Dirk van den" userId="035ecb32-01d9-4b47-a105-eacf059a4647" providerId="ADAL" clId="{F7FF961E-CF96-44AC-93C2-93612F62D46D}" dt="2026-03-19T10:30:06.422" v="3014" actId="1076"/>
          <ac:spMkLst>
            <pc:docMk/>
            <pc:sldMk cId="3543093464" sldId="286"/>
            <ac:spMk id="5" creationId="{E6299CFC-5FF1-051E-03FB-2052B02DB690}"/>
          </ac:spMkLst>
        </pc:spChg>
      </pc:sldChg>
      <pc:sldChg chg="addSp modSp new mod ord modShow">
        <pc:chgData name="Berg, Dirk van den" userId="035ecb32-01d9-4b47-a105-eacf059a4647" providerId="ADAL" clId="{F7FF961E-CF96-44AC-93C2-93612F62D46D}" dt="2026-03-19T14:34:29.872" v="6803" actId="729"/>
        <pc:sldMkLst>
          <pc:docMk/>
          <pc:sldMk cId="2455974489" sldId="287"/>
        </pc:sldMkLst>
        <pc:spChg chg="add mod">
          <ac:chgData name="Berg, Dirk van den" userId="035ecb32-01d9-4b47-a105-eacf059a4647" providerId="ADAL" clId="{F7FF961E-CF96-44AC-93C2-93612F62D46D}" dt="2026-03-19T10:42:22.907" v="3020" actId="20577"/>
          <ac:spMkLst>
            <pc:docMk/>
            <pc:sldMk cId="2455974489" sldId="287"/>
            <ac:spMk id="7" creationId="{19AA3B17-9E8D-3D2F-C2F0-7EF6328367B6}"/>
          </ac:spMkLst>
        </pc:spChg>
        <pc:picChg chg="add mod">
          <ac:chgData name="Berg, Dirk van den" userId="035ecb32-01d9-4b47-a105-eacf059a4647" providerId="ADAL" clId="{F7FF961E-CF96-44AC-93C2-93612F62D46D}" dt="2026-03-19T10:42:11.550" v="3017" actId="1076"/>
          <ac:picMkLst>
            <pc:docMk/>
            <pc:sldMk cId="2455974489" sldId="287"/>
            <ac:picMk id="5" creationId="{0DFC0800-0A83-3F80-78DA-F43A9CEF755F}"/>
          </ac:picMkLst>
        </pc:picChg>
      </pc:sldChg>
      <pc:sldChg chg="add mod modShow">
        <pc:chgData name="Berg, Dirk van den" userId="035ecb32-01d9-4b47-a105-eacf059a4647" providerId="ADAL" clId="{F7FF961E-CF96-44AC-93C2-93612F62D46D}" dt="2026-03-19T11:42:23.778" v="3166" actId="729"/>
        <pc:sldMkLst>
          <pc:docMk/>
          <pc:sldMk cId="3023770212" sldId="288"/>
        </pc:sldMkLst>
      </pc:sldChg>
      <pc:sldChg chg="addSp delSp modSp new mod">
        <pc:chgData name="Berg, Dirk van den" userId="035ecb32-01d9-4b47-a105-eacf059a4647" providerId="ADAL" clId="{F7FF961E-CF96-44AC-93C2-93612F62D46D}" dt="2026-03-19T11:55:40.215" v="3363"/>
        <pc:sldMkLst>
          <pc:docMk/>
          <pc:sldMk cId="1228495527" sldId="289"/>
        </pc:sldMkLst>
        <pc:spChg chg="mod">
          <ac:chgData name="Berg, Dirk van den" userId="035ecb32-01d9-4b47-a105-eacf059a4647" providerId="ADAL" clId="{F7FF961E-CF96-44AC-93C2-93612F62D46D}" dt="2026-03-19T11:49:14.958" v="3260" actId="20577"/>
          <ac:spMkLst>
            <pc:docMk/>
            <pc:sldMk cId="1228495527" sldId="289"/>
            <ac:spMk id="2" creationId="{1EAD38D0-E1FF-0D6C-EB54-664901F4A58B}"/>
          </ac:spMkLst>
        </pc:spChg>
        <pc:spChg chg="mod">
          <ac:chgData name="Berg, Dirk van den" userId="035ecb32-01d9-4b47-a105-eacf059a4647" providerId="ADAL" clId="{F7FF961E-CF96-44AC-93C2-93612F62D46D}" dt="2026-03-19T11:55:23.235" v="3361" actId="20577"/>
          <ac:spMkLst>
            <pc:docMk/>
            <pc:sldMk cId="1228495527" sldId="289"/>
            <ac:spMk id="3" creationId="{C6D46854-7084-E59D-3FF5-5A3017004091}"/>
          </ac:spMkLst>
        </pc:spChg>
        <pc:spChg chg="add del mod">
          <ac:chgData name="Berg, Dirk van den" userId="035ecb32-01d9-4b47-a105-eacf059a4647" providerId="ADAL" clId="{F7FF961E-CF96-44AC-93C2-93612F62D46D}" dt="2026-03-19T11:55:40.215" v="3363"/>
          <ac:spMkLst>
            <pc:docMk/>
            <pc:sldMk cId="1228495527" sldId="289"/>
            <ac:spMk id="4" creationId="{4C7C253C-5944-A705-0C58-85D09A6F2246}"/>
          </ac:spMkLst>
        </pc:spChg>
      </pc:sldChg>
      <pc:sldChg chg="addSp delSp modSp add mod">
        <pc:chgData name="Berg, Dirk van den" userId="035ecb32-01d9-4b47-a105-eacf059a4647" providerId="ADAL" clId="{F7FF961E-CF96-44AC-93C2-93612F62D46D}" dt="2026-03-19T12:04:32.173" v="3478" actId="27636"/>
        <pc:sldMkLst>
          <pc:docMk/>
          <pc:sldMk cId="2108255149" sldId="290"/>
        </pc:sldMkLst>
        <pc:spChg chg="mod">
          <ac:chgData name="Berg, Dirk van den" userId="035ecb32-01d9-4b47-a105-eacf059a4647" providerId="ADAL" clId="{F7FF961E-CF96-44AC-93C2-93612F62D46D}" dt="2026-03-19T11:43:02.142" v="3217" actId="20577"/>
          <ac:spMkLst>
            <pc:docMk/>
            <pc:sldMk cId="2108255149" sldId="290"/>
            <ac:spMk id="2" creationId="{88A9F064-3C5B-06D2-086C-C62D351D6465}"/>
          </ac:spMkLst>
        </pc:spChg>
        <pc:spChg chg="add del mod">
          <ac:chgData name="Berg, Dirk van den" userId="035ecb32-01d9-4b47-a105-eacf059a4647" providerId="ADAL" clId="{F7FF961E-CF96-44AC-93C2-93612F62D46D}" dt="2026-03-19T12:04:32.173" v="3478" actId="27636"/>
          <ac:spMkLst>
            <pc:docMk/>
            <pc:sldMk cId="2108255149" sldId="290"/>
            <ac:spMk id="3" creationId="{38084CF8-C6AC-1408-A184-6C536FF2634F}"/>
          </ac:spMkLst>
        </pc:spChg>
        <pc:spChg chg="add mod">
          <ac:chgData name="Berg, Dirk van den" userId="035ecb32-01d9-4b47-a105-eacf059a4647" providerId="ADAL" clId="{F7FF961E-CF96-44AC-93C2-93612F62D46D}" dt="2026-03-19T12:04:21.409" v="3467"/>
          <ac:spMkLst>
            <pc:docMk/>
            <pc:sldMk cId="2108255149" sldId="290"/>
            <ac:spMk id="4" creationId="{8991C799-E74B-94DA-A47D-FC3893A03029}"/>
          </ac:spMkLst>
        </pc:spChg>
      </pc:sldChg>
      <pc:sldChg chg="addSp delSp modSp add mod ord">
        <pc:chgData name="Berg, Dirk van den" userId="035ecb32-01d9-4b47-a105-eacf059a4647" providerId="ADAL" clId="{F7FF961E-CF96-44AC-93C2-93612F62D46D}" dt="2026-03-19T12:05:15.893" v="3491" actId="27636"/>
        <pc:sldMkLst>
          <pc:docMk/>
          <pc:sldMk cId="1736396483" sldId="291"/>
        </pc:sldMkLst>
        <pc:spChg chg="mod">
          <ac:chgData name="Berg, Dirk van den" userId="035ecb32-01d9-4b47-a105-eacf059a4647" providerId="ADAL" clId="{F7FF961E-CF96-44AC-93C2-93612F62D46D}" dt="2026-03-19T11:48:46.406" v="3250" actId="20577"/>
          <ac:spMkLst>
            <pc:docMk/>
            <pc:sldMk cId="1736396483" sldId="291"/>
            <ac:spMk id="2" creationId="{7D054860-B349-FFE2-F8AA-5D1E49F55ADD}"/>
          </ac:spMkLst>
        </pc:spChg>
        <pc:spChg chg="add del mod">
          <ac:chgData name="Berg, Dirk van den" userId="035ecb32-01d9-4b47-a105-eacf059a4647" providerId="ADAL" clId="{F7FF961E-CF96-44AC-93C2-93612F62D46D}" dt="2026-03-19T12:05:15.893" v="3491" actId="27636"/>
          <ac:spMkLst>
            <pc:docMk/>
            <pc:sldMk cId="1736396483" sldId="291"/>
            <ac:spMk id="3" creationId="{60B481E7-52E6-3F4D-81E8-D36F1D138A61}"/>
          </ac:spMkLst>
        </pc:spChg>
        <pc:spChg chg="add mod">
          <ac:chgData name="Berg, Dirk van den" userId="035ecb32-01d9-4b47-a105-eacf059a4647" providerId="ADAL" clId="{F7FF961E-CF96-44AC-93C2-93612F62D46D}" dt="2026-03-19T12:05:07.326" v="3480"/>
          <ac:spMkLst>
            <pc:docMk/>
            <pc:sldMk cId="1736396483" sldId="291"/>
            <ac:spMk id="4" creationId="{E5481A90-B9E9-A2D3-7A5F-93A720E76901}"/>
          </ac:spMkLst>
        </pc:spChg>
      </pc:sldChg>
      <pc:sldChg chg="modSp add mod">
        <pc:chgData name="Berg, Dirk van den" userId="035ecb32-01d9-4b47-a105-eacf059a4647" providerId="ADAL" clId="{F7FF961E-CF96-44AC-93C2-93612F62D46D}" dt="2026-03-19T12:09:39.498" v="3707" actId="15"/>
        <pc:sldMkLst>
          <pc:docMk/>
          <pc:sldMk cId="3784537351" sldId="292"/>
        </pc:sldMkLst>
        <pc:spChg chg="mod">
          <ac:chgData name="Berg, Dirk van den" userId="035ecb32-01d9-4b47-a105-eacf059a4647" providerId="ADAL" clId="{F7FF961E-CF96-44AC-93C2-93612F62D46D}" dt="2026-03-19T11:49:20.239" v="3263" actId="20577"/>
          <ac:spMkLst>
            <pc:docMk/>
            <pc:sldMk cId="3784537351" sldId="292"/>
            <ac:spMk id="2" creationId="{1AD9254D-7B9F-A760-BB28-5670123A13C8}"/>
          </ac:spMkLst>
        </pc:spChg>
        <pc:spChg chg="mod">
          <ac:chgData name="Berg, Dirk van den" userId="035ecb32-01d9-4b47-a105-eacf059a4647" providerId="ADAL" clId="{F7FF961E-CF96-44AC-93C2-93612F62D46D}" dt="2026-03-19T12:09:39.498" v="3707" actId="15"/>
          <ac:spMkLst>
            <pc:docMk/>
            <pc:sldMk cId="3784537351" sldId="292"/>
            <ac:spMk id="3" creationId="{9F792018-242C-21E3-EE03-0C866C3C3757}"/>
          </ac:spMkLst>
        </pc:spChg>
      </pc:sldChg>
      <pc:sldChg chg="addSp delSp modSp add mod ord">
        <pc:chgData name="Berg, Dirk van den" userId="035ecb32-01d9-4b47-a105-eacf059a4647" providerId="ADAL" clId="{F7FF961E-CF96-44AC-93C2-93612F62D46D}" dt="2026-03-19T11:56:57.285" v="3387" actId="27636"/>
        <pc:sldMkLst>
          <pc:docMk/>
          <pc:sldMk cId="1189105514" sldId="293"/>
        </pc:sldMkLst>
        <pc:spChg chg="mod">
          <ac:chgData name="Berg, Dirk van den" userId="035ecb32-01d9-4b47-a105-eacf059a4647" providerId="ADAL" clId="{F7FF961E-CF96-44AC-93C2-93612F62D46D}" dt="2026-03-19T11:48:52.150" v="3254" actId="20577"/>
          <ac:spMkLst>
            <pc:docMk/>
            <pc:sldMk cId="1189105514" sldId="293"/>
            <ac:spMk id="2" creationId="{214A2A36-4383-8035-5E03-0B720C021B5C}"/>
          </ac:spMkLst>
        </pc:spChg>
        <pc:spChg chg="add del mod">
          <ac:chgData name="Berg, Dirk van den" userId="035ecb32-01d9-4b47-a105-eacf059a4647" providerId="ADAL" clId="{F7FF961E-CF96-44AC-93C2-93612F62D46D}" dt="2026-03-19T11:56:57.285" v="3387" actId="27636"/>
          <ac:spMkLst>
            <pc:docMk/>
            <pc:sldMk cId="1189105514" sldId="293"/>
            <ac:spMk id="3" creationId="{2E75AAD3-8B80-BD71-D4D8-D3825E39BC8C}"/>
          </ac:spMkLst>
        </pc:spChg>
        <pc:spChg chg="add mod">
          <ac:chgData name="Berg, Dirk van den" userId="035ecb32-01d9-4b47-a105-eacf059a4647" providerId="ADAL" clId="{F7FF961E-CF96-44AC-93C2-93612F62D46D}" dt="2026-03-19T11:56:26.301" v="3367"/>
          <ac:spMkLst>
            <pc:docMk/>
            <pc:sldMk cId="1189105514" sldId="293"/>
            <ac:spMk id="4" creationId="{973B027D-F35D-A157-8E8B-881E92B2BE96}"/>
          </ac:spMkLst>
        </pc:spChg>
      </pc:sldChg>
      <pc:sldChg chg="addSp delSp modSp add mod">
        <pc:chgData name="Berg, Dirk van den" userId="035ecb32-01d9-4b47-a105-eacf059a4647" providerId="ADAL" clId="{F7FF961E-CF96-44AC-93C2-93612F62D46D}" dt="2026-03-19T12:07:19.859" v="3615" actId="20577"/>
        <pc:sldMkLst>
          <pc:docMk/>
          <pc:sldMk cId="6501713" sldId="294"/>
        </pc:sldMkLst>
        <pc:spChg chg="mod">
          <ac:chgData name="Berg, Dirk van den" userId="035ecb32-01d9-4b47-a105-eacf059a4647" providerId="ADAL" clId="{F7FF961E-CF96-44AC-93C2-93612F62D46D}" dt="2026-03-19T11:49:34.952" v="3281" actId="20577"/>
          <ac:spMkLst>
            <pc:docMk/>
            <pc:sldMk cId="6501713" sldId="294"/>
            <ac:spMk id="2" creationId="{B457554B-AC93-9D6A-73AF-18D7B75FD162}"/>
          </ac:spMkLst>
        </pc:spChg>
        <pc:spChg chg="add del mod">
          <ac:chgData name="Berg, Dirk van den" userId="035ecb32-01d9-4b47-a105-eacf059a4647" providerId="ADAL" clId="{F7FF961E-CF96-44AC-93C2-93612F62D46D}" dt="2026-03-19T12:07:19.859" v="3615" actId="20577"/>
          <ac:spMkLst>
            <pc:docMk/>
            <pc:sldMk cId="6501713" sldId="294"/>
            <ac:spMk id="3" creationId="{F92CCC85-42C2-401D-65BB-5B142CFE3A6E}"/>
          </ac:spMkLst>
        </pc:spChg>
        <pc:spChg chg="add mod">
          <ac:chgData name="Berg, Dirk van den" userId="035ecb32-01d9-4b47-a105-eacf059a4647" providerId="ADAL" clId="{F7FF961E-CF96-44AC-93C2-93612F62D46D}" dt="2026-03-19T12:05:57.803" v="3493"/>
          <ac:spMkLst>
            <pc:docMk/>
            <pc:sldMk cId="6501713" sldId="294"/>
            <ac:spMk id="4" creationId="{2652974C-11E4-8E7E-DD16-DD4C124B23E9}"/>
          </ac:spMkLst>
        </pc:spChg>
      </pc:sldChg>
      <pc:sldChg chg="modSp add mod">
        <pc:chgData name="Berg, Dirk van den" userId="035ecb32-01d9-4b47-a105-eacf059a4647" providerId="ADAL" clId="{F7FF961E-CF96-44AC-93C2-93612F62D46D}" dt="2026-03-19T11:59:39.472" v="3449" actId="20577"/>
        <pc:sldMkLst>
          <pc:docMk/>
          <pc:sldMk cId="1297360415" sldId="295"/>
        </pc:sldMkLst>
        <pc:spChg chg="mod">
          <ac:chgData name="Berg, Dirk van den" userId="035ecb32-01d9-4b47-a105-eacf059a4647" providerId="ADAL" clId="{F7FF961E-CF96-44AC-93C2-93612F62D46D}" dt="2026-03-19T11:49:47.860" v="3284"/>
          <ac:spMkLst>
            <pc:docMk/>
            <pc:sldMk cId="1297360415" sldId="295"/>
            <ac:spMk id="2" creationId="{703B5622-F8B3-A397-CA6E-DC0ADE9D8F6B}"/>
          </ac:spMkLst>
        </pc:spChg>
        <pc:spChg chg="mod">
          <ac:chgData name="Berg, Dirk van den" userId="035ecb32-01d9-4b47-a105-eacf059a4647" providerId="ADAL" clId="{F7FF961E-CF96-44AC-93C2-93612F62D46D}" dt="2026-03-19T11:59:39.472" v="3449" actId="20577"/>
          <ac:spMkLst>
            <pc:docMk/>
            <pc:sldMk cId="1297360415" sldId="295"/>
            <ac:spMk id="3" creationId="{065B1BEA-A4DD-3742-C131-B0AD559A5D8D}"/>
          </ac:spMkLst>
        </pc:spChg>
      </pc:sldChg>
      <pc:sldChg chg="addSp delSp modSp add mod">
        <pc:chgData name="Berg, Dirk van den" userId="035ecb32-01d9-4b47-a105-eacf059a4647" providerId="ADAL" clId="{F7FF961E-CF96-44AC-93C2-93612F62D46D}" dt="2026-03-19T12:16:40.900" v="3959" actId="27636"/>
        <pc:sldMkLst>
          <pc:docMk/>
          <pc:sldMk cId="1269309898" sldId="296"/>
        </pc:sldMkLst>
        <pc:spChg chg="mod">
          <ac:chgData name="Berg, Dirk van den" userId="035ecb32-01d9-4b47-a105-eacf059a4647" providerId="ADAL" clId="{F7FF961E-CF96-44AC-93C2-93612F62D46D}" dt="2026-03-19T12:14:37.729" v="3941"/>
          <ac:spMkLst>
            <pc:docMk/>
            <pc:sldMk cId="1269309898" sldId="296"/>
            <ac:spMk id="2" creationId="{1872F550-80A6-660F-B360-096144780F12}"/>
          </ac:spMkLst>
        </pc:spChg>
        <pc:spChg chg="add del mod">
          <ac:chgData name="Berg, Dirk van den" userId="035ecb32-01d9-4b47-a105-eacf059a4647" providerId="ADAL" clId="{F7FF961E-CF96-44AC-93C2-93612F62D46D}" dt="2026-03-19T12:16:40.900" v="3959" actId="27636"/>
          <ac:spMkLst>
            <pc:docMk/>
            <pc:sldMk cId="1269309898" sldId="296"/>
            <ac:spMk id="3" creationId="{B0C3206D-BCE2-9D9F-CE73-B3A6F3163070}"/>
          </ac:spMkLst>
        </pc:spChg>
        <pc:spChg chg="add mod">
          <ac:chgData name="Berg, Dirk van den" userId="035ecb32-01d9-4b47-a105-eacf059a4647" providerId="ADAL" clId="{F7FF961E-CF96-44AC-93C2-93612F62D46D}" dt="2026-03-19T12:15:07.244" v="3945"/>
          <ac:spMkLst>
            <pc:docMk/>
            <pc:sldMk cId="1269309898" sldId="296"/>
            <ac:spMk id="4" creationId="{4F9B8733-60BE-9383-F088-010FFE7BAE50}"/>
          </ac:spMkLst>
        </pc:spChg>
      </pc:sldChg>
      <pc:sldChg chg="modSp add del mod">
        <pc:chgData name="Berg, Dirk van den" userId="035ecb32-01d9-4b47-a105-eacf059a4647" providerId="ADAL" clId="{F7FF961E-CF96-44AC-93C2-93612F62D46D}" dt="2026-03-19T12:07:36.061" v="3616" actId="47"/>
        <pc:sldMkLst>
          <pc:docMk/>
          <pc:sldMk cId="1388812940" sldId="297"/>
        </pc:sldMkLst>
        <pc:spChg chg="mod">
          <ac:chgData name="Berg, Dirk van den" userId="035ecb32-01d9-4b47-a105-eacf059a4647" providerId="ADAL" clId="{F7FF961E-CF96-44AC-93C2-93612F62D46D}" dt="2026-03-19T11:49:57.640" v="3303" actId="20577"/>
          <ac:spMkLst>
            <pc:docMk/>
            <pc:sldMk cId="1388812940" sldId="297"/>
            <ac:spMk id="2" creationId="{B97BF295-5322-C2D7-E69D-6B17CF6410FD}"/>
          </ac:spMkLst>
        </pc:spChg>
      </pc:sldChg>
      <pc:sldChg chg="addSp delSp modSp add mod">
        <pc:chgData name="Berg, Dirk van den" userId="035ecb32-01d9-4b47-a105-eacf059a4647" providerId="ADAL" clId="{F7FF961E-CF96-44AC-93C2-93612F62D46D}" dt="2026-03-19T12:03:39.214" v="3463" actId="20577"/>
        <pc:sldMkLst>
          <pc:docMk/>
          <pc:sldMk cId="1813197560" sldId="298"/>
        </pc:sldMkLst>
        <pc:spChg chg="mod">
          <ac:chgData name="Berg, Dirk van den" userId="035ecb32-01d9-4b47-a105-eacf059a4647" providerId="ADAL" clId="{F7FF961E-CF96-44AC-93C2-93612F62D46D}" dt="2026-03-19T11:50:44.425" v="3339" actId="6549"/>
          <ac:spMkLst>
            <pc:docMk/>
            <pc:sldMk cId="1813197560" sldId="298"/>
            <ac:spMk id="2" creationId="{A9AEEBB1-D116-BE31-FA2F-B8CC9271A4A5}"/>
          </ac:spMkLst>
        </pc:spChg>
        <pc:spChg chg="add del mod">
          <ac:chgData name="Berg, Dirk van den" userId="035ecb32-01d9-4b47-a105-eacf059a4647" providerId="ADAL" clId="{F7FF961E-CF96-44AC-93C2-93612F62D46D}" dt="2026-03-19T12:03:39.214" v="3463" actId="20577"/>
          <ac:spMkLst>
            <pc:docMk/>
            <pc:sldMk cId="1813197560" sldId="298"/>
            <ac:spMk id="3" creationId="{3AB29134-1901-0EF7-1A92-C951D86C12F6}"/>
          </ac:spMkLst>
        </pc:spChg>
        <pc:spChg chg="add mod">
          <ac:chgData name="Berg, Dirk van den" userId="035ecb32-01d9-4b47-a105-eacf059a4647" providerId="ADAL" clId="{F7FF961E-CF96-44AC-93C2-93612F62D46D}" dt="2026-03-19T12:03:24.735" v="3454"/>
          <ac:spMkLst>
            <pc:docMk/>
            <pc:sldMk cId="1813197560" sldId="298"/>
            <ac:spMk id="4" creationId="{DB23C310-4810-F1BA-6654-A6D8CA59FCC7}"/>
          </ac:spMkLst>
        </pc:spChg>
      </pc:sldChg>
      <pc:sldChg chg="addSp delSp modSp add mod">
        <pc:chgData name="Berg, Dirk van den" userId="035ecb32-01d9-4b47-a105-eacf059a4647" providerId="ADAL" clId="{F7FF961E-CF96-44AC-93C2-93612F62D46D}" dt="2026-03-19T12:08:44.482" v="3699" actId="20577"/>
        <pc:sldMkLst>
          <pc:docMk/>
          <pc:sldMk cId="1250361715" sldId="299"/>
        </pc:sldMkLst>
        <pc:spChg chg="add del mod">
          <ac:chgData name="Berg, Dirk van den" userId="035ecb32-01d9-4b47-a105-eacf059a4647" providerId="ADAL" clId="{F7FF961E-CF96-44AC-93C2-93612F62D46D}" dt="2026-03-19T12:08:44.482" v="3699" actId="20577"/>
          <ac:spMkLst>
            <pc:docMk/>
            <pc:sldMk cId="1250361715" sldId="299"/>
            <ac:spMk id="3" creationId="{786B837D-1338-5D8E-A4E5-56C6A981CD73}"/>
          </ac:spMkLst>
        </pc:spChg>
        <pc:spChg chg="add mod">
          <ac:chgData name="Berg, Dirk van den" userId="035ecb32-01d9-4b47-a105-eacf059a4647" providerId="ADAL" clId="{F7FF961E-CF96-44AC-93C2-93612F62D46D}" dt="2026-03-19T12:07:58.949" v="3618"/>
          <ac:spMkLst>
            <pc:docMk/>
            <pc:sldMk cId="1250361715" sldId="299"/>
            <ac:spMk id="4" creationId="{90352929-46EE-B8A3-C36B-ACBF9EC09EF1}"/>
          </ac:spMkLst>
        </pc:spChg>
      </pc:sldChg>
      <pc:sldChg chg="addSp delSp modSp add mod">
        <pc:chgData name="Berg, Dirk van den" userId="035ecb32-01d9-4b47-a105-eacf059a4647" providerId="ADAL" clId="{F7FF961E-CF96-44AC-93C2-93612F62D46D}" dt="2026-03-19T12:11:26.717" v="3914" actId="1076"/>
        <pc:sldMkLst>
          <pc:docMk/>
          <pc:sldMk cId="3260128186" sldId="300"/>
        </pc:sldMkLst>
        <pc:spChg chg="mod">
          <ac:chgData name="Berg, Dirk van den" userId="035ecb32-01d9-4b47-a105-eacf059a4647" providerId="ADAL" clId="{F7FF961E-CF96-44AC-93C2-93612F62D46D}" dt="2026-03-19T11:53:46.125" v="3341" actId="20577"/>
          <ac:spMkLst>
            <pc:docMk/>
            <pc:sldMk cId="3260128186" sldId="300"/>
            <ac:spMk id="2" creationId="{FD5C43FA-C296-EF62-A40B-E32E3F95F337}"/>
          </ac:spMkLst>
        </pc:spChg>
        <pc:spChg chg="del">
          <ac:chgData name="Berg, Dirk van den" userId="035ecb32-01d9-4b47-a105-eacf059a4647" providerId="ADAL" clId="{F7FF961E-CF96-44AC-93C2-93612F62D46D}" dt="2026-03-19T12:10:24.606" v="3708" actId="22"/>
          <ac:spMkLst>
            <pc:docMk/>
            <pc:sldMk cId="3260128186" sldId="300"/>
            <ac:spMk id="3" creationId="{E14B7762-1C42-D243-5B7F-4748B98B93BA}"/>
          </ac:spMkLst>
        </pc:spChg>
        <pc:spChg chg="add mod">
          <ac:chgData name="Berg, Dirk van den" userId="035ecb32-01d9-4b47-a105-eacf059a4647" providerId="ADAL" clId="{F7FF961E-CF96-44AC-93C2-93612F62D46D}" dt="2026-03-19T12:11:26.717" v="3914" actId="1076"/>
          <ac:spMkLst>
            <pc:docMk/>
            <pc:sldMk cId="3260128186" sldId="300"/>
            <ac:spMk id="6" creationId="{D6F66963-AC4C-94EF-3D53-78E4851F883E}"/>
          </ac:spMkLst>
        </pc:spChg>
        <pc:picChg chg="add mod ord">
          <ac:chgData name="Berg, Dirk van den" userId="035ecb32-01d9-4b47-a105-eacf059a4647" providerId="ADAL" clId="{F7FF961E-CF96-44AC-93C2-93612F62D46D}" dt="2026-03-19T12:10:31.585" v="3712" actId="14100"/>
          <ac:picMkLst>
            <pc:docMk/>
            <pc:sldMk cId="3260128186" sldId="300"/>
            <ac:picMk id="5" creationId="{481AEB5C-C97B-63B5-9AA2-B6B92AA1CA22}"/>
          </ac:picMkLst>
        </pc:picChg>
      </pc:sldChg>
      <pc:sldChg chg="modSp add mod">
        <pc:chgData name="Berg, Dirk van den" userId="035ecb32-01d9-4b47-a105-eacf059a4647" providerId="ADAL" clId="{F7FF961E-CF96-44AC-93C2-93612F62D46D}" dt="2026-03-19T12:06:57.843" v="3556" actId="20577"/>
        <pc:sldMkLst>
          <pc:docMk/>
          <pc:sldMk cId="916890782" sldId="301"/>
        </pc:sldMkLst>
        <pc:spChg chg="mod">
          <ac:chgData name="Berg, Dirk van den" userId="035ecb32-01d9-4b47-a105-eacf059a4647" providerId="ADAL" clId="{F7FF961E-CF96-44AC-93C2-93612F62D46D}" dt="2026-03-19T11:57:47.933" v="3397" actId="20577"/>
          <ac:spMkLst>
            <pc:docMk/>
            <pc:sldMk cId="916890782" sldId="301"/>
            <ac:spMk id="2" creationId="{C22C2600-AB66-0094-5848-B41472BAD5E1}"/>
          </ac:spMkLst>
        </pc:spChg>
        <pc:spChg chg="mod">
          <ac:chgData name="Berg, Dirk van den" userId="035ecb32-01d9-4b47-a105-eacf059a4647" providerId="ADAL" clId="{F7FF961E-CF96-44AC-93C2-93612F62D46D}" dt="2026-03-19T12:06:57.843" v="3556" actId="20577"/>
          <ac:spMkLst>
            <pc:docMk/>
            <pc:sldMk cId="916890782" sldId="301"/>
            <ac:spMk id="3" creationId="{DC9DAFD8-5659-1EED-BFE6-D4908E1C82C5}"/>
          </ac:spMkLst>
        </pc:spChg>
      </pc:sldChg>
      <pc:sldChg chg="addSp delSp modSp add mod ord">
        <pc:chgData name="Berg, Dirk van den" userId="035ecb32-01d9-4b47-a105-eacf059a4647" providerId="ADAL" clId="{F7FF961E-CF96-44AC-93C2-93612F62D46D}" dt="2026-03-19T12:14:34.724" v="3939" actId="20577"/>
        <pc:sldMkLst>
          <pc:docMk/>
          <pc:sldMk cId="3873157637" sldId="302"/>
        </pc:sldMkLst>
        <pc:spChg chg="mod">
          <ac:chgData name="Berg, Dirk van den" userId="035ecb32-01d9-4b47-a105-eacf059a4647" providerId="ADAL" clId="{F7FF961E-CF96-44AC-93C2-93612F62D46D}" dt="2026-03-19T12:14:34.724" v="3939" actId="20577"/>
          <ac:spMkLst>
            <pc:docMk/>
            <pc:sldMk cId="3873157637" sldId="302"/>
            <ac:spMk id="2" creationId="{C44C6DCD-EC6E-62FE-2AEA-8F8ACF29FF08}"/>
          </ac:spMkLst>
        </pc:spChg>
        <pc:spChg chg="add del mod">
          <ac:chgData name="Berg, Dirk van den" userId="035ecb32-01d9-4b47-a105-eacf059a4647" providerId="ADAL" clId="{F7FF961E-CF96-44AC-93C2-93612F62D46D}" dt="2026-03-19T12:14:15.998" v="3936" actId="20577"/>
          <ac:spMkLst>
            <pc:docMk/>
            <pc:sldMk cId="3873157637" sldId="302"/>
            <ac:spMk id="3" creationId="{1AE2098C-797A-39BC-6A58-909AEF0CDA35}"/>
          </ac:spMkLst>
        </pc:spChg>
        <pc:spChg chg="add mod">
          <ac:chgData name="Berg, Dirk van den" userId="035ecb32-01d9-4b47-a105-eacf059a4647" providerId="ADAL" clId="{F7FF961E-CF96-44AC-93C2-93612F62D46D}" dt="2026-03-19T12:13:16.031" v="3916"/>
          <ac:spMkLst>
            <pc:docMk/>
            <pc:sldMk cId="3873157637" sldId="302"/>
            <ac:spMk id="4" creationId="{0AF5311C-2AF3-D88C-1792-6CB0C9F3E20A}"/>
          </ac:spMkLst>
        </pc:spChg>
      </pc:sldChg>
      <pc:sldChg chg="modSp new mod modShow">
        <pc:chgData name="Berg, Dirk van den" userId="035ecb32-01d9-4b47-a105-eacf059a4647" providerId="ADAL" clId="{F7FF961E-CF96-44AC-93C2-93612F62D46D}" dt="2026-03-19T12:39:25.803" v="4553" actId="729"/>
        <pc:sldMkLst>
          <pc:docMk/>
          <pc:sldMk cId="2704097931" sldId="303"/>
        </pc:sldMkLst>
        <pc:spChg chg="mod">
          <ac:chgData name="Berg, Dirk van den" userId="035ecb32-01d9-4b47-a105-eacf059a4647" providerId="ADAL" clId="{F7FF961E-CF96-44AC-93C2-93612F62D46D}" dt="2026-03-19T12:33:29.546" v="4409"/>
          <ac:spMkLst>
            <pc:docMk/>
            <pc:sldMk cId="2704097931" sldId="303"/>
            <ac:spMk id="3" creationId="{F95DC8F8-4849-F970-75BB-69D78ABE3536}"/>
          </ac:spMkLst>
        </pc:spChg>
      </pc:sldChg>
      <pc:sldChg chg="modSp new mod modShow">
        <pc:chgData name="Berg, Dirk van den" userId="035ecb32-01d9-4b47-a105-eacf059a4647" providerId="ADAL" clId="{F7FF961E-CF96-44AC-93C2-93612F62D46D}" dt="2026-03-19T12:39:23.647" v="4552" actId="729"/>
        <pc:sldMkLst>
          <pc:docMk/>
          <pc:sldMk cId="1397318378" sldId="304"/>
        </pc:sldMkLst>
        <pc:spChg chg="mod">
          <ac:chgData name="Berg, Dirk van den" userId="035ecb32-01d9-4b47-a105-eacf059a4647" providerId="ADAL" clId="{F7FF961E-CF96-44AC-93C2-93612F62D46D}" dt="2026-03-19T12:34:08.698" v="4412" actId="27636"/>
          <ac:spMkLst>
            <pc:docMk/>
            <pc:sldMk cId="1397318378" sldId="304"/>
            <ac:spMk id="3" creationId="{F218703F-60FD-3A5C-7BC0-911614576B02}"/>
          </ac:spMkLst>
        </pc:spChg>
      </pc:sldChg>
      <pc:sldChg chg="modSp new mod">
        <pc:chgData name="Berg, Dirk van den" userId="035ecb32-01d9-4b47-a105-eacf059a4647" providerId="ADAL" clId="{F7FF961E-CF96-44AC-93C2-93612F62D46D}" dt="2026-03-19T12:39:17.542" v="4551" actId="20577"/>
        <pc:sldMkLst>
          <pc:docMk/>
          <pc:sldMk cId="2839812971" sldId="305"/>
        </pc:sldMkLst>
        <pc:spChg chg="mod">
          <ac:chgData name="Berg, Dirk van den" userId="035ecb32-01d9-4b47-a105-eacf059a4647" providerId="ADAL" clId="{F7FF961E-CF96-44AC-93C2-93612F62D46D}" dt="2026-03-19T12:39:17.542" v="4551" actId="20577"/>
          <ac:spMkLst>
            <pc:docMk/>
            <pc:sldMk cId="2839812971" sldId="305"/>
            <ac:spMk id="2" creationId="{DF1B3EB4-461D-571F-610A-24441A990039}"/>
          </ac:spMkLst>
        </pc:spChg>
        <pc:spChg chg="mod">
          <ac:chgData name="Berg, Dirk van den" userId="035ecb32-01d9-4b47-a105-eacf059a4647" providerId="ADAL" clId="{F7FF961E-CF96-44AC-93C2-93612F62D46D}" dt="2026-03-19T12:39:13.674" v="4541" actId="20577"/>
          <ac:spMkLst>
            <pc:docMk/>
            <pc:sldMk cId="2839812971" sldId="305"/>
            <ac:spMk id="3" creationId="{34AFC5D6-D57D-0257-3269-B6FE219D5760}"/>
          </ac:spMkLst>
        </pc:spChg>
      </pc:sldChg>
      <pc:sldChg chg="modSp new del mod">
        <pc:chgData name="Berg, Dirk van den" userId="035ecb32-01d9-4b47-a105-eacf059a4647" providerId="ADAL" clId="{F7FF961E-CF96-44AC-93C2-93612F62D46D}" dt="2026-03-19T12:40:40.515" v="4625" actId="47"/>
        <pc:sldMkLst>
          <pc:docMk/>
          <pc:sldMk cId="3184104648" sldId="306"/>
        </pc:sldMkLst>
        <pc:spChg chg="mod">
          <ac:chgData name="Berg, Dirk van den" userId="035ecb32-01d9-4b47-a105-eacf059a4647" providerId="ADAL" clId="{F7FF961E-CF96-44AC-93C2-93612F62D46D}" dt="2026-03-19T12:40:13.632" v="4622" actId="20577"/>
          <ac:spMkLst>
            <pc:docMk/>
            <pc:sldMk cId="3184104648" sldId="306"/>
            <ac:spMk id="2" creationId="{AA93B75A-6E8F-D87C-EE51-127DD036A5B2}"/>
          </ac:spMkLst>
        </pc:spChg>
        <pc:spChg chg="mod">
          <ac:chgData name="Berg, Dirk van den" userId="035ecb32-01d9-4b47-a105-eacf059a4647" providerId="ADAL" clId="{F7FF961E-CF96-44AC-93C2-93612F62D46D}" dt="2026-03-19T12:40:24.026" v="4624" actId="20577"/>
          <ac:spMkLst>
            <pc:docMk/>
            <pc:sldMk cId="3184104648" sldId="306"/>
            <ac:spMk id="3" creationId="{D65BA80C-7A93-8C2E-063A-D5E3F568CE7A}"/>
          </ac:spMkLst>
        </pc:spChg>
      </pc:sldChg>
      <pc:sldChg chg="modSp new mod">
        <pc:chgData name="Berg, Dirk van den" userId="035ecb32-01d9-4b47-a105-eacf059a4647" providerId="ADAL" clId="{F7FF961E-CF96-44AC-93C2-93612F62D46D}" dt="2026-03-19T12:42:58.095" v="5085" actId="20577"/>
        <pc:sldMkLst>
          <pc:docMk/>
          <pc:sldMk cId="3730670144" sldId="306"/>
        </pc:sldMkLst>
        <pc:spChg chg="mod">
          <ac:chgData name="Berg, Dirk van den" userId="035ecb32-01d9-4b47-a105-eacf059a4647" providerId="ADAL" clId="{F7FF961E-CF96-44AC-93C2-93612F62D46D}" dt="2026-03-19T12:41:22.385" v="4715" actId="20577"/>
          <ac:spMkLst>
            <pc:docMk/>
            <pc:sldMk cId="3730670144" sldId="306"/>
            <ac:spMk id="2" creationId="{49D0B76E-7E84-15A5-737F-6A8C4DEDAD66}"/>
          </ac:spMkLst>
        </pc:spChg>
        <pc:spChg chg="mod">
          <ac:chgData name="Berg, Dirk van den" userId="035ecb32-01d9-4b47-a105-eacf059a4647" providerId="ADAL" clId="{F7FF961E-CF96-44AC-93C2-93612F62D46D}" dt="2026-03-19T12:42:58.095" v="5085" actId="20577"/>
          <ac:spMkLst>
            <pc:docMk/>
            <pc:sldMk cId="3730670144" sldId="306"/>
            <ac:spMk id="3" creationId="{7F09A8D7-DA82-A322-C709-9A2F10812F1C}"/>
          </ac:spMkLst>
        </pc:spChg>
      </pc:sldChg>
      <pc:sldChg chg="modSp new mod modShow">
        <pc:chgData name="Berg, Dirk van den" userId="035ecb32-01d9-4b47-a105-eacf059a4647" providerId="ADAL" clId="{F7FF961E-CF96-44AC-93C2-93612F62D46D}" dt="2026-03-19T13:17:26.545" v="5610" actId="729"/>
        <pc:sldMkLst>
          <pc:docMk/>
          <pc:sldMk cId="3243585015" sldId="307"/>
        </pc:sldMkLst>
        <pc:spChg chg="mod">
          <ac:chgData name="Berg, Dirk van den" userId="035ecb32-01d9-4b47-a105-eacf059a4647" providerId="ADAL" clId="{F7FF961E-CF96-44AC-93C2-93612F62D46D}" dt="2026-03-19T12:52:34.757" v="5250" actId="6549"/>
          <ac:spMkLst>
            <pc:docMk/>
            <pc:sldMk cId="3243585015" sldId="307"/>
            <ac:spMk id="2" creationId="{77B8A362-A6A3-E0E6-4474-46793B540E93}"/>
          </ac:spMkLst>
        </pc:spChg>
        <pc:spChg chg="mod">
          <ac:chgData name="Berg, Dirk van den" userId="035ecb32-01d9-4b47-a105-eacf059a4647" providerId="ADAL" clId="{F7FF961E-CF96-44AC-93C2-93612F62D46D}" dt="2026-03-19T13:07:09.671" v="5267" actId="20577"/>
          <ac:spMkLst>
            <pc:docMk/>
            <pc:sldMk cId="3243585015" sldId="307"/>
            <ac:spMk id="3" creationId="{735B5266-9328-782D-40ED-3C864B7DB849}"/>
          </ac:spMkLst>
        </pc:spChg>
      </pc:sldChg>
      <pc:sldChg chg="modSp new mod">
        <pc:chgData name="Berg, Dirk van den" userId="035ecb32-01d9-4b47-a105-eacf059a4647" providerId="ADAL" clId="{F7FF961E-CF96-44AC-93C2-93612F62D46D}" dt="2026-03-19T13:12:57.514" v="5605" actId="20577"/>
        <pc:sldMkLst>
          <pc:docMk/>
          <pc:sldMk cId="3594982437" sldId="308"/>
        </pc:sldMkLst>
        <pc:spChg chg="mod">
          <ac:chgData name="Berg, Dirk van den" userId="035ecb32-01d9-4b47-a105-eacf059a4647" providerId="ADAL" clId="{F7FF961E-CF96-44AC-93C2-93612F62D46D}" dt="2026-03-19T13:09:49.513" v="5305" actId="20577"/>
          <ac:spMkLst>
            <pc:docMk/>
            <pc:sldMk cId="3594982437" sldId="308"/>
            <ac:spMk id="2" creationId="{4A448069-3EFD-959F-964A-5B0B36DAEB58}"/>
          </ac:spMkLst>
        </pc:spChg>
        <pc:spChg chg="mod">
          <ac:chgData name="Berg, Dirk van den" userId="035ecb32-01d9-4b47-a105-eacf059a4647" providerId="ADAL" clId="{F7FF961E-CF96-44AC-93C2-93612F62D46D}" dt="2026-03-19T13:12:57.514" v="5605" actId="20577"/>
          <ac:spMkLst>
            <pc:docMk/>
            <pc:sldMk cId="3594982437" sldId="308"/>
            <ac:spMk id="3" creationId="{A9A0E95F-8D7A-FB18-4609-7BE0B6B2DDE9}"/>
          </ac:spMkLst>
        </pc:spChg>
      </pc:sldChg>
      <pc:sldChg chg="modSp new mod">
        <pc:chgData name="Berg, Dirk van den" userId="035ecb32-01d9-4b47-a105-eacf059a4647" providerId="ADAL" clId="{F7FF961E-CF96-44AC-93C2-93612F62D46D}" dt="2026-03-19T14:09:02.851" v="6325" actId="6549"/>
        <pc:sldMkLst>
          <pc:docMk/>
          <pc:sldMk cId="762011124" sldId="309"/>
        </pc:sldMkLst>
        <pc:spChg chg="mod">
          <ac:chgData name="Berg, Dirk van den" userId="035ecb32-01d9-4b47-a105-eacf059a4647" providerId="ADAL" clId="{F7FF961E-CF96-44AC-93C2-93612F62D46D}" dt="2026-03-19T13:13:04.929" v="5608"/>
          <ac:spMkLst>
            <pc:docMk/>
            <pc:sldMk cId="762011124" sldId="309"/>
            <ac:spMk id="2" creationId="{8EC95DE4-8DF9-58EF-BCA1-D12D1E03220B}"/>
          </ac:spMkLst>
        </pc:spChg>
        <pc:spChg chg="mod">
          <ac:chgData name="Berg, Dirk van den" userId="035ecb32-01d9-4b47-a105-eacf059a4647" providerId="ADAL" clId="{F7FF961E-CF96-44AC-93C2-93612F62D46D}" dt="2026-03-19T14:09:02.851" v="6325" actId="6549"/>
          <ac:spMkLst>
            <pc:docMk/>
            <pc:sldMk cId="762011124" sldId="309"/>
            <ac:spMk id="3" creationId="{5C33DD87-D68E-744A-F7D7-5C1FEF8400A2}"/>
          </ac:spMkLst>
        </pc:spChg>
      </pc:sldChg>
      <pc:sldChg chg="modSp new mod">
        <pc:chgData name="Berg, Dirk van den" userId="035ecb32-01d9-4b47-a105-eacf059a4647" providerId="ADAL" clId="{F7FF961E-CF96-44AC-93C2-93612F62D46D}" dt="2026-03-19T13:20:20.378" v="5930" actId="27636"/>
        <pc:sldMkLst>
          <pc:docMk/>
          <pc:sldMk cId="1587085897" sldId="310"/>
        </pc:sldMkLst>
        <pc:spChg chg="mod">
          <ac:chgData name="Berg, Dirk van den" userId="035ecb32-01d9-4b47-a105-eacf059a4647" providerId="ADAL" clId="{F7FF961E-CF96-44AC-93C2-93612F62D46D}" dt="2026-03-19T13:18:09.566" v="5649" actId="20577"/>
          <ac:spMkLst>
            <pc:docMk/>
            <pc:sldMk cId="1587085897" sldId="310"/>
            <ac:spMk id="2" creationId="{FD09C685-3220-0054-736B-4625CF57BB17}"/>
          </ac:spMkLst>
        </pc:spChg>
        <pc:spChg chg="mod">
          <ac:chgData name="Berg, Dirk van den" userId="035ecb32-01d9-4b47-a105-eacf059a4647" providerId="ADAL" clId="{F7FF961E-CF96-44AC-93C2-93612F62D46D}" dt="2026-03-19T13:20:20.378" v="5930" actId="27636"/>
          <ac:spMkLst>
            <pc:docMk/>
            <pc:sldMk cId="1587085897" sldId="310"/>
            <ac:spMk id="3" creationId="{A4A1A7C3-BD4C-7BB1-3E46-A8040C6F8667}"/>
          </ac:spMkLst>
        </pc:spChg>
      </pc:sldChg>
      <pc:sldChg chg="addSp delSp modSp new mod">
        <pc:chgData name="Berg, Dirk van den" userId="035ecb32-01d9-4b47-a105-eacf059a4647" providerId="ADAL" clId="{F7FF961E-CF96-44AC-93C2-93612F62D46D}" dt="2026-03-19T14:01:22.446" v="6297" actId="20577"/>
        <pc:sldMkLst>
          <pc:docMk/>
          <pc:sldMk cId="1880778634" sldId="311"/>
        </pc:sldMkLst>
        <pc:spChg chg="del">
          <ac:chgData name="Berg, Dirk van den" userId="035ecb32-01d9-4b47-a105-eacf059a4647" providerId="ADAL" clId="{F7FF961E-CF96-44AC-93C2-93612F62D46D}" dt="2026-03-19T13:37:17.620" v="5944" actId="3680"/>
          <ac:spMkLst>
            <pc:docMk/>
            <pc:sldMk cId="1880778634" sldId="311"/>
            <ac:spMk id="3" creationId="{D1A3735A-FCD8-91A0-18A3-0DBC1D2733DE}"/>
          </ac:spMkLst>
        </pc:spChg>
        <pc:graphicFrameChg chg="add mod ord modGraphic">
          <ac:chgData name="Berg, Dirk van den" userId="035ecb32-01d9-4b47-a105-eacf059a4647" providerId="ADAL" clId="{F7FF961E-CF96-44AC-93C2-93612F62D46D}" dt="2026-03-19T14:01:22.446" v="6297" actId="20577"/>
          <ac:graphicFrameMkLst>
            <pc:docMk/>
            <pc:sldMk cId="1880778634" sldId="311"/>
            <ac:graphicFrameMk id="4" creationId="{A87CE077-56E4-3FA2-B055-636805901562}"/>
          </ac:graphicFrameMkLst>
        </pc:graphicFrameChg>
        <pc:graphicFrameChg chg="add mod">
          <ac:chgData name="Berg, Dirk van den" userId="035ecb32-01d9-4b47-a105-eacf059a4647" providerId="ADAL" clId="{F7FF961E-CF96-44AC-93C2-93612F62D46D}" dt="2026-03-19T13:37:48.997" v="5947"/>
          <ac:graphicFrameMkLst>
            <pc:docMk/>
            <pc:sldMk cId="1880778634" sldId="311"/>
            <ac:graphicFrameMk id="5" creationId="{E00D3D2A-5640-D311-B05C-7D01FCD7EE40}"/>
          </ac:graphicFrameMkLst>
        </pc:graphicFrameChg>
        <pc:graphicFrameChg chg="add mod">
          <ac:chgData name="Berg, Dirk van den" userId="035ecb32-01d9-4b47-a105-eacf059a4647" providerId="ADAL" clId="{F7FF961E-CF96-44AC-93C2-93612F62D46D}" dt="2026-03-19T13:37:51.864" v="5948"/>
          <ac:graphicFrameMkLst>
            <pc:docMk/>
            <pc:sldMk cId="1880778634" sldId="311"/>
            <ac:graphicFrameMk id="6" creationId="{48BF6004-7156-E295-1307-00A2E0D32895}"/>
          </ac:graphicFrameMkLst>
        </pc:graphicFrameChg>
      </pc:sldChg>
      <pc:sldChg chg="modSp new mod">
        <pc:chgData name="Berg, Dirk van den" userId="035ecb32-01d9-4b47-a105-eacf059a4647" providerId="ADAL" clId="{F7FF961E-CF96-44AC-93C2-93612F62D46D}" dt="2026-03-19T14:46:07.679" v="7098" actId="20577"/>
        <pc:sldMkLst>
          <pc:docMk/>
          <pc:sldMk cId="2392236550" sldId="312"/>
        </pc:sldMkLst>
        <pc:spChg chg="mod">
          <ac:chgData name="Berg, Dirk van den" userId="035ecb32-01d9-4b47-a105-eacf059a4647" providerId="ADAL" clId="{F7FF961E-CF96-44AC-93C2-93612F62D46D}" dt="2026-03-19T13:45:32.280" v="6118" actId="20577"/>
          <ac:spMkLst>
            <pc:docMk/>
            <pc:sldMk cId="2392236550" sldId="312"/>
            <ac:spMk id="2" creationId="{68772A4C-4730-1B50-30F1-C0CAF36F0D2B}"/>
          </ac:spMkLst>
        </pc:spChg>
        <pc:spChg chg="mod">
          <ac:chgData name="Berg, Dirk van den" userId="035ecb32-01d9-4b47-a105-eacf059a4647" providerId="ADAL" clId="{F7FF961E-CF96-44AC-93C2-93612F62D46D}" dt="2026-03-19T14:46:07.679" v="7098" actId="20577"/>
          <ac:spMkLst>
            <pc:docMk/>
            <pc:sldMk cId="2392236550" sldId="312"/>
            <ac:spMk id="3" creationId="{ADDA557B-BBBF-D75D-26AD-34957CF82AA1}"/>
          </ac:spMkLst>
        </pc:spChg>
      </pc:sldChg>
      <pc:sldChg chg="modSp new mod">
        <pc:chgData name="Berg, Dirk van den" userId="035ecb32-01d9-4b47-a105-eacf059a4647" providerId="ADAL" clId="{F7FF961E-CF96-44AC-93C2-93612F62D46D}" dt="2026-03-19T14:17:20.634" v="6620" actId="5793"/>
        <pc:sldMkLst>
          <pc:docMk/>
          <pc:sldMk cId="96538938" sldId="313"/>
        </pc:sldMkLst>
        <pc:spChg chg="mod">
          <ac:chgData name="Berg, Dirk van den" userId="035ecb32-01d9-4b47-a105-eacf059a4647" providerId="ADAL" clId="{F7FF961E-CF96-44AC-93C2-93612F62D46D}" dt="2026-03-19T13:54:35.707" v="6206" actId="20577"/>
          <ac:spMkLst>
            <pc:docMk/>
            <pc:sldMk cId="96538938" sldId="313"/>
            <ac:spMk id="2" creationId="{7278D35F-2B68-1347-44D9-0F7596EAB8BA}"/>
          </ac:spMkLst>
        </pc:spChg>
        <pc:spChg chg="mod">
          <ac:chgData name="Berg, Dirk van den" userId="035ecb32-01d9-4b47-a105-eacf059a4647" providerId="ADAL" clId="{F7FF961E-CF96-44AC-93C2-93612F62D46D}" dt="2026-03-19T14:17:20.634" v="6620" actId="5793"/>
          <ac:spMkLst>
            <pc:docMk/>
            <pc:sldMk cId="96538938" sldId="313"/>
            <ac:spMk id="3" creationId="{6A8B6587-DC98-2137-8458-2654B061934B}"/>
          </ac:spMkLst>
        </pc:spChg>
      </pc:sldChg>
      <pc:sldChg chg="addSp modSp new mod ord">
        <pc:chgData name="Berg, Dirk van den" userId="035ecb32-01d9-4b47-a105-eacf059a4647" providerId="ADAL" clId="{F7FF961E-CF96-44AC-93C2-93612F62D46D}" dt="2026-03-19T14:16:40.916" v="6614"/>
        <pc:sldMkLst>
          <pc:docMk/>
          <pc:sldMk cId="4048419274" sldId="314"/>
        </pc:sldMkLst>
        <pc:picChg chg="add mod">
          <ac:chgData name="Berg, Dirk van den" userId="035ecb32-01d9-4b47-a105-eacf059a4647" providerId="ADAL" clId="{F7FF961E-CF96-44AC-93C2-93612F62D46D}" dt="2026-03-19T14:10:30.729" v="6330" actId="1076"/>
          <ac:picMkLst>
            <pc:docMk/>
            <pc:sldMk cId="4048419274" sldId="314"/>
            <ac:picMk id="5" creationId="{D9E1CD23-686B-BF9F-4510-CF261D956898}"/>
          </ac:picMkLst>
        </pc:picChg>
      </pc:sldChg>
      <pc:sldChg chg="new del">
        <pc:chgData name="Berg, Dirk van den" userId="035ecb32-01d9-4b47-a105-eacf059a4647" providerId="ADAL" clId="{F7FF961E-CF96-44AC-93C2-93612F62D46D}" dt="2026-03-19T14:26:40.184" v="6636" actId="47"/>
        <pc:sldMkLst>
          <pc:docMk/>
          <pc:sldMk cId="3033729756" sldId="315"/>
        </pc:sldMkLst>
      </pc:sldChg>
      <pc:sldChg chg="modSp new mod">
        <pc:chgData name="Berg, Dirk van den" userId="035ecb32-01d9-4b47-a105-eacf059a4647" providerId="ADAL" clId="{F7FF961E-CF96-44AC-93C2-93612F62D46D}" dt="2026-03-19T14:16:36.434" v="6612" actId="20577"/>
        <pc:sldMkLst>
          <pc:docMk/>
          <pc:sldMk cId="1980448645" sldId="316"/>
        </pc:sldMkLst>
        <pc:spChg chg="mod">
          <ac:chgData name="Berg, Dirk van den" userId="035ecb32-01d9-4b47-a105-eacf059a4647" providerId="ADAL" clId="{F7FF961E-CF96-44AC-93C2-93612F62D46D}" dt="2026-03-19T14:13:37.882" v="6400" actId="20577"/>
          <ac:spMkLst>
            <pc:docMk/>
            <pc:sldMk cId="1980448645" sldId="316"/>
            <ac:spMk id="2" creationId="{75079ED9-1E29-6928-53FF-4BFC719C033B}"/>
          </ac:spMkLst>
        </pc:spChg>
        <pc:spChg chg="mod">
          <ac:chgData name="Berg, Dirk van den" userId="035ecb32-01d9-4b47-a105-eacf059a4647" providerId="ADAL" clId="{F7FF961E-CF96-44AC-93C2-93612F62D46D}" dt="2026-03-19T14:16:36.434" v="6612" actId="20577"/>
          <ac:spMkLst>
            <pc:docMk/>
            <pc:sldMk cId="1980448645" sldId="316"/>
            <ac:spMk id="3" creationId="{848FEAE1-63FF-42C1-5749-BFAD40B0669A}"/>
          </ac:spMkLst>
        </pc:spChg>
      </pc:sldChg>
      <pc:sldChg chg="modSp new mod modShow">
        <pc:chgData name="Berg, Dirk van den" userId="035ecb32-01d9-4b47-a105-eacf059a4647" providerId="ADAL" clId="{F7FF961E-CF96-44AC-93C2-93612F62D46D}" dt="2026-03-19T14:34:23.876" v="6801" actId="729"/>
        <pc:sldMkLst>
          <pc:docMk/>
          <pc:sldMk cId="1247383730" sldId="317"/>
        </pc:sldMkLst>
        <pc:spChg chg="mod">
          <ac:chgData name="Berg, Dirk van den" userId="035ecb32-01d9-4b47-a105-eacf059a4647" providerId="ADAL" clId="{F7FF961E-CF96-44AC-93C2-93612F62D46D}" dt="2026-03-19T14:29:14.756" v="6638"/>
          <ac:spMkLst>
            <pc:docMk/>
            <pc:sldMk cId="1247383730" sldId="317"/>
            <ac:spMk id="3" creationId="{31C53D51-2CF6-BF69-9AB1-EEC3C98AD000}"/>
          </ac:spMkLst>
        </pc:spChg>
      </pc:sldChg>
      <pc:sldChg chg="modSp new mod modShow">
        <pc:chgData name="Berg, Dirk van den" userId="035ecb32-01d9-4b47-a105-eacf059a4647" providerId="ADAL" clId="{F7FF961E-CF96-44AC-93C2-93612F62D46D}" dt="2026-03-19T14:46:10.645" v="7099" actId="729"/>
        <pc:sldMkLst>
          <pc:docMk/>
          <pc:sldMk cId="146527276" sldId="318"/>
        </pc:sldMkLst>
        <pc:spChg chg="mod">
          <ac:chgData name="Berg, Dirk van den" userId="035ecb32-01d9-4b47-a105-eacf059a4647" providerId="ADAL" clId="{F7FF961E-CF96-44AC-93C2-93612F62D46D}" dt="2026-03-19T14:37:59.564" v="7016" actId="20577"/>
          <ac:spMkLst>
            <pc:docMk/>
            <pc:sldMk cId="146527276" sldId="318"/>
            <ac:spMk id="2" creationId="{87B59F5C-E38E-C309-0463-470F8B18984D}"/>
          </ac:spMkLst>
        </pc:spChg>
        <pc:spChg chg="mod">
          <ac:chgData name="Berg, Dirk van den" userId="035ecb32-01d9-4b47-a105-eacf059a4647" providerId="ADAL" clId="{F7FF961E-CF96-44AC-93C2-93612F62D46D}" dt="2026-03-19T14:38:26.617" v="7017"/>
          <ac:spMkLst>
            <pc:docMk/>
            <pc:sldMk cId="146527276" sldId="318"/>
            <ac:spMk id="3" creationId="{31907324-2625-CB56-243F-EBC3AB3CBCCD}"/>
          </ac:spMkLst>
        </pc:spChg>
      </pc:sldChg>
      <pc:sldChg chg="modSp new del mod">
        <pc:chgData name="Berg, Dirk van den" userId="035ecb32-01d9-4b47-a105-eacf059a4647" providerId="ADAL" clId="{F7FF961E-CF96-44AC-93C2-93612F62D46D}" dt="2026-03-19T14:36:42.529" v="6979" actId="47"/>
        <pc:sldMkLst>
          <pc:docMk/>
          <pc:sldMk cId="3561747041" sldId="318"/>
        </pc:sldMkLst>
        <pc:spChg chg="mod">
          <ac:chgData name="Berg, Dirk van den" userId="035ecb32-01d9-4b47-a105-eacf059a4647" providerId="ADAL" clId="{F7FF961E-CF96-44AC-93C2-93612F62D46D}" dt="2026-03-19T14:34:02.417" v="6794" actId="20577"/>
          <ac:spMkLst>
            <pc:docMk/>
            <pc:sldMk cId="3561747041" sldId="318"/>
            <ac:spMk id="2" creationId="{D6E460DB-1A01-10DC-4581-66FED47A029E}"/>
          </ac:spMkLst>
        </pc:spChg>
        <pc:spChg chg="mod">
          <ac:chgData name="Berg, Dirk van den" userId="035ecb32-01d9-4b47-a105-eacf059a4647" providerId="ADAL" clId="{F7FF961E-CF96-44AC-93C2-93612F62D46D}" dt="2026-03-19T14:34:09.586" v="6800" actId="6549"/>
          <ac:spMkLst>
            <pc:docMk/>
            <pc:sldMk cId="3561747041" sldId="318"/>
            <ac:spMk id="3" creationId="{8A1E76D7-5522-BD62-1611-D496CCB087AC}"/>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NL"/>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A2DABF4-6EA3-41FF-ABD0-4972E6DCBC95}" type="datetimeFigureOut">
              <a:rPr lang="en-NL" smtClean="0"/>
              <a:t>19/03/2026</a:t>
            </a:fld>
            <a:endParaRPr lang="en-NL"/>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NL"/>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NL"/>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1215C62-194B-4A39-BA35-EE74F01A3994}" type="slidenum">
              <a:rPr lang="en-NL" smtClean="0"/>
              <a:t>‹#›</a:t>
            </a:fld>
            <a:endParaRPr lang="en-NL"/>
          </a:p>
        </p:txBody>
      </p:sp>
    </p:spTree>
    <p:extLst>
      <p:ext uri="{BB962C8B-B14F-4D97-AF65-F5344CB8AC3E}">
        <p14:creationId xmlns:p14="http://schemas.microsoft.com/office/powerpoint/2010/main" val="25107014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L" dirty="0"/>
          </a:p>
        </p:txBody>
      </p:sp>
      <p:sp>
        <p:nvSpPr>
          <p:cNvPr id="4" name="Slide Number Placeholder 3"/>
          <p:cNvSpPr>
            <a:spLocks noGrp="1"/>
          </p:cNvSpPr>
          <p:nvPr>
            <p:ph type="sldNum" sz="quarter" idx="5"/>
          </p:nvPr>
        </p:nvSpPr>
        <p:spPr/>
        <p:txBody>
          <a:bodyPr/>
          <a:lstStyle/>
          <a:p>
            <a:fld id="{A1215C62-194B-4A39-BA35-EE74F01A3994}" type="slidenum">
              <a:rPr lang="en-NL" smtClean="0"/>
              <a:t>20</a:t>
            </a:fld>
            <a:endParaRPr lang="en-NL"/>
          </a:p>
        </p:txBody>
      </p:sp>
    </p:spTree>
    <p:extLst>
      <p:ext uri="{BB962C8B-B14F-4D97-AF65-F5344CB8AC3E}">
        <p14:creationId xmlns:p14="http://schemas.microsoft.com/office/powerpoint/2010/main" val="38219369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AA9B0A-21A9-11D8-6AC0-0853C7FE8D2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NL"/>
          </a:p>
        </p:txBody>
      </p:sp>
      <p:sp>
        <p:nvSpPr>
          <p:cNvPr id="3" name="Subtitle 2">
            <a:extLst>
              <a:ext uri="{FF2B5EF4-FFF2-40B4-BE49-F238E27FC236}">
                <a16:creationId xmlns:a16="http://schemas.microsoft.com/office/drawing/2014/main" id="{12E18FFD-A4E2-0D4E-7BCD-58E1748D8E4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NL"/>
          </a:p>
        </p:txBody>
      </p:sp>
      <p:sp>
        <p:nvSpPr>
          <p:cNvPr id="4" name="Date Placeholder 3">
            <a:extLst>
              <a:ext uri="{FF2B5EF4-FFF2-40B4-BE49-F238E27FC236}">
                <a16:creationId xmlns:a16="http://schemas.microsoft.com/office/drawing/2014/main" id="{8DCB645C-4A53-6DC7-25C3-9688B7178E8C}"/>
              </a:ext>
            </a:extLst>
          </p:cNvPr>
          <p:cNvSpPr>
            <a:spLocks noGrp="1"/>
          </p:cNvSpPr>
          <p:nvPr>
            <p:ph type="dt" sz="half" idx="10"/>
          </p:nvPr>
        </p:nvSpPr>
        <p:spPr/>
        <p:txBody>
          <a:bodyPr/>
          <a:lstStyle/>
          <a:p>
            <a:fld id="{488B314D-8566-407C-8138-35BC3B95AB82}" type="datetimeFigureOut">
              <a:rPr lang="en-NL" smtClean="0"/>
              <a:t>18/03/2026</a:t>
            </a:fld>
            <a:endParaRPr lang="en-NL"/>
          </a:p>
        </p:txBody>
      </p:sp>
      <p:sp>
        <p:nvSpPr>
          <p:cNvPr id="5" name="Footer Placeholder 4">
            <a:extLst>
              <a:ext uri="{FF2B5EF4-FFF2-40B4-BE49-F238E27FC236}">
                <a16:creationId xmlns:a16="http://schemas.microsoft.com/office/drawing/2014/main" id="{2A582621-D3E9-86E1-A821-53772827292D}"/>
              </a:ext>
            </a:extLst>
          </p:cNvPr>
          <p:cNvSpPr>
            <a:spLocks noGrp="1"/>
          </p:cNvSpPr>
          <p:nvPr>
            <p:ph type="ftr" sz="quarter" idx="11"/>
          </p:nvPr>
        </p:nvSpPr>
        <p:spPr/>
        <p:txBody>
          <a:bodyPr/>
          <a:lstStyle/>
          <a:p>
            <a:endParaRPr lang="en-NL"/>
          </a:p>
        </p:txBody>
      </p:sp>
      <p:sp>
        <p:nvSpPr>
          <p:cNvPr id="6" name="Slide Number Placeholder 5">
            <a:extLst>
              <a:ext uri="{FF2B5EF4-FFF2-40B4-BE49-F238E27FC236}">
                <a16:creationId xmlns:a16="http://schemas.microsoft.com/office/drawing/2014/main" id="{0611C98C-0F73-A8F2-02F4-2AB4973CDAC2}"/>
              </a:ext>
            </a:extLst>
          </p:cNvPr>
          <p:cNvSpPr>
            <a:spLocks noGrp="1"/>
          </p:cNvSpPr>
          <p:nvPr>
            <p:ph type="sldNum" sz="quarter" idx="12"/>
          </p:nvPr>
        </p:nvSpPr>
        <p:spPr/>
        <p:txBody>
          <a:bodyPr/>
          <a:lstStyle/>
          <a:p>
            <a:fld id="{4A9C285A-41FD-47C8-9B13-D40BAB452FEE}" type="slidenum">
              <a:rPr lang="en-NL" smtClean="0"/>
              <a:t>‹#›</a:t>
            </a:fld>
            <a:endParaRPr lang="en-NL"/>
          </a:p>
        </p:txBody>
      </p:sp>
    </p:spTree>
    <p:extLst>
      <p:ext uri="{BB962C8B-B14F-4D97-AF65-F5344CB8AC3E}">
        <p14:creationId xmlns:p14="http://schemas.microsoft.com/office/powerpoint/2010/main" val="8187164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950BA0-583D-0185-EE69-28099DAEC32E}"/>
              </a:ext>
            </a:extLst>
          </p:cNvPr>
          <p:cNvSpPr>
            <a:spLocks noGrp="1"/>
          </p:cNvSpPr>
          <p:nvPr>
            <p:ph type="title"/>
          </p:nvPr>
        </p:nvSpPr>
        <p:spPr/>
        <p:txBody>
          <a:bodyPr/>
          <a:lstStyle/>
          <a:p>
            <a:r>
              <a:rPr lang="en-US"/>
              <a:t>Click to edit Master title style</a:t>
            </a:r>
            <a:endParaRPr lang="en-NL"/>
          </a:p>
        </p:txBody>
      </p:sp>
      <p:sp>
        <p:nvSpPr>
          <p:cNvPr id="3" name="Content Placeholder 2">
            <a:extLst>
              <a:ext uri="{FF2B5EF4-FFF2-40B4-BE49-F238E27FC236}">
                <a16:creationId xmlns:a16="http://schemas.microsoft.com/office/drawing/2014/main" id="{E6D8891D-C30A-9834-578C-76F335D9CFF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Date Placeholder 3">
            <a:extLst>
              <a:ext uri="{FF2B5EF4-FFF2-40B4-BE49-F238E27FC236}">
                <a16:creationId xmlns:a16="http://schemas.microsoft.com/office/drawing/2014/main" id="{CB586B7C-AB90-7DAA-F0EA-C7122F775E42}"/>
              </a:ext>
            </a:extLst>
          </p:cNvPr>
          <p:cNvSpPr>
            <a:spLocks noGrp="1"/>
          </p:cNvSpPr>
          <p:nvPr>
            <p:ph type="dt" sz="half" idx="10"/>
          </p:nvPr>
        </p:nvSpPr>
        <p:spPr/>
        <p:txBody>
          <a:bodyPr/>
          <a:lstStyle/>
          <a:p>
            <a:fld id="{7DB07CE9-C8DF-41DF-BDBB-830B84D62F5B}" type="datetimeFigureOut">
              <a:rPr lang="en-NL" smtClean="0"/>
              <a:t>18/03/2026</a:t>
            </a:fld>
            <a:endParaRPr lang="en-NL"/>
          </a:p>
        </p:txBody>
      </p:sp>
      <p:sp>
        <p:nvSpPr>
          <p:cNvPr id="5" name="Footer Placeholder 4">
            <a:extLst>
              <a:ext uri="{FF2B5EF4-FFF2-40B4-BE49-F238E27FC236}">
                <a16:creationId xmlns:a16="http://schemas.microsoft.com/office/drawing/2014/main" id="{BB6BD878-B8D5-9BF6-B119-CB8E2FBA6878}"/>
              </a:ext>
            </a:extLst>
          </p:cNvPr>
          <p:cNvSpPr>
            <a:spLocks noGrp="1"/>
          </p:cNvSpPr>
          <p:nvPr>
            <p:ph type="ftr" sz="quarter" idx="11"/>
          </p:nvPr>
        </p:nvSpPr>
        <p:spPr/>
        <p:txBody>
          <a:bodyPr/>
          <a:lstStyle/>
          <a:p>
            <a:endParaRPr lang="en-NL"/>
          </a:p>
        </p:txBody>
      </p:sp>
      <p:sp>
        <p:nvSpPr>
          <p:cNvPr id="6" name="Slide Number Placeholder 5">
            <a:extLst>
              <a:ext uri="{FF2B5EF4-FFF2-40B4-BE49-F238E27FC236}">
                <a16:creationId xmlns:a16="http://schemas.microsoft.com/office/drawing/2014/main" id="{DC1A9D23-71DC-CC7B-17C0-5E08C967D942}"/>
              </a:ext>
            </a:extLst>
          </p:cNvPr>
          <p:cNvSpPr>
            <a:spLocks noGrp="1"/>
          </p:cNvSpPr>
          <p:nvPr>
            <p:ph type="sldNum" sz="quarter" idx="12"/>
          </p:nvPr>
        </p:nvSpPr>
        <p:spPr/>
        <p:txBody>
          <a:bodyPr/>
          <a:lstStyle/>
          <a:p>
            <a:fld id="{4A9C285A-41FD-47C8-9B13-D40BAB452FEE}" type="slidenum">
              <a:rPr lang="en-NL" smtClean="0"/>
              <a:t>‹#›</a:t>
            </a:fld>
            <a:endParaRPr lang="en-NL"/>
          </a:p>
        </p:txBody>
      </p:sp>
    </p:spTree>
    <p:extLst>
      <p:ext uri="{BB962C8B-B14F-4D97-AF65-F5344CB8AC3E}">
        <p14:creationId xmlns:p14="http://schemas.microsoft.com/office/powerpoint/2010/main" val="35838012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655E79-0500-A1A2-6D30-0F0DFDD6001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NL"/>
          </a:p>
        </p:txBody>
      </p:sp>
      <p:sp>
        <p:nvSpPr>
          <p:cNvPr id="3" name="Text Placeholder 2">
            <a:extLst>
              <a:ext uri="{FF2B5EF4-FFF2-40B4-BE49-F238E27FC236}">
                <a16:creationId xmlns:a16="http://schemas.microsoft.com/office/drawing/2014/main" id="{05B6914D-49A9-E97D-2C4E-18FAAF7260C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AFDA4EA-60CD-56E7-0DAD-21A6159BCBB8}"/>
              </a:ext>
            </a:extLst>
          </p:cNvPr>
          <p:cNvSpPr>
            <a:spLocks noGrp="1"/>
          </p:cNvSpPr>
          <p:nvPr>
            <p:ph type="dt" sz="half" idx="10"/>
          </p:nvPr>
        </p:nvSpPr>
        <p:spPr/>
        <p:txBody>
          <a:bodyPr/>
          <a:lstStyle/>
          <a:p>
            <a:fld id="{7DB07CE9-C8DF-41DF-BDBB-830B84D62F5B}" type="datetimeFigureOut">
              <a:rPr lang="en-NL" smtClean="0"/>
              <a:t>18/03/2026</a:t>
            </a:fld>
            <a:endParaRPr lang="en-NL"/>
          </a:p>
        </p:txBody>
      </p:sp>
      <p:sp>
        <p:nvSpPr>
          <p:cNvPr id="5" name="Footer Placeholder 4">
            <a:extLst>
              <a:ext uri="{FF2B5EF4-FFF2-40B4-BE49-F238E27FC236}">
                <a16:creationId xmlns:a16="http://schemas.microsoft.com/office/drawing/2014/main" id="{C77721A8-BB79-306A-08AB-EFFF7B85E338}"/>
              </a:ext>
            </a:extLst>
          </p:cNvPr>
          <p:cNvSpPr>
            <a:spLocks noGrp="1"/>
          </p:cNvSpPr>
          <p:nvPr>
            <p:ph type="ftr" sz="quarter" idx="11"/>
          </p:nvPr>
        </p:nvSpPr>
        <p:spPr/>
        <p:txBody>
          <a:bodyPr/>
          <a:lstStyle/>
          <a:p>
            <a:endParaRPr lang="en-NL"/>
          </a:p>
        </p:txBody>
      </p:sp>
      <p:sp>
        <p:nvSpPr>
          <p:cNvPr id="6" name="Slide Number Placeholder 5">
            <a:extLst>
              <a:ext uri="{FF2B5EF4-FFF2-40B4-BE49-F238E27FC236}">
                <a16:creationId xmlns:a16="http://schemas.microsoft.com/office/drawing/2014/main" id="{B6A46C38-EEEE-5592-0604-AA374F8CCAE0}"/>
              </a:ext>
            </a:extLst>
          </p:cNvPr>
          <p:cNvSpPr>
            <a:spLocks noGrp="1"/>
          </p:cNvSpPr>
          <p:nvPr>
            <p:ph type="sldNum" sz="quarter" idx="12"/>
          </p:nvPr>
        </p:nvSpPr>
        <p:spPr/>
        <p:txBody>
          <a:bodyPr/>
          <a:lstStyle/>
          <a:p>
            <a:fld id="{4A9C285A-41FD-47C8-9B13-D40BAB452FEE}" type="slidenum">
              <a:rPr lang="en-NL" smtClean="0"/>
              <a:t>‹#›</a:t>
            </a:fld>
            <a:endParaRPr lang="en-NL"/>
          </a:p>
        </p:txBody>
      </p:sp>
    </p:spTree>
    <p:extLst>
      <p:ext uri="{BB962C8B-B14F-4D97-AF65-F5344CB8AC3E}">
        <p14:creationId xmlns:p14="http://schemas.microsoft.com/office/powerpoint/2010/main" val="14592305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A65D4E-F716-266C-EB44-F320FF044FC4}"/>
              </a:ext>
            </a:extLst>
          </p:cNvPr>
          <p:cNvSpPr>
            <a:spLocks noGrp="1"/>
          </p:cNvSpPr>
          <p:nvPr>
            <p:ph type="title"/>
          </p:nvPr>
        </p:nvSpPr>
        <p:spPr/>
        <p:txBody>
          <a:bodyPr/>
          <a:lstStyle/>
          <a:p>
            <a:r>
              <a:rPr lang="en-US"/>
              <a:t>Click to edit Master title style</a:t>
            </a:r>
            <a:endParaRPr lang="en-NL"/>
          </a:p>
        </p:txBody>
      </p:sp>
      <p:sp>
        <p:nvSpPr>
          <p:cNvPr id="3" name="Content Placeholder 2">
            <a:extLst>
              <a:ext uri="{FF2B5EF4-FFF2-40B4-BE49-F238E27FC236}">
                <a16:creationId xmlns:a16="http://schemas.microsoft.com/office/drawing/2014/main" id="{20FA0776-C324-EFAB-A946-10C85364B98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Content Placeholder 3">
            <a:extLst>
              <a:ext uri="{FF2B5EF4-FFF2-40B4-BE49-F238E27FC236}">
                <a16:creationId xmlns:a16="http://schemas.microsoft.com/office/drawing/2014/main" id="{53F9D3D4-7D3D-D1F4-CD2A-A518E546943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5" name="Date Placeholder 4">
            <a:extLst>
              <a:ext uri="{FF2B5EF4-FFF2-40B4-BE49-F238E27FC236}">
                <a16:creationId xmlns:a16="http://schemas.microsoft.com/office/drawing/2014/main" id="{CE693131-FB94-2B88-8093-B6F21E860B47}"/>
              </a:ext>
            </a:extLst>
          </p:cNvPr>
          <p:cNvSpPr>
            <a:spLocks noGrp="1"/>
          </p:cNvSpPr>
          <p:nvPr>
            <p:ph type="dt" sz="half" idx="10"/>
          </p:nvPr>
        </p:nvSpPr>
        <p:spPr/>
        <p:txBody>
          <a:bodyPr/>
          <a:lstStyle/>
          <a:p>
            <a:fld id="{7DB07CE9-C8DF-41DF-BDBB-830B84D62F5B}" type="datetimeFigureOut">
              <a:rPr lang="en-NL" smtClean="0"/>
              <a:t>18/03/2026</a:t>
            </a:fld>
            <a:endParaRPr lang="en-NL"/>
          </a:p>
        </p:txBody>
      </p:sp>
      <p:sp>
        <p:nvSpPr>
          <p:cNvPr id="6" name="Footer Placeholder 5">
            <a:extLst>
              <a:ext uri="{FF2B5EF4-FFF2-40B4-BE49-F238E27FC236}">
                <a16:creationId xmlns:a16="http://schemas.microsoft.com/office/drawing/2014/main" id="{4BD21B79-6DB2-349F-C356-71774F673FC1}"/>
              </a:ext>
            </a:extLst>
          </p:cNvPr>
          <p:cNvSpPr>
            <a:spLocks noGrp="1"/>
          </p:cNvSpPr>
          <p:nvPr>
            <p:ph type="ftr" sz="quarter" idx="11"/>
          </p:nvPr>
        </p:nvSpPr>
        <p:spPr/>
        <p:txBody>
          <a:bodyPr/>
          <a:lstStyle/>
          <a:p>
            <a:endParaRPr lang="en-NL"/>
          </a:p>
        </p:txBody>
      </p:sp>
      <p:sp>
        <p:nvSpPr>
          <p:cNvPr id="7" name="Slide Number Placeholder 6">
            <a:extLst>
              <a:ext uri="{FF2B5EF4-FFF2-40B4-BE49-F238E27FC236}">
                <a16:creationId xmlns:a16="http://schemas.microsoft.com/office/drawing/2014/main" id="{185CBD36-D0DC-8F43-ACFD-1E9E357E7EB4}"/>
              </a:ext>
            </a:extLst>
          </p:cNvPr>
          <p:cNvSpPr>
            <a:spLocks noGrp="1"/>
          </p:cNvSpPr>
          <p:nvPr>
            <p:ph type="sldNum" sz="quarter" idx="12"/>
          </p:nvPr>
        </p:nvSpPr>
        <p:spPr/>
        <p:txBody>
          <a:bodyPr/>
          <a:lstStyle/>
          <a:p>
            <a:fld id="{4A9C285A-41FD-47C8-9B13-D40BAB452FEE}" type="slidenum">
              <a:rPr lang="en-NL" smtClean="0"/>
              <a:t>‹#›</a:t>
            </a:fld>
            <a:endParaRPr lang="en-NL"/>
          </a:p>
        </p:txBody>
      </p:sp>
    </p:spTree>
    <p:extLst>
      <p:ext uri="{BB962C8B-B14F-4D97-AF65-F5344CB8AC3E}">
        <p14:creationId xmlns:p14="http://schemas.microsoft.com/office/powerpoint/2010/main" val="32678301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63BC18-D101-9213-B897-8851FE7C3D56}"/>
              </a:ext>
            </a:extLst>
          </p:cNvPr>
          <p:cNvSpPr>
            <a:spLocks noGrp="1"/>
          </p:cNvSpPr>
          <p:nvPr>
            <p:ph type="title"/>
          </p:nvPr>
        </p:nvSpPr>
        <p:spPr>
          <a:xfrm>
            <a:off x="839788" y="365125"/>
            <a:ext cx="10515600" cy="1325563"/>
          </a:xfrm>
        </p:spPr>
        <p:txBody>
          <a:bodyPr/>
          <a:lstStyle/>
          <a:p>
            <a:r>
              <a:rPr lang="en-US"/>
              <a:t>Click to edit Master title style</a:t>
            </a:r>
            <a:endParaRPr lang="en-NL"/>
          </a:p>
        </p:txBody>
      </p:sp>
      <p:sp>
        <p:nvSpPr>
          <p:cNvPr id="3" name="Text Placeholder 2">
            <a:extLst>
              <a:ext uri="{FF2B5EF4-FFF2-40B4-BE49-F238E27FC236}">
                <a16:creationId xmlns:a16="http://schemas.microsoft.com/office/drawing/2014/main" id="{325E5057-8AB1-D931-F79F-0D54E845EDE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9C2EF1A-2434-D230-33B4-D17316B77A3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5" name="Text Placeholder 4">
            <a:extLst>
              <a:ext uri="{FF2B5EF4-FFF2-40B4-BE49-F238E27FC236}">
                <a16:creationId xmlns:a16="http://schemas.microsoft.com/office/drawing/2014/main" id="{3C0C9925-AAE9-B6AC-9461-0917219EACD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74E5211-4325-D275-EE19-9984E66A821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7" name="Date Placeholder 6">
            <a:extLst>
              <a:ext uri="{FF2B5EF4-FFF2-40B4-BE49-F238E27FC236}">
                <a16:creationId xmlns:a16="http://schemas.microsoft.com/office/drawing/2014/main" id="{457FEE0D-2772-4FE7-99AD-4C1D3AC628AD}"/>
              </a:ext>
            </a:extLst>
          </p:cNvPr>
          <p:cNvSpPr>
            <a:spLocks noGrp="1"/>
          </p:cNvSpPr>
          <p:nvPr>
            <p:ph type="dt" sz="half" idx="10"/>
          </p:nvPr>
        </p:nvSpPr>
        <p:spPr/>
        <p:txBody>
          <a:bodyPr/>
          <a:lstStyle/>
          <a:p>
            <a:fld id="{7DB07CE9-C8DF-41DF-BDBB-830B84D62F5B}" type="datetimeFigureOut">
              <a:rPr lang="en-NL" smtClean="0"/>
              <a:t>18/03/2026</a:t>
            </a:fld>
            <a:endParaRPr lang="en-NL"/>
          </a:p>
        </p:txBody>
      </p:sp>
      <p:sp>
        <p:nvSpPr>
          <p:cNvPr id="8" name="Footer Placeholder 7">
            <a:extLst>
              <a:ext uri="{FF2B5EF4-FFF2-40B4-BE49-F238E27FC236}">
                <a16:creationId xmlns:a16="http://schemas.microsoft.com/office/drawing/2014/main" id="{993169B9-CD5B-369C-DBC2-925297EB21EB}"/>
              </a:ext>
            </a:extLst>
          </p:cNvPr>
          <p:cNvSpPr>
            <a:spLocks noGrp="1"/>
          </p:cNvSpPr>
          <p:nvPr>
            <p:ph type="ftr" sz="quarter" idx="11"/>
          </p:nvPr>
        </p:nvSpPr>
        <p:spPr/>
        <p:txBody>
          <a:bodyPr/>
          <a:lstStyle/>
          <a:p>
            <a:endParaRPr lang="en-NL"/>
          </a:p>
        </p:txBody>
      </p:sp>
      <p:sp>
        <p:nvSpPr>
          <p:cNvPr id="9" name="Slide Number Placeholder 8">
            <a:extLst>
              <a:ext uri="{FF2B5EF4-FFF2-40B4-BE49-F238E27FC236}">
                <a16:creationId xmlns:a16="http://schemas.microsoft.com/office/drawing/2014/main" id="{3E0BA7D5-A78A-09BB-A363-994BD9A02F46}"/>
              </a:ext>
            </a:extLst>
          </p:cNvPr>
          <p:cNvSpPr>
            <a:spLocks noGrp="1"/>
          </p:cNvSpPr>
          <p:nvPr>
            <p:ph type="sldNum" sz="quarter" idx="12"/>
          </p:nvPr>
        </p:nvSpPr>
        <p:spPr/>
        <p:txBody>
          <a:bodyPr/>
          <a:lstStyle/>
          <a:p>
            <a:fld id="{4A9C285A-41FD-47C8-9B13-D40BAB452FEE}" type="slidenum">
              <a:rPr lang="en-NL" smtClean="0"/>
              <a:t>‹#›</a:t>
            </a:fld>
            <a:endParaRPr lang="en-NL"/>
          </a:p>
        </p:txBody>
      </p:sp>
    </p:spTree>
    <p:extLst>
      <p:ext uri="{BB962C8B-B14F-4D97-AF65-F5344CB8AC3E}">
        <p14:creationId xmlns:p14="http://schemas.microsoft.com/office/powerpoint/2010/main" val="28698023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B9777B-F5E7-C08C-590D-ACFBE4C45424}"/>
              </a:ext>
            </a:extLst>
          </p:cNvPr>
          <p:cNvSpPr>
            <a:spLocks noGrp="1"/>
          </p:cNvSpPr>
          <p:nvPr>
            <p:ph type="title"/>
          </p:nvPr>
        </p:nvSpPr>
        <p:spPr/>
        <p:txBody>
          <a:bodyPr/>
          <a:lstStyle/>
          <a:p>
            <a:r>
              <a:rPr lang="en-US"/>
              <a:t>Click to edit Master title style</a:t>
            </a:r>
            <a:endParaRPr lang="en-NL"/>
          </a:p>
        </p:txBody>
      </p:sp>
      <p:sp>
        <p:nvSpPr>
          <p:cNvPr id="3" name="Date Placeholder 2">
            <a:extLst>
              <a:ext uri="{FF2B5EF4-FFF2-40B4-BE49-F238E27FC236}">
                <a16:creationId xmlns:a16="http://schemas.microsoft.com/office/drawing/2014/main" id="{300CC399-4A6B-4593-9E74-B6F8CA3DC207}"/>
              </a:ext>
            </a:extLst>
          </p:cNvPr>
          <p:cNvSpPr>
            <a:spLocks noGrp="1"/>
          </p:cNvSpPr>
          <p:nvPr>
            <p:ph type="dt" sz="half" idx="10"/>
          </p:nvPr>
        </p:nvSpPr>
        <p:spPr/>
        <p:txBody>
          <a:bodyPr/>
          <a:lstStyle/>
          <a:p>
            <a:fld id="{7DB07CE9-C8DF-41DF-BDBB-830B84D62F5B}" type="datetimeFigureOut">
              <a:rPr lang="en-NL" smtClean="0"/>
              <a:t>18/03/2026</a:t>
            </a:fld>
            <a:endParaRPr lang="en-NL"/>
          </a:p>
        </p:txBody>
      </p:sp>
      <p:sp>
        <p:nvSpPr>
          <p:cNvPr id="4" name="Footer Placeholder 3">
            <a:extLst>
              <a:ext uri="{FF2B5EF4-FFF2-40B4-BE49-F238E27FC236}">
                <a16:creationId xmlns:a16="http://schemas.microsoft.com/office/drawing/2014/main" id="{48EE88BE-564F-9BC9-D256-883FCC2992C9}"/>
              </a:ext>
            </a:extLst>
          </p:cNvPr>
          <p:cNvSpPr>
            <a:spLocks noGrp="1"/>
          </p:cNvSpPr>
          <p:nvPr>
            <p:ph type="ftr" sz="quarter" idx="11"/>
          </p:nvPr>
        </p:nvSpPr>
        <p:spPr/>
        <p:txBody>
          <a:bodyPr/>
          <a:lstStyle/>
          <a:p>
            <a:endParaRPr lang="en-NL"/>
          </a:p>
        </p:txBody>
      </p:sp>
      <p:sp>
        <p:nvSpPr>
          <p:cNvPr id="5" name="Slide Number Placeholder 4">
            <a:extLst>
              <a:ext uri="{FF2B5EF4-FFF2-40B4-BE49-F238E27FC236}">
                <a16:creationId xmlns:a16="http://schemas.microsoft.com/office/drawing/2014/main" id="{A197D54D-0C50-C773-E94C-9E2D30D9305C}"/>
              </a:ext>
            </a:extLst>
          </p:cNvPr>
          <p:cNvSpPr>
            <a:spLocks noGrp="1"/>
          </p:cNvSpPr>
          <p:nvPr>
            <p:ph type="sldNum" sz="quarter" idx="12"/>
          </p:nvPr>
        </p:nvSpPr>
        <p:spPr/>
        <p:txBody>
          <a:bodyPr/>
          <a:lstStyle/>
          <a:p>
            <a:fld id="{4A9C285A-41FD-47C8-9B13-D40BAB452FEE}" type="slidenum">
              <a:rPr lang="en-NL" smtClean="0"/>
              <a:t>‹#›</a:t>
            </a:fld>
            <a:endParaRPr lang="en-NL"/>
          </a:p>
        </p:txBody>
      </p:sp>
    </p:spTree>
    <p:extLst>
      <p:ext uri="{BB962C8B-B14F-4D97-AF65-F5344CB8AC3E}">
        <p14:creationId xmlns:p14="http://schemas.microsoft.com/office/powerpoint/2010/main" val="27452653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6994506-3D43-84EA-E881-39D633077381}"/>
              </a:ext>
            </a:extLst>
          </p:cNvPr>
          <p:cNvSpPr>
            <a:spLocks noGrp="1"/>
          </p:cNvSpPr>
          <p:nvPr>
            <p:ph type="dt" sz="half" idx="10"/>
          </p:nvPr>
        </p:nvSpPr>
        <p:spPr/>
        <p:txBody>
          <a:bodyPr/>
          <a:lstStyle/>
          <a:p>
            <a:fld id="{7DB07CE9-C8DF-41DF-BDBB-830B84D62F5B}" type="datetimeFigureOut">
              <a:rPr lang="en-NL" smtClean="0"/>
              <a:t>18/03/2026</a:t>
            </a:fld>
            <a:endParaRPr lang="en-NL"/>
          </a:p>
        </p:txBody>
      </p:sp>
      <p:sp>
        <p:nvSpPr>
          <p:cNvPr id="3" name="Footer Placeholder 2">
            <a:extLst>
              <a:ext uri="{FF2B5EF4-FFF2-40B4-BE49-F238E27FC236}">
                <a16:creationId xmlns:a16="http://schemas.microsoft.com/office/drawing/2014/main" id="{981C55CA-8DBE-9019-86DA-AEBED897E0C9}"/>
              </a:ext>
            </a:extLst>
          </p:cNvPr>
          <p:cNvSpPr>
            <a:spLocks noGrp="1"/>
          </p:cNvSpPr>
          <p:nvPr>
            <p:ph type="ftr" sz="quarter" idx="11"/>
          </p:nvPr>
        </p:nvSpPr>
        <p:spPr/>
        <p:txBody>
          <a:bodyPr/>
          <a:lstStyle/>
          <a:p>
            <a:endParaRPr lang="en-NL"/>
          </a:p>
        </p:txBody>
      </p:sp>
      <p:sp>
        <p:nvSpPr>
          <p:cNvPr id="4" name="Slide Number Placeholder 3">
            <a:extLst>
              <a:ext uri="{FF2B5EF4-FFF2-40B4-BE49-F238E27FC236}">
                <a16:creationId xmlns:a16="http://schemas.microsoft.com/office/drawing/2014/main" id="{2159772A-9555-52DB-D4E9-75AF3C15D25A}"/>
              </a:ext>
            </a:extLst>
          </p:cNvPr>
          <p:cNvSpPr>
            <a:spLocks noGrp="1"/>
          </p:cNvSpPr>
          <p:nvPr>
            <p:ph type="sldNum" sz="quarter" idx="12"/>
          </p:nvPr>
        </p:nvSpPr>
        <p:spPr/>
        <p:txBody>
          <a:bodyPr/>
          <a:lstStyle/>
          <a:p>
            <a:fld id="{4A9C285A-41FD-47C8-9B13-D40BAB452FEE}" type="slidenum">
              <a:rPr lang="en-NL" smtClean="0"/>
              <a:t>‹#›</a:t>
            </a:fld>
            <a:endParaRPr lang="en-NL"/>
          </a:p>
        </p:txBody>
      </p:sp>
    </p:spTree>
    <p:extLst>
      <p:ext uri="{BB962C8B-B14F-4D97-AF65-F5344CB8AC3E}">
        <p14:creationId xmlns:p14="http://schemas.microsoft.com/office/powerpoint/2010/main" val="18742203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0D3A6E-DBBE-812E-85F2-A38B5249BAF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NL"/>
          </a:p>
        </p:txBody>
      </p:sp>
      <p:sp>
        <p:nvSpPr>
          <p:cNvPr id="3" name="Content Placeholder 2">
            <a:extLst>
              <a:ext uri="{FF2B5EF4-FFF2-40B4-BE49-F238E27FC236}">
                <a16:creationId xmlns:a16="http://schemas.microsoft.com/office/drawing/2014/main" id="{5AFB2DEC-7E11-7FE1-3C8F-AB40257CCC6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Text Placeholder 3">
            <a:extLst>
              <a:ext uri="{FF2B5EF4-FFF2-40B4-BE49-F238E27FC236}">
                <a16:creationId xmlns:a16="http://schemas.microsoft.com/office/drawing/2014/main" id="{CA67515C-82D6-C8CD-79FD-0E6A1C9B190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208F352-32B7-00FA-4DA5-12E23612C097}"/>
              </a:ext>
            </a:extLst>
          </p:cNvPr>
          <p:cNvSpPr>
            <a:spLocks noGrp="1"/>
          </p:cNvSpPr>
          <p:nvPr>
            <p:ph type="dt" sz="half" idx="10"/>
          </p:nvPr>
        </p:nvSpPr>
        <p:spPr/>
        <p:txBody>
          <a:bodyPr/>
          <a:lstStyle/>
          <a:p>
            <a:fld id="{7DB07CE9-C8DF-41DF-BDBB-830B84D62F5B}" type="datetimeFigureOut">
              <a:rPr lang="en-NL" smtClean="0"/>
              <a:t>18/03/2026</a:t>
            </a:fld>
            <a:endParaRPr lang="en-NL"/>
          </a:p>
        </p:txBody>
      </p:sp>
      <p:sp>
        <p:nvSpPr>
          <p:cNvPr id="6" name="Footer Placeholder 5">
            <a:extLst>
              <a:ext uri="{FF2B5EF4-FFF2-40B4-BE49-F238E27FC236}">
                <a16:creationId xmlns:a16="http://schemas.microsoft.com/office/drawing/2014/main" id="{77D78EF5-AAF6-9556-0DA1-762E1477F249}"/>
              </a:ext>
            </a:extLst>
          </p:cNvPr>
          <p:cNvSpPr>
            <a:spLocks noGrp="1"/>
          </p:cNvSpPr>
          <p:nvPr>
            <p:ph type="ftr" sz="quarter" idx="11"/>
          </p:nvPr>
        </p:nvSpPr>
        <p:spPr/>
        <p:txBody>
          <a:bodyPr/>
          <a:lstStyle/>
          <a:p>
            <a:endParaRPr lang="en-NL"/>
          </a:p>
        </p:txBody>
      </p:sp>
      <p:sp>
        <p:nvSpPr>
          <p:cNvPr id="7" name="Slide Number Placeholder 6">
            <a:extLst>
              <a:ext uri="{FF2B5EF4-FFF2-40B4-BE49-F238E27FC236}">
                <a16:creationId xmlns:a16="http://schemas.microsoft.com/office/drawing/2014/main" id="{F23A06DC-6CC1-26FA-41F2-FA573F7A3579}"/>
              </a:ext>
            </a:extLst>
          </p:cNvPr>
          <p:cNvSpPr>
            <a:spLocks noGrp="1"/>
          </p:cNvSpPr>
          <p:nvPr>
            <p:ph type="sldNum" sz="quarter" idx="12"/>
          </p:nvPr>
        </p:nvSpPr>
        <p:spPr/>
        <p:txBody>
          <a:bodyPr/>
          <a:lstStyle/>
          <a:p>
            <a:fld id="{4A9C285A-41FD-47C8-9B13-D40BAB452FEE}" type="slidenum">
              <a:rPr lang="en-NL" smtClean="0"/>
              <a:t>‹#›</a:t>
            </a:fld>
            <a:endParaRPr lang="en-NL"/>
          </a:p>
        </p:txBody>
      </p:sp>
    </p:spTree>
    <p:extLst>
      <p:ext uri="{BB962C8B-B14F-4D97-AF65-F5344CB8AC3E}">
        <p14:creationId xmlns:p14="http://schemas.microsoft.com/office/powerpoint/2010/main" val="35876782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E5C77B-CBEF-A395-D0FA-1C65A9CE29D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NL"/>
          </a:p>
        </p:txBody>
      </p:sp>
      <p:sp>
        <p:nvSpPr>
          <p:cNvPr id="3" name="Picture Placeholder 2">
            <a:extLst>
              <a:ext uri="{FF2B5EF4-FFF2-40B4-BE49-F238E27FC236}">
                <a16:creationId xmlns:a16="http://schemas.microsoft.com/office/drawing/2014/main" id="{E3E17272-008C-028F-3164-75FD0D3FA47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NL"/>
          </a:p>
        </p:txBody>
      </p:sp>
      <p:sp>
        <p:nvSpPr>
          <p:cNvPr id="4" name="Text Placeholder 3">
            <a:extLst>
              <a:ext uri="{FF2B5EF4-FFF2-40B4-BE49-F238E27FC236}">
                <a16:creationId xmlns:a16="http://schemas.microsoft.com/office/drawing/2014/main" id="{6FCEFC27-BE0A-B312-4CAE-0D22A173EF8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F841F1B-BF0C-E7EE-C200-6ACDD52E8532}"/>
              </a:ext>
            </a:extLst>
          </p:cNvPr>
          <p:cNvSpPr>
            <a:spLocks noGrp="1"/>
          </p:cNvSpPr>
          <p:nvPr>
            <p:ph type="dt" sz="half" idx="10"/>
          </p:nvPr>
        </p:nvSpPr>
        <p:spPr/>
        <p:txBody>
          <a:bodyPr/>
          <a:lstStyle/>
          <a:p>
            <a:fld id="{7DB07CE9-C8DF-41DF-BDBB-830B84D62F5B}" type="datetimeFigureOut">
              <a:rPr lang="en-NL" smtClean="0"/>
              <a:t>18/03/2026</a:t>
            </a:fld>
            <a:endParaRPr lang="en-NL"/>
          </a:p>
        </p:txBody>
      </p:sp>
      <p:sp>
        <p:nvSpPr>
          <p:cNvPr id="6" name="Footer Placeholder 5">
            <a:extLst>
              <a:ext uri="{FF2B5EF4-FFF2-40B4-BE49-F238E27FC236}">
                <a16:creationId xmlns:a16="http://schemas.microsoft.com/office/drawing/2014/main" id="{E33DBEA7-5C08-D5DF-326D-402497EEC0EB}"/>
              </a:ext>
            </a:extLst>
          </p:cNvPr>
          <p:cNvSpPr>
            <a:spLocks noGrp="1"/>
          </p:cNvSpPr>
          <p:nvPr>
            <p:ph type="ftr" sz="quarter" idx="11"/>
          </p:nvPr>
        </p:nvSpPr>
        <p:spPr/>
        <p:txBody>
          <a:bodyPr/>
          <a:lstStyle/>
          <a:p>
            <a:endParaRPr lang="en-NL"/>
          </a:p>
        </p:txBody>
      </p:sp>
      <p:sp>
        <p:nvSpPr>
          <p:cNvPr id="7" name="Slide Number Placeholder 6">
            <a:extLst>
              <a:ext uri="{FF2B5EF4-FFF2-40B4-BE49-F238E27FC236}">
                <a16:creationId xmlns:a16="http://schemas.microsoft.com/office/drawing/2014/main" id="{128AB07C-EC9D-1E6E-88BF-08CF4DC29F79}"/>
              </a:ext>
            </a:extLst>
          </p:cNvPr>
          <p:cNvSpPr>
            <a:spLocks noGrp="1"/>
          </p:cNvSpPr>
          <p:nvPr>
            <p:ph type="sldNum" sz="quarter" idx="12"/>
          </p:nvPr>
        </p:nvSpPr>
        <p:spPr/>
        <p:txBody>
          <a:bodyPr/>
          <a:lstStyle/>
          <a:p>
            <a:fld id="{4A9C285A-41FD-47C8-9B13-D40BAB452FEE}" type="slidenum">
              <a:rPr lang="en-NL" smtClean="0"/>
              <a:t>‹#›</a:t>
            </a:fld>
            <a:endParaRPr lang="en-NL"/>
          </a:p>
        </p:txBody>
      </p:sp>
    </p:spTree>
    <p:extLst>
      <p:ext uri="{BB962C8B-B14F-4D97-AF65-F5344CB8AC3E}">
        <p14:creationId xmlns:p14="http://schemas.microsoft.com/office/powerpoint/2010/main" val="23134194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2C2113-B4D5-3AA6-7F42-D0DF7E554A28}"/>
              </a:ext>
            </a:extLst>
          </p:cNvPr>
          <p:cNvSpPr>
            <a:spLocks noGrp="1"/>
          </p:cNvSpPr>
          <p:nvPr>
            <p:ph type="title"/>
          </p:nvPr>
        </p:nvSpPr>
        <p:spPr/>
        <p:txBody>
          <a:bodyPr/>
          <a:lstStyle/>
          <a:p>
            <a:r>
              <a:rPr lang="en-US"/>
              <a:t>Click to edit Master title style</a:t>
            </a:r>
            <a:endParaRPr lang="en-NL"/>
          </a:p>
        </p:txBody>
      </p:sp>
      <p:sp>
        <p:nvSpPr>
          <p:cNvPr id="3" name="Vertical Text Placeholder 2">
            <a:extLst>
              <a:ext uri="{FF2B5EF4-FFF2-40B4-BE49-F238E27FC236}">
                <a16:creationId xmlns:a16="http://schemas.microsoft.com/office/drawing/2014/main" id="{327AC1B1-B636-EC3C-8268-7CF0D78B63F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Date Placeholder 3">
            <a:extLst>
              <a:ext uri="{FF2B5EF4-FFF2-40B4-BE49-F238E27FC236}">
                <a16:creationId xmlns:a16="http://schemas.microsoft.com/office/drawing/2014/main" id="{13308ECA-F03E-2322-8AB9-FF1B3570AC0C}"/>
              </a:ext>
            </a:extLst>
          </p:cNvPr>
          <p:cNvSpPr>
            <a:spLocks noGrp="1"/>
          </p:cNvSpPr>
          <p:nvPr>
            <p:ph type="dt" sz="half" idx="10"/>
          </p:nvPr>
        </p:nvSpPr>
        <p:spPr/>
        <p:txBody>
          <a:bodyPr/>
          <a:lstStyle/>
          <a:p>
            <a:fld id="{7DB07CE9-C8DF-41DF-BDBB-830B84D62F5B}" type="datetimeFigureOut">
              <a:rPr lang="en-NL" smtClean="0"/>
              <a:t>18/03/2026</a:t>
            </a:fld>
            <a:endParaRPr lang="en-NL"/>
          </a:p>
        </p:txBody>
      </p:sp>
      <p:sp>
        <p:nvSpPr>
          <p:cNvPr id="5" name="Footer Placeholder 4">
            <a:extLst>
              <a:ext uri="{FF2B5EF4-FFF2-40B4-BE49-F238E27FC236}">
                <a16:creationId xmlns:a16="http://schemas.microsoft.com/office/drawing/2014/main" id="{0A560E39-73E9-DBC5-E7A0-57B5094635D8}"/>
              </a:ext>
            </a:extLst>
          </p:cNvPr>
          <p:cNvSpPr>
            <a:spLocks noGrp="1"/>
          </p:cNvSpPr>
          <p:nvPr>
            <p:ph type="ftr" sz="quarter" idx="11"/>
          </p:nvPr>
        </p:nvSpPr>
        <p:spPr/>
        <p:txBody>
          <a:bodyPr/>
          <a:lstStyle/>
          <a:p>
            <a:endParaRPr lang="en-NL"/>
          </a:p>
        </p:txBody>
      </p:sp>
      <p:sp>
        <p:nvSpPr>
          <p:cNvPr id="6" name="Slide Number Placeholder 5">
            <a:extLst>
              <a:ext uri="{FF2B5EF4-FFF2-40B4-BE49-F238E27FC236}">
                <a16:creationId xmlns:a16="http://schemas.microsoft.com/office/drawing/2014/main" id="{91BBA569-67AF-6D26-BB44-6C9DA6C33646}"/>
              </a:ext>
            </a:extLst>
          </p:cNvPr>
          <p:cNvSpPr>
            <a:spLocks noGrp="1"/>
          </p:cNvSpPr>
          <p:nvPr>
            <p:ph type="sldNum" sz="quarter" idx="12"/>
          </p:nvPr>
        </p:nvSpPr>
        <p:spPr/>
        <p:txBody>
          <a:bodyPr/>
          <a:lstStyle/>
          <a:p>
            <a:fld id="{4A9C285A-41FD-47C8-9B13-D40BAB452FEE}" type="slidenum">
              <a:rPr lang="en-NL" smtClean="0"/>
              <a:t>‹#›</a:t>
            </a:fld>
            <a:endParaRPr lang="en-NL"/>
          </a:p>
        </p:txBody>
      </p:sp>
    </p:spTree>
    <p:extLst>
      <p:ext uri="{BB962C8B-B14F-4D97-AF65-F5344CB8AC3E}">
        <p14:creationId xmlns:p14="http://schemas.microsoft.com/office/powerpoint/2010/main" val="19157859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980FA20-7E26-5811-0F8E-E937CD7F6C3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NL"/>
          </a:p>
        </p:txBody>
      </p:sp>
      <p:sp>
        <p:nvSpPr>
          <p:cNvPr id="3" name="Vertical Text Placeholder 2">
            <a:extLst>
              <a:ext uri="{FF2B5EF4-FFF2-40B4-BE49-F238E27FC236}">
                <a16:creationId xmlns:a16="http://schemas.microsoft.com/office/drawing/2014/main" id="{CBC0AB59-9859-7F7C-9F9C-9BFEA1EF0FF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Date Placeholder 3">
            <a:extLst>
              <a:ext uri="{FF2B5EF4-FFF2-40B4-BE49-F238E27FC236}">
                <a16:creationId xmlns:a16="http://schemas.microsoft.com/office/drawing/2014/main" id="{C6583E10-4C21-18B0-80CE-477CC93505A1}"/>
              </a:ext>
            </a:extLst>
          </p:cNvPr>
          <p:cNvSpPr>
            <a:spLocks noGrp="1"/>
          </p:cNvSpPr>
          <p:nvPr>
            <p:ph type="dt" sz="half" idx="10"/>
          </p:nvPr>
        </p:nvSpPr>
        <p:spPr/>
        <p:txBody>
          <a:bodyPr/>
          <a:lstStyle/>
          <a:p>
            <a:fld id="{7DB07CE9-C8DF-41DF-BDBB-830B84D62F5B}" type="datetimeFigureOut">
              <a:rPr lang="en-NL" smtClean="0"/>
              <a:t>18/03/2026</a:t>
            </a:fld>
            <a:endParaRPr lang="en-NL"/>
          </a:p>
        </p:txBody>
      </p:sp>
      <p:sp>
        <p:nvSpPr>
          <p:cNvPr id="5" name="Footer Placeholder 4">
            <a:extLst>
              <a:ext uri="{FF2B5EF4-FFF2-40B4-BE49-F238E27FC236}">
                <a16:creationId xmlns:a16="http://schemas.microsoft.com/office/drawing/2014/main" id="{38CB85F3-CF9A-29D5-DEA3-31B6193373A6}"/>
              </a:ext>
            </a:extLst>
          </p:cNvPr>
          <p:cNvSpPr>
            <a:spLocks noGrp="1"/>
          </p:cNvSpPr>
          <p:nvPr>
            <p:ph type="ftr" sz="quarter" idx="11"/>
          </p:nvPr>
        </p:nvSpPr>
        <p:spPr/>
        <p:txBody>
          <a:bodyPr/>
          <a:lstStyle/>
          <a:p>
            <a:endParaRPr lang="en-NL"/>
          </a:p>
        </p:txBody>
      </p:sp>
      <p:sp>
        <p:nvSpPr>
          <p:cNvPr id="6" name="Slide Number Placeholder 5">
            <a:extLst>
              <a:ext uri="{FF2B5EF4-FFF2-40B4-BE49-F238E27FC236}">
                <a16:creationId xmlns:a16="http://schemas.microsoft.com/office/drawing/2014/main" id="{E6122B00-4173-AFD9-EDBF-57D15872F595}"/>
              </a:ext>
            </a:extLst>
          </p:cNvPr>
          <p:cNvSpPr>
            <a:spLocks noGrp="1"/>
          </p:cNvSpPr>
          <p:nvPr>
            <p:ph type="sldNum" sz="quarter" idx="12"/>
          </p:nvPr>
        </p:nvSpPr>
        <p:spPr/>
        <p:txBody>
          <a:bodyPr/>
          <a:lstStyle/>
          <a:p>
            <a:fld id="{4A9C285A-41FD-47C8-9B13-D40BAB452FEE}" type="slidenum">
              <a:rPr lang="en-NL" smtClean="0"/>
              <a:t>‹#›</a:t>
            </a:fld>
            <a:endParaRPr lang="en-NL"/>
          </a:p>
        </p:txBody>
      </p:sp>
    </p:spTree>
    <p:extLst>
      <p:ext uri="{BB962C8B-B14F-4D97-AF65-F5344CB8AC3E}">
        <p14:creationId xmlns:p14="http://schemas.microsoft.com/office/powerpoint/2010/main" val="13184553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64814AA-CC4F-26EF-0940-42AD31BA469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NL"/>
          </a:p>
        </p:txBody>
      </p:sp>
      <p:sp>
        <p:nvSpPr>
          <p:cNvPr id="3" name="Text Placeholder 2">
            <a:extLst>
              <a:ext uri="{FF2B5EF4-FFF2-40B4-BE49-F238E27FC236}">
                <a16:creationId xmlns:a16="http://schemas.microsoft.com/office/drawing/2014/main" id="{498EE76C-C9DD-829C-0E04-FD727D93688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Date Placeholder 3">
            <a:extLst>
              <a:ext uri="{FF2B5EF4-FFF2-40B4-BE49-F238E27FC236}">
                <a16:creationId xmlns:a16="http://schemas.microsoft.com/office/drawing/2014/main" id="{EEA92AA8-31FA-1538-0020-A6770000A69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DB07CE9-C8DF-41DF-BDBB-830B84D62F5B}" type="datetimeFigureOut">
              <a:rPr lang="en-NL" smtClean="0"/>
              <a:t>18/03/2026</a:t>
            </a:fld>
            <a:endParaRPr lang="en-NL"/>
          </a:p>
        </p:txBody>
      </p:sp>
      <p:sp>
        <p:nvSpPr>
          <p:cNvPr id="5" name="Footer Placeholder 4">
            <a:extLst>
              <a:ext uri="{FF2B5EF4-FFF2-40B4-BE49-F238E27FC236}">
                <a16:creationId xmlns:a16="http://schemas.microsoft.com/office/drawing/2014/main" id="{852936D0-EF18-388D-6CDB-4886CBEB095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NL"/>
          </a:p>
        </p:txBody>
      </p:sp>
      <p:sp>
        <p:nvSpPr>
          <p:cNvPr id="6" name="Slide Number Placeholder 5">
            <a:extLst>
              <a:ext uri="{FF2B5EF4-FFF2-40B4-BE49-F238E27FC236}">
                <a16:creationId xmlns:a16="http://schemas.microsoft.com/office/drawing/2014/main" id="{3600218A-4CD5-B355-2F90-F63E2428D7F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A9C285A-41FD-47C8-9B13-D40BAB452FEE}" type="slidenum">
              <a:rPr lang="en-NL" smtClean="0"/>
              <a:t>‹#›</a:t>
            </a:fld>
            <a:endParaRPr lang="en-NL"/>
          </a:p>
        </p:txBody>
      </p:sp>
    </p:spTree>
    <p:extLst>
      <p:ext uri="{BB962C8B-B14F-4D97-AF65-F5344CB8AC3E}">
        <p14:creationId xmlns:p14="http://schemas.microsoft.com/office/powerpoint/2010/main" val="3808427065"/>
      </p:ext>
    </p:extLst>
  </p:cSld>
  <p:clrMap bg1="lt1" tx1="dk1" bg2="lt2" tx2="dk2" accent1="accent1" accent2="accent2" accent3="accent3" accent4="accent4" accent5="accent5" accent6="accent6" hlink="hlink" folHlink="folHlink"/>
  <p:sldLayoutIdLst>
    <p:sldLayoutId id="2147483668" r:id="rId1"/>
    <p:sldLayoutId id="2147483669" r:id="rId2"/>
    <p:sldLayoutId id="2147483670" r:id="rId3"/>
    <p:sldLayoutId id="2147483671" r:id="rId4"/>
    <p:sldLayoutId id="2147483672" r:id="rId5"/>
    <p:sldLayoutId id="2147483673" r:id="rId6"/>
    <p:sldLayoutId id="2147483674" r:id="rId7"/>
    <p:sldLayoutId id="2147483675" r:id="rId8"/>
    <p:sldLayoutId id="2147483676" r:id="rId9"/>
    <p:sldLayoutId id="2147483677" r:id="rId10"/>
    <p:sldLayoutId id="2147483678"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A58346-11EF-AF16-3F7E-D4AE642D6182}"/>
              </a:ext>
            </a:extLst>
          </p:cNvPr>
          <p:cNvSpPr>
            <a:spLocks noGrp="1"/>
          </p:cNvSpPr>
          <p:nvPr>
            <p:ph type="title"/>
          </p:nvPr>
        </p:nvSpPr>
        <p:spPr/>
        <p:txBody>
          <a:bodyPr/>
          <a:lstStyle/>
          <a:p>
            <a:r>
              <a:rPr lang="en-US" dirty="0"/>
              <a:t>Meeting Week 7</a:t>
            </a:r>
            <a:endParaRPr lang="en-NL" dirty="0"/>
          </a:p>
        </p:txBody>
      </p:sp>
      <p:sp>
        <p:nvSpPr>
          <p:cNvPr id="3" name="Content Placeholder 2">
            <a:extLst>
              <a:ext uri="{FF2B5EF4-FFF2-40B4-BE49-F238E27FC236}">
                <a16:creationId xmlns:a16="http://schemas.microsoft.com/office/drawing/2014/main" id="{DAAEF679-3C39-E36C-B710-9B50CBAE487E}"/>
              </a:ext>
            </a:extLst>
          </p:cNvPr>
          <p:cNvSpPr>
            <a:spLocks noGrp="1"/>
          </p:cNvSpPr>
          <p:nvPr>
            <p:ph idx="1"/>
          </p:nvPr>
        </p:nvSpPr>
        <p:spPr/>
        <p:txBody>
          <a:bodyPr>
            <a:normAutofit lnSpcReduction="10000"/>
          </a:bodyPr>
          <a:lstStyle/>
          <a:p>
            <a:r>
              <a:rPr lang="en-US" dirty="0"/>
              <a:t>Last week summary</a:t>
            </a:r>
          </a:p>
          <a:p>
            <a:pPr lvl="1"/>
            <a:r>
              <a:rPr lang="en-US" dirty="0"/>
              <a:t>Research plan</a:t>
            </a:r>
          </a:p>
          <a:p>
            <a:r>
              <a:rPr lang="en-US" dirty="0"/>
              <a:t>First principles baseline</a:t>
            </a:r>
            <a:endParaRPr lang="nl-NL" dirty="0"/>
          </a:p>
          <a:p>
            <a:pPr lvl="1"/>
            <a:r>
              <a:rPr lang="en-US" dirty="0"/>
              <a:t>Provided </a:t>
            </a:r>
            <a:r>
              <a:rPr lang="en-US" dirty="0" err="1"/>
              <a:t>matlab</a:t>
            </a:r>
            <a:r>
              <a:rPr lang="en-US" dirty="0"/>
              <a:t> code of first-principles model</a:t>
            </a:r>
          </a:p>
          <a:p>
            <a:pPr lvl="1"/>
            <a:r>
              <a:rPr lang="en-US" dirty="0"/>
              <a:t>Convert to python; compare frozen LTI to </a:t>
            </a:r>
            <a:r>
              <a:rPr lang="en-US" dirty="0" err="1"/>
              <a:t>matlab</a:t>
            </a:r>
            <a:endParaRPr lang="en-US" dirty="0"/>
          </a:p>
          <a:p>
            <a:pPr lvl="1"/>
            <a:r>
              <a:rPr lang="en-US" dirty="0"/>
              <a:t>LPV python implementation</a:t>
            </a:r>
          </a:p>
          <a:p>
            <a:pPr lvl="2"/>
            <a:r>
              <a:rPr lang="en-US" dirty="0"/>
              <a:t>ZOH discretization</a:t>
            </a:r>
          </a:p>
          <a:p>
            <a:r>
              <a:rPr lang="en-US" dirty="0"/>
              <a:t>Question 1</a:t>
            </a:r>
          </a:p>
          <a:p>
            <a:r>
              <a:rPr lang="en-US" dirty="0"/>
              <a:t>Question 2</a:t>
            </a:r>
          </a:p>
          <a:p>
            <a:r>
              <a:rPr lang="en-US" dirty="0"/>
              <a:t>Outline </a:t>
            </a:r>
            <a:r>
              <a:rPr lang="en-US" dirty="0" err="1"/>
              <a:t>ToDo</a:t>
            </a:r>
            <a:r>
              <a:rPr lang="en-US" dirty="0"/>
              <a:t> next week</a:t>
            </a:r>
            <a:endParaRPr lang="en-NL" dirty="0"/>
          </a:p>
        </p:txBody>
      </p:sp>
    </p:spTree>
    <p:extLst>
      <p:ext uri="{BB962C8B-B14F-4D97-AF65-F5344CB8AC3E}">
        <p14:creationId xmlns:p14="http://schemas.microsoft.com/office/powerpoint/2010/main" val="26795951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09700D-FF42-415C-9519-CE16CBBB575A}"/>
              </a:ext>
            </a:extLst>
          </p:cNvPr>
          <p:cNvSpPr>
            <a:spLocks noGrp="1"/>
          </p:cNvSpPr>
          <p:nvPr>
            <p:ph type="title"/>
          </p:nvPr>
        </p:nvSpPr>
        <p:spPr/>
        <p:txBody>
          <a:bodyPr/>
          <a:lstStyle/>
          <a:p>
            <a:r>
              <a:rPr lang="en-US" dirty="0"/>
              <a:t>Last week summary</a:t>
            </a:r>
            <a:endParaRPr lang="en-NL" dirty="0"/>
          </a:p>
        </p:txBody>
      </p:sp>
      <p:sp>
        <p:nvSpPr>
          <p:cNvPr id="3" name="Content Placeholder 2">
            <a:extLst>
              <a:ext uri="{FF2B5EF4-FFF2-40B4-BE49-F238E27FC236}">
                <a16:creationId xmlns:a16="http://schemas.microsoft.com/office/drawing/2014/main" id="{1B16F991-22E1-98ED-FDA2-6483679AE450}"/>
              </a:ext>
            </a:extLst>
          </p:cNvPr>
          <p:cNvSpPr>
            <a:spLocks noGrp="1"/>
          </p:cNvSpPr>
          <p:nvPr>
            <p:ph idx="1"/>
          </p:nvPr>
        </p:nvSpPr>
        <p:spPr/>
        <p:txBody>
          <a:bodyPr/>
          <a:lstStyle/>
          <a:p>
            <a:r>
              <a:rPr lang="en-US" dirty="0"/>
              <a:t>Meeting TU/e – ASMPT</a:t>
            </a:r>
          </a:p>
          <a:p>
            <a:pPr lvl="1"/>
            <a:r>
              <a:rPr lang="en-US" dirty="0"/>
              <a:t>Discussed research plan</a:t>
            </a:r>
          </a:p>
          <a:p>
            <a:r>
              <a:rPr lang="en-US" dirty="0"/>
              <a:t>Discuss current research plan</a:t>
            </a:r>
          </a:p>
          <a:p>
            <a:pPr lvl="1"/>
            <a:r>
              <a:rPr lang="en-US" dirty="0"/>
              <a:t>Mention what feedback has been incorporated</a:t>
            </a:r>
          </a:p>
          <a:p>
            <a:pPr marL="0" indent="0">
              <a:buNone/>
            </a:pPr>
            <a:endParaRPr lang="en-NL" dirty="0"/>
          </a:p>
        </p:txBody>
      </p:sp>
      <p:sp>
        <p:nvSpPr>
          <p:cNvPr id="5" name="Rectangle 4">
            <a:extLst>
              <a:ext uri="{FF2B5EF4-FFF2-40B4-BE49-F238E27FC236}">
                <a16:creationId xmlns:a16="http://schemas.microsoft.com/office/drawing/2014/main" id="{7CFFA8B5-4335-A79D-381E-82C9B8A52E4E}"/>
              </a:ext>
            </a:extLst>
          </p:cNvPr>
          <p:cNvSpPr/>
          <p:nvPr/>
        </p:nvSpPr>
        <p:spPr>
          <a:xfrm>
            <a:off x="12303425" y="2761087"/>
            <a:ext cx="4827373" cy="3038347"/>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dirty="0"/>
              <a:t>Some figure explaining the concept</a:t>
            </a:r>
          </a:p>
          <a:p>
            <a:pPr algn="ctr"/>
            <a:r>
              <a:rPr lang="en-US" dirty="0"/>
              <a:t>When applicable, the same as will go in final report. Otherwise just take screenshots from relevant papers.</a:t>
            </a:r>
            <a:endParaRPr lang="en-NL" dirty="0"/>
          </a:p>
        </p:txBody>
      </p:sp>
    </p:spTree>
    <p:extLst>
      <p:ext uri="{BB962C8B-B14F-4D97-AF65-F5344CB8AC3E}">
        <p14:creationId xmlns:p14="http://schemas.microsoft.com/office/powerpoint/2010/main" val="16172268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772EE202-2140-2D54-3582-03E0739CE15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D5FB704-EFB2-A647-9F61-F3167660A453}"/>
              </a:ext>
            </a:extLst>
          </p:cNvPr>
          <p:cNvSpPr>
            <a:spLocks noGrp="1"/>
          </p:cNvSpPr>
          <p:nvPr>
            <p:ph type="title"/>
          </p:nvPr>
        </p:nvSpPr>
        <p:spPr/>
        <p:txBody>
          <a:bodyPr/>
          <a:lstStyle/>
          <a:p>
            <a:r>
              <a:rPr lang="en-US" dirty="0"/>
              <a:t>Last week summary</a:t>
            </a:r>
            <a:endParaRPr lang="en-NL" dirty="0"/>
          </a:p>
        </p:txBody>
      </p:sp>
      <p:sp>
        <p:nvSpPr>
          <p:cNvPr id="3" name="Content Placeholder 2">
            <a:extLst>
              <a:ext uri="{FF2B5EF4-FFF2-40B4-BE49-F238E27FC236}">
                <a16:creationId xmlns:a16="http://schemas.microsoft.com/office/drawing/2014/main" id="{5AF35A89-A272-73AD-8A71-5D62CEA66548}"/>
              </a:ext>
            </a:extLst>
          </p:cNvPr>
          <p:cNvSpPr>
            <a:spLocks noGrp="1"/>
          </p:cNvSpPr>
          <p:nvPr>
            <p:ph idx="1"/>
          </p:nvPr>
        </p:nvSpPr>
        <p:spPr/>
        <p:txBody>
          <a:bodyPr/>
          <a:lstStyle/>
          <a:p>
            <a:r>
              <a:rPr lang="en-US" dirty="0"/>
              <a:t>Meeting TU/e – ASMPT</a:t>
            </a:r>
          </a:p>
          <a:p>
            <a:pPr lvl="1"/>
            <a:r>
              <a:rPr lang="en-US" dirty="0"/>
              <a:t>Discussed research plan</a:t>
            </a:r>
          </a:p>
          <a:p>
            <a:r>
              <a:rPr lang="en-US" dirty="0"/>
              <a:t>Discuss current research plan</a:t>
            </a:r>
          </a:p>
          <a:p>
            <a:pPr lvl="1"/>
            <a:r>
              <a:rPr lang="en-US" dirty="0"/>
              <a:t>Mention what feedback has been incorporated</a:t>
            </a:r>
          </a:p>
          <a:p>
            <a:r>
              <a:rPr lang="en-US" dirty="0" err="1"/>
              <a:t>Vermelden</a:t>
            </a:r>
            <a:r>
              <a:rPr lang="en-US" dirty="0"/>
              <a:t> mis research plan </a:t>
            </a:r>
            <a:r>
              <a:rPr lang="en-US" dirty="0" err="1"/>
              <a:t>nog</a:t>
            </a:r>
            <a:r>
              <a:rPr lang="en-US" dirty="0"/>
              <a:t> </a:t>
            </a:r>
            <a:r>
              <a:rPr lang="en-US" dirty="0" err="1"/>
              <a:t>breder</a:t>
            </a:r>
            <a:r>
              <a:rPr lang="en-US" dirty="0"/>
              <a:t>, </a:t>
            </a:r>
            <a:r>
              <a:rPr lang="en-US" dirty="0" err="1"/>
              <a:t>beperkt</a:t>
            </a:r>
            <a:r>
              <a:rPr lang="en-US" dirty="0"/>
              <a:t> met </a:t>
            </a:r>
            <a:r>
              <a:rPr lang="en-US" dirty="0" err="1"/>
              <a:t>ruimte</a:t>
            </a:r>
            <a:r>
              <a:rPr lang="en-US" dirty="0"/>
              <a:t> </a:t>
            </a:r>
            <a:r>
              <a:rPr lang="en-US" dirty="0" err="1"/>
              <a:t>ipv</a:t>
            </a:r>
            <a:r>
              <a:rPr lang="en-US" dirty="0"/>
              <a:t> </a:t>
            </a:r>
            <a:r>
              <a:rPr lang="en-US" dirty="0" err="1"/>
              <a:t>als</a:t>
            </a:r>
            <a:r>
              <a:rPr lang="en-US" dirty="0"/>
              <a:t> research plan </a:t>
            </a:r>
            <a:r>
              <a:rPr lang="en-US" dirty="0" err="1"/>
              <a:t>goed</a:t>
            </a:r>
            <a:r>
              <a:rPr lang="en-US" dirty="0"/>
              <a:t> </a:t>
            </a:r>
            <a:r>
              <a:rPr lang="en-US" dirty="0" err="1"/>
              <a:t>gekeurd</a:t>
            </a:r>
            <a:r>
              <a:rPr lang="en-US" dirty="0"/>
              <a:t> is introduction less page restrictions. Could be broader for grey box and other scheduling methods then LPV.</a:t>
            </a:r>
          </a:p>
          <a:p>
            <a:endParaRPr lang="en-NL" dirty="0"/>
          </a:p>
        </p:txBody>
      </p:sp>
      <p:sp>
        <p:nvSpPr>
          <p:cNvPr id="5" name="Rectangle 4">
            <a:extLst>
              <a:ext uri="{FF2B5EF4-FFF2-40B4-BE49-F238E27FC236}">
                <a16:creationId xmlns:a16="http://schemas.microsoft.com/office/drawing/2014/main" id="{FEAAC52D-C8CE-2F1E-96D5-7BD55220B7A6}"/>
              </a:ext>
            </a:extLst>
          </p:cNvPr>
          <p:cNvSpPr/>
          <p:nvPr/>
        </p:nvSpPr>
        <p:spPr>
          <a:xfrm>
            <a:off x="12303425" y="2761087"/>
            <a:ext cx="4827373" cy="3038347"/>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dirty="0"/>
              <a:t>Some figure explaining the concept</a:t>
            </a:r>
          </a:p>
          <a:p>
            <a:pPr algn="ctr"/>
            <a:r>
              <a:rPr lang="en-US" dirty="0"/>
              <a:t>When applicable, the same as will go in final report. Otherwise just take screenshots from relevant papers.</a:t>
            </a:r>
            <a:endParaRPr lang="en-NL" dirty="0"/>
          </a:p>
        </p:txBody>
      </p:sp>
    </p:spTree>
    <p:extLst>
      <p:ext uri="{BB962C8B-B14F-4D97-AF65-F5344CB8AC3E}">
        <p14:creationId xmlns:p14="http://schemas.microsoft.com/office/powerpoint/2010/main" val="30237702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AD38D0-E1FF-0D6C-EB54-664901F4A58B}"/>
              </a:ext>
            </a:extLst>
          </p:cNvPr>
          <p:cNvSpPr>
            <a:spLocks noGrp="1"/>
          </p:cNvSpPr>
          <p:nvPr>
            <p:ph type="title"/>
          </p:nvPr>
        </p:nvSpPr>
        <p:spPr/>
        <p:txBody>
          <a:bodyPr/>
          <a:lstStyle/>
          <a:p>
            <a:r>
              <a:rPr lang="en-US" dirty="0"/>
              <a:t>Research Plan – Background</a:t>
            </a:r>
            <a:endParaRPr lang="en-NL" dirty="0"/>
          </a:p>
        </p:txBody>
      </p:sp>
      <p:sp>
        <p:nvSpPr>
          <p:cNvPr id="3" name="Content Placeholder 2">
            <a:extLst>
              <a:ext uri="{FF2B5EF4-FFF2-40B4-BE49-F238E27FC236}">
                <a16:creationId xmlns:a16="http://schemas.microsoft.com/office/drawing/2014/main" id="{C6D46854-7084-E59D-3FF5-5A3017004091}"/>
              </a:ext>
            </a:extLst>
          </p:cNvPr>
          <p:cNvSpPr>
            <a:spLocks noGrp="1"/>
          </p:cNvSpPr>
          <p:nvPr>
            <p:ph idx="1"/>
          </p:nvPr>
        </p:nvSpPr>
        <p:spPr/>
        <p:txBody>
          <a:bodyPr>
            <a:normAutofit fontScale="92500" lnSpcReduction="10000"/>
          </a:bodyPr>
          <a:lstStyle/>
          <a:p>
            <a:pPr eaLnBrk="0" fontAlgn="base" hangingPunct="0">
              <a:lnSpc>
                <a:spcPct val="100000"/>
              </a:lnSpc>
              <a:spcBef>
                <a:spcPct val="0"/>
              </a:spcBef>
              <a:spcAft>
                <a:spcPct val="0"/>
              </a:spcAft>
            </a:pPr>
            <a:r>
              <a:rPr lang="en-NL" altLang="en-NL" dirty="0">
                <a:latin typeface="Arial" panose="020B0604020202020204" pitchFamily="34" charset="0"/>
              </a:rPr>
              <a:t>Starts with </a:t>
            </a:r>
            <a:r>
              <a:rPr lang="en-NL" altLang="en-NL" b="1" dirty="0">
                <a:latin typeface="Arial" panose="020B0604020202020204" pitchFamily="34" charset="0"/>
              </a:rPr>
              <a:t>ASMPT and advanced packaging</a:t>
            </a:r>
            <a:r>
              <a:rPr lang="en-NL" altLang="en-NL" dirty="0">
                <a:latin typeface="Arial" panose="020B0604020202020204" pitchFamily="34" charset="0"/>
              </a:rPr>
              <a:t> as the application context.</a:t>
            </a:r>
            <a:endParaRPr lang="en-US" altLang="en-NL" dirty="0">
              <a:latin typeface="Arial" panose="020B0604020202020204" pitchFamily="34" charset="0"/>
            </a:endParaRPr>
          </a:p>
          <a:p>
            <a:pPr eaLnBrk="0" fontAlgn="base" hangingPunct="0">
              <a:lnSpc>
                <a:spcPct val="100000"/>
              </a:lnSpc>
              <a:spcBef>
                <a:spcPct val="0"/>
              </a:spcBef>
              <a:spcAft>
                <a:spcPct val="0"/>
              </a:spcAft>
            </a:pPr>
            <a:r>
              <a:rPr lang="en-NL" altLang="en-NL" dirty="0">
                <a:latin typeface="Arial" panose="020B0604020202020204" pitchFamily="34" charset="0"/>
              </a:rPr>
              <a:t>Explains the </a:t>
            </a:r>
            <a:r>
              <a:rPr lang="en-NL" altLang="en-NL" b="1" dirty="0">
                <a:latin typeface="Arial" panose="020B0604020202020204" pitchFamily="34" charset="0"/>
              </a:rPr>
              <a:t>dual-gantry challenge</a:t>
            </a:r>
            <a:r>
              <a:rPr lang="en-NL" altLang="en-NL" dirty="0">
                <a:latin typeface="Arial" panose="020B0604020202020204" pitchFamily="34" charset="0"/>
              </a:rPr>
              <a:t>: coupling, position dependence, and flexible dynamics.</a:t>
            </a:r>
            <a:endParaRPr lang="en-US" altLang="en-NL" dirty="0">
              <a:latin typeface="Arial" panose="020B0604020202020204" pitchFamily="34" charset="0"/>
            </a:endParaRPr>
          </a:p>
          <a:p>
            <a:pPr eaLnBrk="0" fontAlgn="base" hangingPunct="0">
              <a:lnSpc>
                <a:spcPct val="100000"/>
              </a:lnSpc>
              <a:spcBef>
                <a:spcPct val="0"/>
              </a:spcBef>
              <a:spcAft>
                <a:spcPct val="0"/>
              </a:spcAft>
            </a:pPr>
            <a:r>
              <a:rPr lang="en-NL" altLang="en-NL" dirty="0">
                <a:latin typeface="Arial" panose="020B0604020202020204" pitchFamily="34" charset="0"/>
              </a:rPr>
              <a:t>States that </a:t>
            </a:r>
            <a:r>
              <a:rPr lang="en-NL" altLang="en-NL" b="1" dirty="0">
                <a:latin typeface="Arial" panose="020B0604020202020204" pitchFamily="34" charset="0"/>
              </a:rPr>
              <a:t>settling affects throughput</a:t>
            </a:r>
            <a:r>
              <a:rPr lang="en-NL" altLang="en-NL" dirty="0">
                <a:latin typeface="Arial" panose="020B0604020202020204" pitchFamily="34" charset="0"/>
              </a:rPr>
              <a:t> because the system must wait for oscillations to decay before the next placement.</a:t>
            </a:r>
            <a:endParaRPr lang="en-US" altLang="en-NL" dirty="0">
              <a:latin typeface="Arial" panose="020B0604020202020204" pitchFamily="34" charset="0"/>
            </a:endParaRPr>
          </a:p>
          <a:p>
            <a:pPr eaLnBrk="0" fontAlgn="base" hangingPunct="0">
              <a:lnSpc>
                <a:spcPct val="100000"/>
              </a:lnSpc>
              <a:spcBef>
                <a:spcPct val="0"/>
              </a:spcBef>
              <a:spcAft>
                <a:spcPct val="0"/>
              </a:spcAft>
            </a:pPr>
            <a:r>
              <a:rPr lang="en-NL" altLang="en-NL" dirty="0">
                <a:latin typeface="Arial" panose="020B0604020202020204" pitchFamily="34" charset="0"/>
              </a:rPr>
              <a:t>Describes the </a:t>
            </a:r>
            <a:r>
              <a:rPr lang="en-NL" altLang="en-NL" b="1" dirty="0">
                <a:latin typeface="Arial" panose="020B0604020202020204" pitchFamily="34" charset="0"/>
              </a:rPr>
              <a:t>current ASMPT baseline</a:t>
            </a:r>
            <a:r>
              <a:rPr lang="en-NL" altLang="en-NL" dirty="0">
                <a:latin typeface="Arial" panose="020B0604020202020204" pitchFamily="34" charset="0"/>
              </a:rPr>
              <a:t> and its limitation: partial position dependence, no systematic cross-coupling modelling.</a:t>
            </a:r>
            <a:endParaRPr lang="en-US" altLang="en-NL" dirty="0">
              <a:latin typeface="Arial" panose="020B0604020202020204" pitchFamily="34" charset="0"/>
            </a:endParaRPr>
          </a:p>
          <a:p>
            <a:pPr eaLnBrk="0" fontAlgn="base" hangingPunct="0">
              <a:lnSpc>
                <a:spcPct val="100000"/>
              </a:lnSpc>
              <a:spcBef>
                <a:spcPct val="0"/>
              </a:spcBef>
              <a:spcAft>
                <a:spcPct val="0"/>
              </a:spcAft>
            </a:pPr>
            <a:r>
              <a:rPr lang="en-NL" altLang="en-NL" dirty="0">
                <a:latin typeface="Arial" panose="020B0604020202020204" pitchFamily="34" charset="0"/>
              </a:rPr>
              <a:t>Motivates </a:t>
            </a:r>
            <a:r>
              <a:rPr lang="en-NL" altLang="en-NL" b="1" dirty="0">
                <a:latin typeface="Arial" panose="020B0604020202020204" pitchFamily="34" charset="0"/>
              </a:rPr>
              <a:t>grey-box modelling</a:t>
            </a:r>
            <a:r>
              <a:rPr lang="en-NL" altLang="en-NL" dirty="0">
                <a:latin typeface="Arial" panose="020B0604020202020204" pitchFamily="34" charset="0"/>
              </a:rPr>
              <a:t> and states the gap as a missing validated framework that combines MIMO coupling, position dependence, and preserved interpretability.</a:t>
            </a:r>
          </a:p>
        </p:txBody>
      </p:sp>
    </p:spTree>
    <p:extLst>
      <p:ext uri="{BB962C8B-B14F-4D97-AF65-F5344CB8AC3E}">
        <p14:creationId xmlns:p14="http://schemas.microsoft.com/office/powerpoint/2010/main" val="12284955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9946CB-7D33-B129-24EF-629A624E939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8A9F064-3C5B-06D2-086C-C62D351D6465}"/>
              </a:ext>
            </a:extLst>
          </p:cNvPr>
          <p:cNvSpPr>
            <a:spLocks noGrp="1"/>
          </p:cNvSpPr>
          <p:nvPr>
            <p:ph type="title"/>
          </p:nvPr>
        </p:nvSpPr>
        <p:spPr/>
        <p:txBody>
          <a:bodyPr/>
          <a:lstStyle/>
          <a:p>
            <a:r>
              <a:rPr lang="en-US" dirty="0"/>
              <a:t>Research Plan – Background Feedback</a:t>
            </a:r>
            <a:endParaRPr lang="en-NL" dirty="0"/>
          </a:p>
        </p:txBody>
      </p:sp>
      <p:sp>
        <p:nvSpPr>
          <p:cNvPr id="3" name="Content Placeholder 2">
            <a:extLst>
              <a:ext uri="{FF2B5EF4-FFF2-40B4-BE49-F238E27FC236}">
                <a16:creationId xmlns:a16="http://schemas.microsoft.com/office/drawing/2014/main" id="{38084CF8-C6AC-1408-A184-6C536FF2634F}"/>
              </a:ext>
            </a:extLst>
          </p:cNvPr>
          <p:cNvSpPr>
            <a:spLocks noGrp="1"/>
          </p:cNvSpPr>
          <p:nvPr>
            <p:ph idx="1"/>
          </p:nvPr>
        </p:nvSpPr>
        <p:spPr/>
        <p:txBody>
          <a:bodyPr>
            <a:normAutofit lnSpcReduction="10000"/>
          </a:bodyPr>
          <a:lstStyle/>
          <a:p>
            <a:r>
              <a:rPr lang="en-US" dirty="0"/>
              <a:t>Shifted from general technical opening to ASMPT/application-first framing</a:t>
            </a:r>
          </a:p>
          <a:p>
            <a:r>
              <a:rPr lang="en-US" dirty="0"/>
              <a:t>Rephrased settling from speed-limited wording to waiting for oscillations before the next motion</a:t>
            </a:r>
          </a:p>
          <a:p>
            <a:r>
              <a:rPr lang="en-US" dirty="0"/>
              <a:t>Added broader value of plant models: digital twin, offline evaluation, control design, and condition monitoring</a:t>
            </a:r>
          </a:p>
          <a:p>
            <a:r>
              <a:rPr lang="en-US" dirty="0"/>
              <a:t>Made flexible dynamics explicit and clarified that cross-coupling matters for tracking as well as settling</a:t>
            </a:r>
          </a:p>
          <a:p>
            <a:r>
              <a:rPr lang="en-US" dirty="0"/>
              <a:t>Removed the earlier solution-first background style where LPV-LFR / augmentation details appeared too early.</a:t>
            </a:r>
            <a:endParaRPr lang="en-NL" dirty="0"/>
          </a:p>
        </p:txBody>
      </p:sp>
    </p:spTree>
    <p:extLst>
      <p:ext uri="{BB962C8B-B14F-4D97-AF65-F5344CB8AC3E}">
        <p14:creationId xmlns:p14="http://schemas.microsoft.com/office/powerpoint/2010/main" val="21082551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730904-E181-C179-4CBA-0A7A823C431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14A2A36-4383-8035-5E03-0B720C021B5C}"/>
              </a:ext>
            </a:extLst>
          </p:cNvPr>
          <p:cNvSpPr>
            <a:spLocks noGrp="1"/>
          </p:cNvSpPr>
          <p:nvPr>
            <p:ph type="title"/>
          </p:nvPr>
        </p:nvSpPr>
        <p:spPr/>
        <p:txBody>
          <a:bodyPr/>
          <a:lstStyle/>
          <a:p>
            <a:r>
              <a:rPr lang="en-US" dirty="0"/>
              <a:t>Research Plan – Literature survey</a:t>
            </a:r>
            <a:endParaRPr lang="en-NL" dirty="0"/>
          </a:p>
        </p:txBody>
      </p:sp>
      <p:sp>
        <p:nvSpPr>
          <p:cNvPr id="3" name="Content Placeholder 2">
            <a:extLst>
              <a:ext uri="{FF2B5EF4-FFF2-40B4-BE49-F238E27FC236}">
                <a16:creationId xmlns:a16="http://schemas.microsoft.com/office/drawing/2014/main" id="{2E75AAD3-8B80-BD71-D4D8-D3825E39BC8C}"/>
              </a:ext>
            </a:extLst>
          </p:cNvPr>
          <p:cNvSpPr>
            <a:spLocks noGrp="1"/>
          </p:cNvSpPr>
          <p:nvPr>
            <p:ph idx="1"/>
          </p:nvPr>
        </p:nvSpPr>
        <p:spPr/>
        <p:txBody>
          <a:bodyPr>
            <a:normAutofit fontScale="92500"/>
          </a:bodyPr>
          <a:lstStyle/>
          <a:p>
            <a:r>
              <a:rPr lang="en-US" dirty="0"/>
              <a:t>Explains grey-box methods: parameter re-estimation, static correction, and dynamic augmentation.</a:t>
            </a:r>
          </a:p>
          <a:p>
            <a:r>
              <a:rPr lang="en-US" dirty="0"/>
              <a:t>Motivates dynamic augmentation because extra states are needed for flexible cross-coupling / position-dependent residual dynamics.</a:t>
            </a:r>
          </a:p>
          <a:p>
            <a:r>
              <a:rPr lang="en-US" dirty="0"/>
              <a:t>Explains why LPV / LPV-LFR is relevant and why LFR is used as a unifying structure.</a:t>
            </a:r>
          </a:p>
          <a:p>
            <a:r>
              <a:rPr lang="en-US" dirty="0"/>
              <a:t>Includes the negation problem and motivates orthogonal projection over simple parameter regularization.</a:t>
            </a:r>
          </a:p>
          <a:p>
            <a:r>
              <a:rPr lang="en-US" dirty="0"/>
              <a:t>Explains the validation choices: free-run simulation, BFR, held-out operating points, and unseen motion profiles.</a:t>
            </a:r>
            <a:endParaRPr lang="en-NL" dirty="0"/>
          </a:p>
        </p:txBody>
      </p:sp>
    </p:spTree>
    <p:extLst>
      <p:ext uri="{BB962C8B-B14F-4D97-AF65-F5344CB8AC3E}">
        <p14:creationId xmlns:p14="http://schemas.microsoft.com/office/powerpoint/2010/main" val="11891055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D5065B-1454-3925-BAD9-CBB4374449D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D054860-B349-FFE2-F8AA-5D1E49F55ADD}"/>
              </a:ext>
            </a:extLst>
          </p:cNvPr>
          <p:cNvSpPr>
            <a:spLocks noGrp="1"/>
          </p:cNvSpPr>
          <p:nvPr>
            <p:ph type="title"/>
          </p:nvPr>
        </p:nvSpPr>
        <p:spPr/>
        <p:txBody>
          <a:bodyPr/>
          <a:lstStyle/>
          <a:p>
            <a:r>
              <a:rPr lang="en-US" dirty="0"/>
              <a:t>Research Plan – Literature survey Feedback</a:t>
            </a:r>
            <a:endParaRPr lang="en-NL" dirty="0"/>
          </a:p>
        </p:txBody>
      </p:sp>
      <p:sp>
        <p:nvSpPr>
          <p:cNvPr id="3" name="Content Placeholder 2">
            <a:extLst>
              <a:ext uri="{FF2B5EF4-FFF2-40B4-BE49-F238E27FC236}">
                <a16:creationId xmlns:a16="http://schemas.microsoft.com/office/drawing/2014/main" id="{60B481E7-52E6-3F4D-81E8-D36F1D138A61}"/>
              </a:ext>
            </a:extLst>
          </p:cNvPr>
          <p:cNvSpPr>
            <a:spLocks noGrp="1"/>
          </p:cNvSpPr>
          <p:nvPr>
            <p:ph idx="1"/>
          </p:nvPr>
        </p:nvSpPr>
        <p:spPr/>
        <p:txBody>
          <a:bodyPr>
            <a:normAutofit lnSpcReduction="10000"/>
          </a:bodyPr>
          <a:lstStyle/>
          <a:p>
            <a:r>
              <a:rPr lang="en-US" dirty="0"/>
              <a:t>Changed it from a source list into a section that also explains what each method is and why it is chosen</a:t>
            </a:r>
          </a:p>
          <a:p>
            <a:r>
              <a:rPr lang="en-US" dirty="0"/>
              <a:t>Added explicit motivation for dynamic augmentation instead of only naming it</a:t>
            </a:r>
          </a:p>
          <a:p>
            <a:r>
              <a:rPr lang="en-US" dirty="0"/>
              <a:t>Added explicit motivation for BFR and operating-point / motion-profile validation</a:t>
            </a:r>
          </a:p>
          <a:p>
            <a:r>
              <a:rPr lang="en-US" dirty="0"/>
              <a:t>Brought the negation / orthogonality reasoning into the literature survey instead of relying on the background</a:t>
            </a:r>
          </a:p>
          <a:p>
            <a:r>
              <a:rPr lang="en-US" dirty="0"/>
              <a:t>Added the hidden-state initialization issue for augmented models in simulation.</a:t>
            </a:r>
            <a:endParaRPr lang="en-NL" dirty="0"/>
          </a:p>
        </p:txBody>
      </p:sp>
    </p:spTree>
    <p:extLst>
      <p:ext uri="{BB962C8B-B14F-4D97-AF65-F5344CB8AC3E}">
        <p14:creationId xmlns:p14="http://schemas.microsoft.com/office/powerpoint/2010/main" val="17363964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B2652C-3603-3A4C-D2F4-A9AF94E59EC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AD9254D-7B9F-A760-BB28-5670123A13C8}"/>
              </a:ext>
            </a:extLst>
          </p:cNvPr>
          <p:cNvSpPr>
            <a:spLocks noGrp="1"/>
          </p:cNvSpPr>
          <p:nvPr>
            <p:ph type="title"/>
          </p:nvPr>
        </p:nvSpPr>
        <p:spPr/>
        <p:txBody>
          <a:bodyPr/>
          <a:lstStyle/>
          <a:p>
            <a:r>
              <a:rPr lang="en-US" dirty="0"/>
              <a:t>Research Plan – Research questions</a:t>
            </a:r>
            <a:endParaRPr lang="en-NL" dirty="0"/>
          </a:p>
        </p:txBody>
      </p:sp>
      <p:sp>
        <p:nvSpPr>
          <p:cNvPr id="3" name="Content Placeholder 2">
            <a:extLst>
              <a:ext uri="{FF2B5EF4-FFF2-40B4-BE49-F238E27FC236}">
                <a16:creationId xmlns:a16="http://schemas.microsoft.com/office/drawing/2014/main" id="{9F792018-242C-21E3-EE03-0C866C3C3757}"/>
              </a:ext>
            </a:extLst>
          </p:cNvPr>
          <p:cNvSpPr>
            <a:spLocks noGrp="1"/>
          </p:cNvSpPr>
          <p:nvPr>
            <p:ph idx="1"/>
          </p:nvPr>
        </p:nvSpPr>
        <p:spPr/>
        <p:txBody>
          <a:bodyPr/>
          <a:lstStyle/>
          <a:p>
            <a:pPr marL="0" indent="0">
              <a:buNone/>
            </a:pPr>
            <a:r>
              <a:rPr lang="en-US" dirty="0"/>
              <a:t>RQ:</a:t>
            </a:r>
          </a:p>
          <a:p>
            <a:pPr marL="0" indent="0">
              <a:buNone/>
            </a:pPr>
            <a:r>
              <a:rPr lang="en-US" dirty="0"/>
              <a:t>For the dual-gantry system, how should physics-based plant models be augmented to improve parameter interpretability and settling prediction accuracy, particularly of cross-coupling and position-dependent dynamics? </a:t>
            </a:r>
            <a:endParaRPr lang="en-NL" dirty="0"/>
          </a:p>
        </p:txBody>
      </p:sp>
    </p:spTree>
    <p:extLst>
      <p:ext uri="{BB962C8B-B14F-4D97-AF65-F5344CB8AC3E}">
        <p14:creationId xmlns:p14="http://schemas.microsoft.com/office/powerpoint/2010/main" val="37845373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974FF5-FAEF-936D-2596-982F1817781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22C2600-AB66-0094-5848-B41472BAD5E1}"/>
              </a:ext>
            </a:extLst>
          </p:cNvPr>
          <p:cNvSpPr>
            <a:spLocks noGrp="1"/>
          </p:cNvSpPr>
          <p:nvPr>
            <p:ph type="title"/>
          </p:nvPr>
        </p:nvSpPr>
        <p:spPr/>
        <p:txBody>
          <a:bodyPr/>
          <a:lstStyle/>
          <a:p>
            <a:r>
              <a:rPr lang="en-US" dirty="0"/>
              <a:t>Research Plan – Research questions Aspects</a:t>
            </a:r>
            <a:endParaRPr lang="en-NL" dirty="0"/>
          </a:p>
        </p:txBody>
      </p:sp>
      <p:sp>
        <p:nvSpPr>
          <p:cNvPr id="3" name="Content Placeholder 2">
            <a:extLst>
              <a:ext uri="{FF2B5EF4-FFF2-40B4-BE49-F238E27FC236}">
                <a16:creationId xmlns:a16="http://schemas.microsoft.com/office/drawing/2014/main" id="{DC9DAFD8-5659-1EED-BFE6-D4908E1C82C5}"/>
              </a:ext>
            </a:extLst>
          </p:cNvPr>
          <p:cNvSpPr>
            <a:spLocks noGrp="1"/>
          </p:cNvSpPr>
          <p:nvPr>
            <p:ph idx="1"/>
          </p:nvPr>
        </p:nvSpPr>
        <p:spPr/>
        <p:txBody>
          <a:bodyPr>
            <a:normAutofit fontScale="77500" lnSpcReduction="20000"/>
          </a:bodyPr>
          <a:lstStyle/>
          <a:p>
            <a:pPr marL="0" indent="0">
              <a:buNone/>
            </a:pPr>
            <a:r>
              <a:rPr lang="en-US" dirty="0"/>
              <a:t>1. Position-dependent baseline modeling </a:t>
            </a:r>
          </a:p>
          <a:p>
            <a:pPr lvl="1"/>
            <a:r>
              <a:rPr lang="en-US" dirty="0"/>
              <a:t>In what form should the baseline model be represented for subsequent augmentation, and does position-dependent (LPV) formulation improve prediction compared to position-independent (LTI) alternatives?</a:t>
            </a:r>
          </a:p>
          <a:p>
            <a:pPr marL="0" indent="0">
              <a:buNone/>
            </a:pPr>
            <a:r>
              <a:rPr lang="en-US" dirty="0"/>
              <a:t>2. Augmentation structure </a:t>
            </a:r>
          </a:p>
          <a:p>
            <a:pPr lvl="1"/>
            <a:r>
              <a:rPr lang="en-US" dirty="0"/>
              <a:t>What augmentation structure can effectively capture dynamics not modeled in the physics based baseline model, in particular flexible cross-coupling dynamics?</a:t>
            </a:r>
          </a:p>
          <a:p>
            <a:pPr marL="0" indent="0">
              <a:buNone/>
            </a:pPr>
            <a:r>
              <a:rPr lang="en-US" dirty="0"/>
              <a:t>3. Interpretability preservation</a:t>
            </a:r>
          </a:p>
          <a:p>
            <a:pPr lvl="1"/>
            <a:r>
              <a:rPr lang="en-US" dirty="0"/>
              <a:t>How can parameter interpretability be maintained during data-driven augmentation, compared to unconstrained approaches? Here, interpretability means that the physical parameters of the baseline retain values close to their physically meaningful initialization after augmentation.</a:t>
            </a:r>
          </a:p>
          <a:p>
            <a:pPr marL="0" indent="0">
              <a:buNone/>
            </a:pPr>
            <a:r>
              <a:rPr lang="en-US" dirty="0"/>
              <a:t>4. Model generalization</a:t>
            </a:r>
          </a:p>
          <a:p>
            <a:pPr lvl="1"/>
            <a:r>
              <a:rPr lang="en-US" dirty="0"/>
              <a:t>How well does the augmented model generalize to (</a:t>
            </a:r>
            <a:r>
              <a:rPr lang="en-US" dirty="0" err="1"/>
              <a:t>i</a:t>
            </a:r>
            <a:r>
              <a:rPr lang="en-US" dirty="0"/>
              <a:t>) held-out operating points representative of actual industrial operating conditions and (ii) unseen motion profiles relevant to the industrial use context, and how does its prediction accuracy compare to a black-box state-space model trained on the same data? </a:t>
            </a:r>
            <a:endParaRPr lang="en-NL" dirty="0"/>
          </a:p>
        </p:txBody>
      </p:sp>
    </p:spTree>
    <p:extLst>
      <p:ext uri="{BB962C8B-B14F-4D97-AF65-F5344CB8AC3E}">
        <p14:creationId xmlns:p14="http://schemas.microsoft.com/office/powerpoint/2010/main" val="9168907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7A4B78-16C4-69B8-5CAD-5931B8C6976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457554B-AC93-9D6A-73AF-18D7B75FD162}"/>
              </a:ext>
            </a:extLst>
          </p:cNvPr>
          <p:cNvSpPr>
            <a:spLocks noGrp="1"/>
          </p:cNvSpPr>
          <p:nvPr>
            <p:ph type="title"/>
          </p:nvPr>
        </p:nvSpPr>
        <p:spPr/>
        <p:txBody>
          <a:bodyPr/>
          <a:lstStyle/>
          <a:p>
            <a:r>
              <a:rPr lang="en-US" dirty="0"/>
              <a:t>Research Plan – Research questions Feedback </a:t>
            </a:r>
            <a:endParaRPr lang="en-NL" dirty="0"/>
          </a:p>
        </p:txBody>
      </p:sp>
      <p:sp>
        <p:nvSpPr>
          <p:cNvPr id="3" name="Content Placeholder 2">
            <a:extLst>
              <a:ext uri="{FF2B5EF4-FFF2-40B4-BE49-F238E27FC236}">
                <a16:creationId xmlns:a16="http://schemas.microsoft.com/office/drawing/2014/main" id="{F92CCC85-42C2-401D-65BB-5B142CFE3A6E}"/>
              </a:ext>
            </a:extLst>
          </p:cNvPr>
          <p:cNvSpPr>
            <a:spLocks noGrp="1"/>
          </p:cNvSpPr>
          <p:nvPr>
            <p:ph idx="1"/>
          </p:nvPr>
        </p:nvSpPr>
        <p:spPr/>
        <p:txBody>
          <a:bodyPr/>
          <a:lstStyle/>
          <a:p>
            <a:r>
              <a:rPr lang="en-US" dirty="0"/>
              <a:t>Moved the dual-gantry system to the front of the main RQ</a:t>
            </a:r>
          </a:p>
          <a:p>
            <a:r>
              <a:rPr lang="en-US" dirty="0"/>
              <a:t>Kept the four-aspect structure, but added black box comparison to Aspect 4</a:t>
            </a:r>
          </a:p>
          <a:p>
            <a:r>
              <a:rPr lang="en-US" dirty="0"/>
              <a:t>Kept augmentation  and LPV-LFR in the RQ, but was now justified in the literature survey</a:t>
            </a:r>
            <a:endParaRPr lang="en-NL" dirty="0"/>
          </a:p>
        </p:txBody>
      </p:sp>
    </p:spTree>
    <p:extLst>
      <p:ext uri="{BB962C8B-B14F-4D97-AF65-F5344CB8AC3E}">
        <p14:creationId xmlns:p14="http://schemas.microsoft.com/office/powerpoint/2010/main" val="65017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0B85CD-4DFD-E6FD-D4E7-1956BF4079D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03B5622-F8B3-A397-CA6E-DC0ADE9D8F6B}"/>
              </a:ext>
            </a:extLst>
          </p:cNvPr>
          <p:cNvSpPr>
            <a:spLocks noGrp="1"/>
          </p:cNvSpPr>
          <p:nvPr>
            <p:ph type="title"/>
          </p:nvPr>
        </p:nvSpPr>
        <p:spPr/>
        <p:txBody>
          <a:bodyPr/>
          <a:lstStyle/>
          <a:p>
            <a:r>
              <a:rPr lang="en-US" dirty="0"/>
              <a:t>Research Plan – AI&amp;ES relevance </a:t>
            </a:r>
            <a:endParaRPr lang="en-NL" dirty="0"/>
          </a:p>
        </p:txBody>
      </p:sp>
      <p:sp>
        <p:nvSpPr>
          <p:cNvPr id="3" name="Content Placeholder 2">
            <a:extLst>
              <a:ext uri="{FF2B5EF4-FFF2-40B4-BE49-F238E27FC236}">
                <a16:creationId xmlns:a16="http://schemas.microsoft.com/office/drawing/2014/main" id="{065B1BEA-A4DD-3742-C131-B0AD559A5D8D}"/>
              </a:ext>
            </a:extLst>
          </p:cNvPr>
          <p:cNvSpPr>
            <a:spLocks noGrp="1"/>
          </p:cNvSpPr>
          <p:nvPr>
            <p:ph idx="1"/>
          </p:nvPr>
        </p:nvSpPr>
        <p:spPr/>
        <p:txBody>
          <a:bodyPr/>
          <a:lstStyle/>
          <a:p>
            <a:r>
              <a:rPr lang="en-US" dirty="0"/>
              <a:t>AI / data-driven learning: learning an augmented model from measured data to capture dynamics that are difficult to represent accurately in the first-principles baseline model, including flexible cross-coupling and position-dependent effects. </a:t>
            </a:r>
          </a:p>
          <a:p>
            <a:r>
              <a:rPr lang="en-US" dirty="0"/>
              <a:t>Engineering systems: embedding the learned augmentation within a physics-based LPVLFR plant model for a real dual-gantry system, accounting for coupling, scheduling dependence, and physical interpretability. </a:t>
            </a:r>
            <a:endParaRPr lang="en-NL" dirty="0"/>
          </a:p>
        </p:txBody>
      </p:sp>
    </p:spTree>
    <p:extLst>
      <p:ext uri="{BB962C8B-B14F-4D97-AF65-F5344CB8AC3E}">
        <p14:creationId xmlns:p14="http://schemas.microsoft.com/office/powerpoint/2010/main" val="129736041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0EF841-6C9C-F166-3A25-8750964F1BE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44C6DCD-EC6E-62FE-2AEA-8F8ACF29FF08}"/>
              </a:ext>
            </a:extLst>
          </p:cNvPr>
          <p:cNvSpPr>
            <a:spLocks noGrp="1"/>
          </p:cNvSpPr>
          <p:nvPr>
            <p:ph type="title"/>
          </p:nvPr>
        </p:nvSpPr>
        <p:spPr/>
        <p:txBody>
          <a:bodyPr/>
          <a:lstStyle/>
          <a:p>
            <a:r>
              <a:rPr lang="en-US" dirty="0"/>
              <a:t>Research Plan – Research methods</a:t>
            </a:r>
            <a:endParaRPr lang="en-NL" dirty="0"/>
          </a:p>
        </p:txBody>
      </p:sp>
      <p:sp>
        <p:nvSpPr>
          <p:cNvPr id="3" name="Content Placeholder 2">
            <a:extLst>
              <a:ext uri="{FF2B5EF4-FFF2-40B4-BE49-F238E27FC236}">
                <a16:creationId xmlns:a16="http://schemas.microsoft.com/office/drawing/2014/main" id="{1AE2098C-797A-39BC-6A58-909AEF0CDA35}"/>
              </a:ext>
            </a:extLst>
          </p:cNvPr>
          <p:cNvSpPr>
            <a:spLocks noGrp="1"/>
          </p:cNvSpPr>
          <p:nvPr>
            <p:ph idx="1"/>
          </p:nvPr>
        </p:nvSpPr>
        <p:spPr/>
        <p:txBody>
          <a:bodyPr>
            <a:normAutofit fontScale="85000" lnSpcReduction="20000"/>
          </a:bodyPr>
          <a:lstStyle/>
          <a:p>
            <a:r>
              <a:rPr lang="en-US" dirty="0"/>
              <a:t>Aspect 1 - Baseline modelling: convert the García-Herreros physics model to a discrete-time state-space baseline, reformulate it as quasi-LPV using payload position Y, and compare it against frozen LTI alternatives.</a:t>
            </a:r>
          </a:p>
          <a:p>
            <a:r>
              <a:rPr lang="en-US" dirty="0"/>
              <a:t>Aspect 2 - Augmentation structure: use a dynamic parallel LFR structure to capture residual </a:t>
            </a:r>
            <a:r>
              <a:rPr lang="en-US" dirty="0" err="1"/>
              <a:t>behaviour</a:t>
            </a:r>
            <a:r>
              <a:rPr lang="en-US" dirty="0"/>
              <a:t> that is not represented by the physics-based baseline, especially cross-coupling and flexible dynamics.</a:t>
            </a:r>
          </a:p>
          <a:p>
            <a:r>
              <a:rPr lang="en-US" dirty="0"/>
              <a:t>Aspect 3 - Interpretability preservation: apply orthogonal projection-based regularization so the learned component does not absorb dynamics already described by the baseline.</a:t>
            </a:r>
          </a:p>
          <a:p>
            <a:r>
              <a:rPr lang="en-US" dirty="0"/>
              <a:t>Aspect 4 - Generalization: validate on held-out operating points and unseen motion profiles, and compare prediction accuracy against a black-box state-space model trained on the same data.</a:t>
            </a:r>
          </a:p>
          <a:p>
            <a:r>
              <a:rPr lang="en-US" dirty="0"/>
              <a:t>Evaluation workflow: start with simulation-based validation, then evaluate on the ASMPT machine using BFR as the main fit metric.</a:t>
            </a:r>
            <a:endParaRPr lang="en-NL" dirty="0"/>
          </a:p>
        </p:txBody>
      </p:sp>
    </p:spTree>
    <p:extLst>
      <p:ext uri="{BB962C8B-B14F-4D97-AF65-F5344CB8AC3E}">
        <p14:creationId xmlns:p14="http://schemas.microsoft.com/office/powerpoint/2010/main" val="38731576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88EAD9-4113-C72B-E7EC-802214BE88D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872F550-80A6-660F-B360-096144780F12}"/>
              </a:ext>
            </a:extLst>
          </p:cNvPr>
          <p:cNvSpPr>
            <a:spLocks noGrp="1"/>
          </p:cNvSpPr>
          <p:nvPr>
            <p:ph type="title"/>
          </p:nvPr>
        </p:nvSpPr>
        <p:spPr/>
        <p:txBody>
          <a:bodyPr/>
          <a:lstStyle/>
          <a:p>
            <a:r>
              <a:rPr lang="en-US" dirty="0"/>
              <a:t>Research Plan – Research method Feedback</a:t>
            </a:r>
            <a:endParaRPr lang="en-NL" dirty="0"/>
          </a:p>
        </p:txBody>
      </p:sp>
      <p:sp>
        <p:nvSpPr>
          <p:cNvPr id="3" name="Content Placeholder 2">
            <a:extLst>
              <a:ext uri="{FF2B5EF4-FFF2-40B4-BE49-F238E27FC236}">
                <a16:creationId xmlns:a16="http://schemas.microsoft.com/office/drawing/2014/main" id="{B0C3206D-BCE2-9D9F-CE73-B3A6F3163070}"/>
              </a:ext>
            </a:extLst>
          </p:cNvPr>
          <p:cNvSpPr>
            <a:spLocks noGrp="1"/>
          </p:cNvSpPr>
          <p:nvPr>
            <p:ph idx="1"/>
          </p:nvPr>
        </p:nvSpPr>
        <p:spPr/>
        <p:txBody>
          <a:bodyPr>
            <a:normAutofit fontScale="92500"/>
          </a:bodyPr>
          <a:lstStyle/>
          <a:p>
            <a:r>
              <a:rPr lang="en-US" dirty="0"/>
              <a:t>Made Aspect 1 less low-level: removed detailed variable definitions, matrix-level model description, and experiment specifics, and kept the focus on baseline reformulation, discretization, and comparison</a:t>
            </a:r>
          </a:p>
          <a:p>
            <a:r>
              <a:rPr lang="en-US" dirty="0"/>
              <a:t>Added a clearer workflow: the plan now states that the baseline is first validated in simulation before evaluation on the real machine</a:t>
            </a:r>
          </a:p>
          <a:p>
            <a:r>
              <a:rPr lang="en-US" dirty="0"/>
              <a:t>Reframed discretization more carefully: ZOH is no longer presented as the discretization, but as an appropriate chosen LPV discretization technique</a:t>
            </a:r>
          </a:p>
          <a:p>
            <a:r>
              <a:rPr lang="en-US" dirty="0"/>
              <a:t>Strengthened validation: added an explicit black-box comparison baseline instead of comparing only against the physics-based baseline</a:t>
            </a:r>
          </a:p>
        </p:txBody>
      </p:sp>
    </p:spTree>
    <p:extLst>
      <p:ext uri="{BB962C8B-B14F-4D97-AF65-F5344CB8AC3E}">
        <p14:creationId xmlns:p14="http://schemas.microsoft.com/office/powerpoint/2010/main" val="126930989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7BDA75-A5AE-D251-69D8-DCCACCE6A1A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9AEEBB1-D116-BE31-FA2F-B8CC9271A4A5}"/>
              </a:ext>
            </a:extLst>
          </p:cNvPr>
          <p:cNvSpPr>
            <a:spLocks noGrp="1"/>
          </p:cNvSpPr>
          <p:nvPr>
            <p:ph type="title"/>
          </p:nvPr>
        </p:nvSpPr>
        <p:spPr/>
        <p:txBody>
          <a:bodyPr/>
          <a:lstStyle/>
          <a:p>
            <a:r>
              <a:rPr lang="en-US" dirty="0"/>
              <a:t>Research Plan – Expected outcomes of the project</a:t>
            </a:r>
            <a:endParaRPr lang="en-NL" dirty="0"/>
          </a:p>
        </p:txBody>
      </p:sp>
      <p:sp>
        <p:nvSpPr>
          <p:cNvPr id="3" name="Content Placeholder 2">
            <a:extLst>
              <a:ext uri="{FF2B5EF4-FFF2-40B4-BE49-F238E27FC236}">
                <a16:creationId xmlns:a16="http://schemas.microsoft.com/office/drawing/2014/main" id="{3AB29134-1901-0EF7-1A92-C951D86C12F6}"/>
              </a:ext>
            </a:extLst>
          </p:cNvPr>
          <p:cNvSpPr>
            <a:spLocks noGrp="1"/>
          </p:cNvSpPr>
          <p:nvPr>
            <p:ph idx="1"/>
          </p:nvPr>
        </p:nvSpPr>
        <p:spPr/>
        <p:txBody>
          <a:bodyPr/>
          <a:lstStyle/>
          <a:p>
            <a:r>
              <a:rPr lang="en-US" dirty="0"/>
              <a:t>A validated LPV-LFR grey-box augmented model with better settling prediction than the baseline</a:t>
            </a:r>
          </a:p>
          <a:p>
            <a:r>
              <a:rPr lang="en-US" dirty="0"/>
              <a:t>Clarification of whether LPV outperforms frozen LTI</a:t>
            </a:r>
          </a:p>
          <a:p>
            <a:r>
              <a:rPr lang="en-US" dirty="0"/>
              <a:t>Clarification of whether orthogonal projection preserves interpretability in the LPV-LFR setting</a:t>
            </a:r>
          </a:p>
          <a:p>
            <a:r>
              <a:rPr lang="en-US" dirty="0"/>
              <a:t>A methodology that ASMPT can evaluate against current </a:t>
            </a:r>
            <a:r>
              <a:rPr lang="en-US" dirty="0" err="1"/>
              <a:t>practice.Deliverables</a:t>
            </a:r>
            <a:r>
              <a:rPr lang="en-US" dirty="0"/>
              <a:t> include models, code, validation scripts, and a documented workflow</a:t>
            </a:r>
            <a:endParaRPr lang="en-NL" dirty="0"/>
          </a:p>
        </p:txBody>
      </p:sp>
    </p:spTree>
    <p:extLst>
      <p:ext uri="{BB962C8B-B14F-4D97-AF65-F5344CB8AC3E}">
        <p14:creationId xmlns:p14="http://schemas.microsoft.com/office/powerpoint/2010/main" val="181319756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75B154-2712-1F9E-2717-F0F6E764B81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279F838-F7C6-C509-6EBD-30FEE0DB1C63}"/>
              </a:ext>
            </a:extLst>
          </p:cNvPr>
          <p:cNvSpPr>
            <a:spLocks noGrp="1"/>
          </p:cNvSpPr>
          <p:nvPr>
            <p:ph type="title"/>
          </p:nvPr>
        </p:nvSpPr>
        <p:spPr/>
        <p:txBody>
          <a:bodyPr/>
          <a:lstStyle/>
          <a:p>
            <a:r>
              <a:rPr lang="en-US" dirty="0"/>
              <a:t>Research Plan – Expected outcomes of the project Feedback</a:t>
            </a:r>
            <a:endParaRPr lang="en-NL" dirty="0"/>
          </a:p>
        </p:txBody>
      </p:sp>
      <p:sp>
        <p:nvSpPr>
          <p:cNvPr id="3" name="Content Placeholder 2">
            <a:extLst>
              <a:ext uri="{FF2B5EF4-FFF2-40B4-BE49-F238E27FC236}">
                <a16:creationId xmlns:a16="http://schemas.microsoft.com/office/drawing/2014/main" id="{786B837D-1338-5D8E-A4E5-56C6A981CD73}"/>
              </a:ext>
            </a:extLst>
          </p:cNvPr>
          <p:cNvSpPr>
            <a:spLocks noGrp="1"/>
          </p:cNvSpPr>
          <p:nvPr>
            <p:ph idx="1"/>
          </p:nvPr>
        </p:nvSpPr>
        <p:spPr/>
        <p:txBody>
          <a:bodyPr/>
          <a:lstStyle/>
          <a:p>
            <a:r>
              <a:rPr lang="en-US" dirty="0"/>
              <a:t>Removed plant inversion / feedforward controller design as future work for this project</a:t>
            </a:r>
          </a:p>
          <a:p>
            <a:pPr lvl="1"/>
            <a:r>
              <a:rPr lang="en-US" dirty="0"/>
              <a:t>(Would shift the focus of the project)</a:t>
            </a:r>
          </a:p>
          <a:p>
            <a:r>
              <a:rPr lang="en-US" dirty="0"/>
              <a:t>Shifted the practical contribution toward a methodology ASMPT can evaluate and potentially develop further</a:t>
            </a:r>
          </a:p>
          <a:p>
            <a:r>
              <a:rPr lang="en-US" dirty="0"/>
              <a:t>Kept the focus on settling prediction, LPV vs LTI insight, and interpretability preservation</a:t>
            </a:r>
            <a:endParaRPr lang="en-NL" dirty="0"/>
          </a:p>
        </p:txBody>
      </p:sp>
    </p:spTree>
    <p:extLst>
      <p:ext uri="{BB962C8B-B14F-4D97-AF65-F5344CB8AC3E}">
        <p14:creationId xmlns:p14="http://schemas.microsoft.com/office/powerpoint/2010/main" val="125036171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E4E80F-CFBE-0763-D385-314E2E1CA5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D5C43FA-C296-EF62-A40B-E32E3F95F337}"/>
              </a:ext>
            </a:extLst>
          </p:cNvPr>
          <p:cNvSpPr>
            <a:spLocks noGrp="1"/>
          </p:cNvSpPr>
          <p:nvPr>
            <p:ph type="title"/>
          </p:nvPr>
        </p:nvSpPr>
        <p:spPr/>
        <p:txBody>
          <a:bodyPr/>
          <a:lstStyle/>
          <a:p>
            <a:r>
              <a:rPr lang="en-US" dirty="0"/>
              <a:t>Research Plan – Time planning</a:t>
            </a:r>
            <a:endParaRPr lang="en-NL" dirty="0"/>
          </a:p>
        </p:txBody>
      </p:sp>
      <p:pic>
        <p:nvPicPr>
          <p:cNvPr id="5" name="Content Placeholder 4">
            <a:extLst>
              <a:ext uri="{FF2B5EF4-FFF2-40B4-BE49-F238E27FC236}">
                <a16:creationId xmlns:a16="http://schemas.microsoft.com/office/drawing/2014/main" id="{481AEB5C-C97B-63B5-9AA2-B6B92AA1CA22}"/>
              </a:ext>
            </a:extLst>
          </p:cNvPr>
          <p:cNvPicPr>
            <a:picLocks noGrp="1" noChangeAspect="1"/>
          </p:cNvPicPr>
          <p:nvPr>
            <p:ph idx="1"/>
          </p:nvPr>
        </p:nvPicPr>
        <p:blipFill>
          <a:blip r:embed="rId2"/>
          <a:stretch>
            <a:fillRect/>
          </a:stretch>
        </p:blipFill>
        <p:spPr>
          <a:xfrm>
            <a:off x="117280" y="1318390"/>
            <a:ext cx="11557649" cy="4786637"/>
          </a:xfrm>
          <a:prstGeom prst="rect">
            <a:avLst/>
          </a:prstGeom>
        </p:spPr>
      </p:pic>
      <p:sp>
        <p:nvSpPr>
          <p:cNvPr id="6" name="TextBox 5">
            <a:extLst>
              <a:ext uri="{FF2B5EF4-FFF2-40B4-BE49-F238E27FC236}">
                <a16:creationId xmlns:a16="http://schemas.microsoft.com/office/drawing/2014/main" id="{D6F66963-AC4C-94EF-3D53-78E4851F883E}"/>
              </a:ext>
            </a:extLst>
          </p:cNvPr>
          <p:cNvSpPr txBox="1"/>
          <p:nvPr/>
        </p:nvSpPr>
        <p:spPr>
          <a:xfrm>
            <a:off x="571826" y="6165225"/>
            <a:ext cx="11103103" cy="655299"/>
          </a:xfrm>
          <a:prstGeom prst="rect">
            <a:avLst/>
          </a:prstGeom>
          <a:noFill/>
        </p:spPr>
        <p:txBody>
          <a:bodyPr wrap="square" rtlCol="0">
            <a:spAutoFit/>
          </a:bodyPr>
          <a:lstStyle/>
          <a:p>
            <a:r>
              <a:rPr lang="en-US" dirty="0"/>
              <a:t>Note: Hardware setup is when the dual-gantry arrives. I should potentially shift this back, because supervisors at ASMPT also have to get familiar with the hardware</a:t>
            </a:r>
            <a:endParaRPr lang="en-NL" dirty="0"/>
          </a:p>
        </p:txBody>
      </p:sp>
    </p:spTree>
    <p:extLst>
      <p:ext uri="{BB962C8B-B14F-4D97-AF65-F5344CB8AC3E}">
        <p14:creationId xmlns:p14="http://schemas.microsoft.com/office/powerpoint/2010/main" val="326012818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E92AB2-212B-3FD6-7BEE-7D91434A83EB}"/>
              </a:ext>
            </a:extLst>
          </p:cNvPr>
          <p:cNvSpPr>
            <a:spLocks noGrp="1"/>
          </p:cNvSpPr>
          <p:nvPr>
            <p:ph type="title"/>
          </p:nvPr>
        </p:nvSpPr>
        <p:spPr/>
        <p:txBody>
          <a:bodyPr/>
          <a:lstStyle/>
          <a:p>
            <a:r>
              <a:rPr lang="en-US" dirty="0"/>
              <a:t>Research plan - Update</a:t>
            </a:r>
            <a:endParaRPr lang="en-NL" dirty="0"/>
          </a:p>
        </p:txBody>
      </p:sp>
      <p:sp>
        <p:nvSpPr>
          <p:cNvPr id="3" name="Content Placeholder 2">
            <a:extLst>
              <a:ext uri="{FF2B5EF4-FFF2-40B4-BE49-F238E27FC236}">
                <a16:creationId xmlns:a16="http://schemas.microsoft.com/office/drawing/2014/main" id="{F801838B-0010-1BF3-FFAF-7E5824210292}"/>
              </a:ext>
            </a:extLst>
          </p:cNvPr>
          <p:cNvSpPr>
            <a:spLocks noGrp="1"/>
          </p:cNvSpPr>
          <p:nvPr>
            <p:ph idx="1"/>
          </p:nvPr>
        </p:nvSpPr>
        <p:spPr/>
        <p:txBody>
          <a:bodyPr>
            <a:normAutofit/>
          </a:bodyPr>
          <a:lstStyle/>
          <a:p>
            <a:r>
              <a:rPr lang="en-US" dirty="0"/>
              <a:t>Papers Roland</a:t>
            </a:r>
          </a:p>
          <a:p>
            <a:pPr lvl="1"/>
            <a:r>
              <a:rPr lang="en-US" dirty="0"/>
              <a:t>I have not added the missing ones currently</a:t>
            </a:r>
          </a:p>
          <a:p>
            <a:pPr lvl="1"/>
            <a:r>
              <a:rPr lang="en-US" dirty="0"/>
              <a:t>Multiple papers from Bas </a:t>
            </a:r>
            <a:r>
              <a:rPr lang="en-US" dirty="0" err="1"/>
              <a:t>Kessels</a:t>
            </a:r>
            <a:r>
              <a:rPr lang="en-US" dirty="0"/>
              <a:t> should I cite each separate or thesis? </a:t>
            </a:r>
          </a:p>
          <a:p>
            <a:r>
              <a:rPr lang="en-US" dirty="0"/>
              <a:t>In case of new comments should I turn in the research plan again?</a:t>
            </a:r>
          </a:p>
          <a:p>
            <a:pPr lvl="1"/>
            <a:r>
              <a:rPr lang="en-US" dirty="0"/>
              <a:t>Or take this into account for the introduction?</a:t>
            </a:r>
          </a:p>
          <a:p>
            <a:pPr lvl="1"/>
            <a:r>
              <a:rPr lang="en-US" dirty="0"/>
              <a:t>Or provide introduction instead, less page restricted</a:t>
            </a:r>
          </a:p>
          <a:p>
            <a:pPr marL="0" indent="0">
              <a:buNone/>
            </a:pPr>
            <a:endParaRPr lang="en-NL" dirty="0"/>
          </a:p>
        </p:txBody>
      </p:sp>
    </p:spTree>
    <p:extLst>
      <p:ext uri="{BB962C8B-B14F-4D97-AF65-F5344CB8AC3E}">
        <p14:creationId xmlns:p14="http://schemas.microsoft.com/office/powerpoint/2010/main" val="58307346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448069-3EFD-959F-964A-5B0B36DAEB58}"/>
              </a:ext>
            </a:extLst>
          </p:cNvPr>
          <p:cNvSpPr>
            <a:spLocks noGrp="1"/>
          </p:cNvSpPr>
          <p:nvPr>
            <p:ph type="title"/>
          </p:nvPr>
        </p:nvSpPr>
        <p:spPr/>
        <p:txBody>
          <a:bodyPr/>
          <a:lstStyle/>
          <a:p>
            <a:r>
              <a:rPr lang="en-US" dirty="0"/>
              <a:t>First-Principles Baseline</a:t>
            </a:r>
            <a:endParaRPr lang="en-NL" dirty="0"/>
          </a:p>
        </p:txBody>
      </p:sp>
      <p:sp>
        <p:nvSpPr>
          <p:cNvPr id="3" name="Content Placeholder 2">
            <a:extLst>
              <a:ext uri="{FF2B5EF4-FFF2-40B4-BE49-F238E27FC236}">
                <a16:creationId xmlns:a16="http://schemas.microsoft.com/office/drawing/2014/main" id="{A9A0E95F-8D7A-FB18-4609-7BE0B6B2DDE9}"/>
              </a:ext>
            </a:extLst>
          </p:cNvPr>
          <p:cNvSpPr>
            <a:spLocks noGrp="1"/>
          </p:cNvSpPr>
          <p:nvPr>
            <p:ph idx="1"/>
          </p:nvPr>
        </p:nvSpPr>
        <p:spPr/>
        <p:txBody>
          <a:bodyPr/>
          <a:lstStyle/>
          <a:p>
            <a:r>
              <a:rPr lang="en-US" dirty="0"/>
              <a:t>Received </a:t>
            </a:r>
            <a:r>
              <a:rPr lang="en-US" dirty="0" err="1"/>
              <a:t>matlab</a:t>
            </a:r>
            <a:r>
              <a:rPr lang="en-US" dirty="0"/>
              <a:t> FP implementation for the dual-gantry system</a:t>
            </a:r>
          </a:p>
          <a:p>
            <a:pPr lvl="1"/>
            <a:r>
              <a:rPr lang="en-US" dirty="0"/>
              <a:t>Based on García paper</a:t>
            </a:r>
          </a:p>
          <a:p>
            <a:r>
              <a:rPr lang="en-US" dirty="0"/>
              <a:t>Goal: </a:t>
            </a:r>
          </a:p>
          <a:p>
            <a:pPr lvl="1"/>
            <a:r>
              <a:rPr lang="en-US" dirty="0"/>
              <a:t>Implement in python for Jan’s augmentation code structure to replace the MSD (Frozen LTI)</a:t>
            </a:r>
          </a:p>
          <a:p>
            <a:pPr lvl="1"/>
            <a:r>
              <a:rPr lang="en-US" dirty="0"/>
              <a:t>Apply ZOH discretization to convert to DT LPV-SS</a:t>
            </a:r>
          </a:p>
          <a:p>
            <a:pPr lvl="2"/>
            <a:r>
              <a:rPr lang="en-US" dirty="0"/>
              <a:t>Verify with </a:t>
            </a:r>
            <a:r>
              <a:rPr lang="en-US" dirty="0" err="1"/>
              <a:t>matlab</a:t>
            </a:r>
            <a:r>
              <a:rPr lang="en-US" dirty="0"/>
              <a:t> CT output</a:t>
            </a:r>
          </a:p>
          <a:p>
            <a:endParaRPr lang="en-NL" dirty="0"/>
          </a:p>
        </p:txBody>
      </p:sp>
    </p:spTree>
    <p:extLst>
      <p:ext uri="{BB962C8B-B14F-4D97-AF65-F5344CB8AC3E}">
        <p14:creationId xmlns:p14="http://schemas.microsoft.com/office/powerpoint/2010/main" val="359498243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C95DE4-8DF9-58EF-BCA1-D12D1E03220B}"/>
              </a:ext>
            </a:extLst>
          </p:cNvPr>
          <p:cNvSpPr>
            <a:spLocks noGrp="1"/>
          </p:cNvSpPr>
          <p:nvPr>
            <p:ph type="title"/>
          </p:nvPr>
        </p:nvSpPr>
        <p:spPr/>
        <p:txBody>
          <a:bodyPr/>
          <a:lstStyle/>
          <a:p>
            <a:r>
              <a:rPr lang="en-US" dirty="0"/>
              <a:t>First-Principles Baseline</a:t>
            </a:r>
            <a:endParaRPr lang="en-NL" dirty="0"/>
          </a:p>
        </p:txBody>
      </p:sp>
      <p:sp>
        <p:nvSpPr>
          <p:cNvPr id="3" name="Content Placeholder 2">
            <a:extLst>
              <a:ext uri="{FF2B5EF4-FFF2-40B4-BE49-F238E27FC236}">
                <a16:creationId xmlns:a16="http://schemas.microsoft.com/office/drawing/2014/main" id="{5C33DD87-D68E-744A-F7D7-5C1FEF8400A2}"/>
              </a:ext>
            </a:extLst>
          </p:cNvPr>
          <p:cNvSpPr>
            <a:spLocks noGrp="1"/>
          </p:cNvSpPr>
          <p:nvPr>
            <p:ph idx="1"/>
          </p:nvPr>
        </p:nvSpPr>
        <p:spPr/>
        <p:txBody>
          <a:bodyPr/>
          <a:lstStyle/>
          <a:p>
            <a:r>
              <a:rPr lang="en-US" dirty="0" err="1"/>
              <a:t>Matlab</a:t>
            </a:r>
            <a:r>
              <a:rPr lang="en-US" dirty="0"/>
              <a:t> setup:</a:t>
            </a:r>
          </a:p>
          <a:p>
            <a:pPr lvl="1"/>
            <a:r>
              <a:rPr lang="en-US" dirty="0"/>
              <a:t>4 models called q, q1, q2, and q3 </a:t>
            </a:r>
          </a:p>
          <a:p>
            <a:pPr lvl="1"/>
            <a:r>
              <a:rPr lang="en-US" dirty="0"/>
              <a:t>The Simulink model runs q, q1, q2 simultaneously, each in its own closed loop under  the same controller and reference trajectory. q3 </a:t>
            </a:r>
            <a:r>
              <a:rPr lang="en-US" dirty="0" err="1"/>
              <a:t>lsim</a:t>
            </a:r>
            <a:r>
              <a:rPr lang="en-US" dirty="0"/>
              <a:t> closed-loop response of the frozen discrete model.</a:t>
            </a:r>
            <a:endParaRPr lang="en-NL" dirty="0"/>
          </a:p>
        </p:txBody>
      </p:sp>
    </p:spTree>
    <p:extLst>
      <p:ext uri="{BB962C8B-B14F-4D97-AF65-F5344CB8AC3E}">
        <p14:creationId xmlns:p14="http://schemas.microsoft.com/office/powerpoint/2010/main" val="76201112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073200-EA71-069F-ADB9-C65ED2A44C6C}"/>
              </a:ext>
            </a:extLst>
          </p:cNvPr>
          <p:cNvSpPr>
            <a:spLocks noGrp="1"/>
          </p:cNvSpPr>
          <p:nvPr>
            <p:ph type="title"/>
          </p:nvPr>
        </p:nvSpPr>
        <p:spPr/>
        <p:txBody>
          <a:bodyPr/>
          <a:lstStyle/>
          <a:p>
            <a:endParaRPr lang="en-NL"/>
          </a:p>
        </p:txBody>
      </p:sp>
      <p:graphicFrame>
        <p:nvGraphicFramePr>
          <p:cNvPr id="4" name="Content Placeholder 3">
            <a:extLst>
              <a:ext uri="{FF2B5EF4-FFF2-40B4-BE49-F238E27FC236}">
                <a16:creationId xmlns:a16="http://schemas.microsoft.com/office/drawing/2014/main" id="{A87CE077-56E4-3FA2-B055-636805901562}"/>
              </a:ext>
            </a:extLst>
          </p:cNvPr>
          <p:cNvGraphicFramePr>
            <a:graphicFrameLocks noGrp="1"/>
          </p:cNvGraphicFramePr>
          <p:nvPr>
            <p:ph idx="1"/>
            <p:extLst>
              <p:ext uri="{D42A27DB-BD31-4B8C-83A1-F6EECF244321}">
                <p14:modId xmlns:p14="http://schemas.microsoft.com/office/powerpoint/2010/main" val="2436289790"/>
              </p:ext>
            </p:extLst>
          </p:nvPr>
        </p:nvGraphicFramePr>
        <p:xfrm>
          <a:off x="0" y="0"/>
          <a:ext cx="12192000" cy="6858001"/>
        </p:xfrm>
        <a:graphic>
          <a:graphicData uri="http://schemas.openxmlformats.org/drawingml/2006/table">
            <a:tbl>
              <a:tblPr firstRow="1" bandRow="1">
                <a:tableStyleId>{5C22544A-7EE6-4342-B048-85BDC9FD1C3A}</a:tableStyleId>
              </a:tblPr>
              <a:tblGrid>
                <a:gridCol w="1486422">
                  <a:extLst>
                    <a:ext uri="{9D8B030D-6E8A-4147-A177-3AD203B41FA5}">
                      <a16:colId xmlns:a16="http://schemas.microsoft.com/office/drawing/2014/main" val="66384418"/>
                    </a:ext>
                  </a:extLst>
                </a:gridCol>
                <a:gridCol w="4910203">
                  <a:extLst>
                    <a:ext uri="{9D8B030D-6E8A-4147-A177-3AD203B41FA5}">
                      <a16:colId xmlns:a16="http://schemas.microsoft.com/office/drawing/2014/main" val="3386618917"/>
                    </a:ext>
                  </a:extLst>
                </a:gridCol>
                <a:gridCol w="2054268">
                  <a:extLst>
                    <a:ext uri="{9D8B030D-6E8A-4147-A177-3AD203B41FA5}">
                      <a16:colId xmlns:a16="http://schemas.microsoft.com/office/drawing/2014/main" val="2971768283"/>
                    </a:ext>
                  </a:extLst>
                </a:gridCol>
                <a:gridCol w="2037567">
                  <a:extLst>
                    <a:ext uri="{9D8B030D-6E8A-4147-A177-3AD203B41FA5}">
                      <a16:colId xmlns:a16="http://schemas.microsoft.com/office/drawing/2014/main" val="1512835976"/>
                    </a:ext>
                  </a:extLst>
                </a:gridCol>
                <a:gridCol w="1703540">
                  <a:extLst>
                    <a:ext uri="{9D8B030D-6E8A-4147-A177-3AD203B41FA5}">
                      <a16:colId xmlns:a16="http://schemas.microsoft.com/office/drawing/2014/main" val="2282793197"/>
                    </a:ext>
                  </a:extLst>
                </a:gridCol>
              </a:tblGrid>
              <a:tr h="415418">
                <a:tc>
                  <a:txBody>
                    <a:bodyPr/>
                    <a:lstStyle/>
                    <a:p>
                      <a:pPr>
                        <a:buNone/>
                      </a:pPr>
                      <a:r>
                        <a:rPr lang="en-US"/>
                        <a:t>Signal</a:t>
                      </a:r>
                    </a:p>
                  </a:txBody>
                  <a:tcPr anchor="ctr"/>
                </a:tc>
                <a:tc>
                  <a:txBody>
                    <a:bodyPr/>
                    <a:lstStyle/>
                    <a:p>
                      <a:pPr>
                        <a:buNone/>
                      </a:pPr>
                      <a:r>
                        <a:rPr lang="en-US"/>
                        <a:t>What it is</a:t>
                      </a:r>
                    </a:p>
                  </a:txBody>
                  <a:tcPr anchor="ctr"/>
                </a:tc>
                <a:tc>
                  <a:txBody>
                    <a:bodyPr/>
                    <a:lstStyle/>
                    <a:p>
                      <a:pPr>
                        <a:buNone/>
                      </a:pPr>
                      <a:r>
                        <a:rPr lang="en-US"/>
                        <a:t>M(Y) updating</a:t>
                      </a:r>
                    </a:p>
                  </a:txBody>
                  <a:tcPr anchor="ctr"/>
                </a:tc>
                <a:tc>
                  <a:txBody>
                    <a:bodyPr/>
                    <a:lstStyle/>
                    <a:p>
                      <a:pPr>
                        <a:buNone/>
                      </a:pPr>
                      <a:r>
                        <a:rPr lang="en-US"/>
                        <a:t>Coriolis</a:t>
                      </a:r>
                    </a:p>
                  </a:txBody>
                  <a:tcPr anchor="ctr"/>
                </a:tc>
                <a:tc>
                  <a:txBody>
                    <a:bodyPr/>
                    <a:lstStyle/>
                    <a:p>
                      <a:pPr>
                        <a:buNone/>
                      </a:pPr>
                      <a:r>
                        <a:rPr lang="en-US"/>
                        <a:t>Coulomb</a:t>
                      </a:r>
                    </a:p>
                  </a:txBody>
                  <a:tcPr anchor="ctr"/>
                </a:tc>
                <a:extLst>
                  <a:ext uri="{0D108BD9-81ED-4DB2-BD59-A6C34878D82A}">
                    <a16:rowId xmlns:a16="http://schemas.microsoft.com/office/drawing/2014/main" val="3417790704"/>
                  </a:ext>
                </a:extLst>
              </a:tr>
              <a:tr h="1751823">
                <a:tc>
                  <a:txBody>
                    <a:bodyPr/>
                    <a:lstStyle/>
                    <a:p>
                      <a:pPr>
                        <a:buNone/>
                      </a:pPr>
                      <a:r>
                        <a:rPr lang="en-US"/>
                        <a:t>q</a:t>
                      </a:r>
                    </a:p>
                  </a:txBody>
                  <a:tcPr anchor="ctr"/>
                </a:tc>
                <a:tc>
                  <a:txBody>
                    <a:bodyPr/>
                    <a:lstStyle/>
                    <a:p>
                      <a:pPr>
                        <a:buNone/>
                      </a:pPr>
                      <a:r>
                        <a:rPr lang="en-US" dirty="0"/>
                        <a:t>Full physical simulation (</a:t>
                      </a:r>
                      <a:r>
                        <a:rPr lang="en-US" dirty="0" err="1"/>
                        <a:t>Simscape</a:t>
                      </a:r>
                      <a:r>
                        <a:rPr lang="en-US" dirty="0"/>
                        <a:t>): masses, joints, actuators and friction elements connected as a network. All nonlinear effects are included automatically, no manual    simplification. </a:t>
                      </a:r>
                    </a:p>
                  </a:txBody>
                  <a:tcPr anchor="ctr"/>
                </a:tc>
                <a:tc>
                  <a:txBody>
                    <a:bodyPr/>
                    <a:lstStyle/>
                    <a:p>
                      <a:pPr algn="ctr">
                        <a:buNone/>
                      </a:pPr>
                      <a:r>
                        <a:rPr lang="en-US" dirty="0"/>
                        <a:t>Yes</a:t>
                      </a:r>
                    </a:p>
                  </a:txBody>
                  <a:tcPr anchor="ctr"/>
                </a:tc>
                <a:tc>
                  <a:txBody>
                    <a:bodyPr/>
                    <a:lstStyle/>
                    <a:p>
                      <a:pPr algn="ctr">
                        <a:buNone/>
                      </a:pPr>
                      <a:r>
                        <a:rPr lang="en-US"/>
                        <a:t>Yes</a:t>
                      </a:r>
                    </a:p>
                  </a:txBody>
                  <a:tcPr anchor="ctr"/>
                </a:tc>
                <a:tc>
                  <a:txBody>
                    <a:bodyPr/>
                    <a:lstStyle/>
                    <a:p>
                      <a:pPr algn="ctr">
                        <a:buNone/>
                      </a:pPr>
                      <a:r>
                        <a:rPr lang="en-US" dirty="0"/>
                        <a:t>Yes</a:t>
                      </a:r>
                    </a:p>
                  </a:txBody>
                  <a:tcPr anchor="ctr"/>
                </a:tc>
                <a:extLst>
                  <a:ext uri="{0D108BD9-81ED-4DB2-BD59-A6C34878D82A}">
                    <a16:rowId xmlns:a16="http://schemas.microsoft.com/office/drawing/2014/main" val="29808436"/>
                  </a:ext>
                </a:extLst>
              </a:tr>
              <a:tr h="1800144">
                <a:tc>
                  <a:txBody>
                    <a:bodyPr/>
                    <a:lstStyle/>
                    <a:p>
                      <a:pPr>
                        <a:buNone/>
                      </a:pPr>
                      <a:r>
                        <a:rPr lang="en-US"/>
                        <a:t>q1</a:t>
                      </a:r>
                    </a:p>
                  </a:txBody>
                  <a:tcPr anchor="ctr"/>
                </a:tc>
                <a:tc>
                  <a:txBody>
                    <a:bodyPr/>
                    <a:lstStyle/>
                    <a:p>
                      <a:pPr>
                        <a:buNone/>
                      </a:pPr>
                      <a:r>
                        <a:rPr lang="en-US" dirty="0"/>
                        <a:t>Simplified math model: equations of motion solved continuously by ode45, inertia M(Y) updated at every integration step, velocity-dependent nonlinear terms (Coriolis) not included</a:t>
                      </a:r>
                    </a:p>
                  </a:txBody>
                  <a:tcPr anchor="ctr"/>
                </a:tc>
                <a:tc>
                  <a:txBody>
                    <a:bodyPr/>
                    <a:lstStyle/>
                    <a:p>
                      <a:pPr algn="ctr">
                        <a:buNone/>
                      </a:pPr>
                      <a:r>
                        <a:rPr lang="en-US" dirty="0"/>
                        <a:t>Yes</a:t>
                      </a:r>
                    </a:p>
                  </a:txBody>
                  <a:tcPr anchor="ctr"/>
                </a:tc>
                <a:tc>
                  <a:txBody>
                    <a:bodyPr/>
                    <a:lstStyle/>
                    <a:p>
                      <a:pPr algn="ctr">
                        <a:buNone/>
                      </a:pPr>
                      <a:r>
                        <a:rPr lang="en-US"/>
                        <a:t>No</a:t>
                      </a:r>
                    </a:p>
                  </a:txBody>
                  <a:tcPr anchor="ctr"/>
                </a:tc>
                <a:tc>
                  <a:txBody>
                    <a:bodyPr/>
                    <a:lstStyle/>
                    <a:p>
                      <a:pPr algn="ctr">
                        <a:buNone/>
                      </a:pPr>
                      <a:r>
                        <a:rPr lang="en-US"/>
                        <a:t>No</a:t>
                      </a:r>
                    </a:p>
                  </a:txBody>
                  <a:tcPr anchor="ctr"/>
                </a:tc>
                <a:extLst>
                  <a:ext uri="{0D108BD9-81ED-4DB2-BD59-A6C34878D82A}">
                    <a16:rowId xmlns:a16="http://schemas.microsoft.com/office/drawing/2014/main" val="537343482"/>
                  </a:ext>
                </a:extLst>
              </a:tr>
              <a:tr h="1162306">
                <a:tc>
                  <a:txBody>
                    <a:bodyPr/>
                    <a:lstStyle/>
                    <a:p>
                      <a:pPr>
                        <a:buNone/>
                      </a:pPr>
                      <a:r>
                        <a:rPr lang="en-US"/>
                        <a:t>q2</a:t>
                      </a:r>
                    </a:p>
                  </a:txBody>
                  <a:tcPr anchor="ctr"/>
                </a:tc>
                <a:tc>
                  <a:txBody>
                    <a:bodyPr/>
                    <a:lstStyle/>
                    <a:p>
                      <a:pPr>
                        <a:buNone/>
                      </a:pPr>
                      <a:r>
                        <a:rPr lang="en-US" dirty="0"/>
                        <a:t>Same as q1 but with the Coriolis terms included</a:t>
                      </a:r>
                    </a:p>
                  </a:txBody>
                  <a:tcPr anchor="ctr"/>
                </a:tc>
                <a:tc>
                  <a:txBody>
                    <a:bodyPr/>
                    <a:lstStyle/>
                    <a:p>
                      <a:pPr algn="ctr">
                        <a:buNone/>
                      </a:pPr>
                      <a:r>
                        <a:rPr lang="en-US"/>
                        <a:t>Yes</a:t>
                      </a:r>
                    </a:p>
                  </a:txBody>
                  <a:tcPr anchor="ctr"/>
                </a:tc>
                <a:tc>
                  <a:txBody>
                    <a:bodyPr/>
                    <a:lstStyle/>
                    <a:p>
                      <a:pPr algn="ctr">
                        <a:buNone/>
                      </a:pPr>
                      <a:r>
                        <a:rPr lang="en-US"/>
                        <a:t>Yes</a:t>
                      </a:r>
                    </a:p>
                  </a:txBody>
                  <a:tcPr anchor="ctr"/>
                </a:tc>
                <a:tc>
                  <a:txBody>
                    <a:bodyPr/>
                    <a:lstStyle/>
                    <a:p>
                      <a:pPr algn="ctr">
                        <a:buNone/>
                      </a:pPr>
                      <a:r>
                        <a:rPr lang="en-US"/>
                        <a:t>No</a:t>
                      </a:r>
                    </a:p>
                  </a:txBody>
                  <a:tcPr anchor="ctr"/>
                </a:tc>
                <a:extLst>
                  <a:ext uri="{0D108BD9-81ED-4DB2-BD59-A6C34878D82A}">
                    <a16:rowId xmlns:a16="http://schemas.microsoft.com/office/drawing/2014/main" val="2499342646"/>
                  </a:ext>
                </a:extLst>
              </a:tr>
              <a:tr h="1728310">
                <a:tc>
                  <a:txBody>
                    <a:bodyPr/>
                    <a:lstStyle/>
                    <a:p>
                      <a:pPr>
                        <a:buNone/>
                      </a:pPr>
                      <a:r>
                        <a:rPr lang="en-US"/>
                        <a:t>q3</a:t>
                      </a:r>
                    </a:p>
                  </a:txBody>
                  <a:tcPr anchor="ctr"/>
                </a:tc>
                <a:tc>
                  <a:txBody>
                    <a:bodyPr/>
                    <a:lstStyle/>
                    <a:p>
                      <a:pPr>
                        <a:buNone/>
                      </a:pPr>
                      <a:r>
                        <a:rPr lang="en-US" dirty="0"/>
                        <a:t>Frozen linear model: inertia fixed at Y = 0.3 m, stepped forward one sample at a time at 16 kHz, never updates with Y</a:t>
                      </a:r>
                    </a:p>
                  </a:txBody>
                  <a:tcPr anchor="ctr"/>
                </a:tc>
                <a:tc>
                  <a:txBody>
                    <a:bodyPr/>
                    <a:lstStyle/>
                    <a:p>
                      <a:pPr algn="ctr">
                        <a:buNone/>
                      </a:pPr>
                      <a:r>
                        <a:rPr lang="en-US"/>
                        <a:t>No</a:t>
                      </a:r>
                    </a:p>
                  </a:txBody>
                  <a:tcPr anchor="ctr"/>
                </a:tc>
                <a:tc>
                  <a:txBody>
                    <a:bodyPr/>
                    <a:lstStyle/>
                    <a:p>
                      <a:pPr algn="ctr">
                        <a:buNone/>
                      </a:pPr>
                      <a:r>
                        <a:rPr lang="en-US"/>
                        <a:t>No</a:t>
                      </a:r>
                    </a:p>
                  </a:txBody>
                  <a:tcPr anchor="ctr"/>
                </a:tc>
                <a:tc>
                  <a:txBody>
                    <a:bodyPr/>
                    <a:lstStyle/>
                    <a:p>
                      <a:pPr algn="ctr">
                        <a:buNone/>
                      </a:pPr>
                      <a:r>
                        <a:rPr lang="en-US" dirty="0"/>
                        <a:t>No</a:t>
                      </a:r>
                    </a:p>
                  </a:txBody>
                  <a:tcPr anchor="ctr"/>
                </a:tc>
                <a:extLst>
                  <a:ext uri="{0D108BD9-81ED-4DB2-BD59-A6C34878D82A}">
                    <a16:rowId xmlns:a16="http://schemas.microsoft.com/office/drawing/2014/main" val="342538141"/>
                  </a:ext>
                </a:extLst>
              </a:tr>
            </a:tbl>
          </a:graphicData>
        </a:graphic>
      </p:graphicFrame>
    </p:spTree>
    <p:extLst>
      <p:ext uri="{BB962C8B-B14F-4D97-AF65-F5344CB8AC3E}">
        <p14:creationId xmlns:p14="http://schemas.microsoft.com/office/powerpoint/2010/main" val="188077863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079ED9-1E29-6928-53FF-4BFC719C033B}"/>
              </a:ext>
            </a:extLst>
          </p:cNvPr>
          <p:cNvSpPr>
            <a:spLocks noGrp="1"/>
          </p:cNvSpPr>
          <p:nvPr>
            <p:ph type="title"/>
          </p:nvPr>
        </p:nvSpPr>
        <p:spPr/>
        <p:txBody>
          <a:bodyPr/>
          <a:lstStyle/>
          <a:p>
            <a:r>
              <a:rPr lang="en-US" dirty="0"/>
              <a:t>Frozen LTI baseline – Python Implementation</a:t>
            </a:r>
            <a:endParaRPr lang="en-NL" dirty="0"/>
          </a:p>
        </p:txBody>
      </p:sp>
      <p:sp>
        <p:nvSpPr>
          <p:cNvPr id="3" name="Content Placeholder 2">
            <a:extLst>
              <a:ext uri="{FF2B5EF4-FFF2-40B4-BE49-F238E27FC236}">
                <a16:creationId xmlns:a16="http://schemas.microsoft.com/office/drawing/2014/main" id="{848FEAE1-63FF-42C1-5749-BFAD40B0669A}"/>
              </a:ext>
            </a:extLst>
          </p:cNvPr>
          <p:cNvSpPr>
            <a:spLocks noGrp="1"/>
          </p:cNvSpPr>
          <p:nvPr>
            <p:ph idx="1"/>
          </p:nvPr>
        </p:nvSpPr>
        <p:spPr/>
        <p:txBody>
          <a:bodyPr>
            <a:normAutofit fontScale="92500"/>
          </a:bodyPr>
          <a:lstStyle/>
          <a:p>
            <a:r>
              <a:rPr lang="en-US" dirty="0"/>
              <a:t>Translated the MATLAB first-principles model into Python as a  discrete-time state-space model. The inertia matrix M is evaluated once at    the design operating point Y = 0.3 m and held constant: frozen LTI baseline.                                                               </a:t>
            </a:r>
          </a:p>
          <a:p>
            <a:r>
              <a:rPr lang="en-US" dirty="0"/>
              <a:t>  Compared it to:</a:t>
            </a:r>
          </a:p>
          <a:p>
            <a:r>
              <a:rPr lang="en-US" dirty="0"/>
              <a:t>q3 (MATLAB </a:t>
            </a:r>
            <a:r>
              <a:rPr lang="en-US" dirty="0" err="1"/>
              <a:t>lsim</a:t>
            </a:r>
            <a:r>
              <a:rPr lang="en-US" dirty="0"/>
              <a:t>): the same frozen linear model run in MATLAB. </a:t>
            </a:r>
          </a:p>
          <a:p>
            <a:pPr lvl="1"/>
            <a:r>
              <a:rPr lang="en-US" dirty="0"/>
              <a:t>Confirmation that Python translation is numerically identical to the MATLAB</a:t>
            </a:r>
          </a:p>
          <a:p>
            <a:r>
              <a:rPr lang="en-US" dirty="0"/>
              <a:t>  q (</a:t>
            </a:r>
            <a:r>
              <a:rPr lang="en-US" dirty="0" err="1"/>
              <a:t>Simscape</a:t>
            </a:r>
            <a:r>
              <a:rPr lang="en-US" dirty="0"/>
              <a:t>): the full nonlinear physical simulation including Y-varying inertia, Coriolis, and Coulomb friction. Used as ground truth</a:t>
            </a:r>
          </a:p>
          <a:p>
            <a:pPr lvl="1"/>
            <a:r>
              <a:rPr lang="en-US" dirty="0"/>
              <a:t>Identification of gap between linear and nonlinear model</a:t>
            </a:r>
          </a:p>
        </p:txBody>
      </p:sp>
    </p:spTree>
    <p:extLst>
      <p:ext uri="{BB962C8B-B14F-4D97-AF65-F5344CB8AC3E}">
        <p14:creationId xmlns:p14="http://schemas.microsoft.com/office/powerpoint/2010/main" val="198044864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0F89E-7317-E3F6-133B-B4D96BC22B9D}"/>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1FF75724-D280-83E7-083B-02EECD172F75}"/>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D9E1CD23-686B-BF9F-4510-CF261D956898}"/>
              </a:ext>
            </a:extLst>
          </p:cNvPr>
          <p:cNvPicPr>
            <a:picLocks noChangeAspect="1"/>
          </p:cNvPicPr>
          <p:nvPr/>
        </p:nvPicPr>
        <p:blipFill>
          <a:blip r:embed="rId2"/>
          <a:stretch>
            <a:fillRect/>
          </a:stretch>
        </p:blipFill>
        <p:spPr>
          <a:xfrm>
            <a:off x="0" y="365125"/>
            <a:ext cx="12192000" cy="5925685"/>
          </a:xfrm>
          <a:prstGeom prst="rect">
            <a:avLst/>
          </a:prstGeom>
        </p:spPr>
      </p:pic>
    </p:spTree>
    <p:extLst>
      <p:ext uri="{BB962C8B-B14F-4D97-AF65-F5344CB8AC3E}">
        <p14:creationId xmlns:p14="http://schemas.microsoft.com/office/powerpoint/2010/main" val="404841927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78D35F-2B68-1347-44D9-0F7596EAB8BA}"/>
              </a:ext>
            </a:extLst>
          </p:cNvPr>
          <p:cNvSpPr>
            <a:spLocks noGrp="1"/>
          </p:cNvSpPr>
          <p:nvPr>
            <p:ph type="title"/>
          </p:nvPr>
        </p:nvSpPr>
        <p:spPr/>
        <p:txBody>
          <a:bodyPr/>
          <a:lstStyle/>
          <a:p>
            <a:r>
              <a:rPr lang="en-US" dirty="0"/>
              <a:t>Frozen LTI baseline – Python implementation</a:t>
            </a:r>
            <a:endParaRPr lang="en-NL" dirty="0"/>
          </a:p>
        </p:txBody>
      </p:sp>
      <p:sp>
        <p:nvSpPr>
          <p:cNvPr id="3" name="Content Placeholder 2">
            <a:extLst>
              <a:ext uri="{FF2B5EF4-FFF2-40B4-BE49-F238E27FC236}">
                <a16:creationId xmlns:a16="http://schemas.microsoft.com/office/drawing/2014/main" id="{6A8B6587-DC98-2137-8458-2654B061934B}"/>
              </a:ext>
            </a:extLst>
          </p:cNvPr>
          <p:cNvSpPr>
            <a:spLocks noGrp="1"/>
          </p:cNvSpPr>
          <p:nvPr>
            <p:ph idx="1"/>
          </p:nvPr>
        </p:nvSpPr>
        <p:spPr/>
        <p:txBody>
          <a:bodyPr>
            <a:normAutofit fontScale="62500" lnSpcReduction="20000"/>
          </a:bodyPr>
          <a:lstStyle/>
          <a:p>
            <a:pPr marL="0" indent="0">
              <a:buNone/>
            </a:pPr>
            <a:r>
              <a:rPr lang="en-US" dirty="0"/>
              <a:t>Residuals (RMS and max absolute, in m):</a:t>
            </a:r>
          </a:p>
          <a:p>
            <a:pPr marL="0" indent="0">
              <a:buNone/>
            </a:pPr>
            <a:r>
              <a:rPr lang="en-US" dirty="0"/>
              <a:t>  y  vs q3  [implementation check]:</a:t>
            </a:r>
          </a:p>
          <a:p>
            <a:pPr marL="0" indent="0">
              <a:buNone/>
            </a:pPr>
            <a:r>
              <a:rPr lang="en-US" dirty="0"/>
              <a:t>    X1  RMS=1.10e-13 m   max=2.26e-13 m</a:t>
            </a:r>
          </a:p>
          <a:p>
            <a:pPr marL="0" indent="0">
              <a:buNone/>
            </a:pPr>
            <a:r>
              <a:rPr lang="en-US" dirty="0"/>
              <a:t>    X2  RMS=1.28e-13 m   max=2.57e-13 m</a:t>
            </a:r>
          </a:p>
          <a:p>
            <a:pPr marL="0" indent="0">
              <a:buNone/>
            </a:pPr>
            <a:r>
              <a:rPr lang="en-US" dirty="0"/>
              <a:t>    Y   RMS=7.46e-14 m   max=1.24e-13 m</a:t>
            </a:r>
          </a:p>
          <a:p>
            <a:pPr marL="0" indent="0">
              <a:buNone/>
            </a:pPr>
            <a:r>
              <a:rPr lang="en-US" dirty="0"/>
              <a:t>  q3 vs q   [</a:t>
            </a:r>
            <a:r>
              <a:rPr lang="en-US" dirty="0" err="1"/>
              <a:t>linearisation</a:t>
            </a:r>
            <a:r>
              <a:rPr lang="en-US" dirty="0"/>
              <a:t> gap]   :</a:t>
            </a:r>
          </a:p>
          <a:p>
            <a:pPr marL="0" indent="0">
              <a:buNone/>
            </a:pPr>
            <a:r>
              <a:rPr lang="en-US" dirty="0"/>
              <a:t>    X1  RMS=4.86e-06 m   max=1.62e-05 m</a:t>
            </a:r>
          </a:p>
          <a:p>
            <a:pPr marL="0" indent="0">
              <a:buNone/>
            </a:pPr>
            <a:r>
              <a:rPr lang="en-US" dirty="0"/>
              <a:t>    X2  RMS=3.19e-06 m   max=1.11e-05 m</a:t>
            </a:r>
          </a:p>
          <a:p>
            <a:pPr marL="0" indent="0">
              <a:buNone/>
            </a:pPr>
            <a:r>
              <a:rPr lang="en-US" dirty="0"/>
              <a:t>    Y   RMS=9.80e-08 m   max=3.98e-07 m</a:t>
            </a:r>
          </a:p>
          <a:p>
            <a:pPr marL="0" indent="0">
              <a:buNone/>
            </a:pPr>
            <a:r>
              <a:rPr lang="en-US" dirty="0"/>
              <a:t>  y  vs q   [total error]          :</a:t>
            </a:r>
          </a:p>
          <a:p>
            <a:pPr marL="0" indent="0">
              <a:buNone/>
            </a:pPr>
            <a:r>
              <a:rPr lang="en-US" dirty="0"/>
              <a:t>    X1  RMS=4.86e-06 m   max=1.62e-05 m</a:t>
            </a:r>
          </a:p>
          <a:p>
            <a:pPr marL="0" indent="0">
              <a:buNone/>
            </a:pPr>
            <a:r>
              <a:rPr lang="en-US" dirty="0"/>
              <a:t>    X2  RMS=3.19e-06 m   max=1.11e-05 m</a:t>
            </a:r>
          </a:p>
          <a:p>
            <a:pPr marL="0" indent="0">
              <a:buNone/>
            </a:pPr>
            <a:r>
              <a:rPr lang="en-US" dirty="0"/>
              <a:t>    Y   RMS=9.80e-08 m   max=3.98e-07 m</a:t>
            </a:r>
            <a:endParaRPr lang="en-NL" dirty="0"/>
          </a:p>
        </p:txBody>
      </p:sp>
    </p:spTree>
    <p:extLst>
      <p:ext uri="{BB962C8B-B14F-4D97-AF65-F5344CB8AC3E}">
        <p14:creationId xmlns:p14="http://schemas.microsoft.com/office/powerpoint/2010/main" val="9653893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772A4C-4730-1B50-30F1-C0CAF36F0D2B}"/>
              </a:ext>
            </a:extLst>
          </p:cNvPr>
          <p:cNvSpPr>
            <a:spLocks noGrp="1"/>
          </p:cNvSpPr>
          <p:nvPr>
            <p:ph type="title"/>
          </p:nvPr>
        </p:nvSpPr>
        <p:spPr/>
        <p:txBody>
          <a:bodyPr/>
          <a:lstStyle/>
          <a:p>
            <a:r>
              <a:rPr lang="en-US" dirty="0"/>
              <a:t>ZOH discretization validation</a:t>
            </a:r>
            <a:endParaRPr lang="en-NL" dirty="0"/>
          </a:p>
        </p:txBody>
      </p:sp>
      <p:sp>
        <p:nvSpPr>
          <p:cNvPr id="3" name="Content Placeholder 2">
            <a:extLst>
              <a:ext uri="{FF2B5EF4-FFF2-40B4-BE49-F238E27FC236}">
                <a16:creationId xmlns:a16="http://schemas.microsoft.com/office/drawing/2014/main" id="{ADDA557B-BBBF-D75D-26AD-34957CF82AA1}"/>
              </a:ext>
            </a:extLst>
          </p:cNvPr>
          <p:cNvSpPr>
            <a:spLocks noGrp="1"/>
          </p:cNvSpPr>
          <p:nvPr>
            <p:ph idx="1"/>
          </p:nvPr>
        </p:nvSpPr>
        <p:spPr/>
        <p:txBody>
          <a:bodyPr>
            <a:normAutofit lnSpcReduction="10000"/>
          </a:bodyPr>
          <a:lstStyle/>
          <a:p>
            <a:r>
              <a:rPr lang="en-US" dirty="0"/>
              <a:t>Compare against MATLAB's q1 (solves the same equations of motion continuously with ode45, updating M(Y) at every integration step)</a:t>
            </a:r>
          </a:p>
          <a:p>
            <a:pPr lvl="1"/>
            <a:r>
              <a:rPr lang="en-US" dirty="0"/>
              <a:t>Since both models have identical physics (same M(Y), C, K; no Coriolis, no Coulomb), any residual between them is purely discretization error</a:t>
            </a:r>
          </a:p>
          <a:p>
            <a:pPr lvl="1">
              <a:buFont typeface="Wingdings" panose="05000000000000000000" pitchFamily="2" charset="2"/>
              <a:buChar char="à"/>
            </a:pPr>
            <a:r>
              <a:rPr lang="en-US" dirty="0">
                <a:sym typeface="Wingdings" panose="05000000000000000000" pitchFamily="2" charset="2"/>
              </a:rPr>
              <a:t>I</a:t>
            </a:r>
            <a:r>
              <a:rPr lang="en-US" dirty="0"/>
              <a:t>solates the ZOH implementation: allows me to verify ZOH</a:t>
            </a:r>
          </a:p>
          <a:p>
            <a:r>
              <a:rPr lang="en-US" dirty="0"/>
              <a:t>Requires </a:t>
            </a:r>
            <a:r>
              <a:rPr lang="en-US" dirty="0" err="1"/>
              <a:t>PyTorch</a:t>
            </a:r>
            <a:r>
              <a:rPr lang="en-US" dirty="0"/>
              <a:t> implementation to work with Jan’s augmentation code</a:t>
            </a:r>
          </a:p>
          <a:p>
            <a:r>
              <a:rPr lang="en-US" dirty="0"/>
              <a:t>Would it be possible to that I provide a document with the ZOH derivation to be checked?</a:t>
            </a:r>
          </a:p>
          <a:p>
            <a:pPr lvl="1"/>
            <a:r>
              <a:rPr lang="en-US" dirty="0"/>
              <a:t>Including assumptions and math derivation</a:t>
            </a:r>
            <a:endParaRPr lang="en-NL" dirty="0"/>
          </a:p>
        </p:txBody>
      </p:sp>
    </p:spTree>
    <p:extLst>
      <p:ext uri="{BB962C8B-B14F-4D97-AF65-F5344CB8AC3E}">
        <p14:creationId xmlns:p14="http://schemas.microsoft.com/office/powerpoint/2010/main" val="239223655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B59F5C-E38E-C309-0463-470F8B18984D}"/>
              </a:ext>
            </a:extLst>
          </p:cNvPr>
          <p:cNvSpPr>
            <a:spLocks noGrp="1"/>
          </p:cNvSpPr>
          <p:nvPr>
            <p:ph type="title"/>
          </p:nvPr>
        </p:nvSpPr>
        <p:spPr/>
        <p:txBody>
          <a:bodyPr/>
          <a:lstStyle/>
          <a:p>
            <a:r>
              <a:rPr lang="en-US" dirty="0" err="1"/>
              <a:t>PyTorch</a:t>
            </a:r>
            <a:r>
              <a:rPr lang="en-US" dirty="0"/>
              <a:t> implementation for ZOH</a:t>
            </a:r>
            <a:endParaRPr lang="en-NL" dirty="0"/>
          </a:p>
        </p:txBody>
      </p:sp>
      <p:sp>
        <p:nvSpPr>
          <p:cNvPr id="3" name="Content Placeholder 2">
            <a:extLst>
              <a:ext uri="{FF2B5EF4-FFF2-40B4-BE49-F238E27FC236}">
                <a16:creationId xmlns:a16="http://schemas.microsoft.com/office/drawing/2014/main" id="{31907324-2625-CB56-243F-EBC3AB3CBCCD}"/>
              </a:ext>
            </a:extLst>
          </p:cNvPr>
          <p:cNvSpPr>
            <a:spLocks noGrp="1"/>
          </p:cNvSpPr>
          <p:nvPr>
            <p:ph idx="1"/>
          </p:nvPr>
        </p:nvSpPr>
        <p:spPr/>
        <p:txBody>
          <a:bodyPr/>
          <a:lstStyle/>
          <a:p>
            <a:r>
              <a:rPr lang="en-US" dirty="0"/>
              <a:t>The core problem</a:t>
            </a:r>
          </a:p>
          <a:p>
            <a:r>
              <a:rPr lang="en-US" dirty="0"/>
              <a:t>                                                                              </a:t>
            </a:r>
          </a:p>
          <a:p>
            <a:r>
              <a:rPr lang="en-US" dirty="0"/>
              <a:t>  When you train a neural network, </a:t>
            </a:r>
            <a:r>
              <a:rPr lang="en-US" dirty="0" err="1"/>
              <a:t>PyTorch</a:t>
            </a:r>
            <a:r>
              <a:rPr lang="en-US" dirty="0"/>
              <a:t> traces every computation and builds   a graph of "who depends on what." At the end it walks backwards through      that graph to compute gradients — this is backpropagation.</a:t>
            </a:r>
          </a:p>
          <a:p>
            <a:r>
              <a:rPr lang="en-US" dirty="0"/>
              <a:t>                                                                                For that to work, every operation in the chain must be a </a:t>
            </a:r>
            <a:r>
              <a:rPr lang="en-US" dirty="0" err="1"/>
              <a:t>PyTorch</a:t>
            </a:r>
            <a:r>
              <a:rPr lang="en-US" dirty="0"/>
              <a:t> operation.</a:t>
            </a:r>
            <a:endParaRPr lang="en-NL" dirty="0"/>
          </a:p>
        </p:txBody>
      </p:sp>
    </p:spTree>
    <p:extLst>
      <p:ext uri="{BB962C8B-B14F-4D97-AF65-F5344CB8AC3E}">
        <p14:creationId xmlns:p14="http://schemas.microsoft.com/office/powerpoint/2010/main" val="14652727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E1EC45-05CB-5FEF-1F30-5DD762445C61}"/>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31C53D51-2CF6-BF69-9AB1-EEC3C98AD000}"/>
              </a:ext>
            </a:extLst>
          </p:cNvPr>
          <p:cNvSpPr>
            <a:spLocks noGrp="1"/>
          </p:cNvSpPr>
          <p:nvPr>
            <p:ph idx="1"/>
          </p:nvPr>
        </p:nvSpPr>
        <p:spPr/>
        <p:txBody>
          <a:bodyPr/>
          <a:lstStyle/>
          <a:p>
            <a:r>
              <a:rPr lang="en-US" dirty="0"/>
              <a:t>maybe </a:t>
            </a:r>
            <a:r>
              <a:rPr lang="en-US" dirty="0" err="1"/>
              <a:t>i</a:t>
            </a:r>
            <a:r>
              <a:rPr lang="en-US" dirty="0"/>
              <a:t> should do the following for the slide:                              Explain why </a:t>
            </a:r>
            <a:r>
              <a:rPr lang="en-US" dirty="0" err="1"/>
              <a:t>i</a:t>
            </a:r>
            <a:r>
              <a:rPr lang="en-US" dirty="0"/>
              <a:t> think it needs to be implemented in </a:t>
            </a:r>
            <a:r>
              <a:rPr lang="en-US" dirty="0" err="1"/>
              <a:t>pytorch</a:t>
            </a:r>
            <a:r>
              <a:rPr lang="en-US" dirty="0"/>
              <a:t>.                    Explain what I want to compare it to </a:t>
            </a:r>
            <a:r>
              <a:rPr lang="en-US" dirty="0" err="1"/>
              <a:t>to</a:t>
            </a:r>
            <a:r>
              <a:rPr lang="en-US" dirty="0"/>
              <a:t> verify the discretization was         </a:t>
            </a:r>
            <a:r>
              <a:rPr lang="en-US" dirty="0" err="1"/>
              <a:t>succesful</a:t>
            </a:r>
            <a:r>
              <a:rPr lang="en-US" dirty="0"/>
              <a:t>: ZOH discretization validation with </a:t>
            </a:r>
            <a:r>
              <a:rPr lang="en-US" dirty="0" err="1"/>
              <a:t>matlab</a:t>
            </a:r>
            <a:r>
              <a:rPr lang="en-US" dirty="0"/>
              <a:t> ODE45 (~CT).             Aks if I provide a document with the derivation and assumptions whether they  will have time to verify it </a:t>
            </a:r>
            <a:endParaRPr lang="en-NL" dirty="0"/>
          </a:p>
        </p:txBody>
      </p:sp>
    </p:spTree>
    <p:extLst>
      <p:ext uri="{BB962C8B-B14F-4D97-AF65-F5344CB8AC3E}">
        <p14:creationId xmlns:p14="http://schemas.microsoft.com/office/powerpoint/2010/main" val="124738373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0214B1-C7C8-4598-B455-51A8B8A54844}"/>
              </a:ext>
            </a:extLst>
          </p:cNvPr>
          <p:cNvSpPr>
            <a:spLocks noGrp="1"/>
          </p:cNvSpPr>
          <p:nvPr>
            <p:ph type="title"/>
          </p:nvPr>
        </p:nvSpPr>
        <p:spPr/>
        <p:txBody>
          <a:bodyPr/>
          <a:lstStyle/>
          <a:p>
            <a:r>
              <a:rPr lang="en-US" dirty="0"/>
              <a:t>Conditions ZOH </a:t>
            </a:r>
            <a:endParaRPr lang="en-NL" dirty="0"/>
          </a:p>
        </p:txBody>
      </p:sp>
      <p:sp>
        <p:nvSpPr>
          <p:cNvPr id="3" name="Content Placeholder 2">
            <a:extLst>
              <a:ext uri="{FF2B5EF4-FFF2-40B4-BE49-F238E27FC236}">
                <a16:creationId xmlns:a16="http://schemas.microsoft.com/office/drawing/2014/main" id="{683670C9-9658-B801-EBC9-8FA5F84BF1E2}"/>
              </a:ext>
            </a:extLst>
          </p:cNvPr>
          <p:cNvSpPr>
            <a:spLocks noGrp="1"/>
          </p:cNvSpPr>
          <p:nvPr>
            <p:ph idx="1"/>
          </p:nvPr>
        </p:nvSpPr>
        <p:spPr/>
        <p:txBody>
          <a:bodyPr/>
          <a:lstStyle/>
          <a:p>
            <a:r>
              <a:rPr lang="en-US" dirty="0"/>
              <a:t> For our system: Y changes at most ~0.125 mm per sample at 16 kHz — this is the "slowly and</a:t>
            </a:r>
          </a:p>
          <a:p>
            <a:r>
              <a:rPr lang="en-US" dirty="0"/>
              <a:t>  smoothly" condition satisfied.</a:t>
            </a:r>
            <a:endParaRPr lang="en-NL" dirty="0"/>
          </a:p>
        </p:txBody>
      </p:sp>
      <p:pic>
        <p:nvPicPr>
          <p:cNvPr id="5" name="Picture 4">
            <a:extLst>
              <a:ext uri="{FF2B5EF4-FFF2-40B4-BE49-F238E27FC236}">
                <a16:creationId xmlns:a16="http://schemas.microsoft.com/office/drawing/2014/main" id="{25B75E6D-2685-FD13-BC34-A5AC8A86044D}"/>
              </a:ext>
            </a:extLst>
          </p:cNvPr>
          <p:cNvPicPr>
            <a:picLocks noChangeAspect="1"/>
          </p:cNvPicPr>
          <p:nvPr/>
        </p:nvPicPr>
        <p:blipFill>
          <a:blip r:embed="rId2"/>
          <a:stretch>
            <a:fillRect/>
          </a:stretch>
        </p:blipFill>
        <p:spPr>
          <a:xfrm>
            <a:off x="6727877" y="2807534"/>
            <a:ext cx="4930567" cy="2834886"/>
          </a:xfrm>
          <a:prstGeom prst="rect">
            <a:avLst/>
          </a:prstGeom>
        </p:spPr>
      </p:pic>
      <p:pic>
        <p:nvPicPr>
          <p:cNvPr id="7" name="Picture 6">
            <a:extLst>
              <a:ext uri="{FF2B5EF4-FFF2-40B4-BE49-F238E27FC236}">
                <a16:creationId xmlns:a16="http://schemas.microsoft.com/office/drawing/2014/main" id="{E703C0E7-34E6-5F7A-F486-2D523CBCD29F}"/>
              </a:ext>
            </a:extLst>
          </p:cNvPr>
          <p:cNvPicPr>
            <a:picLocks noChangeAspect="1"/>
          </p:cNvPicPr>
          <p:nvPr/>
        </p:nvPicPr>
        <p:blipFill>
          <a:blip r:embed="rId3"/>
          <a:stretch>
            <a:fillRect/>
          </a:stretch>
        </p:blipFill>
        <p:spPr>
          <a:xfrm>
            <a:off x="913951" y="3551357"/>
            <a:ext cx="5182049" cy="2042337"/>
          </a:xfrm>
          <a:prstGeom prst="rect">
            <a:avLst/>
          </a:prstGeom>
        </p:spPr>
      </p:pic>
    </p:spTree>
    <p:extLst>
      <p:ext uri="{BB962C8B-B14F-4D97-AF65-F5344CB8AC3E}">
        <p14:creationId xmlns:p14="http://schemas.microsoft.com/office/powerpoint/2010/main" val="8316741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48896B-0073-EA44-468E-42673806996F}"/>
              </a:ext>
            </a:extLst>
          </p:cNvPr>
          <p:cNvSpPr>
            <a:spLocks noGrp="1"/>
          </p:cNvSpPr>
          <p:nvPr>
            <p:ph type="title"/>
          </p:nvPr>
        </p:nvSpPr>
        <p:spPr/>
        <p:txBody>
          <a:bodyPr/>
          <a:lstStyle/>
          <a:p>
            <a:r>
              <a:rPr lang="en-US" dirty="0"/>
              <a:t>ZOH discretization validation with </a:t>
            </a:r>
            <a:r>
              <a:rPr lang="en-US" dirty="0" err="1"/>
              <a:t>matlab</a:t>
            </a:r>
            <a:r>
              <a:rPr lang="en-US" dirty="0"/>
              <a:t> ODE45 (~CT)</a:t>
            </a:r>
            <a:endParaRPr lang="en-NL" dirty="0"/>
          </a:p>
        </p:txBody>
      </p:sp>
      <p:sp>
        <p:nvSpPr>
          <p:cNvPr id="3" name="Content Placeholder 2">
            <a:extLst>
              <a:ext uri="{FF2B5EF4-FFF2-40B4-BE49-F238E27FC236}">
                <a16:creationId xmlns:a16="http://schemas.microsoft.com/office/drawing/2014/main" id="{D681C6D6-C6AF-08E8-005C-1637EEB57C8B}"/>
              </a:ext>
            </a:extLst>
          </p:cNvPr>
          <p:cNvSpPr>
            <a:spLocks noGrp="1"/>
          </p:cNvSpPr>
          <p:nvPr>
            <p:ph idx="1"/>
          </p:nvPr>
        </p:nvSpPr>
        <p:spPr/>
        <p:txBody>
          <a:bodyPr/>
          <a:lstStyle/>
          <a:p>
            <a:r>
              <a:rPr lang="en-US" dirty="0"/>
              <a:t>We use external scheduling (</a:t>
            </a:r>
            <a:r>
              <a:rPr lang="en-US" dirty="0" err="1"/>
              <a:t>Y_schedule</a:t>
            </a:r>
            <a:r>
              <a:rPr lang="en-US" dirty="0"/>
              <a:t> = MATLAB's   </a:t>
            </a:r>
            <a:r>
              <a:rPr lang="en-US" dirty="0" err="1"/>
              <a:t>Y_trajectory</a:t>
            </a:r>
            <a:r>
              <a:rPr lang="en-US" dirty="0"/>
              <a:t>). This means </a:t>
            </a:r>
            <a:r>
              <a:rPr lang="en-US" dirty="0" err="1"/>
              <a:t>A_d</a:t>
            </a:r>
            <a:r>
              <a:rPr lang="en-US" dirty="0"/>
              <a:t>, </a:t>
            </a:r>
            <a:r>
              <a:rPr lang="en-US" dirty="0" err="1"/>
              <a:t>B_d</a:t>
            </a:r>
            <a:r>
              <a:rPr lang="en-US" dirty="0"/>
              <a:t> at each step </a:t>
            </a:r>
          </a:p>
          <a:p>
            <a:r>
              <a:rPr lang="en-US" dirty="0"/>
              <a:t>  are frozen at MATLAB's Y values, not the Python  </a:t>
            </a:r>
          </a:p>
          <a:p>
            <a:r>
              <a:rPr lang="en-US" dirty="0"/>
              <a:t>  state's own Y. This is intentional — it isolates</a:t>
            </a:r>
          </a:p>
          <a:p>
            <a:r>
              <a:rPr lang="en-US" dirty="0"/>
              <a:t>  ZOH error alone and removes a second             </a:t>
            </a:r>
          </a:p>
          <a:p>
            <a:r>
              <a:rPr lang="en-US" dirty="0"/>
              <a:t>  approximation (self-scheduling drift) that would</a:t>
            </a:r>
          </a:p>
          <a:p>
            <a:r>
              <a:rPr lang="en-US" dirty="0"/>
              <a:t>  confound the result. It is the right approach for</a:t>
            </a:r>
          </a:p>
          <a:p>
            <a:r>
              <a:rPr lang="en-US" dirty="0"/>
              <a:t>   this specific test.</a:t>
            </a:r>
            <a:endParaRPr lang="en-NL" dirty="0"/>
          </a:p>
        </p:txBody>
      </p:sp>
      <p:pic>
        <p:nvPicPr>
          <p:cNvPr id="5" name="Picture 4">
            <a:extLst>
              <a:ext uri="{FF2B5EF4-FFF2-40B4-BE49-F238E27FC236}">
                <a16:creationId xmlns:a16="http://schemas.microsoft.com/office/drawing/2014/main" id="{8A6AC407-21EF-2893-46C8-6E38E4902A3C}"/>
              </a:ext>
            </a:extLst>
          </p:cNvPr>
          <p:cNvPicPr>
            <a:picLocks noChangeAspect="1"/>
          </p:cNvPicPr>
          <p:nvPr/>
        </p:nvPicPr>
        <p:blipFill>
          <a:blip r:embed="rId2"/>
          <a:stretch>
            <a:fillRect/>
          </a:stretch>
        </p:blipFill>
        <p:spPr>
          <a:xfrm>
            <a:off x="9155405" y="2717902"/>
            <a:ext cx="3398815" cy="3353091"/>
          </a:xfrm>
          <a:prstGeom prst="rect">
            <a:avLst/>
          </a:prstGeom>
        </p:spPr>
      </p:pic>
    </p:spTree>
    <p:extLst>
      <p:ext uri="{BB962C8B-B14F-4D97-AF65-F5344CB8AC3E}">
        <p14:creationId xmlns:p14="http://schemas.microsoft.com/office/powerpoint/2010/main" val="38791046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914ECD-9518-A3C5-9BA2-DF8C9A73ED72}"/>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7FB851E7-4DDC-F3FF-64BB-52BE7581D36B}"/>
              </a:ext>
            </a:extLst>
          </p:cNvPr>
          <p:cNvSpPr>
            <a:spLocks noGrp="1"/>
          </p:cNvSpPr>
          <p:nvPr>
            <p:ph idx="1"/>
          </p:nvPr>
        </p:nvSpPr>
        <p:spPr/>
        <p:txBody>
          <a:bodyPr/>
          <a:lstStyle/>
          <a:p>
            <a:endParaRPr lang="en-NL" dirty="0"/>
          </a:p>
        </p:txBody>
      </p:sp>
      <p:pic>
        <p:nvPicPr>
          <p:cNvPr id="5" name="Picture 4">
            <a:extLst>
              <a:ext uri="{FF2B5EF4-FFF2-40B4-BE49-F238E27FC236}">
                <a16:creationId xmlns:a16="http://schemas.microsoft.com/office/drawing/2014/main" id="{0DFC0800-0A83-3F80-78DA-F43A9CEF755F}"/>
              </a:ext>
            </a:extLst>
          </p:cNvPr>
          <p:cNvPicPr>
            <a:picLocks noChangeAspect="1"/>
          </p:cNvPicPr>
          <p:nvPr/>
        </p:nvPicPr>
        <p:blipFill>
          <a:blip r:embed="rId2"/>
          <a:stretch>
            <a:fillRect/>
          </a:stretch>
        </p:blipFill>
        <p:spPr>
          <a:xfrm>
            <a:off x="9688613" y="1279974"/>
            <a:ext cx="5006774" cy="2149026"/>
          </a:xfrm>
          <a:prstGeom prst="rect">
            <a:avLst/>
          </a:prstGeom>
        </p:spPr>
      </p:pic>
      <p:sp>
        <p:nvSpPr>
          <p:cNvPr id="7" name="TextBox 6">
            <a:extLst>
              <a:ext uri="{FF2B5EF4-FFF2-40B4-BE49-F238E27FC236}">
                <a16:creationId xmlns:a16="http://schemas.microsoft.com/office/drawing/2014/main" id="{19AA3B17-9E8D-3D2F-C2F0-7EF6328367B6}"/>
              </a:ext>
            </a:extLst>
          </p:cNvPr>
          <p:cNvSpPr txBox="1"/>
          <p:nvPr/>
        </p:nvSpPr>
        <p:spPr>
          <a:xfrm>
            <a:off x="3673186" y="-3819138"/>
            <a:ext cx="7346372" cy="9233297"/>
          </a:xfrm>
          <a:prstGeom prst="rect">
            <a:avLst/>
          </a:prstGeom>
          <a:noFill/>
        </p:spPr>
        <p:txBody>
          <a:bodyPr wrap="square">
            <a:spAutoFit/>
          </a:bodyPr>
          <a:lstStyle/>
          <a:p>
            <a:r>
              <a:rPr lang="en-NL" dirty="0"/>
              <a:t>This is a sharp question. Let me look at exactly what q1 is before      </a:t>
            </a:r>
          </a:p>
          <a:p>
            <a:r>
              <a:rPr lang="en-NL" dirty="0"/>
              <a:t>  answering.</a:t>
            </a:r>
          </a:p>
          <a:p>
            <a:endParaRPr lang="en-NL" dirty="0"/>
          </a:p>
          <a:p>
            <a:r>
              <a:rPr lang="en-NL" dirty="0"/>
              <a:t>  </a:t>
            </a:r>
            <a:r>
              <a:rPr lang="en-NL" dirty="0" err="1"/>
              <a:t>gantrySystem.m</a:t>
            </a:r>
            <a:r>
              <a:rPr lang="en-NL" dirty="0"/>
              <a:t> returns </a:t>
            </a:r>
            <a:r>
              <a:rPr lang="en-NL" dirty="0" err="1"/>
              <a:t>dxdt</a:t>
            </a:r>
            <a:r>
              <a:rPr lang="en-NL" dirty="0"/>
              <a:t> = A*x + B*u — a derivative, not a</a:t>
            </a:r>
          </a:p>
          <a:p>
            <a:r>
              <a:rPr lang="en-NL" dirty="0"/>
              <a:t>  next-state. That means Simulink calls it as a continuous-time function  </a:t>
            </a:r>
          </a:p>
          <a:p>
            <a:r>
              <a:rPr lang="en-NL" dirty="0"/>
              <a:t>  at every ode45 sub-step, with M(Y(t)) recomputed from the current state </a:t>
            </a:r>
          </a:p>
          <a:p>
            <a:r>
              <a:rPr lang="en-NL" dirty="0"/>
              <a:t>  x(3) at each sub-step.</a:t>
            </a:r>
          </a:p>
          <a:p>
            <a:endParaRPr lang="en-NL" dirty="0"/>
          </a:p>
          <a:p>
            <a:r>
              <a:rPr lang="en-NL" dirty="0"/>
              <a:t>  So the actual situation is:</a:t>
            </a:r>
          </a:p>
          <a:p>
            <a:endParaRPr lang="en-NL" dirty="0"/>
          </a:p>
          <a:p>
            <a:r>
              <a:rPr lang="en-NL" dirty="0"/>
              <a:t>The comparison IS a valid ZOH proof, and here is why:</a:t>
            </a:r>
          </a:p>
          <a:p>
            <a:endParaRPr lang="en-NL" dirty="0"/>
          </a:p>
          <a:p>
            <a:r>
              <a:rPr lang="en-NL" dirty="0"/>
              <a:t>  The ZOH formula (matrix exponential) computes exactly: "what is the     </a:t>
            </a:r>
          </a:p>
          <a:p>
            <a:r>
              <a:rPr lang="en-NL" dirty="0"/>
              <a:t>  state after one sample if the input is held constant and the plant is   </a:t>
            </a:r>
          </a:p>
          <a:p>
            <a:r>
              <a:rPr lang="en-NL" dirty="0"/>
              <a:t>  linear?" That is precisely what ode45 also computes for q1 — it</a:t>
            </a:r>
          </a:p>
          <a:p>
            <a:r>
              <a:rPr lang="en-NL" dirty="0"/>
              <a:t>  integrates the CT plant under a constant force for each 1/16000 s       </a:t>
            </a:r>
          </a:p>
          <a:p>
            <a:r>
              <a:rPr lang="en-NL" dirty="0"/>
              <a:t>  interval.</a:t>
            </a:r>
          </a:p>
          <a:p>
            <a:endParaRPr lang="en-NL" dirty="0"/>
          </a:p>
          <a:p>
            <a:r>
              <a:rPr lang="en-NL" dirty="0"/>
              <a:t>  The near-zero error shows these two methods (algebraic matrix</a:t>
            </a:r>
          </a:p>
          <a:p>
            <a:r>
              <a:rPr lang="en-NL" dirty="0"/>
              <a:t>  exponential vs numerical ode45 integration) agree, which confirms the   </a:t>
            </a:r>
          </a:p>
          <a:p>
            <a:r>
              <a:rPr lang="en-NL" dirty="0"/>
              <a:t>  ZOH implementation is correct.</a:t>
            </a:r>
          </a:p>
          <a:p>
            <a:endParaRPr lang="en-NL" dirty="0"/>
          </a:p>
          <a:p>
            <a:r>
              <a:rPr lang="en-NL" dirty="0"/>
              <a:t>  The one real approximation being made — which the near-zero error also  </a:t>
            </a:r>
          </a:p>
          <a:p>
            <a:r>
              <a:rPr lang="en-NL" dirty="0"/>
              <a:t>  validates — is freezing M(Y[k]) for the whole sample interval, while    </a:t>
            </a:r>
          </a:p>
          <a:p>
            <a:r>
              <a:rPr lang="en-NL" dirty="0"/>
              <a:t>  ode45 updates M(Y(t)) continuously within the interval. The fact that   </a:t>
            </a:r>
          </a:p>
          <a:p>
            <a:r>
              <a:rPr lang="en-NL" dirty="0"/>
              <a:t>  error is sub-nanometre confirms this intra-sample variation of M is     </a:t>
            </a:r>
          </a:p>
          <a:p>
            <a:r>
              <a:rPr lang="en-NL" dirty="0"/>
              <a:t>  negligible at 16 kHz (ΔY ≤ 0.125 mm per sample).</a:t>
            </a:r>
          </a:p>
          <a:p>
            <a:endParaRPr lang="en-NL" dirty="0"/>
          </a:p>
          <a:p>
            <a:r>
              <a:rPr lang="en-NL" dirty="0"/>
              <a:t>  So yes: ZOH discretization is proven correct. The comparison is not     </a:t>
            </a:r>
          </a:p>
          <a:p>
            <a:r>
              <a:rPr lang="en-NL" dirty="0"/>
              <a:t>  trivially comparing the model against itself — it is comparing two      </a:t>
            </a:r>
          </a:p>
          <a:p>
            <a:r>
              <a:rPr lang="en-NL" dirty="0"/>
              <a:t>  different numerical methods (matrix exponential vs ode45 integration)   </a:t>
            </a:r>
          </a:p>
          <a:p>
            <a:r>
              <a:rPr lang="en-NL" dirty="0"/>
              <a:t>  computing the same physical quantity.</a:t>
            </a:r>
          </a:p>
        </p:txBody>
      </p:sp>
    </p:spTree>
    <p:extLst>
      <p:ext uri="{BB962C8B-B14F-4D97-AF65-F5344CB8AC3E}">
        <p14:creationId xmlns:p14="http://schemas.microsoft.com/office/powerpoint/2010/main" val="245597448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DDBBB6-5F80-9FED-10F6-147357DF3EAA}"/>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7C5A6FD9-3A50-B0C4-831F-D92FB9E2C448}"/>
              </a:ext>
            </a:extLst>
          </p:cNvPr>
          <p:cNvSpPr>
            <a:spLocks noGrp="1"/>
          </p:cNvSpPr>
          <p:nvPr>
            <p:ph idx="1"/>
          </p:nvPr>
        </p:nvSpPr>
        <p:spPr/>
        <p:txBody>
          <a:bodyPr/>
          <a:lstStyle/>
          <a:p>
            <a:r>
              <a:rPr lang="en-US" dirty="0"/>
              <a:t>To prove LPV beats frozen LTI: compare both against q1.                             To show the augmentation gap: compare LPV against q. </a:t>
            </a:r>
          </a:p>
          <a:p>
            <a:endParaRPr lang="en-US" dirty="0"/>
          </a:p>
          <a:p>
            <a:r>
              <a:rPr lang="en-US" dirty="0"/>
              <a:t>you say the </a:t>
            </a:r>
            <a:r>
              <a:rPr lang="en-US" dirty="0" err="1"/>
              <a:t>simscape</a:t>
            </a:r>
            <a:r>
              <a:rPr lang="en-US" dirty="0"/>
              <a:t> model is already able to capture that but we cant translate  </a:t>
            </a:r>
          </a:p>
          <a:p>
            <a:r>
              <a:rPr lang="en-US" dirty="0"/>
              <a:t>it to state space, so then why are we not using the </a:t>
            </a:r>
            <a:r>
              <a:rPr lang="en-US" dirty="0" err="1"/>
              <a:t>simscape</a:t>
            </a:r>
            <a:r>
              <a:rPr lang="en-US" dirty="0"/>
              <a:t> model? because its not </a:t>
            </a:r>
          </a:p>
          <a:p>
            <a:r>
              <a:rPr lang="en-US" dirty="0"/>
              <a:t> a proper first principles model? explain to me please </a:t>
            </a:r>
            <a:endParaRPr lang="en-NL" dirty="0"/>
          </a:p>
        </p:txBody>
      </p:sp>
    </p:spTree>
    <p:extLst>
      <p:ext uri="{BB962C8B-B14F-4D97-AF65-F5344CB8AC3E}">
        <p14:creationId xmlns:p14="http://schemas.microsoft.com/office/powerpoint/2010/main" val="318900937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A8DC53-D391-AAA8-66F1-111C1F855C39}"/>
              </a:ext>
            </a:extLst>
          </p:cNvPr>
          <p:cNvSpPr>
            <a:spLocks noGrp="1"/>
          </p:cNvSpPr>
          <p:nvPr>
            <p:ph type="title"/>
          </p:nvPr>
        </p:nvSpPr>
        <p:spPr/>
        <p:txBody>
          <a:bodyPr/>
          <a:lstStyle/>
          <a:p>
            <a:endParaRPr lang="en-NL" dirty="0"/>
          </a:p>
        </p:txBody>
      </p:sp>
      <p:sp>
        <p:nvSpPr>
          <p:cNvPr id="3" name="Content Placeholder 2">
            <a:extLst>
              <a:ext uri="{FF2B5EF4-FFF2-40B4-BE49-F238E27FC236}">
                <a16:creationId xmlns:a16="http://schemas.microsoft.com/office/drawing/2014/main" id="{D7E1029D-F939-C76A-DDB1-552C0754CBE3}"/>
              </a:ext>
            </a:extLst>
          </p:cNvPr>
          <p:cNvSpPr>
            <a:spLocks noGrp="1"/>
          </p:cNvSpPr>
          <p:nvPr>
            <p:ph idx="1"/>
          </p:nvPr>
        </p:nvSpPr>
        <p:spPr/>
        <p:txBody>
          <a:bodyPr/>
          <a:lstStyle/>
          <a:p>
            <a:endParaRPr lang="en-NL" dirty="0"/>
          </a:p>
        </p:txBody>
      </p:sp>
      <p:pic>
        <p:nvPicPr>
          <p:cNvPr id="5" name="Picture 4">
            <a:extLst>
              <a:ext uri="{FF2B5EF4-FFF2-40B4-BE49-F238E27FC236}">
                <a16:creationId xmlns:a16="http://schemas.microsoft.com/office/drawing/2014/main" id="{4A0363F7-5522-7EE3-D16C-89BBA53E8678}"/>
              </a:ext>
            </a:extLst>
          </p:cNvPr>
          <p:cNvPicPr>
            <a:picLocks noChangeAspect="1"/>
          </p:cNvPicPr>
          <p:nvPr/>
        </p:nvPicPr>
        <p:blipFill>
          <a:blip r:embed="rId2"/>
          <a:stretch>
            <a:fillRect/>
          </a:stretch>
        </p:blipFill>
        <p:spPr>
          <a:xfrm>
            <a:off x="6290809" y="794681"/>
            <a:ext cx="4473328" cy="5464013"/>
          </a:xfrm>
          <a:prstGeom prst="rect">
            <a:avLst/>
          </a:prstGeom>
        </p:spPr>
      </p:pic>
      <p:pic>
        <p:nvPicPr>
          <p:cNvPr id="7" name="Picture 6">
            <a:extLst>
              <a:ext uri="{FF2B5EF4-FFF2-40B4-BE49-F238E27FC236}">
                <a16:creationId xmlns:a16="http://schemas.microsoft.com/office/drawing/2014/main" id="{63166CA9-8157-69F0-F49E-F9879FF528C5}"/>
              </a:ext>
            </a:extLst>
          </p:cNvPr>
          <p:cNvPicPr>
            <a:picLocks noChangeAspect="1"/>
          </p:cNvPicPr>
          <p:nvPr/>
        </p:nvPicPr>
        <p:blipFill>
          <a:blip r:embed="rId3"/>
          <a:stretch>
            <a:fillRect/>
          </a:stretch>
        </p:blipFill>
        <p:spPr>
          <a:xfrm>
            <a:off x="329887" y="954714"/>
            <a:ext cx="4549534" cy="5143946"/>
          </a:xfrm>
          <a:prstGeom prst="rect">
            <a:avLst/>
          </a:prstGeom>
        </p:spPr>
      </p:pic>
    </p:spTree>
    <p:extLst>
      <p:ext uri="{BB962C8B-B14F-4D97-AF65-F5344CB8AC3E}">
        <p14:creationId xmlns:p14="http://schemas.microsoft.com/office/powerpoint/2010/main" val="202103230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0BF617-09BB-B5DF-AD73-7DC8F8CE13B5}"/>
              </a:ext>
            </a:extLst>
          </p:cNvPr>
          <p:cNvSpPr>
            <a:spLocks noGrp="1"/>
          </p:cNvSpPr>
          <p:nvPr>
            <p:ph type="title"/>
          </p:nvPr>
        </p:nvSpPr>
        <p:spPr/>
        <p:txBody>
          <a:bodyPr/>
          <a:lstStyle/>
          <a:p>
            <a:r>
              <a:rPr lang="en-US" dirty="0"/>
              <a:t>Show discretization error</a:t>
            </a:r>
            <a:endParaRPr lang="en-NL" dirty="0"/>
          </a:p>
        </p:txBody>
      </p:sp>
      <p:sp>
        <p:nvSpPr>
          <p:cNvPr id="3" name="Content Placeholder 2">
            <a:extLst>
              <a:ext uri="{FF2B5EF4-FFF2-40B4-BE49-F238E27FC236}">
                <a16:creationId xmlns:a16="http://schemas.microsoft.com/office/drawing/2014/main" id="{EC30DFA5-DEEF-F8C5-FA0E-C5C4896B780A}"/>
              </a:ext>
            </a:extLst>
          </p:cNvPr>
          <p:cNvSpPr>
            <a:spLocks noGrp="1"/>
          </p:cNvSpPr>
          <p:nvPr>
            <p:ph idx="1"/>
          </p:nvPr>
        </p:nvSpPr>
        <p:spPr/>
        <p:txBody>
          <a:bodyPr/>
          <a:lstStyle/>
          <a:p>
            <a:r>
              <a:rPr lang="en-US" dirty="0"/>
              <a:t>With varying Y:                                                                     - q1 (CT): ode45 updates M(Y(t)) at every sub-step within each 62.5 µs interval</a:t>
            </a:r>
          </a:p>
          <a:p>
            <a:r>
              <a:rPr lang="en-US" dirty="0"/>
              <a:t>  - DT-LPV (yours): M(Y[k]) is frozen for the entire 62.5 µs ZOH interval, then       updated at next sample </a:t>
            </a:r>
            <a:endParaRPr lang="en-NL" dirty="0"/>
          </a:p>
        </p:txBody>
      </p:sp>
      <p:pic>
        <p:nvPicPr>
          <p:cNvPr id="7" name="Picture 6">
            <a:extLst>
              <a:ext uri="{FF2B5EF4-FFF2-40B4-BE49-F238E27FC236}">
                <a16:creationId xmlns:a16="http://schemas.microsoft.com/office/drawing/2014/main" id="{468D4652-1C40-65DE-CBA3-74525A752C6A}"/>
              </a:ext>
            </a:extLst>
          </p:cNvPr>
          <p:cNvPicPr>
            <a:picLocks noChangeAspect="1"/>
          </p:cNvPicPr>
          <p:nvPr/>
        </p:nvPicPr>
        <p:blipFill>
          <a:blip r:embed="rId2"/>
          <a:stretch>
            <a:fillRect/>
          </a:stretch>
        </p:blipFill>
        <p:spPr>
          <a:xfrm>
            <a:off x="5278981" y="2553856"/>
            <a:ext cx="4473328" cy="5303980"/>
          </a:xfrm>
          <a:prstGeom prst="rect">
            <a:avLst/>
          </a:prstGeom>
        </p:spPr>
      </p:pic>
    </p:spTree>
    <p:extLst>
      <p:ext uri="{BB962C8B-B14F-4D97-AF65-F5344CB8AC3E}">
        <p14:creationId xmlns:p14="http://schemas.microsoft.com/office/powerpoint/2010/main" val="270086707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7704BC-B3B1-3C63-B6AD-C18A498BADC4}"/>
              </a:ext>
            </a:extLst>
          </p:cNvPr>
          <p:cNvSpPr>
            <a:spLocks noGrp="1"/>
          </p:cNvSpPr>
          <p:nvPr>
            <p:ph type="title"/>
          </p:nvPr>
        </p:nvSpPr>
        <p:spPr/>
        <p:txBody>
          <a:bodyPr/>
          <a:lstStyle/>
          <a:p>
            <a:r>
              <a:rPr lang="en-US" dirty="0"/>
              <a:t>To discuss</a:t>
            </a:r>
            <a:endParaRPr lang="en-NL" dirty="0"/>
          </a:p>
        </p:txBody>
      </p:sp>
      <p:sp>
        <p:nvSpPr>
          <p:cNvPr id="3" name="Content Placeholder 2">
            <a:extLst>
              <a:ext uri="{FF2B5EF4-FFF2-40B4-BE49-F238E27FC236}">
                <a16:creationId xmlns:a16="http://schemas.microsoft.com/office/drawing/2014/main" id="{9B59848E-BA82-8449-242F-98D97A41328A}"/>
              </a:ext>
            </a:extLst>
          </p:cNvPr>
          <p:cNvSpPr>
            <a:spLocks noGrp="1"/>
          </p:cNvSpPr>
          <p:nvPr>
            <p:ph idx="1"/>
          </p:nvPr>
        </p:nvSpPr>
        <p:spPr/>
        <p:txBody>
          <a:bodyPr>
            <a:normAutofit fontScale="70000" lnSpcReduction="20000"/>
          </a:bodyPr>
          <a:lstStyle/>
          <a:p>
            <a:r>
              <a:rPr lang="en-US" dirty="0"/>
              <a:t>Research plan and what changes I made based on the last meeting</a:t>
            </a:r>
          </a:p>
          <a:p>
            <a:r>
              <a:rPr lang="en-US" dirty="0"/>
              <a:t>First principles baseline</a:t>
            </a:r>
          </a:p>
          <a:p>
            <a:pPr lvl="1"/>
            <a:r>
              <a:rPr lang="en-US" dirty="0"/>
              <a:t>Convert for augmentation structure</a:t>
            </a:r>
          </a:p>
          <a:p>
            <a:pPr lvl="1"/>
            <a:r>
              <a:rPr lang="en-US" dirty="0"/>
              <a:t>FP frozen baseline. Compare with </a:t>
            </a:r>
            <a:r>
              <a:rPr lang="en-US" dirty="0" err="1"/>
              <a:t>matlab</a:t>
            </a:r>
            <a:r>
              <a:rPr lang="en-US" dirty="0"/>
              <a:t> result</a:t>
            </a:r>
          </a:p>
          <a:p>
            <a:pPr lvl="1"/>
            <a:r>
              <a:rPr lang="en-US" dirty="0"/>
              <a:t>FP-LPV baseline. Toth methods</a:t>
            </a:r>
          </a:p>
          <a:p>
            <a:pPr lvl="2"/>
            <a:r>
              <a:rPr lang="en-US" dirty="0"/>
              <a:t>Justify choosing direct ZOH discretization</a:t>
            </a:r>
          </a:p>
          <a:p>
            <a:r>
              <a:rPr lang="en-US" dirty="0"/>
              <a:t>Mention Jasper his proposal for adding a state to the existing FP baseline and try to capture this in the augmentation. Similar to Jan’s approach with MSD</a:t>
            </a:r>
          </a:p>
          <a:p>
            <a:pPr lvl="1"/>
            <a:r>
              <a:rPr lang="en-US" dirty="0"/>
              <a:t>Will have to discuss with Jasper what state I would like to add.</a:t>
            </a:r>
          </a:p>
          <a:p>
            <a:r>
              <a:rPr lang="nl-NL" dirty="0"/>
              <a:t>Laten zien dat </a:t>
            </a:r>
            <a:r>
              <a:rPr lang="nl-NL" dirty="0" err="1"/>
              <a:t>PyTorch</a:t>
            </a:r>
            <a:r>
              <a:rPr lang="nl-NL" dirty="0"/>
              <a:t> </a:t>
            </a:r>
            <a:r>
              <a:rPr lang="nl-NL" dirty="0" err="1"/>
              <a:t>zoh</a:t>
            </a:r>
            <a:r>
              <a:rPr lang="nl-NL" dirty="0"/>
              <a:t> ondersteund</a:t>
            </a:r>
          </a:p>
          <a:p>
            <a:pPr lvl="1"/>
            <a:r>
              <a:rPr lang="nl-NL" dirty="0"/>
              <a:t>Voorwaarden </a:t>
            </a:r>
            <a:r>
              <a:rPr lang="nl-NL" dirty="0" err="1"/>
              <a:t>zoh</a:t>
            </a:r>
            <a:r>
              <a:rPr lang="nl-NL" dirty="0"/>
              <a:t> toepassen en waarom </a:t>
            </a:r>
            <a:r>
              <a:rPr lang="nl-NL" dirty="0" err="1"/>
              <a:t>PyTorch</a:t>
            </a:r>
            <a:r>
              <a:rPr lang="nl-NL" dirty="0"/>
              <a:t> ondersteund en </a:t>
            </a:r>
            <a:r>
              <a:rPr lang="nl-NL" dirty="0" err="1"/>
              <a:t>autograd</a:t>
            </a:r>
            <a:r>
              <a:rPr lang="nl-NL"/>
              <a:t>.</a:t>
            </a:r>
            <a:endParaRPr lang="nl-NL" dirty="0"/>
          </a:p>
          <a:p>
            <a:r>
              <a:rPr lang="nl-NL" dirty="0"/>
              <a:t>Mis </a:t>
            </a:r>
            <a:r>
              <a:rPr lang="nl-NL" dirty="0" err="1"/>
              <a:t>graphs</a:t>
            </a:r>
            <a:r>
              <a:rPr lang="nl-NL" dirty="0"/>
              <a:t> laten zien voor vergelijking en error iig voor </a:t>
            </a:r>
            <a:r>
              <a:rPr lang="nl-NL" dirty="0" err="1"/>
              <a:t>frozen</a:t>
            </a:r>
            <a:r>
              <a:rPr lang="nl-NL" dirty="0"/>
              <a:t> baseline in python.</a:t>
            </a:r>
          </a:p>
          <a:p>
            <a:pPr lvl="1"/>
            <a:r>
              <a:rPr lang="nl-NL" dirty="0"/>
              <a:t>Maar ook uitleggen wat ik vergelijk</a:t>
            </a:r>
          </a:p>
          <a:p>
            <a:pPr lvl="1"/>
            <a:r>
              <a:rPr lang="nl-NL" dirty="0"/>
              <a:t>Zeggen G </a:t>
            </a:r>
            <a:r>
              <a:rPr lang="nl-NL" dirty="0" err="1"/>
              <a:t>getransport</a:t>
            </a:r>
            <a:r>
              <a:rPr lang="nl-NL" dirty="0"/>
              <a:t> en vergeleken met python output</a:t>
            </a:r>
          </a:p>
          <a:p>
            <a:r>
              <a:rPr lang="nl-NL" dirty="0"/>
              <a:t>Ff overzicht maken van welke design keuzes gemaakt, zie </a:t>
            </a:r>
            <a:r>
              <a:rPr lang="nl-NL" dirty="0" err="1"/>
              <a:t>docs</a:t>
            </a:r>
            <a:r>
              <a:rPr lang="nl-NL" dirty="0"/>
              <a:t> en </a:t>
            </a:r>
            <a:r>
              <a:rPr lang="nl-NL" dirty="0" err="1"/>
              <a:t>decisions</a:t>
            </a:r>
            <a:r>
              <a:rPr lang="nl-NL" dirty="0"/>
              <a:t> document</a:t>
            </a:r>
            <a:endParaRPr lang="en-NL" dirty="0"/>
          </a:p>
        </p:txBody>
      </p:sp>
    </p:spTree>
    <p:extLst>
      <p:ext uri="{BB962C8B-B14F-4D97-AF65-F5344CB8AC3E}">
        <p14:creationId xmlns:p14="http://schemas.microsoft.com/office/powerpoint/2010/main" val="284300992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B451FC-AB32-980E-2835-F83EDD1AA508}"/>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D40272F3-ED8B-80B5-6FA4-EC8A6EAE8BAD}"/>
              </a:ext>
            </a:extLst>
          </p:cNvPr>
          <p:cNvSpPr>
            <a:spLocks noGrp="1"/>
          </p:cNvSpPr>
          <p:nvPr>
            <p:ph idx="1"/>
          </p:nvPr>
        </p:nvSpPr>
        <p:spPr/>
        <p:txBody>
          <a:bodyPr/>
          <a:lstStyle/>
          <a:p>
            <a:r>
              <a:rPr lang="nl-NL" dirty="0"/>
              <a:t>Duidelijk uitleggen waar in het </a:t>
            </a:r>
            <a:r>
              <a:rPr lang="nl-NL" dirty="0" err="1"/>
              <a:t>process</a:t>
            </a:r>
            <a:r>
              <a:rPr lang="nl-NL" dirty="0"/>
              <a:t> we nu zijn</a:t>
            </a:r>
          </a:p>
          <a:p>
            <a:r>
              <a:rPr lang="nl-NL" dirty="0"/>
              <a:t>Dus </a:t>
            </a:r>
            <a:r>
              <a:rPr lang="nl-NL" dirty="0" err="1"/>
              <a:t>lpv</a:t>
            </a:r>
            <a:r>
              <a:rPr lang="nl-NL" dirty="0"/>
              <a:t> baseline </a:t>
            </a:r>
            <a:r>
              <a:rPr lang="nl-NL" dirty="0" err="1"/>
              <a:t>Frozen</a:t>
            </a:r>
            <a:r>
              <a:rPr lang="nl-NL" dirty="0"/>
              <a:t> (plots en </a:t>
            </a:r>
            <a:r>
              <a:rPr lang="nl-NL" dirty="0" err="1"/>
              <a:t>errors</a:t>
            </a:r>
            <a:r>
              <a:rPr lang="nl-NL" dirty="0"/>
              <a:t> laten zien leg ook modellen uit waarmee ik het vergelijk </a:t>
            </a:r>
            <a:r>
              <a:rPr lang="nl-NL" dirty="0" err="1"/>
              <a:t>matlab</a:t>
            </a:r>
            <a:r>
              <a:rPr lang="nl-NL" dirty="0"/>
              <a:t> baseline)En </a:t>
            </a:r>
            <a:r>
              <a:rPr lang="nl-NL" dirty="0" err="1"/>
              <a:t>lpv</a:t>
            </a:r>
            <a:r>
              <a:rPr lang="nl-NL" dirty="0"/>
              <a:t> laten zien.</a:t>
            </a:r>
            <a:endParaRPr lang="en-NL" dirty="0"/>
          </a:p>
        </p:txBody>
      </p:sp>
    </p:spTree>
    <p:extLst>
      <p:ext uri="{BB962C8B-B14F-4D97-AF65-F5344CB8AC3E}">
        <p14:creationId xmlns:p14="http://schemas.microsoft.com/office/powerpoint/2010/main" val="424790868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E55E42-A738-7847-758D-F8B9CF80A3AC}"/>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23A1B56A-9DF3-3F2F-856A-6733948B6011}"/>
              </a:ext>
            </a:extLst>
          </p:cNvPr>
          <p:cNvSpPr>
            <a:spLocks noGrp="1"/>
          </p:cNvSpPr>
          <p:nvPr>
            <p:ph idx="1"/>
          </p:nvPr>
        </p:nvSpPr>
        <p:spPr/>
        <p:txBody>
          <a:bodyPr/>
          <a:lstStyle/>
          <a:p>
            <a:r>
              <a:rPr lang="nl-NL" dirty="0"/>
              <a:t>Vraag presentatie Hoe </a:t>
            </a:r>
            <a:r>
              <a:rPr lang="nl-NL" dirty="0" err="1"/>
              <a:t>feedforward</a:t>
            </a:r>
            <a:r>
              <a:rPr lang="nl-NL" dirty="0"/>
              <a:t> en feedback mee te nemen in </a:t>
            </a:r>
            <a:r>
              <a:rPr lang="nl-NL" dirty="0" err="1"/>
              <a:t>simulatieRealistische</a:t>
            </a:r>
            <a:r>
              <a:rPr lang="nl-NL" dirty="0"/>
              <a:t> motion </a:t>
            </a:r>
            <a:r>
              <a:rPr lang="nl-NL" dirty="0" err="1"/>
              <a:t>profiles</a:t>
            </a:r>
            <a:r>
              <a:rPr lang="nl-NL" dirty="0"/>
              <a:t> zullen ook bijgestuurd worden met ff, of is dat een extra verificatie </a:t>
            </a:r>
            <a:r>
              <a:rPr lang="nl-NL" dirty="0" err="1"/>
              <a:t>stap?Jasper</a:t>
            </a:r>
            <a:r>
              <a:rPr lang="nl-NL" dirty="0"/>
              <a:t> stelde </a:t>
            </a:r>
            <a:r>
              <a:rPr lang="nl-NL" dirty="0" err="1"/>
              <a:t>rigid</a:t>
            </a:r>
            <a:r>
              <a:rPr lang="nl-NL" dirty="0"/>
              <a:t> body ff voor</a:t>
            </a:r>
            <a:endParaRPr lang="en-NL" dirty="0"/>
          </a:p>
        </p:txBody>
      </p:sp>
    </p:spTree>
    <p:extLst>
      <p:ext uri="{BB962C8B-B14F-4D97-AF65-F5344CB8AC3E}">
        <p14:creationId xmlns:p14="http://schemas.microsoft.com/office/powerpoint/2010/main" val="327372009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7D7105-D105-CEA0-7A12-CE0BEF4D2FA3}"/>
              </a:ext>
            </a:extLst>
          </p:cNvPr>
          <p:cNvSpPr>
            <a:spLocks noGrp="1"/>
          </p:cNvSpPr>
          <p:nvPr>
            <p:ph type="title"/>
          </p:nvPr>
        </p:nvSpPr>
        <p:spPr/>
        <p:txBody>
          <a:bodyPr/>
          <a:lstStyle/>
          <a:p>
            <a:r>
              <a:rPr lang="en-US" dirty="0"/>
              <a:t>Issue scheduling real closed-loop hardware</a:t>
            </a:r>
            <a:endParaRPr lang="en-NL" dirty="0"/>
          </a:p>
        </p:txBody>
      </p:sp>
      <p:sp>
        <p:nvSpPr>
          <p:cNvPr id="3" name="Content Placeholder 2">
            <a:extLst>
              <a:ext uri="{FF2B5EF4-FFF2-40B4-BE49-F238E27FC236}">
                <a16:creationId xmlns:a16="http://schemas.microsoft.com/office/drawing/2014/main" id="{48A258DE-69F1-3AB9-0EEF-9915EACF185C}"/>
              </a:ext>
            </a:extLst>
          </p:cNvPr>
          <p:cNvSpPr>
            <a:spLocks noGrp="1"/>
          </p:cNvSpPr>
          <p:nvPr>
            <p:ph idx="1"/>
          </p:nvPr>
        </p:nvSpPr>
        <p:spPr/>
        <p:txBody>
          <a:bodyPr/>
          <a:lstStyle/>
          <a:p>
            <a:r>
              <a:rPr lang="en-US" dirty="0"/>
              <a:t>but in the physical system is it not possible   </a:t>
            </a:r>
          </a:p>
          <a:p>
            <a:r>
              <a:rPr lang="en-US" dirty="0"/>
              <a:t>  to use something like a </a:t>
            </a:r>
            <a:r>
              <a:rPr lang="en-US" dirty="0" err="1"/>
              <a:t>kalman</a:t>
            </a:r>
            <a:r>
              <a:rPr lang="en-US" dirty="0"/>
              <a:t> filter concept.   </a:t>
            </a:r>
          </a:p>
          <a:p>
            <a:r>
              <a:rPr lang="en-US" dirty="0"/>
              <a:t>  How sure we are that we are correct and how      </a:t>
            </a:r>
          </a:p>
          <a:p>
            <a:r>
              <a:rPr lang="en-US" dirty="0"/>
              <a:t>  correct the system output is? </a:t>
            </a:r>
            <a:endParaRPr lang="en-NL" dirty="0"/>
          </a:p>
        </p:txBody>
      </p:sp>
      <p:sp>
        <p:nvSpPr>
          <p:cNvPr id="5" name="TextBox 4">
            <a:extLst>
              <a:ext uri="{FF2B5EF4-FFF2-40B4-BE49-F238E27FC236}">
                <a16:creationId xmlns:a16="http://schemas.microsoft.com/office/drawing/2014/main" id="{E6299CFC-5FF1-051E-03FB-2052B02DB690}"/>
              </a:ext>
            </a:extLst>
          </p:cNvPr>
          <p:cNvSpPr txBox="1"/>
          <p:nvPr/>
        </p:nvSpPr>
        <p:spPr>
          <a:xfrm>
            <a:off x="8160775" y="1717010"/>
            <a:ext cx="6096000" cy="3139321"/>
          </a:xfrm>
          <a:prstGeom prst="rect">
            <a:avLst/>
          </a:prstGeom>
          <a:noFill/>
        </p:spPr>
        <p:txBody>
          <a:bodyPr wrap="square">
            <a:spAutoFit/>
          </a:bodyPr>
          <a:lstStyle/>
          <a:p>
            <a:r>
              <a:rPr lang="en-NL" dirty="0"/>
              <a:t>What this does NOT establish:                       </a:t>
            </a:r>
          </a:p>
          <a:p>
            <a:r>
              <a:rPr lang="en-NL" dirty="0"/>
              <a:t>  Self-scheduling behaviour. When the model runs     autonomously (no external Y), the Python Y state </a:t>
            </a:r>
          </a:p>
          <a:p>
            <a:r>
              <a:rPr lang="en-NL" dirty="0"/>
              <a:t>  drives the matrix selection. That is a separate  </a:t>
            </a:r>
          </a:p>
          <a:p>
            <a:r>
              <a:rPr lang="en-NL" dirty="0"/>
              <a:t>  question tested by running the closed-loop     </a:t>
            </a:r>
          </a:p>
          <a:p>
            <a:r>
              <a:rPr lang="en-NL" dirty="0"/>
              <a:t>  comparison, not this one.                        </a:t>
            </a:r>
          </a:p>
          <a:p>
            <a:endParaRPr lang="en-NL" dirty="0"/>
          </a:p>
          <a:p>
            <a:r>
              <a:rPr lang="en-NL" dirty="0"/>
              <a:t>  Conclusion: Yes, the comparison is fair and        establishes what we want. The near-zero residual</a:t>
            </a:r>
          </a:p>
          <a:p>
            <a:r>
              <a:rPr lang="en-NL" dirty="0"/>
              <a:t>  is not a tautology — the Python state evolves    </a:t>
            </a:r>
          </a:p>
          <a:p>
            <a:r>
              <a:rPr lang="en-NL" dirty="0"/>
              <a:t>  from its own DT dynamics independently. </a:t>
            </a:r>
          </a:p>
        </p:txBody>
      </p:sp>
    </p:spTree>
    <p:extLst>
      <p:ext uri="{BB962C8B-B14F-4D97-AF65-F5344CB8AC3E}">
        <p14:creationId xmlns:p14="http://schemas.microsoft.com/office/powerpoint/2010/main" val="354309346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3CD860-2DD9-D9C4-582B-2FC929E63A2B}"/>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EC411637-39CA-8F6E-B399-5091683E9CFC}"/>
              </a:ext>
            </a:extLst>
          </p:cNvPr>
          <p:cNvSpPr>
            <a:spLocks noGrp="1"/>
          </p:cNvSpPr>
          <p:nvPr>
            <p:ph idx="1"/>
          </p:nvPr>
        </p:nvSpPr>
        <p:spPr/>
        <p:txBody>
          <a:bodyPr>
            <a:normAutofit fontScale="25000" lnSpcReduction="20000"/>
          </a:bodyPr>
          <a:lstStyle/>
          <a:p>
            <a:r>
              <a:rPr lang="en-US" dirty="0"/>
              <a:t>---                                                                                                  When the complete method would NOT hold</a:t>
            </a:r>
          </a:p>
          <a:p>
            <a:r>
              <a:rPr lang="en-US" dirty="0"/>
              <a:t>                                                                                                     </a:t>
            </a:r>
          </a:p>
          <a:p>
            <a:r>
              <a:rPr lang="en-US" dirty="0"/>
              <a:t>  The complete method requires $</a:t>
            </a:r>
            <a:r>
              <a:rPr lang="en-US" dirty="0" err="1"/>
              <a:t>p_c</a:t>
            </a:r>
            <a:r>
              <a:rPr lang="en-US" dirty="0"/>
              <a:t>(t)$ constant within $[</a:t>
            </a:r>
            <a:r>
              <a:rPr lang="en-US" dirty="0" err="1"/>
              <a:t>kT_d</a:t>
            </a:r>
            <a:r>
              <a:rPr lang="en-US" dirty="0"/>
              <a:t>, (k+1)</a:t>
            </a:r>
            <a:r>
              <a:rPr lang="en-US" dirty="0" err="1"/>
              <a:t>T_d</a:t>
            </a:r>
            <a:r>
              <a:rPr lang="en-US" dirty="0"/>
              <a:t>)$. For our system $p = Y =</a:t>
            </a:r>
          </a:p>
          <a:p>
            <a:r>
              <a:rPr lang="en-US" dirty="0"/>
              <a:t>  x_3$ — a state. So within each interval, $Y$ actually evolves continuously as the integrator runs.   The method breaks down when:</a:t>
            </a:r>
          </a:p>
          <a:p>
            <a:r>
              <a:rPr lang="en-US" dirty="0"/>
              <a:t>                                                                                                       - Sample rate is low: at 100 Hz, $\Delta Y \</a:t>
            </a:r>
            <a:r>
              <a:rPr lang="en-US" dirty="0" err="1"/>
              <a:t>leq</a:t>
            </a:r>
            <a:r>
              <a:rPr lang="en-US" dirty="0"/>
              <a:t> 20\text{ mm}$ per sample. Freezing $Y$ at the start   of the interval is a large error — $</a:t>
            </a:r>
            <a:r>
              <a:rPr lang="en-US" dirty="0" err="1"/>
              <a:t>A_c</a:t>
            </a:r>
            <a:r>
              <a:rPr lang="en-US" dirty="0"/>
              <a:t>(Y)$ at the end of the interval is substantially different.  - Strong Y-sensitivity: if small $\Delta Y$ causes large changes in $</a:t>
            </a:r>
            <a:r>
              <a:rPr lang="en-US" dirty="0" err="1"/>
              <a:t>A_c</a:t>
            </a:r>
            <a:r>
              <a:rPr lang="en-US" dirty="0"/>
              <a:t>(Y)$ (e.g., near a         </a:t>
            </a:r>
          </a:p>
          <a:p>
            <a:r>
              <a:rPr lang="en-US" dirty="0"/>
              <a:t>  resonance that shifts fast with Y), the frozen approximation accumulates error quickly.              - Y changes discontinuously: Assumption 2 violated — frozen $</a:t>
            </a:r>
            <a:r>
              <a:rPr lang="en-US" dirty="0" err="1"/>
              <a:t>A_c</a:t>
            </a:r>
            <a:r>
              <a:rPr lang="en-US" dirty="0"/>
              <a:t>(Y[k])$ would be wrong the moment</a:t>
            </a:r>
          </a:p>
          <a:p>
            <a:r>
              <a:rPr lang="en-US" dirty="0"/>
              <a:t>  $Y$ jumps.                                                                                           </a:t>
            </a:r>
          </a:p>
          <a:p>
            <a:r>
              <a:rPr lang="en-US" dirty="0"/>
              <a:t>  For our system none of these apply: 16 kHz gives $\Delta Y \</a:t>
            </a:r>
            <a:r>
              <a:rPr lang="en-US" dirty="0" err="1"/>
              <a:t>leq</a:t>
            </a:r>
            <a:r>
              <a:rPr lang="en-US" dirty="0"/>
              <a:t> 0.125\text{ mm}$, $</a:t>
            </a:r>
            <a:r>
              <a:rPr lang="en-US" dirty="0" err="1"/>
              <a:t>A_c</a:t>
            </a:r>
            <a:r>
              <a:rPr lang="en-US" dirty="0"/>
              <a:t>(Y)$ is        smooth and slowly varying, Y is continuous. So the frozen approximation error is small — that is</a:t>
            </a:r>
          </a:p>
          <a:p>
            <a:r>
              <a:rPr lang="en-US" dirty="0"/>
              <a:t>  the justification, not that the method is exact.                                                   </a:t>
            </a:r>
          </a:p>
          <a:p>
            <a:r>
              <a:rPr lang="en-US" dirty="0"/>
              <a:t>  </a:t>
            </a:r>
          </a:p>
          <a:p>
            <a:r>
              <a:rPr lang="en-US" dirty="0"/>
              <a:t>  ---</a:t>
            </a:r>
          </a:p>
          <a:p>
            <a:r>
              <a:rPr lang="en-US" dirty="0"/>
              <a:t>  Why </a:t>
            </a:r>
            <a:r>
              <a:rPr lang="en-US" dirty="0" err="1"/>
              <a:t>PyTorch</a:t>
            </a:r>
            <a:r>
              <a:rPr lang="en-US" dirty="0"/>
              <a:t> </a:t>
            </a:r>
            <a:r>
              <a:rPr lang="en-US" dirty="0" err="1"/>
              <a:t>autograd</a:t>
            </a:r>
            <a:r>
              <a:rPr lang="en-US" dirty="0"/>
              <a:t> is needed</a:t>
            </a:r>
          </a:p>
          <a:p>
            <a:r>
              <a:rPr lang="en-US" dirty="0"/>
              <a:t>                                                                                                     </a:t>
            </a:r>
          </a:p>
          <a:p>
            <a:r>
              <a:rPr lang="en-US" dirty="0"/>
              <a:t>  The complete method gives:</a:t>
            </a:r>
          </a:p>
          <a:p>
            <a:r>
              <a:rPr lang="en-US" dirty="0"/>
              <a:t>                                                                                                       $$</a:t>
            </a:r>
            <a:r>
              <a:rPr lang="en-US" dirty="0" err="1"/>
              <a:t>A_d</a:t>
            </a:r>
            <a:r>
              <a:rPr lang="en-US" dirty="0"/>
              <a:t> = e^{</a:t>
            </a:r>
            <a:r>
              <a:rPr lang="en-US" dirty="0" err="1"/>
              <a:t>A_c</a:t>
            </a:r>
            <a:r>
              <a:rPr lang="en-US" dirty="0"/>
              <a:t>(Y),</a:t>
            </a:r>
            <a:r>
              <a:rPr lang="en-US" dirty="0" err="1"/>
              <a:t>T_d</a:t>
            </a:r>
            <a:r>
              <a:rPr lang="en-US" dirty="0"/>
              <a:t>}, \quad </a:t>
            </a:r>
            <a:r>
              <a:rPr lang="en-US" dirty="0" err="1"/>
              <a:t>B_d</a:t>
            </a:r>
            <a:r>
              <a:rPr lang="en-US" dirty="0"/>
              <a:t> = \left[\int_0^{</a:t>
            </a:r>
            <a:r>
              <a:rPr lang="en-US" dirty="0" err="1"/>
              <a:t>T_d</a:t>
            </a:r>
            <a:r>
              <a:rPr lang="en-US" dirty="0"/>
              <a:t>} e^{</a:t>
            </a:r>
            <a:r>
              <a:rPr lang="en-US" dirty="0" err="1"/>
              <a:t>A_c</a:t>
            </a:r>
            <a:r>
              <a:rPr lang="en-US" dirty="0"/>
              <a:t>(Y)\tau},d\tau\right] </a:t>
            </a:r>
            <a:r>
              <a:rPr lang="en-US" dirty="0" err="1"/>
              <a:t>B_c</a:t>
            </a:r>
            <a:r>
              <a:rPr lang="en-US" dirty="0"/>
              <a:t>(Y)$$                                                                                                               Both depend on $Y = x_3[k]$. In the training loop we simulate forward over $N$ steps and compute a   loss $\</a:t>
            </a:r>
            <a:r>
              <a:rPr lang="en-US" dirty="0" err="1"/>
              <a:t>mathcal</a:t>
            </a:r>
            <a:r>
              <a:rPr lang="en-US" dirty="0"/>
              <a:t>{L}$ (prediction error). To train, we need:</a:t>
            </a:r>
          </a:p>
          <a:p>
            <a:r>
              <a:rPr lang="en-US" dirty="0"/>
              <a:t>                                                                                                       $$\frac{\partial \</a:t>
            </a:r>
            <a:r>
              <a:rPr lang="en-US" dirty="0" err="1"/>
              <a:t>mathcal</a:t>
            </a:r>
            <a:r>
              <a:rPr lang="en-US" dirty="0"/>
              <a:t>{L}}{\partial \theta}$$                                                     </a:t>
            </a:r>
          </a:p>
          <a:p>
            <a:r>
              <a:rPr lang="en-US" dirty="0"/>
              <a:t>  where $\theta$ includes physical parameters ($</a:t>
            </a:r>
            <a:r>
              <a:rPr lang="en-US" dirty="0" err="1"/>
              <a:t>m_b</a:t>
            </a:r>
            <a:r>
              <a:rPr lang="en-US" dirty="0"/>
              <a:t>, </a:t>
            </a:r>
            <a:r>
              <a:rPr lang="en-US" dirty="0" err="1"/>
              <a:t>m_h</a:t>
            </a:r>
            <a:r>
              <a:rPr lang="en-US" dirty="0"/>
              <a:t>, \</a:t>
            </a:r>
            <a:r>
              <a:rPr lang="en-US" dirty="0" err="1"/>
              <a:t>ldots</a:t>
            </a:r>
            <a:r>
              <a:rPr lang="en-US" dirty="0"/>
              <a:t>$) that live inside $</a:t>
            </a:r>
            <a:r>
              <a:rPr lang="en-US" dirty="0" err="1"/>
              <a:t>A_c</a:t>
            </a:r>
            <a:r>
              <a:rPr lang="en-US" dirty="0"/>
              <a:t>(Y)$. The      gradient chain is:</a:t>
            </a:r>
          </a:p>
          <a:p>
            <a:r>
              <a:rPr lang="en-US" dirty="0"/>
              <a:t>                                                                                                       $$\frac{\partial \</a:t>
            </a:r>
            <a:r>
              <a:rPr lang="en-US" dirty="0" err="1"/>
              <a:t>mathcal</a:t>
            </a:r>
            <a:r>
              <a:rPr lang="en-US" dirty="0"/>
              <a:t>{L}}{\partial \theta} = \frac{\partial \</a:t>
            </a:r>
            <a:r>
              <a:rPr lang="en-US" dirty="0" err="1"/>
              <a:t>mathcal</a:t>
            </a:r>
            <a:r>
              <a:rPr lang="en-US" dirty="0"/>
              <a:t>{L}}{\partial </a:t>
            </a:r>
            <a:r>
              <a:rPr lang="en-US" dirty="0" err="1"/>
              <a:t>A_d</a:t>
            </a:r>
            <a:r>
              <a:rPr lang="en-US" dirty="0"/>
              <a:t>} \</a:t>
            </a:r>
            <a:r>
              <a:rPr lang="en-US" dirty="0" err="1"/>
              <a:t>cdot</a:t>
            </a:r>
            <a:r>
              <a:rPr lang="en-US" dirty="0"/>
              <a:t>     \frac{\partial </a:t>
            </a:r>
            <a:r>
              <a:rPr lang="en-US" dirty="0" err="1"/>
              <a:t>A_d</a:t>
            </a:r>
            <a:r>
              <a:rPr lang="en-US" dirty="0"/>
              <a:t>}{\partial </a:t>
            </a:r>
            <a:r>
              <a:rPr lang="en-US" dirty="0" err="1"/>
              <a:t>A_c</a:t>
            </a:r>
            <a:r>
              <a:rPr lang="en-US" dirty="0"/>
              <a:t>} \</a:t>
            </a:r>
            <a:r>
              <a:rPr lang="en-US" dirty="0" err="1"/>
              <a:t>cdot</a:t>
            </a:r>
            <a:r>
              <a:rPr lang="en-US" dirty="0"/>
              <a:t> \frac{\partial </a:t>
            </a:r>
            <a:r>
              <a:rPr lang="en-US" dirty="0" err="1"/>
              <a:t>A_c</a:t>
            </a:r>
            <a:r>
              <a:rPr lang="en-US" dirty="0"/>
              <a:t>}{\partial \theta}$$</a:t>
            </a:r>
          </a:p>
          <a:p>
            <a:r>
              <a:rPr lang="en-US" dirty="0"/>
              <a:t>                                                                                                       The middle term — $\frac{\partial </a:t>
            </a:r>
            <a:r>
              <a:rPr lang="en-US" dirty="0" err="1"/>
              <a:t>A_d</a:t>
            </a:r>
            <a:r>
              <a:rPr lang="en-US" dirty="0"/>
              <a:t>}{\partial </a:t>
            </a:r>
            <a:r>
              <a:rPr lang="en-US" dirty="0" err="1"/>
              <a:t>A_c</a:t>
            </a:r>
            <a:r>
              <a:rPr lang="en-US" dirty="0"/>
              <a:t>} = \frac{\partial}{\partial </a:t>
            </a:r>
            <a:r>
              <a:rPr lang="en-US" dirty="0" err="1"/>
              <a:t>A_c</a:t>
            </a:r>
            <a:r>
              <a:rPr lang="en-US" dirty="0"/>
              <a:t>} e^{</a:t>
            </a:r>
            <a:r>
              <a:rPr lang="en-US" dirty="0" err="1"/>
              <a:t>A_c</a:t>
            </a:r>
            <a:r>
              <a:rPr lang="en-US" dirty="0"/>
              <a:t> </a:t>
            </a:r>
            <a:r>
              <a:rPr lang="en-US" dirty="0" err="1"/>
              <a:t>T_d</a:t>
            </a:r>
            <a:r>
              <a:rPr lang="en-US" dirty="0"/>
              <a:t>}$ —   is the derivative through the matrix exponential.</a:t>
            </a:r>
          </a:p>
          <a:p>
            <a:r>
              <a:rPr lang="en-US" dirty="0"/>
              <a:t>                                                                                                       - scipy.signal.cont2discrete: not in any </a:t>
            </a:r>
            <a:r>
              <a:rPr lang="en-US" dirty="0" err="1"/>
              <a:t>autograd</a:t>
            </a:r>
            <a:r>
              <a:rPr lang="en-US" dirty="0"/>
              <a:t> graph — gradient stops here                        - Naive formula $</a:t>
            </a:r>
            <a:r>
              <a:rPr lang="en-US" dirty="0" err="1"/>
              <a:t>B_d</a:t>
            </a:r>
            <a:r>
              <a:rPr lang="en-US" dirty="0"/>
              <a:t> = </a:t>
            </a:r>
            <a:r>
              <a:rPr lang="en-US" dirty="0" err="1"/>
              <a:t>A_c</a:t>
            </a:r>
            <a:r>
              <a:rPr lang="en-US" dirty="0"/>
              <a:t>^{-1}(</a:t>
            </a:r>
            <a:r>
              <a:rPr lang="en-US" dirty="0" err="1"/>
              <a:t>A_d</a:t>
            </a:r>
            <a:r>
              <a:rPr lang="en-US" dirty="0"/>
              <a:t> - I)</a:t>
            </a:r>
            <a:r>
              <a:rPr lang="en-US" dirty="0" err="1"/>
              <a:t>B_c</a:t>
            </a:r>
            <a:r>
              <a:rPr lang="en-US" dirty="0"/>
              <a:t>$: fails because our $</a:t>
            </a:r>
            <a:r>
              <a:rPr lang="en-US" dirty="0" err="1"/>
              <a:t>A_c</a:t>
            </a:r>
            <a:r>
              <a:rPr lang="en-US" dirty="0"/>
              <a:t>$ is singular</a:t>
            </a:r>
          </a:p>
          <a:p>
            <a:r>
              <a:rPr lang="en-US" dirty="0"/>
              <a:t>  - </a:t>
            </a:r>
            <a:r>
              <a:rPr lang="en-US" dirty="0" err="1"/>
              <a:t>torch.linalg.matrix_exp</a:t>
            </a:r>
            <a:r>
              <a:rPr lang="en-US" dirty="0"/>
              <a:t>: differentiable, $</a:t>
            </a:r>
            <a:r>
              <a:rPr lang="en-US" dirty="0" err="1"/>
              <a:t>A_c</a:t>
            </a:r>
            <a:r>
              <a:rPr lang="en-US" dirty="0"/>
              <a:t>$ singularity is not a problem, gradient flows all  </a:t>
            </a:r>
          </a:p>
          <a:p>
            <a:r>
              <a:rPr lang="en-US" dirty="0"/>
              <a:t>  the way back to $\theta$                                                                                                                                                                                  So </a:t>
            </a:r>
            <a:r>
              <a:rPr lang="en-US" dirty="0" err="1"/>
              <a:t>autograd</a:t>
            </a:r>
            <a:r>
              <a:rPr lang="en-US" dirty="0"/>
              <a:t> is not needed for the complete method itself to be valid — it is needed because we want   to differentiate through the complete method during training.</a:t>
            </a:r>
            <a:endParaRPr lang="en-NL" dirty="0"/>
          </a:p>
        </p:txBody>
      </p:sp>
    </p:spTree>
    <p:extLst>
      <p:ext uri="{BB962C8B-B14F-4D97-AF65-F5344CB8AC3E}">
        <p14:creationId xmlns:p14="http://schemas.microsoft.com/office/powerpoint/2010/main" val="313618729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7B2573-333D-C3D7-1C99-816E3097C779}"/>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9EE26896-749F-FF8E-9EF0-937E4A5BBC39}"/>
              </a:ext>
            </a:extLst>
          </p:cNvPr>
          <p:cNvSpPr>
            <a:spLocks noGrp="1"/>
          </p:cNvSpPr>
          <p:nvPr>
            <p:ph idx="1"/>
          </p:nvPr>
        </p:nvSpPr>
        <p:spPr/>
        <p:txBody>
          <a:bodyPr>
            <a:normAutofit fontScale="25000" lnSpcReduction="20000"/>
          </a:bodyPr>
          <a:lstStyle/>
          <a:p>
            <a:r>
              <a:rPr lang="en-US" dirty="0"/>
              <a:t>---                                                                                                  When the complete method would NOT hold</a:t>
            </a:r>
          </a:p>
          <a:p>
            <a:r>
              <a:rPr lang="en-US" dirty="0"/>
              <a:t>                                                                                                     </a:t>
            </a:r>
          </a:p>
          <a:p>
            <a:r>
              <a:rPr lang="en-US" dirty="0"/>
              <a:t>  The complete method requires $</a:t>
            </a:r>
            <a:r>
              <a:rPr lang="en-US" dirty="0" err="1"/>
              <a:t>p_c</a:t>
            </a:r>
            <a:r>
              <a:rPr lang="en-US" dirty="0"/>
              <a:t>(t)$ constant within $[</a:t>
            </a:r>
            <a:r>
              <a:rPr lang="en-US" dirty="0" err="1"/>
              <a:t>kT_d</a:t>
            </a:r>
            <a:r>
              <a:rPr lang="en-US" dirty="0"/>
              <a:t>, (k+1)</a:t>
            </a:r>
            <a:r>
              <a:rPr lang="en-US" dirty="0" err="1"/>
              <a:t>T_d</a:t>
            </a:r>
            <a:r>
              <a:rPr lang="en-US" dirty="0"/>
              <a:t>)$. For our system $p = Y =</a:t>
            </a:r>
          </a:p>
          <a:p>
            <a:r>
              <a:rPr lang="en-US" dirty="0"/>
              <a:t>  x_3$ — a state. So within each interval, $Y$ actually evolves continuously as the integrator runs.   The method breaks down when:</a:t>
            </a:r>
          </a:p>
          <a:p>
            <a:r>
              <a:rPr lang="en-US" dirty="0"/>
              <a:t>                                                                                                       - Sample rate is low: at 100 Hz, $\Delta Y \</a:t>
            </a:r>
            <a:r>
              <a:rPr lang="en-US" dirty="0" err="1"/>
              <a:t>leq</a:t>
            </a:r>
            <a:r>
              <a:rPr lang="en-US" dirty="0"/>
              <a:t> 20\text{ mm}$ per sample. Freezing $Y$ at the start   of the interval is a large error — $</a:t>
            </a:r>
            <a:r>
              <a:rPr lang="en-US" dirty="0" err="1"/>
              <a:t>A_c</a:t>
            </a:r>
            <a:r>
              <a:rPr lang="en-US" dirty="0"/>
              <a:t>(Y)$ at the end of the interval is substantially different.  - Strong Y-sensitivity: if small $\Delta Y$ causes large changes in $</a:t>
            </a:r>
            <a:r>
              <a:rPr lang="en-US" dirty="0" err="1"/>
              <a:t>A_c</a:t>
            </a:r>
            <a:r>
              <a:rPr lang="en-US" dirty="0"/>
              <a:t>(Y)$ (e.g., near a         </a:t>
            </a:r>
          </a:p>
          <a:p>
            <a:r>
              <a:rPr lang="en-US" dirty="0"/>
              <a:t>  resonance that shifts fast with Y), the frozen approximation accumulates error quickly.              - Y changes discontinuously: Assumption 2 violated — frozen $</a:t>
            </a:r>
            <a:r>
              <a:rPr lang="en-US" dirty="0" err="1"/>
              <a:t>A_c</a:t>
            </a:r>
            <a:r>
              <a:rPr lang="en-US" dirty="0"/>
              <a:t>(Y[k])$ would be wrong the moment</a:t>
            </a:r>
          </a:p>
          <a:p>
            <a:r>
              <a:rPr lang="en-US" dirty="0"/>
              <a:t>  $Y$ jumps.                                                                                           </a:t>
            </a:r>
          </a:p>
          <a:p>
            <a:r>
              <a:rPr lang="en-US" dirty="0"/>
              <a:t>  For our system none of these apply: 16 kHz gives $\Delta Y \</a:t>
            </a:r>
            <a:r>
              <a:rPr lang="en-US" dirty="0" err="1"/>
              <a:t>leq</a:t>
            </a:r>
            <a:r>
              <a:rPr lang="en-US" dirty="0"/>
              <a:t> 0.125\text{ mm}$, $</a:t>
            </a:r>
            <a:r>
              <a:rPr lang="en-US" dirty="0" err="1"/>
              <a:t>A_c</a:t>
            </a:r>
            <a:r>
              <a:rPr lang="en-US" dirty="0"/>
              <a:t>(Y)$ is        smooth and slowly varying, Y is continuous. So the frozen approximation error is small — that is</a:t>
            </a:r>
          </a:p>
          <a:p>
            <a:r>
              <a:rPr lang="en-US" dirty="0"/>
              <a:t>  the justification, not that the method is exact.                                                   </a:t>
            </a:r>
          </a:p>
          <a:p>
            <a:r>
              <a:rPr lang="en-US" dirty="0"/>
              <a:t>  </a:t>
            </a:r>
          </a:p>
          <a:p>
            <a:r>
              <a:rPr lang="en-US" dirty="0"/>
              <a:t>  ---</a:t>
            </a:r>
          </a:p>
          <a:p>
            <a:r>
              <a:rPr lang="en-US" dirty="0"/>
              <a:t>  Why </a:t>
            </a:r>
            <a:r>
              <a:rPr lang="en-US" dirty="0" err="1"/>
              <a:t>PyTorch</a:t>
            </a:r>
            <a:r>
              <a:rPr lang="en-US" dirty="0"/>
              <a:t> </a:t>
            </a:r>
            <a:r>
              <a:rPr lang="en-US" dirty="0" err="1"/>
              <a:t>autograd</a:t>
            </a:r>
            <a:r>
              <a:rPr lang="en-US" dirty="0"/>
              <a:t> is needed</a:t>
            </a:r>
          </a:p>
          <a:p>
            <a:r>
              <a:rPr lang="en-US" dirty="0"/>
              <a:t>                                                                                                     </a:t>
            </a:r>
          </a:p>
          <a:p>
            <a:r>
              <a:rPr lang="en-US" dirty="0"/>
              <a:t>  The complete method gives:</a:t>
            </a:r>
          </a:p>
          <a:p>
            <a:r>
              <a:rPr lang="en-US" dirty="0"/>
              <a:t>                                                                                                       $$</a:t>
            </a:r>
            <a:r>
              <a:rPr lang="en-US" dirty="0" err="1"/>
              <a:t>A_d</a:t>
            </a:r>
            <a:r>
              <a:rPr lang="en-US" dirty="0"/>
              <a:t> = e^{</a:t>
            </a:r>
            <a:r>
              <a:rPr lang="en-US" dirty="0" err="1"/>
              <a:t>A_c</a:t>
            </a:r>
            <a:r>
              <a:rPr lang="en-US" dirty="0"/>
              <a:t>(Y),</a:t>
            </a:r>
            <a:r>
              <a:rPr lang="en-US" dirty="0" err="1"/>
              <a:t>T_d</a:t>
            </a:r>
            <a:r>
              <a:rPr lang="en-US" dirty="0"/>
              <a:t>}, \quad </a:t>
            </a:r>
            <a:r>
              <a:rPr lang="en-US" dirty="0" err="1"/>
              <a:t>B_d</a:t>
            </a:r>
            <a:r>
              <a:rPr lang="en-US" dirty="0"/>
              <a:t> = \left[\int_0^{</a:t>
            </a:r>
            <a:r>
              <a:rPr lang="en-US" dirty="0" err="1"/>
              <a:t>T_d</a:t>
            </a:r>
            <a:r>
              <a:rPr lang="en-US" dirty="0"/>
              <a:t>} e^{</a:t>
            </a:r>
            <a:r>
              <a:rPr lang="en-US" dirty="0" err="1"/>
              <a:t>A_c</a:t>
            </a:r>
            <a:r>
              <a:rPr lang="en-US" dirty="0"/>
              <a:t>(Y)\tau},d\tau\right] </a:t>
            </a:r>
            <a:r>
              <a:rPr lang="en-US" dirty="0" err="1"/>
              <a:t>B_c</a:t>
            </a:r>
            <a:r>
              <a:rPr lang="en-US" dirty="0"/>
              <a:t>(Y)$$                                                                                                               Both depend on $Y = x_3[k]$. In the training loop we simulate forward over $N$ steps and compute a   loss $\</a:t>
            </a:r>
            <a:r>
              <a:rPr lang="en-US" dirty="0" err="1"/>
              <a:t>mathcal</a:t>
            </a:r>
            <a:r>
              <a:rPr lang="en-US" dirty="0"/>
              <a:t>{L}$ (prediction error). To train, we need:</a:t>
            </a:r>
          </a:p>
          <a:p>
            <a:r>
              <a:rPr lang="en-US" dirty="0"/>
              <a:t>                                                                                                       $$\frac{\partial \</a:t>
            </a:r>
            <a:r>
              <a:rPr lang="en-US" dirty="0" err="1"/>
              <a:t>mathcal</a:t>
            </a:r>
            <a:r>
              <a:rPr lang="en-US" dirty="0"/>
              <a:t>{L}}{\partial \theta}$$                                                     </a:t>
            </a:r>
          </a:p>
          <a:p>
            <a:r>
              <a:rPr lang="en-US" dirty="0"/>
              <a:t>  where $\theta$ includes physical parameters ($</a:t>
            </a:r>
            <a:r>
              <a:rPr lang="en-US" dirty="0" err="1"/>
              <a:t>m_b</a:t>
            </a:r>
            <a:r>
              <a:rPr lang="en-US" dirty="0"/>
              <a:t>, </a:t>
            </a:r>
            <a:r>
              <a:rPr lang="en-US" dirty="0" err="1"/>
              <a:t>m_h</a:t>
            </a:r>
            <a:r>
              <a:rPr lang="en-US" dirty="0"/>
              <a:t>, \</a:t>
            </a:r>
            <a:r>
              <a:rPr lang="en-US" dirty="0" err="1"/>
              <a:t>ldots</a:t>
            </a:r>
            <a:r>
              <a:rPr lang="en-US" dirty="0"/>
              <a:t>$) that live inside $</a:t>
            </a:r>
            <a:r>
              <a:rPr lang="en-US" dirty="0" err="1"/>
              <a:t>A_c</a:t>
            </a:r>
            <a:r>
              <a:rPr lang="en-US" dirty="0"/>
              <a:t>(Y)$. The      gradient chain is:</a:t>
            </a:r>
          </a:p>
          <a:p>
            <a:r>
              <a:rPr lang="en-US" dirty="0"/>
              <a:t>                                                                                                       $$\frac{\partial \</a:t>
            </a:r>
            <a:r>
              <a:rPr lang="en-US" dirty="0" err="1"/>
              <a:t>mathcal</a:t>
            </a:r>
            <a:r>
              <a:rPr lang="en-US" dirty="0"/>
              <a:t>{L}}{\partial \theta} = \frac{\partial \</a:t>
            </a:r>
            <a:r>
              <a:rPr lang="en-US" dirty="0" err="1"/>
              <a:t>mathcal</a:t>
            </a:r>
            <a:r>
              <a:rPr lang="en-US" dirty="0"/>
              <a:t>{L}}{\partial </a:t>
            </a:r>
            <a:r>
              <a:rPr lang="en-US" dirty="0" err="1"/>
              <a:t>A_d</a:t>
            </a:r>
            <a:r>
              <a:rPr lang="en-US" dirty="0"/>
              <a:t>} \</a:t>
            </a:r>
            <a:r>
              <a:rPr lang="en-US" dirty="0" err="1"/>
              <a:t>cdot</a:t>
            </a:r>
            <a:r>
              <a:rPr lang="en-US" dirty="0"/>
              <a:t>     \frac{\partial </a:t>
            </a:r>
            <a:r>
              <a:rPr lang="en-US" dirty="0" err="1"/>
              <a:t>A_d</a:t>
            </a:r>
            <a:r>
              <a:rPr lang="en-US" dirty="0"/>
              <a:t>}{\partial </a:t>
            </a:r>
            <a:r>
              <a:rPr lang="en-US" dirty="0" err="1"/>
              <a:t>A_c</a:t>
            </a:r>
            <a:r>
              <a:rPr lang="en-US" dirty="0"/>
              <a:t>} \</a:t>
            </a:r>
            <a:r>
              <a:rPr lang="en-US" dirty="0" err="1"/>
              <a:t>cdot</a:t>
            </a:r>
            <a:r>
              <a:rPr lang="en-US" dirty="0"/>
              <a:t> \frac{\partial </a:t>
            </a:r>
            <a:r>
              <a:rPr lang="en-US" dirty="0" err="1"/>
              <a:t>A_c</a:t>
            </a:r>
            <a:r>
              <a:rPr lang="en-US" dirty="0"/>
              <a:t>}{\partial \theta}$$</a:t>
            </a:r>
          </a:p>
          <a:p>
            <a:r>
              <a:rPr lang="en-US" dirty="0"/>
              <a:t>                                                                                                       The middle term — $\frac{\partial </a:t>
            </a:r>
            <a:r>
              <a:rPr lang="en-US" dirty="0" err="1"/>
              <a:t>A_d</a:t>
            </a:r>
            <a:r>
              <a:rPr lang="en-US" dirty="0"/>
              <a:t>}{\partial </a:t>
            </a:r>
            <a:r>
              <a:rPr lang="en-US" dirty="0" err="1"/>
              <a:t>A_c</a:t>
            </a:r>
            <a:r>
              <a:rPr lang="en-US" dirty="0"/>
              <a:t>} = \frac{\partial}{\partial </a:t>
            </a:r>
            <a:r>
              <a:rPr lang="en-US" dirty="0" err="1"/>
              <a:t>A_c</a:t>
            </a:r>
            <a:r>
              <a:rPr lang="en-US" dirty="0"/>
              <a:t>} e^{</a:t>
            </a:r>
            <a:r>
              <a:rPr lang="en-US" dirty="0" err="1"/>
              <a:t>A_c</a:t>
            </a:r>
            <a:r>
              <a:rPr lang="en-US" dirty="0"/>
              <a:t> </a:t>
            </a:r>
            <a:r>
              <a:rPr lang="en-US" dirty="0" err="1"/>
              <a:t>T_d</a:t>
            </a:r>
            <a:r>
              <a:rPr lang="en-US" dirty="0"/>
              <a:t>}$ —   is the derivative through the matrix exponential.</a:t>
            </a:r>
          </a:p>
          <a:p>
            <a:r>
              <a:rPr lang="en-US" dirty="0"/>
              <a:t>                                                                                                       - scipy.signal.cont2discrete: not in any </a:t>
            </a:r>
            <a:r>
              <a:rPr lang="en-US" dirty="0" err="1"/>
              <a:t>autograd</a:t>
            </a:r>
            <a:r>
              <a:rPr lang="en-US" dirty="0"/>
              <a:t> graph — gradient stops here                        - Naive formula $</a:t>
            </a:r>
            <a:r>
              <a:rPr lang="en-US" dirty="0" err="1"/>
              <a:t>B_d</a:t>
            </a:r>
            <a:r>
              <a:rPr lang="en-US" dirty="0"/>
              <a:t> = </a:t>
            </a:r>
            <a:r>
              <a:rPr lang="en-US" dirty="0" err="1"/>
              <a:t>A_c</a:t>
            </a:r>
            <a:r>
              <a:rPr lang="en-US" dirty="0"/>
              <a:t>^{-1}(</a:t>
            </a:r>
            <a:r>
              <a:rPr lang="en-US" dirty="0" err="1"/>
              <a:t>A_d</a:t>
            </a:r>
            <a:r>
              <a:rPr lang="en-US" dirty="0"/>
              <a:t> - I)</a:t>
            </a:r>
            <a:r>
              <a:rPr lang="en-US" dirty="0" err="1"/>
              <a:t>B_c</a:t>
            </a:r>
            <a:r>
              <a:rPr lang="en-US" dirty="0"/>
              <a:t>$: fails because our $</a:t>
            </a:r>
            <a:r>
              <a:rPr lang="en-US" dirty="0" err="1"/>
              <a:t>A_c</a:t>
            </a:r>
            <a:r>
              <a:rPr lang="en-US" dirty="0"/>
              <a:t>$ is singular</a:t>
            </a:r>
          </a:p>
          <a:p>
            <a:r>
              <a:rPr lang="en-US" dirty="0"/>
              <a:t>  - </a:t>
            </a:r>
            <a:r>
              <a:rPr lang="en-US" dirty="0" err="1"/>
              <a:t>torch.linalg.matrix_exp</a:t>
            </a:r>
            <a:r>
              <a:rPr lang="en-US" dirty="0"/>
              <a:t>: differentiable, $</a:t>
            </a:r>
            <a:r>
              <a:rPr lang="en-US" dirty="0" err="1"/>
              <a:t>A_c</a:t>
            </a:r>
            <a:r>
              <a:rPr lang="en-US" dirty="0"/>
              <a:t>$ singularity is not a problem, gradient flows all  </a:t>
            </a:r>
          </a:p>
          <a:p>
            <a:r>
              <a:rPr lang="en-US" dirty="0"/>
              <a:t>  the way back to $\theta$                                                                                                                                                                                  So </a:t>
            </a:r>
            <a:r>
              <a:rPr lang="en-US" dirty="0" err="1"/>
              <a:t>autograd</a:t>
            </a:r>
            <a:r>
              <a:rPr lang="en-US" dirty="0"/>
              <a:t> is not needed for the complete method itself to be valid — it is needed because we want   to differentiate through the complete method during training.</a:t>
            </a:r>
            <a:endParaRPr lang="en-NL" dirty="0"/>
          </a:p>
        </p:txBody>
      </p:sp>
    </p:spTree>
    <p:extLst>
      <p:ext uri="{BB962C8B-B14F-4D97-AF65-F5344CB8AC3E}">
        <p14:creationId xmlns:p14="http://schemas.microsoft.com/office/powerpoint/2010/main" val="105036182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CA6F29-31FF-597F-D65E-EBEB47FD2B3D}"/>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B6337459-F26B-34B3-0A9D-361D23C1CB84}"/>
              </a:ext>
            </a:extLst>
          </p:cNvPr>
          <p:cNvSpPr>
            <a:spLocks noGrp="1"/>
          </p:cNvSpPr>
          <p:nvPr>
            <p:ph idx="1"/>
          </p:nvPr>
        </p:nvSpPr>
        <p:spPr/>
        <p:txBody>
          <a:bodyPr>
            <a:normAutofit fontScale="25000" lnSpcReduction="20000"/>
          </a:bodyPr>
          <a:lstStyle/>
          <a:p>
            <a:r>
              <a:rPr lang="en-US" dirty="0"/>
              <a:t>The integral for $</a:t>
            </a:r>
            <a:r>
              <a:rPr lang="en-US" dirty="0" err="1"/>
              <a:t>B_d</a:t>
            </a:r>
            <a:r>
              <a:rPr lang="en-US" dirty="0"/>
              <a:t>$ is:                                                                         </a:t>
            </a:r>
          </a:p>
          <a:p>
            <a:endParaRPr lang="en-US" dirty="0"/>
          </a:p>
          <a:p>
            <a:r>
              <a:rPr lang="en-US" dirty="0"/>
              <a:t>  $$</a:t>
            </a:r>
            <a:r>
              <a:rPr lang="en-US" dirty="0" err="1"/>
              <a:t>B_d</a:t>
            </a:r>
            <a:r>
              <a:rPr lang="en-US" dirty="0"/>
              <a:t> = \left[\int_0^{</a:t>
            </a:r>
            <a:r>
              <a:rPr lang="en-US" dirty="0" err="1"/>
              <a:t>T_d</a:t>
            </a:r>
            <a:r>
              <a:rPr lang="en-US" dirty="0"/>
              <a:t>} e^{</a:t>
            </a:r>
            <a:r>
              <a:rPr lang="en-US" dirty="0" err="1"/>
              <a:t>A_c</a:t>
            </a:r>
            <a:r>
              <a:rPr lang="en-US" dirty="0"/>
              <a:t>,\tau},d\tau\right] </a:t>
            </a:r>
            <a:r>
              <a:rPr lang="en-US" dirty="0" err="1"/>
              <a:t>B_c</a:t>
            </a:r>
            <a:r>
              <a:rPr lang="en-US" dirty="0"/>
              <a:t>$$                                            </a:t>
            </a:r>
          </a:p>
          <a:p>
            <a:r>
              <a:rPr lang="en-US" dirty="0"/>
              <a:t>  For an LTI system with invertible $</a:t>
            </a:r>
            <a:r>
              <a:rPr lang="en-US" dirty="0" err="1"/>
              <a:t>A_c</a:t>
            </a:r>
            <a:r>
              <a:rPr lang="en-US" dirty="0"/>
              <a:t>$, this integral has a closed form. Starting from the Taylor   series of the matrix exponential:</a:t>
            </a:r>
          </a:p>
          <a:p>
            <a:r>
              <a:rPr lang="en-US" dirty="0"/>
              <a:t>                                                                                                       $$\int_0^{</a:t>
            </a:r>
            <a:r>
              <a:rPr lang="en-US" dirty="0" err="1"/>
              <a:t>T_d</a:t>
            </a:r>
            <a:r>
              <a:rPr lang="en-US" dirty="0"/>
              <a:t>} e^{</a:t>
            </a:r>
            <a:r>
              <a:rPr lang="en-US" dirty="0" err="1"/>
              <a:t>A_c</a:t>
            </a:r>
            <a:r>
              <a:rPr lang="en-US" dirty="0"/>
              <a:t>,\tau},d\tau = \int_0^{</a:t>
            </a:r>
            <a:r>
              <a:rPr lang="en-US" dirty="0" err="1"/>
              <a:t>T_d</a:t>
            </a:r>
            <a:r>
              <a:rPr lang="en-US" dirty="0"/>
              <a:t>} \left(I + </a:t>
            </a:r>
            <a:r>
              <a:rPr lang="en-US" dirty="0" err="1"/>
              <a:t>A_c</a:t>
            </a:r>
            <a:r>
              <a:rPr lang="en-US" dirty="0"/>
              <a:t>\tau + \frac{A_c^2\tau^2}{2!} +        \</a:t>
            </a:r>
            <a:r>
              <a:rPr lang="en-US" dirty="0" err="1"/>
              <a:t>cdots</a:t>
            </a:r>
            <a:r>
              <a:rPr lang="en-US" dirty="0"/>
              <a:t>\right)d\tau = </a:t>
            </a:r>
            <a:r>
              <a:rPr lang="en-US" dirty="0" err="1"/>
              <a:t>T_d</a:t>
            </a:r>
            <a:r>
              <a:rPr lang="en-US" dirty="0"/>
              <a:t> I + \frac{</a:t>
            </a:r>
            <a:r>
              <a:rPr lang="en-US" dirty="0" err="1"/>
              <a:t>A_c</a:t>
            </a:r>
            <a:r>
              <a:rPr lang="en-US" dirty="0"/>
              <a:t> T_d^2}{2!} + \frac{A_c^2 T_d^3}{3!} + \</a:t>
            </a:r>
            <a:r>
              <a:rPr lang="en-US" dirty="0" err="1"/>
              <a:t>cdots</a:t>
            </a:r>
            <a:r>
              <a:rPr lang="en-US" dirty="0"/>
              <a:t>$$</a:t>
            </a:r>
          </a:p>
          <a:p>
            <a:r>
              <a:rPr lang="en-US" dirty="0"/>
              <a:t>                                                                                                       If $</a:t>
            </a:r>
            <a:r>
              <a:rPr lang="en-US" dirty="0" err="1"/>
              <a:t>A_c</a:t>
            </a:r>
            <a:r>
              <a:rPr lang="en-US" dirty="0"/>
              <a:t>$ is invertible, you can factor this as $</a:t>
            </a:r>
            <a:r>
              <a:rPr lang="en-US" dirty="0" err="1"/>
              <a:t>A_c</a:t>
            </a:r>
            <a:r>
              <a:rPr lang="en-US" dirty="0"/>
              <a:t>^{-1}(e^{</a:t>
            </a:r>
            <a:r>
              <a:rPr lang="en-US" dirty="0" err="1"/>
              <a:t>A_c</a:t>
            </a:r>
            <a:r>
              <a:rPr lang="en-US" dirty="0"/>
              <a:t> </a:t>
            </a:r>
            <a:r>
              <a:rPr lang="en-US" dirty="0" err="1"/>
              <a:t>T_d</a:t>
            </a:r>
            <a:r>
              <a:rPr lang="en-US" dirty="0"/>
              <a:t>} - I)$, giving:                   </a:t>
            </a:r>
          </a:p>
          <a:p>
            <a:r>
              <a:rPr lang="en-US" dirty="0"/>
              <a:t>  $$</a:t>
            </a:r>
            <a:r>
              <a:rPr lang="en-US" dirty="0" err="1"/>
              <a:t>B_d</a:t>
            </a:r>
            <a:r>
              <a:rPr lang="en-US" dirty="0"/>
              <a:t> = </a:t>
            </a:r>
            <a:r>
              <a:rPr lang="en-US" dirty="0" err="1"/>
              <a:t>A_c</a:t>
            </a:r>
            <a:r>
              <a:rPr lang="en-US" dirty="0"/>
              <a:t>^{-1}(</a:t>
            </a:r>
            <a:r>
              <a:rPr lang="en-US" dirty="0" err="1"/>
              <a:t>A_d</a:t>
            </a:r>
            <a:r>
              <a:rPr lang="en-US" dirty="0"/>
              <a:t> - I),</a:t>
            </a:r>
            <a:r>
              <a:rPr lang="en-US" dirty="0" err="1"/>
              <a:t>B_c</a:t>
            </a:r>
            <a:r>
              <a:rPr lang="en-US" dirty="0"/>
              <a:t>$$                                                                       </a:t>
            </a:r>
          </a:p>
          <a:p>
            <a:r>
              <a:rPr lang="en-US" dirty="0"/>
              <a:t>  This is just an algebraic convenience — it avoids computing the integral directly by reusing $</a:t>
            </a:r>
            <a:r>
              <a:rPr lang="en-US" dirty="0" err="1"/>
              <a:t>A_d</a:t>
            </a:r>
            <a:r>
              <a:rPr lang="en-US" dirty="0"/>
              <a:t>$   you already have.</a:t>
            </a:r>
          </a:p>
          <a:p>
            <a:r>
              <a:rPr lang="en-US" dirty="0"/>
              <a:t>                                                                                                       Why it fails for us: Our $</a:t>
            </a:r>
            <a:r>
              <a:rPr lang="en-US" dirty="0" err="1"/>
              <a:t>A_c</a:t>
            </a:r>
            <a:r>
              <a:rPr lang="en-US" dirty="0"/>
              <a:t>$ has the block structure:                                               </a:t>
            </a:r>
          </a:p>
          <a:p>
            <a:r>
              <a:rPr lang="en-US" dirty="0"/>
              <a:t>  $$</a:t>
            </a:r>
            <a:r>
              <a:rPr lang="en-US" dirty="0" err="1"/>
              <a:t>A_c</a:t>
            </a:r>
            <a:r>
              <a:rPr lang="en-US" dirty="0"/>
              <a:t> = \begin{</a:t>
            </a:r>
            <a:r>
              <a:rPr lang="en-US" dirty="0" err="1"/>
              <a:t>bmatrix</a:t>
            </a:r>
            <a:r>
              <a:rPr lang="en-US" dirty="0"/>
              <a:t>} 0 &amp; I \ -M^{-1}K &amp; -M^{-1}C \end{</a:t>
            </a:r>
            <a:r>
              <a:rPr lang="en-US" dirty="0" err="1"/>
              <a:t>bmatrix</a:t>
            </a:r>
            <a:r>
              <a:rPr lang="en-US" dirty="0"/>
              <a:t>}$$                                   </a:t>
            </a:r>
          </a:p>
          <a:p>
            <a:r>
              <a:rPr lang="en-US" dirty="0"/>
              <a:t>  The top-left $3\times3$ block is zero because of the rigid body modes in $K$ (the $X$ and $Y$ rows   of $K$ are all zero — no restoring force). This makes $\det(</a:t>
            </a:r>
            <a:r>
              <a:rPr lang="en-US" dirty="0" err="1"/>
              <a:t>A_c</a:t>
            </a:r>
            <a:r>
              <a:rPr lang="en-US" dirty="0"/>
              <a:t>) = 0$, so $</a:t>
            </a:r>
            <a:r>
              <a:rPr lang="en-US" dirty="0" err="1"/>
              <a:t>A_c</a:t>
            </a:r>
            <a:r>
              <a:rPr lang="en-US" dirty="0"/>
              <a:t>^{-1}$ does not</a:t>
            </a:r>
          </a:p>
          <a:p>
            <a:r>
              <a:rPr lang="en-US" dirty="0"/>
              <a:t>  exist. The formula is undefined.                                                                   </a:t>
            </a:r>
          </a:p>
          <a:p>
            <a:r>
              <a:rPr lang="en-US" dirty="0"/>
              <a:t>  </a:t>
            </a:r>
          </a:p>
          <a:p>
            <a:r>
              <a:rPr lang="en-US" dirty="0"/>
              <a:t>  The augmented matrix exponential avoids this entirely — it computes the integral $\int_0^{</a:t>
            </a:r>
            <a:r>
              <a:rPr lang="en-US" dirty="0" err="1"/>
              <a:t>T_d</a:t>
            </a:r>
            <a:r>
              <a:rPr lang="en-US" dirty="0"/>
              <a:t>}       e^{</a:t>
            </a:r>
            <a:r>
              <a:rPr lang="en-US" dirty="0" err="1"/>
              <a:t>A_c</a:t>
            </a:r>
            <a:r>
              <a:rPr lang="en-US" dirty="0"/>
              <a:t>\tau}d\tau$ numerically via:</a:t>
            </a:r>
          </a:p>
          <a:p>
            <a:r>
              <a:rPr lang="en-US" dirty="0"/>
              <a:t>                                                                                                       $$\exp!\left(\begin{</a:t>
            </a:r>
            <a:r>
              <a:rPr lang="en-US" dirty="0" err="1"/>
              <a:t>bmatrix</a:t>
            </a:r>
            <a:r>
              <a:rPr lang="en-US" dirty="0"/>
              <a:t>} </a:t>
            </a:r>
            <a:r>
              <a:rPr lang="en-US" dirty="0" err="1"/>
              <a:t>A_c</a:t>
            </a:r>
            <a:r>
              <a:rPr lang="en-US" dirty="0"/>
              <a:t> &amp; </a:t>
            </a:r>
            <a:r>
              <a:rPr lang="en-US" dirty="0" err="1"/>
              <a:t>B_c</a:t>
            </a:r>
            <a:r>
              <a:rPr lang="en-US" dirty="0"/>
              <a:t> \ 0 &amp; 0 \end{</a:t>
            </a:r>
            <a:r>
              <a:rPr lang="en-US" dirty="0" err="1"/>
              <a:t>bmatrix</a:t>
            </a:r>
            <a:r>
              <a:rPr lang="en-US" dirty="0"/>
              <a:t>} </a:t>
            </a:r>
            <a:r>
              <a:rPr lang="en-US" dirty="0" err="1"/>
              <a:t>T_d</a:t>
            </a:r>
            <a:r>
              <a:rPr lang="en-US" dirty="0"/>
              <a:t>\right) = \begin{</a:t>
            </a:r>
            <a:r>
              <a:rPr lang="en-US" dirty="0" err="1"/>
              <a:t>bmatrix</a:t>
            </a:r>
            <a:r>
              <a:rPr lang="en-US" dirty="0"/>
              <a:t>} e^{</a:t>
            </a:r>
            <a:r>
              <a:rPr lang="en-US" dirty="0" err="1"/>
              <a:t>A_c</a:t>
            </a:r>
            <a:r>
              <a:rPr lang="en-US" dirty="0"/>
              <a:t>     </a:t>
            </a:r>
            <a:r>
              <a:rPr lang="en-US" dirty="0" err="1"/>
              <a:t>T_d</a:t>
            </a:r>
            <a:r>
              <a:rPr lang="en-US" dirty="0"/>
              <a:t>} &amp; \left[\int_0^{</a:t>
            </a:r>
            <a:r>
              <a:rPr lang="en-US" dirty="0" err="1"/>
              <a:t>T_d</a:t>
            </a:r>
            <a:r>
              <a:rPr lang="en-US" dirty="0"/>
              <a:t>} e^{</a:t>
            </a:r>
            <a:r>
              <a:rPr lang="en-US" dirty="0" err="1"/>
              <a:t>A_c</a:t>
            </a:r>
            <a:r>
              <a:rPr lang="en-US" dirty="0"/>
              <a:t>\tau}d\tau\right]</a:t>
            </a:r>
            <a:r>
              <a:rPr lang="en-US" dirty="0" err="1"/>
              <a:t>B_c</a:t>
            </a:r>
            <a:r>
              <a:rPr lang="en-US" dirty="0"/>
              <a:t> \ 0 &amp; I \end{</a:t>
            </a:r>
            <a:r>
              <a:rPr lang="en-US" dirty="0" err="1"/>
              <a:t>bmatrix</a:t>
            </a:r>
            <a:r>
              <a:rPr lang="en-US" dirty="0"/>
              <a:t>} = \begin{</a:t>
            </a:r>
            <a:r>
              <a:rPr lang="en-US" dirty="0" err="1"/>
              <a:t>bmatrix</a:t>
            </a:r>
            <a:r>
              <a:rPr lang="en-US" dirty="0"/>
              <a:t>} </a:t>
            </a:r>
            <a:r>
              <a:rPr lang="en-US" dirty="0" err="1"/>
              <a:t>A_d</a:t>
            </a:r>
            <a:r>
              <a:rPr lang="en-US" dirty="0"/>
              <a:t> &amp;</a:t>
            </a:r>
          </a:p>
          <a:p>
            <a:r>
              <a:rPr lang="en-US" dirty="0"/>
              <a:t>  </a:t>
            </a:r>
            <a:r>
              <a:rPr lang="en-US" dirty="0" err="1"/>
              <a:t>B_d</a:t>
            </a:r>
            <a:r>
              <a:rPr lang="en-US" dirty="0"/>
              <a:t> \ 0 &amp; I \end{</a:t>
            </a:r>
            <a:r>
              <a:rPr lang="en-US" dirty="0" err="1"/>
              <a:t>bmatrix</a:t>
            </a:r>
            <a:r>
              <a:rPr lang="en-US" dirty="0"/>
              <a:t>}$$                                                                        </a:t>
            </a:r>
          </a:p>
          <a:p>
            <a:r>
              <a:rPr lang="en-US" dirty="0"/>
              <a:t>  </a:t>
            </a:r>
          </a:p>
          <a:p>
            <a:r>
              <a:rPr lang="en-US" dirty="0"/>
              <a:t>  No inversion of $</a:t>
            </a:r>
            <a:r>
              <a:rPr lang="en-US" dirty="0" err="1"/>
              <a:t>A_c</a:t>
            </a:r>
            <a:r>
              <a:rPr lang="en-US" dirty="0"/>
              <a:t>$ anywhere. This is exactly what </a:t>
            </a:r>
            <a:r>
              <a:rPr lang="en-US" dirty="0" err="1"/>
              <a:t>scipy's</a:t>
            </a:r>
            <a:r>
              <a:rPr lang="en-US" dirty="0"/>
              <a:t> cont2discrete(method='</a:t>
            </a:r>
            <a:r>
              <a:rPr lang="en-US" dirty="0" err="1"/>
              <a:t>zoh</a:t>
            </a:r>
            <a:r>
              <a:rPr lang="en-US" dirty="0"/>
              <a:t>') does        internally, and what </a:t>
            </a:r>
            <a:r>
              <a:rPr lang="en-US" dirty="0" err="1"/>
              <a:t>torch.linalg.matrix_exp</a:t>
            </a:r>
            <a:r>
              <a:rPr lang="en-US" dirty="0"/>
              <a:t> replicates.</a:t>
            </a:r>
          </a:p>
          <a:p>
            <a:r>
              <a:rPr lang="en-US" dirty="0"/>
              <a:t> </a:t>
            </a:r>
            <a:endParaRPr lang="en-NL" dirty="0"/>
          </a:p>
        </p:txBody>
      </p:sp>
      <p:pic>
        <p:nvPicPr>
          <p:cNvPr id="5" name="Picture 4">
            <a:extLst>
              <a:ext uri="{FF2B5EF4-FFF2-40B4-BE49-F238E27FC236}">
                <a16:creationId xmlns:a16="http://schemas.microsoft.com/office/drawing/2014/main" id="{5949D99C-3064-8FA3-CA08-7A80BEB747B9}"/>
              </a:ext>
            </a:extLst>
          </p:cNvPr>
          <p:cNvPicPr>
            <a:picLocks noChangeAspect="1"/>
          </p:cNvPicPr>
          <p:nvPr/>
        </p:nvPicPr>
        <p:blipFill>
          <a:blip r:embed="rId2"/>
          <a:stretch>
            <a:fillRect/>
          </a:stretch>
        </p:blipFill>
        <p:spPr>
          <a:xfrm>
            <a:off x="8770743" y="2042052"/>
            <a:ext cx="3604572" cy="1729890"/>
          </a:xfrm>
          <a:prstGeom prst="rect">
            <a:avLst/>
          </a:prstGeom>
        </p:spPr>
      </p:pic>
      <p:sp>
        <p:nvSpPr>
          <p:cNvPr id="7" name="TextBox 6">
            <a:extLst>
              <a:ext uri="{FF2B5EF4-FFF2-40B4-BE49-F238E27FC236}">
                <a16:creationId xmlns:a16="http://schemas.microsoft.com/office/drawing/2014/main" id="{FF728E21-63E4-CDB0-955F-023079DD1FE8}"/>
              </a:ext>
            </a:extLst>
          </p:cNvPr>
          <p:cNvSpPr txBox="1"/>
          <p:nvPr/>
        </p:nvSpPr>
        <p:spPr>
          <a:xfrm>
            <a:off x="2582879" y="5380672"/>
            <a:ext cx="6187786" cy="1477328"/>
          </a:xfrm>
          <a:prstGeom prst="rect">
            <a:avLst/>
          </a:prstGeom>
          <a:noFill/>
        </p:spPr>
        <p:txBody>
          <a:bodyPr wrap="square">
            <a:spAutoFit/>
          </a:bodyPr>
          <a:lstStyle/>
          <a:p>
            <a:r>
              <a:rPr lang="en-NL" dirty="0"/>
              <a:t>"To compute the resulting matrix functions of this discretization approach, Ac(p) is not required   to be invertible, but if it is, we can write the resulting DT description of the state-evolution </a:t>
            </a:r>
          </a:p>
          <a:p>
            <a:r>
              <a:rPr lang="en-NL" dirty="0"/>
              <a:t>  conveniently as (9a)." </a:t>
            </a:r>
          </a:p>
        </p:txBody>
      </p:sp>
    </p:spTree>
    <p:extLst>
      <p:ext uri="{BB962C8B-B14F-4D97-AF65-F5344CB8AC3E}">
        <p14:creationId xmlns:p14="http://schemas.microsoft.com/office/powerpoint/2010/main" val="52951606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95DC70-DA98-9DBA-92CB-5DC54933E236}"/>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E727C679-C2E4-06B9-067C-081E2441B145}"/>
              </a:ext>
            </a:extLst>
          </p:cNvPr>
          <p:cNvSpPr>
            <a:spLocks noGrp="1"/>
          </p:cNvSpPr>
          <p:nvPr>
            <p:ph idx="1"/>
          </p:nvPr>
        </p:nvSpPr>
        <p:spPr/>
        <p:txBody>
          <a:bodyPr>
            <a:normAutofit fontScale="32500" lnSpcReduction="20000"/>
          </a:bodyPr>
          <a:lstStyle/>
          <a:p>
            <a:r>
              <a:rPr lang="en-US" dirty="0"/>
              <a:t>$</a:t>
            </a:r>
            <a:r>
              <a:rPr lang="en-US" dirty="0" err="1"/>
              <a:t>B_d</a:t>
            </a:r>
            <a:r>
              <a:rPr lang="en-US" dirty="0"/>
              <a:t>$ is the discrete-time input matrix — the $d$ stands for discrete.                             </a:t>
            </a:r>
          </a:p>
          <a:p>
            <a:r>
              <a:rPr lang="en-US" dirty="0"/>
              <a:t>  </a:t>
            </a:r>
          </a:p>
          <a:p>
            <a:r>
              <a:rPr lang="en-US" dirty="0"/>
              <a:t>  The continuous-time system has:                                                                                                                                                                         </a:t>
            </a:r>
          </a:p>
          <a:p>
            <a:r>
              <a:rPr lang="en-US" dirty="0"/>
              <a:t>  $$\dot{x}(t) = </a:t>
            </a:r>
            <a:r>
              <a:rPr lang="en-US" dirty="0" err="1"/>
              <a:t>A_c</a:t>
            </a:r>
            <a:r>
              <a:rPr lang="en-US" dirty="0"/>
              <a:t>, x(t) + </a:t>
            </a:r>
            <a:r>
              <a:rPr lang="en-US" dirty="0" err="1"/>
              <a:t>B_c</a:t>
            </a:r>
            <a:r>
              <a:rPr lang="en-US" dirty="0"/>
              <a:t>, u(t)$$                                                                </a:t>
            </a:r>
          </a:p>
          <a:p>
            <a:r>
              <a:rPr lang="en-US" dirty="0"/>
              <a:t>  where $</a:t>
            </a:r>
            <a:r>
              <a:rPr lang="en-US" dirty="0" err="1"/>
              <a:t>B_c</a:t>
            </a:r>
            <a:r>
              <a:rPr lang="en-US" dirty="0"/>
              <a:t>$ maps a continuous force input $u(t)$ to the state derivative at every instant in time.    </a:t>
            </a:r>
          </a:p>
          <a:p>
            <a:r>
              <a:rPr lang="en-US" dirty="0"/>
              <a:t>  The discrete-time system has:                                                                      </a:t>
            </a:r>
          </a:p>
          <a:p>
            <a:r>
              <a:rPr lang="en-US" dirty="0"/>
              <a:t>  </a:t>
            </a:r>
          </a:p>
          <a:p>
            <a:r>
              <a:rPr lang="en-US" dirty="0"/>
              <a:t>  $$x[k+1] = </a:t>
            </a:r>
            <a:r>
              <a:rPr lang="en-US" dirty="0" err="1"/>
              <a:t>A_d</a:t>
            </a:r>
            <a:r>
              <a:rPr lang="en-US" dirty="0"/>
              <a:t>, x[k] + </a:t>
            </a:r>
            <a:r>
              <a:rPr lang="en-US" dirty="0" err="1"/>
              <a:t>B_d</a:t>
            </a:r>
            <a:r>
              <a:rPr lang="en-US" dirty="0"/>
              <a:t>, u[k]$$                                                                    </a:t>
            </a:r>
          </a:p>
          <a:p>
            <a:r>
              <a:rPr lang="en-US" dirty="0"/>
              <a:t>  where $</a:t>
            </a:r>
            <a:r>
              <a:rPr lang="en-US" dirty="0" err="1"/>
              <a:t>B_d</a:t>
            </a:r>
            <a:r>
              <a:rPr lang="en-US" dirty="0"/>
              <a:t>$ maps a held force input $u[k]$ (constant over one sample interval $</a:t>
            </a:r>
            <a:r>
              <a:rPr lang="en-US" dirty="0" err="1"/>
              <a:t>T_d</a:t>
            </a:r>
            <a:r>
              <a:rPr lang="en-US" dirty="0"/>
              <a:t> = 62.5,\mu s$)    to the next state $x[k+1]$. It answers: if I apply force $u[k]$ for one full sample period, how</a:t>
            </a:r>
          </a:p>
          <a:p>
            <a:r>
              <a:rPr lang="en-US" dirty="0"/>
              <a:t>  much does the state change?                                                                        </a:t>
            </a:r>
          </a:p>
          <a:p>
            <a:r>
              <a:rPr lang="en-US" dirty="0"/>
              <a:t>  </a:t>
            </a:r>
          </a:p>
          <a:p>
            <a:r>
              <a:rPr lang="en-US" dirty="0"/>
              <a:t>  $</a:t>
            </a:r>
            <a:r>
              <a:rPr lang="en-US" dirty="0" err="1"/>
              <a:t>B_d</a:t>
            </a:r>
            <a:r>
              <a:rPr lang="en-US" dirty="0"/>
              <a:t>$ is not simply $</a:t>
            </a:r>
            <a:r>
              <a:rPr lang="en-US" dirty="0" err="1"/>
              <a:t>B_c</a:t>
            </a:r>
            <a:r>
              <a:rPr lang="en-US" dirty="0"/>
              <a:t> \</a:t>
            </a:r>
            <a:r>
              <a:rPr lang="en-US" dirty="0" err="1"/>
              <a:t>cdot</a:t>
            </a:r>
            <a:r>
              <a:rPr lang="en-US" dirty="0"/>
              <a:t> </a:t>
            </a:r>
            <a:r>
              <a:rPr lang="en-US" dirty="0" err="1"/>
              <a:t>T_d</a:t>
            </a:r>
            <a:r>
              <a:rPr lang="en-US" dirty="0"/>
              <a:t>$. It is the integral of the matrix exponential applied to $</a:t>
            </a:r>
            <a:r>
              <a:rPr lang="en-US" dirty="0" err="1"/>
              <a:t>B_c</a:t>
            </a:r>
            <a:r>
              <a:rPr lang="en-US" dirty="0"/>
              <a:t>$:   </a:t>
            </a:r>
          </a:p>
          <a:p>
            <a:r>
              <a:rPr lang="en-US" dirty="0"/>
              <a:t>  $$</a:t>
            </a:r>
            <a:r>
              <a:rPr lang="en-US" dirty="0" err="1"/>
              <a:t>B_d</a:t>
            </a:r>
            <a:r>
              <a:rPr lang="en-US" dirty="0"/>
              <a:t> = \left[\int_0^{</a:t>
            </a:r>
            <a:r>
              <a:rPr lang="en-US" dirty="0" err="1"/>
              <a:t>T_d</a:t>
            </a:r>
            <a:r>
              <a:rPr lang="en-US" dirty="0"/>
              <a:t>} e^{</a:t>
            </a:r>
            <a:r>
              <a:rPr lang="en-US" dirty="0" err="1"/>
              <a:t>A_c</a:t>
            </a:r>
            <a:r>
              <a:rPr lang="en-US" dirty="0"/>
              <a:t>,\tau},d\tau\right] </a:t>
            </a:r>
            <a:r>
              <a:rPr lang="en-US" dirty="0" err="1"/>
              <a:t>B_c</a:t>
            </a:r>
            <a:r>
              <a:rPr lang="en-US" dirty="0"/>
              <a:t>$$                                            </a:t>
            </a:r>
          </a:p>
          <a:p>
            <a:r>
              <a:rPr lang="en-US" dirty="0"/>
              <a:t>  This integral accounts for the fact that the state $x$ is moving throughout the interval — the       force applied at the start has a different effect than the same force applied later in the</a:t>
            </a:r>
          </a:p>
          <a:p>
            <a:r>
              <a:rPr lang="en-US" dirty="0"/>
              <a:t>  interval. The matrix exponential weights this correctly.                                           </a:t>
            </a:r>
          </a:p>
          <a:p>
            <a:r>
              <a:rPr lang="en-US" dirty="0"/>
              <a:t>  </a:t>
            </a:r>
          </a:p>
          <a:p>
            <a:r>
              <a:rPr lang="en-US" dirty="0"/>
              <a:t>  So the subscript convention throughout is simply:                                                    - $</a:t>
            </a:r>
            <a:r>
              <a:rPr lang="en-US" dirty="0" err="1"/>
              <a:t>A_c</a:t>
            </a:r>
            <a:r>
              <a:rPr lang="en-US" dirty="0"/>
              <a:t>,, </a:t>
            </a:r>
            <a:r>
              <a:rPr lang="en-US" dirty="0" err="1"/>
              <a:t>B_c</a:t>
            </a:r>
            <a:r>
              <a:rPr lang="en-US" dirty="0"/>
              <a:t>,, </a:t>
            </a:r>
            <a:r>
              <a:rPr lang="en-US" dirty="0" err="1"/>
              <a:t>C_c</a:t>
            </a:r>
            <a:r>
              <a:rPr lang="en-US" dirty="0"/>
              <a:t>,, </a:t>
            </a:r>
            <a:r>
              <a:rPr lang="en-US" dirty="0" err="1"/>
              <a:t>D_c</a:t>
            </a:r>
            <a:r>
              <a:rPr lang="en-US" dirty="0"/>
              <a:t>$ — continuous-time</a:t>
            </a:r>
          </a:p>
          <a:p>
            <a:r>
              <a:rPr lang="en-US" dirty="0"/>
              <a:t>  - $</a:t>
            </a:r>
            <a:r>
              <a:rPr lang="en-US" dirty="0" err="1"/>
              <a:t>A_d</a:t>
            </a:r>
            <a:r>
              <a:rPr lang="en-US" dirty="0"/>
              <a:t>,, </a:t>
            </a:r>
            <a:r>
              <a:rPr lang="en-US" dirty="0" err="1"/>
              <a:t>B_d</a:t>
            </a:r>
            <a:r>
              <a:rPr lang="en-US" dirty="0"/>
              <a:t>,, </a:t>
            </a:r>
            <a:r>
              <a:rPr lang="en-US" dirty="0" err="1"/>
              <a:t>C_d</a:t>
            </a:r>
            <a:r>
              <a:rPr lang="en-US" dirty="0"/>
              <a:t>,, </a:t>
            </a:r>
            <a:r>
              <a:rPr lang="en-US" dirty="0" err="1"/>
              <a:t>D_d</a:t>
            </a:r>
            <a:r>
              <a:rPr lang="en-US" dirty="0"/>
              <a:t>$ — discrete-time </a:t>
            </a:r>
            <a:endParaRPr lang="en-NL" dirty="0"/>
          </a:p>
        </p:txBody>
      </p:sp>
    </p:spTree>
    <p:extLst>
      <p:ext uri="{BB962C8B-B14F-4D97-AF65-F5344CB8AC3E}">
        <p14:creationId xmlns:p14="http://schemas.microsoft.com/office/powerpoint/2010/main" val="202437530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DCBA35-2B5F-01B8-8795-EC24520F9164}"/>
              </a:ext>
            </a:extLst>
          </p:cNvPr>
          <p:cNvSpPr>
            <a:spLocks noGrp="1"/>
          </p:cNvSpPr>
          <p:nvPr>
            <p:ph type="title"/>
          </p:nvPr>
        </p:nvSpPr>
        <p:spPr/>
        <p:txBody>
          <a:bodyPr/>
          <a:lstStyle/>
          <a:p>
            <a:r>
              <a:rPr lang="en-US" dirty="0"/>
              <a:t>Etel </a:t>
            </a:r>
            <a:r>
              <a:rPr lang="en-US" dirty="0" err="1"/>
              <a:t>telica</a:t>
            </a:r>
            <a:r>
              <a:rPr lang="en-US" dirty="0"/>
              <a:t> sampling </a:t>
            </a:r>
            <a:r>
              <a:rPr lang="en-US" dirty="0" err="1"/>
              <a:t>frecuency</a:t>
            </a:r>
            <a:endParaRPr lang="en-NL" dirty="0"/>
          </a:p>
        </p:txBody>
      </p:sp>
      <p:sp>
        <p:nvSpPr>
          <p:cNvPr id="3" name="Content Placeholder 2">
            <a:extLst>
              <a:ext uri="{FF2B5EF4-FFF2-40B4-BE49-F238E27FC236}">
                <a16:creationId xmlns:a16="http://schemas.microsoft.com/office/drawing/2014/main" id="{A84C5270-CFFC-4BBB-B43D-7FE54FA12892}"/>
              </a:ext>
            </a:extLst>
          </p:cNvPr>
          <p:cNvSpPr>
            <a:spLocks noGrp="1"/>
          </p:cNvSpPr>
          <p:nvPr>
            <p:ph idx="1"/>
          </p:nvPr>
        </p:nvSpPr>
        <p:spPr/>
        <p:txBody>
          <a:bodyPr/>
          <a:lstStyle/>
          <a:p>
            <a:r>
              <a:rPr lang="en-US" dirty="0" err="1"/>
              <a:t>Kamtin</a:t>
            </a:r>
            <a:r>
              <a:rPr lang="en-US" dirty="0"/>
              <a:t> is a personalized variant of the </a:t>
            </a:r>
            <a:r>
              <a:rPr lang="en-US" dirty="0" err="1"/>
              <a:t>telica</a:t>
            </a:r>
            <a:r>
              <a:rPr lang="en-US" dirty="0"/>
              <a:t> for ASMPT</a:t>
            </a:r>
            <a:endParaRPr lang="en-NL" dirty="0"/>
          </a:p>
        </p:txBody>
      </p:sp>
      <p:pic>
        <p:nvPicPr>
          <p:cNvPr id="5" name="Picture 4">
            <a:extLst>
              <a:ext uri="{FF2B5EF4-FFF2-40B4-BE49-F238E27FC236}">
                <a16:creationId xmlns:a16="http://schemas.microsoft.com/office/drawing/2014/main" id="{2DE4AEA9-54EB-B1C4-7339-59F7C1893B17}"/>
              </a:ext>
            </a:extLst>
          </p:cNvPr>
          <p:cNvPicPr>
            <a:picLocks noChangeAspect="1"/>
          </p:cNvPicPr>
          <p:nvPr/>
        </p:nvPicPr>
        <p:blipFill>
          <a:blip r:embed="rId2"/>
          <a:stretch>
            <a:fillRect/>
          </a:stretch>
        </p:blipFill>
        <p:spPr>
          <a:xfrm>
            <a:off x="4328089" y="3349277"/>
            <a:ext cx="10143099" cy="4701947"/>
          </a:xfrm>
          <a:prstGeom prst="rect">
            <a:avLst/>
          </a:prstGeom>
        </p:spPr>
      </p:pic>
    </p:spTree>
    <p:extLst>
      <p:ext uri="{BB962C8B-B14F-4D97-AF65-F5344CB8AC3E}">
        <p14:creationId xmlns:p14="http://schemas.microsoft.com/office/powerpoint/2010/main" val="243033957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9D8465-8825-B708-2EC0-B961BCEFD0A4}"/>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BBA64D2A-1AD7-E4EB-9863-8E0C0B4073C5}"/>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E72F472A-F284-D7A9-F954-586B30069E3E}"/>
              </a:ext>
            </a:extLst>
          </p:cNvPr>
          <p:cNvPicPr>
            <a:picLocks noChangeAspect="1"/>
          </p:cNvPicPr>
          <p:nvPr/>
        </p:nvPicPr>
        <p:blipFill>
          <a:blip r:embed="rId2"/>
          <a:stretch>
            <a:fillRect/>
          </a:stretch>
        </p:blipFill>
        <p:spPr>
          <a:xfrm>
            <a:off x="3200149" y="891320"/>
            <a:ext cx="5791702" cy="5075360"/>
          </a:xfrm>
          <a:prstGeom prst="rect">
            <a:avLst/>
          </a:prstGeom>
        </p:spPr>
      </p:pic>
    </p:spTree>
    <p:extLst>
      <p:ext uri="{BB962C8B-B14F-4D97-AF65-F5344CB8AC3E}">
        <p14:creationId xmlns:p14="http://schemas.microsoft.com/office/powerpoint/2010/main" val="84138627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234689-D6A7-13EB-3E8D-C7B5298385CD}"/>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40868CDF-2033-7B7B-5704-8E9D20778968}"/>
              </a:ext>
            </a:extLst>
          </p:cNvPr>
          <p:cNvSpPr>
            <a:spLocks noGrp="1"/>
          </p:cNvSpPr>
          <p:nvPr>
            <p:ph idx="1"/>
          </p:nvPr>
        </p:nvSpPr>
        <p:spPr/>
        <p:txBody>
          <a:bodyPr/>
          <a:lstStyle/>
          <a:p>
            <a:r>
              <a:rPr lang="en-US" dirty="0" err="1"/>
              <a:t>T_full</a:t>
            </a:r>
            <a:r>
              <a:rPr lang="en-US" dirty="0"/>
              <a:t> = connect(G, </a:t>
            </a:r>
            <a:r>
              <a:rPr lang="en-US" dirty="0" err="1"/>
              <a:t>Cfb</a:t>
            </a:r>
            <a:r>
              <a:rPr lang="en-US" dirty="0"/>
              <a:t>, S1, S2, {"</a:t>
            </a:r>
            <a:r>
              <a:rPr lang="en-US" dirty="0" err="1"/>
              <a:t>r","f</a:t>
            </a:r>
            <a:r>
              <a:rPr lang="en-US" dirty="0"/>
              <a:t>"}, {"q","e","</a:t>
            </a:r>
            <a:r>
              <a:rPr lang="en-US" dirty="0" err="1"/>
              <a:t>ufb</a:t>
            </a:r>
            <a:r>
              <a:rPr lang="en-US" dirty="0"/>
              <a:t>"});</a:t>
            </a:r>
            <a:r>
              <a:rPr lang="en-US" dirty="0" err="1"/>
              <a:t>simout_full</a:t>
            </a:r>
            <a:r>
              <a:rPr lang="en-US" dirty="0"/>
              <a:t> = </a:t>
            </a:r>
            <a:r>
              <a:rPr lang="en-US" dirty="0" err="1"/>
              <a:t>lsim</a:t>
            </a:r>
            <a:r>
              <a:rPr lang="en-US" dirty="0"/>
              <a:t>(</a:t>
            </a:r>
            <a:r>
              <a:rPr lang="en-US" dirty="0" err="1"/>
              <a:t>T_full</a:t>
            </a:r>
            <a:r>
              <a:rPr lang="en-US" dirty="0"/>
              <a:t>, [</a:t>
            </a:r>
            <a:r>
              <a:rPr lang="en-US" dirty="0" err="1"/>
              <a:t>r,f</a:t>
            </a:r>
            <a:r>
              <a:rPr lang="en-US" dirty="0"/>
              <a:t>]-[zeros(nt,2), Y*ones(nt,1), zeros(nt,3)],t);u = </a:t>
            </a:r>
            <a:r>
              <a:rPr lang="en-US" dirty="0" err="1"/>
              <a:t>simout_full</a:t>
            </a:r>
            <a:r>
              <a:rPr lang="en-US" dirty="0"/>
              <a:t>(:, 7:9);save('C:\Users\20203253\OneDrive - TU Eindhoven\Graduation Project\Baseline FP model\Baseline-LPV-Augmentation\</a:t>
            </a:r>
            <a:r>
              <a:rPr lang="en-US" dirty="0" err="1"/>
              <a:t>Matlab</a:t>
            </a:r>
            <a:r>
              <a:rPr lang="en-US" dirty="0"/>
              <a:t>-output/</a:t>
            </a:r>
            <a:r>
              <a:rPr lang="en-US" dirty="0" err="1"/>
              <a:t>gantry_input.mat</a:t>
            </a:r>
            <a:r>
              <a:rPr lang="en-US" dirty="0"/>
              <a:t>', 'u', 'r', 't')</a:t>
            </a:r>
            <a:endParaRPr lang="en-NL" dirty="0"/>
          </a:p>
        </p:txBody>
      </p:sp>
      <p:pic>
        <p:nvPicPr>
          <p:cNvPr id="5" name="Picture 4">
            <a:extLst>
              <a:ext uri="{FF2B5EF4-FFF2-40B4-BE49-F238E27FC236}">
                <a16:creationId xmlns:a16="http://schemas.microsoft.com/office/drawing/2014/main" id="{9C41C564-7C25-A90A-5614-4C871DAF908E}"/>
              </a:ext>
            </a:extLst>
          </p:cNvPr>
          <p:cNvPicPr>
            <a:picLocks noChangeAspect="1"/>
          </p:cNvPicPr>
          <p:nvPr/>
        </p:nvPicPr>
        <p:blipFill>
          <a:blip r:embed="rId2"/>
          <a:stretch>
            <a:fillRect/>
          </a:stretch>
        </p:blipFill>
        <p:spPr>
          <a:xfrm>
            <a:off x="3485924" y="944664"/>
            <a:ext cx="5220152" cy="4968671"/>
          </a:xfrm>
          <a:prstGeom prst="rect">
            <a:avLst/>
          </a:prstGeom>
        </p:spPr>
      </p:pic>
    </p:spTree>
    <p:extLst>
      <p:ext uri="{BB962C8B-B14F-4D97-AF65-F5344CB8AC3E}">
        <p14:creationId xmlns:p14="http://schemas.microsoft.com/office/powerpoint/2010/main" val="343213652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719181-C1AD-5A60-EFD2-4C6FE8015791}"/>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0E540F6A-A2F5-3629-4AE8-D74083B8B6CA}"/>
              </a:ext>
            </a:extLst>
          </p:cNvPr>
          <p:cNvSpPr>
            <a:spLocks noGrp="1"/>
          </p:cNvSpPr>
          <p:nvPr>
            <p:ph idx="1"/>
          </p:nvPr>
        </p:nvSpPr>
        <p:spPr/>
        <p:txBody>
          <a:bodyPr/>
          <a:lstStyle/>
          <a:p>
            <a:r>
              <a:rPr lang="en-US" dirty="0"/>
              <a:t>Because </a:t>
            </a:r>
            <a:r>
              <a:rPr lang="en-US" dirty="0" err="1"/>
              <a:t>A_c</a:t>
            </a:r>
            <a:r>
              <a:rPr lang="en-US" dirty="0"/>
              <a:t>(Y) contains M(Y)⁻¹, and M(Y) is a 3×3 polynomial         matrix, its inverse is a ratio of polynomials — not a clean          polynomial. This matters differently for each option.</a:t>
            </a:r>
            <a:endParaRPr lang="en-NL" dirty="0"/>
          </a:p>
        </p:txBody>
      </p:sp>
      <p:pic>
        <p:nvPicPr>
          <p:cNvPr id="5" name="Picture 4">
            <a:extLst>
              <a:ext uri="{FF2B5EF4-FFF2-40B4-BE49-F238E27FC236}">
                <a16:creationId xmlns:a16="http://schemas.microsoft.com/office/drawing/2014/main" id="{EB5861FF-ED27-A0C7-340B-74590A8E1295}"/>
              </a:ext>
            </a:extLst>
          </p:cNvPr>
          <p:cNvPicPr>
            <a:picLocks noChangeAspect="1"/>
          </p:cNvPicPr>
          <p:nvPr/>
        </p:nvPicPr>
        <p:blipFill>
          <a:blip r:embed="rId2"/>
          <a:stretch>
            <a:fillRect/>
          </a:stretch>
        </p:blipFill>
        <p:spPr>
          <a:xfrm>
            <a:off x="3825043" y="929423"/>
            <a:ext cx="4541914" cy="4999153"/>
          </a:xfrm>
          <a:prstGeom prst="rect">
            <a:avLst/>
          </a:prstGeom>
        </p:spPr>
      </p:pic>
    </p:spTree>
    <p:extLst>
      <p:ext uri="{BB962C8B-B14F-4D97-AF65-F5344CB8AC3E}">
        <p14:creationId xmlns:p14="http://schemas.microsoft.com/office/powerpoint/2010/main" val="39132687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88C4BB-3167-E8F1-360E-91B9B541290D}"/>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7AA3B94B-8276-9A4B-E385-C584B8172738}"/>
              </a:ext>
            </a:extLst>
          </p:cNvPr>
          <p:cNvSpPr>
            <a:spLocks noGrp="1"/>
          </p:cNvSpPr>
          <p:nvPr>
            <p:ph idx="1"/>
          </p:nvPr>
        </p:nvSpPr>
        <p:spPr/>
        <p:txBody>
          <a:bodyPr/>
          <a:lstStyle/>
          <a:p>
            <a:endParaRPr lang="en-NL"/>
          </a:p>
        </p:txBody>
      </p:sp>
      <p:pic>
        <p:nvPicPr>
          <p:cNvPr id="7" name="Picture 6">
            <a:extLst>
              <a:ext uri="{FF2B5EF4-FFF2-40B4-BE49-F238E27FC236}">
                <a16:creationId xmlns:a16="http://schemas.microsoft.com/office/drawing/2014/main" id="{B5E6A874-99B7-5B6B-EBCA-BB58483D3183}"/>
              </a:ext>
            </a:extLst>
          </p:cNvPr>
          <p:cNvPicPr>
            <a:picLocks noChangeAspect="1"/>
          </p:cNvPicPr>
          <p:nvPr/>
        </p:nvPicPr>
        <p:blipFill>
          <a:blip r:embed="rId2"/>
          <a:stretch>
            <a:fillRect/>
          </a:stretch>
        </p:blipFill>
        <p:spPr>
          <a:xfrm>
            <a:off x="3611664" y="1039923"/>
            <a:ext cx="4968671" cy="4778154"/>
          </a:xfrm>
          <a:prstGeom prst="rect">
            <a:avLst/>
          </a:prstGeom>
        </p:spPr>
      </p:pic>
    </p:spTree>
    <p:extLst>
      <p:ext uri="{BB962C8B-B14F-4D97-AF65-F5344CB8AC3E}">
        <p14:creationId xmlns:p14="http://schemas.microsoft.com/office/powerpoint/2010/main" val="339749449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CAE4AF-76D2-B540-97B7-C0A7009D69ED}"/>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1F083716-7A8B-57CA-A389-449F6EDE3F48}"/>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CA2AE391-DB11-870B-61C4-E7A680057B92}"/>
              </a:ext>
            </a:extLst>
          </p:cNvPr>
          <p:cNvPicPr>
            <a:picLocks noChangeAspect="1"/>
          </p:cNvPicPr>
          <p:nvPr/>
        </p:nvPicPr>
        <p:blipFill>
          <a:blip r:embed="rId2"/>
          <a:stretch>
            <a:fillRect/>
          </a:stretch>
        </p:blipFill>
        <p:spPr>
          <a:xfrm>
            <a:off x="3562130" y="891320"/>
            <a:ext cx="5067739" cy="5075360"/>
          </a:xfrm>
          <a:prstGeom prst="rect">
            <a:avLst/>
          </a:prstGeom>
        </p:spPr>
      </p:pic>
    </p:spTree>
    <p:extLst>
      <p:ext uri="{BB962C8B-B14F-4D97-AF65-F5344CB8AC3E}">
        <p14:creationId xmlns:p14="http://schemas.microsoft.com/office/powerpoint/2010/main" val="10715314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588685-2709-50CF-378D-44FDA45C49D2}"/>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6B4AB07D-516C-5C5C-B51D-F0E8D1D89738}"/>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007E1E72-34EB-B037-AEDF-115C8B9C2D09}"/>
              </a:ext>
            </a:extLst>
          </p:cNvPr>
          <p:cNvPicPr>
            <a:picLocks noChangeAspect="1"/>
          </p:cNvPicPr>
          <p:nvPr/>
        </p:nvPicPr>
        <p:blipFill>
          <a:blip r:embed="rId2"/>
          <a:stretch>
            <a:fillRect/>
          </a:stretch>
        </p:blipFill>
        <p:spPr>
          <a:xfrm>
            <a:off x="838200" y="2315982"/>
            <a:ext cx="11425815" cy="2226035"/>
          </a:xfrm>
          <a:prstGeom prst="rect">
            <a:avLst/>
          </a:prstGeom>
        </p:spPr>
      </p:pic>
    </p:spTree>
    <p:extLst>
      <p:ext uri="{BB962C8B-B14F-4D97-AF65-F5344CB8AC3E}">
        <p14:creationId xmlns:p14="http://schemas.microsoft.com/office/powerpoint/2010/main" val="230740682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41CBB4-4332-CC27-31DC-1118749DC9EE}"/>
              </a:ext>
            </a:extLst>
          </p:cNvPr>
          <p:cNvSpPr>
            <a:spLocks noGrp="1"/>
          </p:cNvSpPr>
          <p:nvPr>
            <p:ph type="title"/>
          </p:nvPr>
        </p:nvSpPr>
        <p:spPr/>
        <p:txBody>
          <a:bodyPr/>
          <a:lstStyle/>
          <a:p>
            <a:r>
              <a:rPr lang="en-US" dirty="0"/>
              <a:t>Action point 1</a:t>
            </a:r>
            <a:endParaRPr lang="en-NL" dirty="0"/>
          </a:p>
        </p:txBody>
      </p:sp>
      <p:sp>
        <p:nvSpPr>
          <p:cNvPr id="3" name="Content Placeholder 2">
            <a:extLst>
              <a:ext uri="{FF2B5EF4-FFF2-40B4-BE49-F238E27FC236}">
                <a16:creationId xmlns:a16="http://schemas.microsoft.com/office/drawing/2014/main" id="{EF5F3971-08E2-AD39-C334-D1FA58F77EB2}"/>
              </a:ext>
            </a:extLst>
          </p:cNvPr>
          <p:cNvSpPr>
            <a:spLocks noGrp="1"/>
          </p:cNvSpPr>
          <p:nvPr>
            <p:ph idx="1"/>
          </p:nvPr>
        </p:nvSpPr>
        <p:spPr/>
        <p:txBody>
          <a:bodyPr/>
          <a:lstStyle/>
          <a:p>
            <a:r>
              <a:rPr lang="en-US" dirty="0"/>
              <a:t>You should have a Gantt-chart or some other planning with what should be the next steps in the research.</a:t>
            </a:r>
          </a:p>
          <a:p>
            <a:r>
              <a:rPr lang="en-US" dirty="0"/>
              <a:t>Questions can also be put here</a:t>
            </a:r>
            <a:endParaRPr lang="en-NL" dirty="0"/>
          </a:p>
        </p:txBody>
      </p:sp>
      <p:sp>
        <p:nvSpPr>
          <p:cNvPr id="4" name="Rectangle 3">
            <a:extLst>
              <a:ext uri="{FF2B5EF4-FFF2-40B4-BE49-F238E27FC236}">
                <a16:creationId xmlns:a16="http://schemas.microsoft.com/office/drawing/2014/main" id="{B119E904-9495-8CB1-E838-D562CF8BB5D9}"/>
              </a:ext>
            </a:extLst>
          </p:cNvPr>
          <p:cNvSpPr/>
          <p:nvPr/>
        </p:nvSpPr>
        <p:spPr>
          <a:xfrm>
            <a:off x="6985686" y="3273553"/>
            <a:ext cx="4827373" cy="3038347"/>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dirty="0"/>
              <a:t>Some figure showing the result achieved like a plot or some theory.</a:t>
            </a:r>
          </a:p>
          <a:p>
            <a:pPr algn="ctr"/>
            <a:r>
              <a:rPr lang="en-US" dirty="0"/>
              <a:t>When applicable, the same as will go in final report. Otherwise just take screenshots from relevant papers.</a:t>
            </a:r>
            <a:endParaRPr lang="en-NL" dirty="0"/>
          </a:p>
        </p:txBody>
      </p:sp>
    </p:spTree>
    <p:extLst>
      <p:ext uri="{BB962C8B-B14F-4D97-AF65-F5344CB8AC3E}">
        <p14:creationId xmlns:p14="http://schemas.microsoft.com/office/powerpoint/2010/main" val="213862658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6A021E-2C4E-384D-1D60-37A10791DCA6}"/>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9DD03C35-FADC-2EEF-554B-0E03ED99EE20}"/>
              </a:ext>
            </a:extLst>
          </p:cNvPr>
          <p:cNvSpPr>
            <a:spLocks noGrp="1"/>
          </p:cNvSpPr>
          <p:nvPr>
            <p:ph idx="1"/>
          </p:nvPr>
        </p:nvSpPr>
        <p:spPr/>
        <p:txBody>
          <a:bodyPr>
            <a:normAutofit fontScale="92500"/>
          </a:bodyPr>
          <a:lstStyle/>
          <a:p>
            <a:r>
              <a:rPr lang="en-US" dirty="0" err="1"/>
              <a:t>Vragen</a:t>
            </a:r>
            <a:r>
              <a:rPr lang="en-US" dirty="0"/>
              <a:t> feedforward </a:t>
            </a:r>
            <a:r>
              <a:rPr lang="en-US" dirty="0" err="1"/>
              <a:t>en</a:t>
            </a:r>
            <a:r>
              <a:rPr lang="en-US" dirty="0"/>
              <a:t> feedback, </a:t>
            </a:r>
            <a:r>
              <a:rPr lang="en-US" dirty="0" err="1"/>
              <a:t>belangrijk</a:t>
            </a:r>
            <a:r>
              <a:rPr lang="en-US" dirty="0"/>
              <a:t> model?</a:t>
            </a:r>
          </a:p>
          <a:p>
            <a:pPr lvl="1"/>
            <a:r>
              <a:rPr lang="en-US" dirty="0"/>
              <a:t>Voor </a:t>
            </a:r>
            <a:r>
              <a:rPr lang="en-US" dirty="0" err="1"/>
              <a:t>realitische</a:t>
            </a:r>
            <a:r>
              <a:rPr lang="en-US" dirty="0"/>
              <a:t> motion profiles?</a:t>
            </a:r>
          </a:p>
          <a:p>
            <a:r>
              <a:rPr lang="en-US" dirty="0" err="1"/>
              <a:t>Vraag</a:t>
            </a:r>
            <a:r>
              <a:rPr lang="en-US" dirty="0"/>
              <a:t> </a:t>
            </a:r>
            <a:r>
              <a:rPr lang="en-US" dirty="0" err="1"/>
              <a:t>aan</a:t>
            </a:r>
            <a:r>
              <a:rPr lang="en-US" dirty="0"/>
              <a:t> het </a:t>
            </a:r>
            <a:r>
              <a:rPr lang="en-US" dirty="0" err="1"/>
              <a:t>einde</a:t>
            </a:r>
            <a:r>
              <a:rPr lang="en-US" dirty="0"/>
              <a:t> </a:t>
            </a:r>
            <a:r>
              <a:rPr lang="en-US" dirty="0" err="1"/>
              <a:t>verwerken</a:t>
            </a:r>
            <a:r>
              <a:rPr lang="en-US" dirty="0"/>
              <a:t> </a:t>
            </a:r>
            <a:r>
              <a:rPr lang="en-US" dirty="0" err="1"/>
              <a:t>toth</a:t>
            </a:r>
            <a:r>
              <a:rPr lang="en-US" dirty="0"/>
              <a:t> </a:t>
            </a:r>
            <a:r>
              <a:rPr lang="en-US" dirty="0" err="1"/>
              <a:t>zijn</a:t>
            </a:r>
            <a:r>
              <a:rPr lang="en-US" dirty="0"/>
              <a:t> papers. En </a:t>
            </a:r>
            <a:r>
              <a:rPr lang="en-US" dirty="0" err="1"/>
              <a:t>andere</a:t>
            </a:r>
            <a:r>
              <a:rPr lang="en-US" dirty="0"/>
              <a:t> feedback</a:t>
            </a:r>
          </a:p>
          <a:p>
            <a:r>
              <a:rPr lang="en-US" dirty="0" err="1"/>
              <a:t>Gewoon</a:t>
            </a:r>
            <a:r>
              <a:rPr lang="en-US" dirty="0"/>
              <a:t> ff laten </a:t>
            </a:r>
            <a:r>
              <a:rPr lang="en-US" dirty="0" err="1"/>
              <a:t>zien</a:t>
            </a:r>
            <a:r>
              <a:rPr lang="en-US" dirty="0"/>
              <a:t> wat </a:t>
            </a:r>
            <a:r>
              <a:rPr lang="en-US" dirty="0" err="1"/>
              <a:t>aangepast</a:t>
            </a:r>
            <a:r>
              <a:rPr lang="en-US" dirty="0"/>
              <a:t> </a:t>
            </a:r>
            <a:r>
              <a:rPr lang="en-US" dirty="0" err="1"/>
              <a:t>en</a:t>
            </a:r>
            <a:r>
              <a:rPr lang="en-US" dirty="0"/>
              <a:t> </a:t>
            </a:r>
            <a:r>
              <a:rPr lang="en-US" dirty="0" err="1"/>
              <a:t>huidige</a:t>
            </a:r>
            <a:r>
              <a:rPr lang="en-US" dirty="0"/>
              <a:t> </a:t>
            </a:r>
            <a:r>
              <a:rPr lang="en-US" dirty="0" err="1"/>
              <a:t>versie</a:t>
            </a:r>
            <a:r>
              <a:rPr lang="en-US" dirty="0"/>
              <a:t> </a:t>
            </a:r>
            <a:r>
              <a:rPr lang="en-US" dirty="0" err="1"/>
              <a:t>kort</a:t>
            </a:r>
            <a:r>
              <a:rPr lang="en-US" dirty="0"/>
              <a:t> </a:t>
            </a:r>
            <a:r>
              <a:rPr lang="en-US" dirty="0" err="1"/>
              <a:t>benoemen</a:t>
            </a:r>
            <a:r>
              <a:rPr lang="en-US" dirty="0"/>
              <a:t> research plan.</a:t>
            </a:r>
          </a:p>
          <a:p>
            <a:r>
              <a:rPr lang="en-US" dirty="0"/>
              <a:t>Explain what each q is from </a:t>
            </a:r>
            <a:r>
              <a:rPr lang="en-US" dirty="0" err="1"/>
              <a:t>matlab</a:t>
            </a:r>
            <a:endParaRPr lang="en-US" dirty="0"/>
          </a:p>
          <a:p>
            <a:r>
              <a:rPr lang="en-US" dirty="0"/>
              <a:t>Explain how it is obtained from the García paper FP baseline model I got</a:t>
            </a:r>
          </a:p>
          <a:p>
            <a:r>
              <a:rPr lang="en-US" dirty="0"/>
              <a:t>How to justify current methods over simpler metrics such as basis functions….</a:t>
            </a:r>
            <a:endParaRPr lang="en-NL" dirty="0"/>
          </a:p>
        </p:txBody>
      </p:sp>
    </p:spTree>
    <p:extLst>
      <p:ext uri="{BB962C8B-B14F-4D97-AF65-F5344CB8AC3E}">
        <p14:creationId xmlns:p14="http://schemas.microsoft.com/office/powerpoint/2010/main" val="338877470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7A3430-DFA4-7A7B-68DA-6EE188F43C9D}"/>
              </a:ext>
            </a:extLst>
          </p:cNvPr>
          <p:cNvSpPr>
            <a:spLocks noGrp="1"/>
          </p:cNvSpPr>
          <p:nvPr>
            <p:ph type="title"/>
          </p:nvPr>
        </p:nvSpPr>
        <p:spPr/>
        <p:txBody>
          <a:bodyPr/>
          <a:lstStyle/>
          <a:p>
            <a:endParaRPr lang="en-NL" dirty="0"/>
          </a:p>
        </p:txBody>
      </p:sp>
      <p:sp>
        <p:nvSpPr>
          <p:cNvPr id="3" name="Content Placeholder 2">
            <a:extLst>
              <a:ext uri="{FF2B5EF4-FFF2-40B4-BE49-F238E27FC236}">
                <a16:creationId xmlns:a16="http://schemas.microsoft.com/office/drawing/2014/main" id="{B5557FBB-BD36-60AB-B711-EF01A83C2285}"/>
              </a:ext>
            </a:extLst>
          </p:cNvPr>
          <p:cNvSpPr>
            <a:spLocks noGrp="1"/>
          </p:cNvSpPr>
          <p:nvPr>
            <p:ph idx="1"/>
          </p:nvPr>
        </p:nvSpPr>
        <p:spPr/>
        <p:txBody>
          <a:bodyPr/>
          <a:lstStyle/>
          <a:p>
            <a:r>
              <a:rPr lang="en-US" dirty="0"/>
              <a:t>Feedforward and feedback simulation</a:t>
            </a:r>
          </a:p>
          <a:p>
            <a:pPr lvl="1"/>
            <a:r>
              <a:rPr lang="en-US" dirty="0"/>
              <a:t>For realistic motion profiles need to take into account for simulation?</a:t>
            </a:r>
          </a:p>
          <a:p>
            <a:pPr lvl="1"/>
            <a:r>
              <a:rPr lang="en-US" dirty="0"/>
              <a:t>Jasper suggested rigid body feedforward</a:t>
            </a:r>
            <a:endParaRPr lang="en-NL" dirty="0"/>
          </a:p>
        </p:txBody>
      </p:sp>
    </p:spTree>
    <p:extLst>
      <p:ext uri="{BB962C8B-B14F-4D97-AF65-F5344CB8AC3E}">
        <p14:creationId xmlns:p14="http://schemas.microsoft.com/office/powerpoint/2010/main" val="235972416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D0B76E-7E84-15A5-737F-6A8C4DEDAD66}"/>
              </a:ext>
            </a:extLst>
          </p:cNvPr>
          <p:cNvSpPr>
            <a:spLocks noGrp="1"/>
          </p:cNvSpPr>
          <p:nvPr>
            <p:ph type="title"/>
          </p:nvPr>
        </p:nvSpPr>
        <p:spPr/>
        <p:txBody>
          <a:bodyPr/>
          <a:lstStyle/>
          <a:p>
            <a:r>
              <a:rPr lang="en-US" dirty="0"/>
              <a:t>First Principles Augmentation Verification</a:t>
            </a:r>
            <a:endParaRPr lang="en-NL" dirty="0"/>
          </a:p>
        </p:txBody>
      </p:sp>
      <p:sp>
        <p:nvSpPr>
          <p:cNvPr id="3" name="Content Placeholder 2">
            <a:extLst>
              <a:ext uri="{FF2B5EF4-FFF2-40B4-BE49-F238E27FC236}">
                <a16:creationId xmlns:a16="http://schemas.microsoft.com/office/drawing/2014/main" id="{7F09A8D7-DA82-A322-C709-9A2F10812F1C}"/>
              </a:ext>
            </a:extLst>
          </p:cNvPr>
          <p:cNvSpPr>
            <a:spLocks noGrp="1"/>
          </p:cNvSpPr>
          <p:nvPr>
            <p:ph idx="1"/>
          </p:nvPr>
        </p:nvSpPr>
        <p:spPr/>
        <p:txBody>
          <a:bodyPr/>
          <a:lstStyle/>
          <a:p>
            <a:r>
              <a:rPr lang="en-US" dirty="0"/>
              <a:t>Jasper suggested creating two first-principles models.</a:t>
            </a:r>
          </a:p>
          <a:p>
            <a:r>
              <a:rPr lang="en-US" dirty="0"/>
              <a:t>Similar to how Jan validated his augmentation for the MSD</a:t>
            </a:r>
          </a:p>
          <a:p>
            <a:pPr lvl="1"/>
            <a:r>
              <a:rPr lang="en-US" dirty="0"/>
              <a:t>Create simulation data by adding an extra state to the current FP-baseline</a:t>
            </a:r>
          </a:p>
          <a:p>
            <a:pPr lvl="1"/>
            <a:r>
              <a:rPr lang="en-US" dirty="0"/>
              <a:t>Try to capture this extra state with the augmentation and verify that it correctly captures the state purely from data</a:t>
            </a:r>
            <a:endParaRPr lang="en-NL" dirty="0"/>
          </a:p>
        </p:txBody>
      </p:sp>
    </p:spTree>
    <p:extLst>
      <p:ext uri="{BB962C8B-B14F-4D97-AF65-F5344CB8AC3E}">
        <p14:creationId xmlns:p14="http://schemas.microsoft.com/office/powerpoint/2010/main" val="373067014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1B3EB4-461D-571F-610A-24441A990039}"/>
              </a:ext>
            </a:extLst>
          </p:cNvPr>
          <p:cNvSpPr>
            <a:spLocks noGrp="1"/>
          </p:cNvSpPr>
          <p:nvPr>
            <p:ph type="title"/>
          </p:nvPr>
        </p:nvSpPr>
        <p:spPr/>
        <p:txBody>
          <a:bodyPr/>
          <a:lstStyle/>
          <a:p>
            <a:r>
              <a:rPr lang="en-US" dirty="0"/>
              <a:t>Question 1</a:t>
            </a:r>
            <a:endParaRPr lang="en-NL" dirty="0"/>
          </a:p>
        </p:txBody>
      </p:sp>
      <p:sp>
        <p:nvSpPr>
          <p:cNvPr id="3" name="Content Placeholder 2">
            <a:extLst>
              <a:ext uri="{FF2B5EF4-FFF2-40B4-BE49-F238E27FC236}">
                <a16:creationId xmlns:a16="http://schemas.microsoft.com/office/drawing/2014/main" id="{34AFC5D6-D57D-0257-3269-B6FE219D5760}"/>
              </a:ext>
            </a:extLst>
          </p:cNvPr>
          <p:cNvSpPr>
            <a:spLocks noGrp="1"/>
          </p:cNvSpPr>
          <p:nvPr>
            <p:ph idx="1"/>
          </p:nvPr>
        </p:nvSpPr>
        <p:spPr/>
        <p:txBody>
          <a:bodyPr>
            <a:normAutofit/>
          </a:bodyPr>
          <a:lstStyle/>
          <a:p>
            <a:r>
              <a:rPr lang="en-US" dirty="0"/>
              <a:t>Should I include feedforward in the simulation alongside the feedback controller? Currently the simulation uses feedback only, meaning the residual between the baseline model and the nonlinear reference mixes model error (Coriolis, Coulomb, flexible dynamics) with control lag.    </a:t>
            </a:r>
          </a:p>
          <a:p>
            <a:r>
              <a:rPr lang="en-US" dirty="0"/>
              <a:t>Including feedforward would make the residual a cleaner measure of model mismatch and the force profiles more representative of real machine operation </a:t>
            </a:r>
          </a:p>
          <a:p>
            <a:pPr lvl="1"/>
            <a:r>
              <a:rPr lang="en-US" dirty="0"/>
              <a:t>(relevant for realistic motion profiles)</a:t>
            </a:r>
          </a:p>
          <a:p>
            <a:r>
              <a:rPr lang="en-US" dirty="0"/>
              <a:t>Jasper suggested rigid-body feedforward</a:t>
            </a:r>
            <a:endParaRPr lang="en-NL" dirty="0"/>
          </a:p>
        </p:txBody>
      </p:sp>
    </p:spTree>
    <p:extLst>
      <p:ext uri="{BB962C8B-B14F-4D97-AF65-F5344CB8AC3E}">
        <p14:creationId xmlns:p14="http://schemas.microsoft.com/office/powerpoint/2010/main" val="283981297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09C685-3220-0054-736B-4625CF57BB17}"/>
              </a:ext>
            </a:extLst>
          </p:cNvPr>
          <p:cNvSpPr>
            <a:spLocks noGrp="1"/>
          </p:cNvSpPr>
          <p:nvPr>
            <p:ph type="title"/>
          </p:nvPr>
        </p:nvSpPr>
        <p:spPr/>
        <p:txBody>
          <a:bodyPr/>
          <a:lstStyle/>
          <a:p>
            <a:r>
              <a:rPr lang="en-US" dirty="0"/>
              <a:t>Question 2 / Clarification</a:t>
            </a:r>
            <a:endParaRPr lang="en-NL" dirty="0"/>
          </a:p>
        </p:txBody>
      </p:sp>
      <p:sp>
        <p:nvSpPr>
          <p:cNvPr id="3" name="Content Placeholder 2">
            <a:extLst>
              <a:ext uri="{FF2B5EF4-FFF2-40B4-BE49-F238E27FC236}">
                <a16:creationId xmlns:a16="http://schemas.microsoft.com/office/drawing/2014/main" id="{A4A1A7C3-BD4C-7BB1-3E46-A8040C6F8667}"/>
              </a:ext>
            </a:extLst>
          </p:cNvPr>
          <p:cNvSpPr>
            <a:spLocks noGrp="1"/>
          </p:cNvSpPr>
          <p:nvPr>
            <p:ph idx="1"/>
          </p:nvPr>
        </p:nvSpPr>
        <p:spPr/>
        <p:txBody>
          <a:bodyPr>
            <a:normAutofit/>
          </a:bodyPr>
          <a:lstStyle/>
          <a:p>
            <a:r>
              <a:rPr lang="en-US" dirty="0"/>
              <a:t>The dual gantry has Y-dependent dynamics (LPV)</a:t>
            </a:r>
          </a:p>
          <a:p>
            <a:r>
              <a:rPr lang="en-US" dirty="0"/>
              <a:t>The augmentation needs the delta p block so the learned correction can vary with Y</a:t>
            </a:r>
          </a:p>
          <a:p>
            <a:r>
              <a:rPr lang="en-US" dirty="0"/>
              <a:t>The FP-LPV baseline already recomputes A(Y), B(Y) from physics at each step</a:t>
            </a:r>
          </a:p>
          <a:p>
            <a:pPr lvl="1"/>
            <a:r>
              <a:rPr lang="en-US" dirty="0"/>
              <a:t>so the delta p block is not needed for the baseline</a:t>
            </a:r>
          </a:p>
          <a:p>
            <a:r>
              <a:rPr lang="en-US" dirty="0"/>
              <a:t>Is this reasoning correct for if we include baseline parameter refinement during training?</a:t>
            </a:r>
          </a:p>
          <a:p>
            <a:pPr lvl="1"/>
            <a:r>
              <a:rPr lang="en-US" dirty="0"/>
              <a:t>Then I don’t need to take this into consideration with my baseline verification</a:t>
            </a:r>
            <a:endParaRPr lang="en-NL" dirty="0"/>
          </a:p>
        </p:txBody>
      </p:sp>
    </p:spTree>
    <p:extLst>
      <p:ext uri="{BB962C8B-B14F-4D97-AF65-F5344CB8AC3E}">
        <p14:creationId xmlns:p14="http://schemas.microsoft.com/office/powerpoint/2010/main" val="158708589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8F8355-3141-854B-2407-F279D46A1518}"/>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F218703F-60FD-3A5C-7BC0-911614576B02}"/>
              </a:ext>
            </a:extLst>
          </p:cNvPr>
          <p:cNvSpPr>
            <a:spLocks noGrp="1"/>
          </p:cNvSpPr>
          <p:nvPr>
            <p:ph idx="1"/>
          </p:nvPr>
        </p:nvSpPr>
        <p:spPr/>
        <p:txBody>
          <a:bodyPr>
            <a:normAutofit fontScale="92500"/>
          </a:bodyPr>
          <a:lstStyle/>
          <a:p>
            <a:r>
              <a:rPr lang="en-US" dirty="0"/>
              <a:t> 1. Training data realism: should the simulated baseline match how the     real machine is operated (with feedforward), or is a feedback-only</a:t>
            </a:r>
          </a:p>
          <a:p>
            <a:r>
              <a:rPr lang="en-US" dirty="0"/>
              <a:t>  baseline sufficient for learning the model mismatch?                    </a:t>
            </a:r>
          </a:p>
          <a:p>
            <a:r>
              <a:rPr lang="en-US" dirty="0"/>
              <a:t>  2. What the network should learn: with feedforward the residual is</a:t>
            </a:r>
          </a:p>
          <a:p>
            <a:r>
              <a:rPr lang="en-US" dirty="0"/>
              <a:t>  purely model error (Coriolis, Coulomb, flexible dynamics). Without it     the residual mixes model error with control lag. The augmentation should   ideally learn only the former.                                         </a:t>
            </a:r>
          </a:p>
          <a:p>
            <a:r>
              <a:rPr lang="en-US" dirty="0"/>
              <a:t>  3. Generalization: if the network trains on feedback-only data but the</a:t>
            </a:r>
          </a:p>
          <a:p>
            <a:r>
              <a:rPr lang="en-US" dirty="0"/>
              <a:t>  real machine uses feedforward, the force profiles seen during training    vs deployment differ — potential generalization issue.</a:t>
            </a:r>
            <a:endParaRPr lang="en-NL" dirty="0"/>
          </a:p>
        </p:txBody>
      </p:sp>
    </p:spTree>
    <p:extLst>
      <p:ext uri="{BB962C8B-B14F-4D97-AF65-F5344CB8AC3E}">
        <p14:creationId xmlns:p14="http://schemas.microsoft.com/office/powerpoint/2010/main" val="139731837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36BEE0-E799-77DA-5E91-A5195943FA65}"/>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F95DC8F8-4849-F970-75BB-69D78ABE3536}"/>
              </a:ext>
            </a:extLst>
          </p:cNvPr>
          <p:cNvSpPr>
            <a:spLocks noGrp="1"/>
          </p:cNvSpPr>
          <p:nvPr>
            <p:ph idx="1"/>
          </p:nvPr>
        </p:nvSpPr>
        <p:spPr/>
        <p:txBody>
          <a:bodyPr/>
          <a:lstStyle/>
          <a:p>
            <a:r>
              <a:rPr lang="en-US" dirty="0"/>
              <a:t>Jasper (ASMPT) suggested using rigid body feedforward (</a:t>
            </a:r>
            <a:r>
              <a:rPr lang="en-US" dirty="0" err="1"/>
              <a:t>F_ff</a:t>
            </a:r>
            <a:r>
              <a:rPr lang="en-US" dirty="0"/>
              <a:t> = M(</a:t>
            </a:r>
            <a:r>
              <a:rPr lang="en-US" dirty="0" err="1"/>
              <a:t>Y_ref</a:t>
            </a:r>
            <a:r>
              <a:rPr lang="en-US" dirty="0"/>
              <a:t>)   * </a:t>
            </a:r>
            <a:r>
              <a:rPr lang="en-US" dirty="0" err="1"/>
              <a:t>a_ref</a:t>
            </a:r>
            <a:r>
              <a:rPr lang="en-US" dirty="0"/>
              <a:t>) in the simulation. Should the baseline simulation include this   to make the force profiles representative of real machine operation, or</a:t>
            </a:r>
          </a:p>
          <a:p>
            <a:r>
              <a:rPr lang="en-US" dirty="0"/>
              <a:t>   should we keep feedback-only for now and address it when real </a:t>
            </a:r>
          </a:p>
          <a:p>
            <a:r>
              <a:rPr lang="en-US" dirty="0"/>
              <a:t>  experimental data is available? </a:t>
            </a:r>
            <a:endParaRPr lang="en-NL" dirty="0"/>
          </a:p>
        </p:txBody>
      </p:sp>
    </p:spTree>
    <p:extLst>
      <p:ext uri="{BB962C8B-B14F-4D97-AF65-F5344CB8AC3E}">
        <p14:creationId xmlns:p14="http://schemas.microsoft.com/office/powerpoint/2010/main" val="270409793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0456E6-7370-65DC-D188-BD8B7DCB39B9}"/>
              </a:ext>
            </a:extLst>
          </p:cNvPr>
          <p:cNvSpPr>
            <a:spLocks noGrp="1"/>
          </p:cNvSpPr>
          <p:nvPr>
            <p:ph type="title"/>
          </p:nvPr>
        </p:nvSpPr>
        <p:spPr/>
        <p:txBody>
          <a:bodyPr/>
          <a:lstStyle/>
          <a:p>
            <a:r>
              <a:rPr lang="en-US" dirty="0"/>
              <a:t>Drenth’s residual P-block</a:t>
            </a:r>
            <a:endParaRPr lang="en-NL" dirty="0"/>
          </a:p>
        </p:txBody>
      </p:sp>
      <p:sp>
        <p:nvSpPr>
          <p:cNvPr id="3" name="Content Placeholder 2">
            <a:extLst>
              <a:ext uri="{FF2B5EF4-FFF2-40B4-BE49-F238E27FC236}">
                <a16:creationId xmlns:a16="http://schemas.microsoft.com/office/drawing/2014/main" id="{2EB0F4CA-981E-5CBA-156E-B2B51F30AC70}"/>
              </a:ext>
            </a:extLst>
          </p:cNvPr>
          <p:cNvSpPr>
            <a:spLocks noGrp="1"/>
          </p:cNvSpPr>
          <p:nvPr>
            <p:ph idx="1"/>
          </p:nvPr>
        </p:nvSpPr>
        <p:spPr/>
        <p:txBody>
          <a:bodyPr/>
          <a:lstStyle/>
          <a:p>
            <a:r>
              <a:rPr lang="nl-NL" dirty="0"/>
              <a:t>En wat als de </a:t>
            </a:r>
            <a:r>
              <a:rPr lang="nl-NL" dirty="0" err="1"/>
              <a:t>augmentation</a:t>
            </a:r>
            <a:r>
              <a:rPr lang="nl-NL" dirty="0"/>
              <a:t> ook de baseline parameters aan moet kunnen passen dan zorgen dat het samen werkt met </a:t>
            </a:r>
            <a:r>
              <a:rPr lang="nl-NL" dirty="0" err="1"/>
              <a:t>drenth’s</a:t>
            </a:r>
            <a:r>
              <a:rPr lang="nl-NL" dirty="0"/>
              <a:t> delta p block</a:t>
            </a:r>
          </a:p>
          <a:p>
            <a:r>
              <a:rPr lang="nl-NL" dirty="0" err="1"/>
              <a:t>Should</a:t>
            </a:r>
            <a:r>
              <a:rPr lang="nl-NL" dirty="0"/>
              <a:t> I </a:t>
            </a:r>
            <a:r>
              <a:rPr lang="nl-NL" dirty="0" err="1"/>
              <a:t>add</a:t>
            </a:r>
            <a:r>
              <a:rPr lang="nl-NL" dirty="0"/>
              <a:t> </a:t>
            </a:r>
            <a:r>
              <a:rPr lang="nl-NL" dirty="0" err="1"/>
              <a:t>this</a:t>
            </a:r>
            <a:r>
              <a:rPr lang="nl-NL" dirty="0"/>
              <a:t> block </a:t>
            </a:r>
            <a:r>
              <a:rPr lang="nl-NL" dirty="0" err="1"/>
              <a:t>also</a:t>
            </a:r>
            <a:r>
              <a:rPr lang="nl-NL" dirty="0"/>
              <a:t> </a:t>
            </a:r>
            <a:r>
              <a:rPr lang="nl-NL" dirty="0" err="1"/>
              <a:t>for</a:t>
            </a:r>
            <a:r>
              <a:rPr lang="nl-NL" dirty="0"/>
              <a:t> </a:t>
            </a:r>
            <a:r>
              <a:rPr lang="nl-NL" dirty="0" err="1"/>
              <a:t>the</a:t>
            </a:r>
            <a:r>
              <a:rPr lang="nl-NL" dirty="0"/>
              <a:t> LPV baseline. </a:t>
            </a:r>
            <a:r>
              <a:rPr lang="nl-NL" dirty="0" err="1"/>
              <a:t>Since</a:t>
            </a:r>
            <a:r>
              <a:rPr lang="nl-NL" dirty="0"/>
              <a:t> </a:t>
            </a:r>
            <a:r>
              <a:rPr lang="nl-NL" dirty="0" err="1"/>
              <a:t>the</a:t>
            </a:r>
            <a:r>
              <a:rPr lang="nl-NL" dirty="0"/>
              <a:t> plan is </a:t>
            </a:r>
            <a:r>
              <a:rPr lang="nl-NL" dirty="0" err="1"/>
              <a:t>to</a:t>
            </a:r>
            <a:r>
              <a:rPr lang="nl-NL" dirty="0"/>
              <a:t> update </a:t>
            </a:r>
            <a:r>
              <a:rPr lang="nl-NL" dirty="0" err="1"/>
              <a:t>the</a:t>
            </a:r>
            <a:r>
              <a:rPr lang="nl-NL" dirty="0"/>
              <a:t> parameters of </a:t>
            </a:r>
            <a:r>
              <a:rPr lang="nl-NL" dirty="0" err="1"/>
              <a:t>the</a:t>
            </a:r>
            <a:r>
              <a:rPr lang="nl-NL" dirty="0"/>
              <a:t> First-</a:t>
            </a:r>
            <a:r>
              <a:rPr lang="nl-NL" dirty="0" err="1"/>
              <a:t>Principles</a:t>
            </a:r>
            <a:r>
              <a:rPr lang="nl-NL" dirty="0"/>
              <a:t> model </a:t>
            </a:r>
            <a:r>
              <a:rPr lang="nl-NL" dirty="0" err="1"/>
              <a:t>aswel</a:t>
            </a:r>
            <a:r>
              <a:rPr lang="nl-NL" dirty="0"/>
              <a:t>?</a:t>
            </a:r>
            <a:endParaRPr lang="en-NL" dirty="0"/>
          </a:p>
        </p:txBody>
      </p:sp>
    </p:spTree>
    <p:extLst>
      <p:ext uri="{BB962C8B-B14F-4D97-AF65-F5344CB8AC3E}">
        <p14:creationId xmlns:p14="http://schemas.microsoft.com/office/powerpoint/2010/main" val="339142149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B8A362-A6A3-E0E6-4474-46793B540E93}"/>
              </a:ext>
            </a:extLst>
          </p:cNvPr>
          <p:cNvSpPr>
            <a:spLocks noGrp="1"/>
          </p:cNvSpPr>
          <p:nvPr>
            <p:ph type="title"/>
          </p:nvPr>
        </p:nvSpPr>
        <p:spPr/>
        <p:txBody>
          <a:bodyPr/>
          <a:lstStyle/>
          <a:p>
            <a:r>
              <a:rPr lang="en-US" dirty="0"/>
              <a:t>Design FP-LPV around augmentation architecture</a:t>
            </a:r>
            <a:endParaRPr lang="en-NL" dirty="0"/>
          </a:p>
        </p:txBody>
      </p:sp>
      <p:sp>
        <p:nvSpPr>
          <p:cNvPr id="3" name="Content Placeholder 2">
            <a:extLst>
              <a:ext uri="{FF2B5EF4-FFF2-40B4-BE49-F238E27FC236}">
                <a16:creationId xmlns:a16="http://schemas.microsoft.com/office/drawing/2014/main" id="{735B5266-9328-782D-40ED-3C864B7DB849}"/>
              </a:ext>
            </a:extLst>
          </p:cNvPr>
          <p:cNvSpPr>
            <a:spLocks noGrp="1"/>
          </p:cNvSpPr>
          <p:nvPr>
            <p:ph idx="1"/>
          </p:nvPr>
        </p:nvSpPr>
        <p:spPr/>
        <p:txBody>
          <a:bodyPr>
            <a:normAutofit fontScale="92500"/>
          </a:bodyPr>
          <a:lstStyle/>
          <a:p>
            <a:r>
              <a:rPr lang="en-US" dirty="0"/>
              <a:t>I also wanted to discuss with you the structure we need for the </a:t>
            </a:r>
            <a:r>
              <a:rPr lang="en-US" dirty="0" err="1"/>
              <a:t>fp-lpv</a:t>
            </a:r>
            <a:r>
              <a:rPr lang="en-US" dirty="0"/>
              <a:t> </a:t>
            </a:r>
          </a:p>
          <a:p>
            <a:r>
              <a:rPr lang="en-US" dirty="0"/>
              <a:t>  dt ss baseline in the augmentation model. because not only is </a:t>
            </a:r>
            <a:r>
              <a:rPr lang="en-US" dirty="0" err="1"/>
              <a:t>jan</a:t>
            </a:r>
            <a:r>
              <a:rPr lang="en-US" dirty="0"/>
              <a:t> his   </a:t>
            </a:r>
          </a:p>
          <a:p>
            <a:r>
              <a:rPr lang="en-US" dirty="0"/>
              <a:t>  </a:t>
            </a:r>
            <a:r>
              <a:rPr lang="en-US" dirty="0" err="1"/>
              <a:t>augmenation</a:t>
            </a:r>
            <a:r>
              <a:rPr lang="en-US" dirty="0"/>
              <a:t> code able to augment the structure by adding states, it     </a:t>
            </a:r>
          </a:p>
          <a:p>
            <a:r>
              <a:rPr lang="en-US" dirty="0"/>
              <a:t>  is also capable of better estimating the </a:t>
            </a:r>
            <a:r>
              <a:rPr lang="en-US" dirty="0" err="1"/>
              <a:t>fp</a:t>
            </a:r>
            <a:r>
              <a:rPr lang="en-US" dirty="0"/>
              <a:t> model parameters from the   </a:t>
            </a:r>
          </a:p>
          <a:p>
            <a:r>
              <a:rPr lang="en-US" dirty="0"/>
              <a:t>  baseline. but how does this work with </a:t>
            </a:r>
            <a:r>
              <a:rPr lang="en-US" dirty="0" err="1"/>
              <a:t>lpv</a:t>
            </a:r>
            <a:r>
              <a:rPr lang="en-US" dirty="0"/>
              <a:t>, should we still add a </a:t>
            </a:r>
            <a:r>
              <a:rPr lang="en-US" dirty="0" err="1"/>
              <a:t>lpv</a:t>
            </a:r>
            <a:r>
              <a:rPr lang="en-US" dirty="0"/>
              <a:t>    </a:t>
            </a:r>
          </a:p>
          <a:p>
            <a:r>
              <a:rPr lang="en-US" dirty="0"/>
              <a:t>  residual p block, similar to </a:t>
            </a:r>
            <a:r>
              <a:rPr lang="en-US" dirty="0" err="1"/>
              <a:t>drenth</a:t>
            </a:r>
            <a:r>
              <a:rPr lang="en-US" dirty="0"/>
              <a:t> for the </a:t>
            </a:r>
            <a:r>
              <a:rPr lang="en-US" dirty="0" err="1"/>
              <a:t>fp</a:t>
            </a:r>
            <a:r>
              <a:rPr lang="en-US" dirty="0"/>
              <a:t> baseline?</a:t>
            </a:r>
            <a:endParaRPr lang="en-NL" dirty="0"/>
          </a:p>
        </p:txBody>
      </p:sp>
    </p:spTree>
    <p:extLst>
      <p:ext uri="{BB962C8B-B14F-4D97-AF65-F5344CB8AC3E}">
        <p14:creationId xmlns:p14="http://schemas.microsoft.com/office/powerpoint/2010/main" val="324358501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8922FA-98D7-2929-D27F-810CECE6E8CA}"/>
              </a:ext>
            </a:extLst>
          </p:cNvPr>
          <p:cNvSpPr>
            <a:spLocks noGrp="1"/>
          </p:cNvSpPr>
          <p:nvPr>
            <p:ph type="title"/>
          </p:nvPr>
        </p:nvSpPr>
        <p:spPr/>
        <p:txBody>
          <a:bodyPr/>
          <a:lstStyle/>
          <a:p>
            <a:r>
              <a:rPr lang="en-US" dirty="0"/>
              <a:t>Outline next week</a:t>
            </a:r>
            <a:endParaRPr lang="en-NL" dirty="0"/>
          </a:p>
        </p:txBody>
      </p:sp>
      <p:sp>
        <p:nvSpPr>
          <p:cNvPr id="3" name="Content Placeholder 2">
            <a:extLst>
              <a:ext uri="{FF2B5EF4-FFF2-40B4-BE49-F238E27FC236}">
                <a16:creationId xmlns:a16="http://schemas.microsoft.com/office/drawing/2014/main" id="{78179DB8-2509-8E4F-14E4-B0B6B2FE756A}"/>
              </a:ext>
            </a:extLst>
          </p:cNvPr>
          <p:cNvSpPr>
            <a:spLocks noGrp="1"/>
          </p:cNvSpPr>
          <p:nvPr>
            <p:ph idx="1"/>
          </p:nvPr>
        </p:nvSpPr>
        <p:spPr/>
        <p:txBody>
          <a:bodyPr/>
          <a:lstStyle/>
          <a:p>
            <a:r>
              <a:rPr lang="en-US" dirty="0"/>
              <a:t>Work out discretization for FP model</a:t>
            </a:r>
          </a:p>
          <a:p>
            <a:r>
              <a:rPr lang="en-US" dirty="0"/>
              <a:t>Research plan?</a:t>
            </a:r>
          </a:p>
          <a:p>
            <a:r>
              <a:rPr lang="en-US" dirty="0"/>
              <a:t>Plan meeting TU/e – ASMPT</a:t>
            </a:r>
          </a:p>
          <a:p>
            <a:pPr lvl="1"/>
            <a:r>
              <a:rPr lang="en-US" dirty="0"/>
              <a:t>ASMPT prefers a meeting every 4-6 weeks</a:t>
            </a:r>
          </a:p>
        </p:txBody>
      </p:sp>
    </p:spTree>
    <p:extLst>
      <p:ext uri="{BB962C8B-B14F-4D97-AF65-F5344CB8AC3E}">
        <p14:creationId xmlns:p14="http://schemas.microsoft.com/office/powerpoint/2010/main" val="413397585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2124</TotalTime>
  <Words>5993</Words>
  <Application>Microsoft Office PowerPoint</Application>
  <PresentationFormat>Widescreen</PresentationFormat>
  <Paragraphs>396</Paragraphs>
  <Slides>58</Slides>
  <Notes>1</Notes>
  <HiddenSlides>31</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58</vt:i4>
      </vt:variant>
    </vt:vector>
  </HeadingPairs>
  <TitlesOfParts>
    <vt:vector size="63" baseType="lpstr">
      <vt:lpstr>Aptos</vt:lpstr>
      <vt:lpstr>Aptos Display</vt:lpstr>
      <vt:lpstr>Arial</vt:lpstr>
      <vt:lpstr>Wingdings</vt:lpstr>
      <vt:lpstr>Office Theme</vt:lpstr>
      <vt:lpstr>Meeting Week 7</vt:lpstr>
      <vt:lpstr>Last week summary</vt:lpstr>
      <vt:lpstr>Last week summary</vt:lpstr>
      <vt:lpstr>Research Plan – Background</vt:lpstr>
      <vt:lpstr>Research Plan – Background Feedback</vt:lpstr>
      <vt:lpstr>Research Plan – Literature survey</vt:lpstr>
      <vt:lpstr>Research Plan – Literature survey Feedback</vt:lpstr>
      <vt:lpstr>Research Plan – Research questions</vt:lpstr>
      <vt:lpstr>Research Plan – Research questions Aspects</vt:lpstr>
      <vt:lpstr>Research Plan – Research questions Feedback </vt:lpstr>
      <vt:lpstr>Research Plan – AI&amp;ES relevance </vt:lpstr>
      <vt:lpstr>Research Plan – Research methods</vt:lpstr>
      <vt:lpstr>Research Plan – Research method Feedback</vt:lpstr>
      <vt:lpstr>Research Plan – Expected outcomes of the project</vt:lpstr>
      <vt:lpstr>Research Plan – Expected outcomes of the project Feedback</vt:lpstr>
      <vt:lpstr>Research Plan – Time planning</vt:lpstr>
      <vt:lpstr>Research plan - Update</vt:lpstr>
      <vt:lpstr>First-Principles Baseline</vt:lpstr>
      <vt:lpstr>First-Principles Baseline</vt:lpstr>
      <vt:lpstr>PowerPoint Presentation</vt:lpstr>
      <vt:lpstr>Frozen LTI baseline – Python Implementation</vt:lpstr>
      <vt:lpstr>PowerPoint Presentation</vt:lpstr>
      <vt:lpstr>Frozen LTI baseline – Python implementation</vt:lpstr>
      <vt:lpstr>ZOH discretization validation</vt:lpstr>
      <vt:lpstr>PyTorch implementation for ZOH</vt:lpstr>
      <vt:lpstr>PowerPoint Presentation</vt:lpstr>
      <vt:lpstr>Conditions ZOH </vt:lpstr>
      <vt:lpstr>ZOH discretization validation with matlab ODE45 (~CT)</vt:lpstr>
      <vt:lpstr>PowerPoint Presentation</vt:lpstr>
      <vt:lpstr>PowerPoint Presentation</vt:lpstr>
      <vt:lpstr>PowerPoint Presentation</vt:lpstr>
      <vt:lpstr>Show discretization error</vt:lpstr>
      <vt:lpstr>To discuss</vt:lpstr>
      <vt:lpstr>PowerPoint Presentation</vt:lpstr>
      <vt:lpstr>PowerPoint Presentation</vt:lpstr>
      <vt:lpstr>Issue scheduling real closed-loop hardware</vt:lpstr>
      <vt:lpstr>PowerPoint Presentation</vt:lpstr>
      <vt:lpstr>PowerPoint Presentation</vt:lpstr>
      <vt:lpstr>PowerPoint Presentation</vt:lpstr>
      <vt:lpstr>PowerPoint Presentation</vt:lpstr>
      <vt:lpstr>Etel telica sampling frecuency</vt:lpstr>
      <vt:lpstr>PowerPoint Presentation</vt:lpstr>
      <vt:lpstr>PowerPoint Presentation</vt:lpstr>
      <vt:lpstr>PowerPoint Presentation</vt:lpstr>
      <vt:lpstr>PowerPoint Presentation</vt:lpstr>
      <vt:lpstr>PowerPoint Presentation</vt:lpstr>
      <vt:lpstr>PowerPoint Presentation</vt:lpstr>
      <vt:lpstr>Action point 1</vt:lpstr>
      <vt:lpstr>PowerPoint Presentation</vt:lpstr>
      <vt:lpstr>PowerPoint Presentation</vt:lpstr>
      <vt:lpstr>First Principles Augmentation Verification</vt:lpstr>
      <vt:lpstr>Question 1</vt:lpstr>
      <vt:lpstr>Question 2 / Clarification</vt:lpstr>
      <vt:lpstr>PowerPoint Presentation</vt:lpstr>
      <vt:lpstr>PowerPoint Presentation</vt:lpstr>
      <vt:lpstr>Drenth’s residual P-block</vt:lpstr>
      <vt:lpstr>Design FP-LPV around augmentation architecture</vt:lpstr>
      <vt:lpstr>Outline next week</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Hoekstra, Jan</dc:creator>
  <cp:lastModifiedBy>Berg, Dirk van den</cp:lastModifiedBy>
  <cp:revision>1</cp:revision>
  <dcterms:created xsi:type="dcterms:W3CDTF">2026-02-02T15:14:22Z</dcterms:created>
  <dcterms:modified xsi:type="dcterms:W3CDTF">2026-03-19T14:46:12Z</dcterms:modified>
</cp:coreProperties>
</file>