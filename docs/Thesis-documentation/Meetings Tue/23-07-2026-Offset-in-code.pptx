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500" r:id="rId3"/>
    <p:sldId id="533" r:id="rId4"/>
    <p:sldId id="528" r:id="rId5"/>
    <p:sldId id="527" r:id="rId6"/>
    <p:sldId id="257" r:id="rId7"/>
    <p:sldId id="517" r:id="rId8"/>
    <p:sldId id="518" r:id="rId9"/>
    <p:sldId id="516" r:id="rId10"/>
    <p:sldId id="519" r:id="rId11"/>
    <p:sldId id="523" r:id="rId12"/>
    <p:sldId id="524" r:id="rId13"/>
    <p:sldId id="532" r:id="rId14"/>
    <p:sldId id="550" r:id="rId15"/>
    <p:sldId id="548" r:id="rId16"/>
    <p:sldId id="549" r:id="rId17"/>
    <p:sldId id="551" r:id="rId18"/>
    <p:sldId id="522" r:id="rId19"/>
    <p:sldId id="554" r:id="rId20"/>
    <p:sldId id="521" r:id="rId21"/>
    <p:sldId id="525" r:id="rId22"/>
    <p:sldId id="526" r:id="rId23"/>
    <p:sldId id="553" r:id="rId24"/>
    <p:sldId id="534" r:id="rId25"/>
    <p:sldId id="536" r:id="rId26"/>
    <p:sldId id="552" r:id="rId27"/>
    <p:sldId id="535" r:id="rId28"/>
    <p:sldId id="520" r:id="rId29"/>
    <p:sldId id="540" r:id="rId30"/>
    <p:sldId id="546" r:id="rId31"/>
    <p:sldId id="547" r:id="rId32"/>
    <p:sldId id="544" r:id="rId33"/>
    <p:sldId id="545" r:id="rId34"/>
    <p:sldId id="537" r:id="rId35"/>
    <p:sldId id="538" r:id="rId36"/>
    <p:sldId id="539" r:id="rId37"/>
    <p:sldId id="541" r:id="rId38"/>
    <p:sldId id="542" r:id="rId39"/>
    <p:sldId id="543" r:id="rId40"/>
  </p:sldIdLst>
  <p:sldSz cx="12192000" cy="6858000"/>
  <p:notesSz cx="6858000" cy="9144000"/>
  <p:defaultText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5F9F6C-A994-401D-82BD-5D0126393C30}" v="52" dt="2026-07-23T12:49:20.6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68765" autoAdjust="0"/>
  </p:normalViewPr>
  <p:slideViewPr>
    <p:cSldViewPr snapToGrid="0">
      <p:cViewPr varScale="1">
        <p:scale>
          <a:sx n="76" d="100"/>
          <a:sy n="76" d="100"/>
        </p:scale>
        <p:origin x="19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rg, Dirk van den" userId="035ecb32-01d9-4b47-a105-eacf059a4647" providerId="ADAL" clId="{F7FF961E-CF96-44AC-93C2-93612F62D46D}"/>
    <pc:docChg chg="undo custSel addSld delSld modSld sldOrd">
      <pc:chgData name="Berg, Dirk van den" userId="035ecb32-01d9-4b47-a105-eacf059a4647" providerId="ADAL" clId="{F7FF961E-CF96-44AC-93C2-93612F62D46D}" dt="2026-07-23T12:49:06.578" v="3901" actId="20577"/>
      <pc:docMkLst>
        <pc:docMk/>
      </pc:docMkLst>
      <pc:sldChg chg="modSp new mod">
        <pc:chgData name="Berg, Dirk van den" userId="035ecb32-01d9-4b47-a105-eacf059a4647" providerId="ADAL" clId="{F7FF961E-CF96-44AC-93C2-93612F62D46D}" dt="2026-07-22T08:58:03.671" v="1433" actId="20577"/>
        <pc:sldMkLst>
          <pc:docMk/>
          <pc:sldMk cId="3353821366" sldId="256"/>
        </pc:sldMkLst>
        <pc:spChg chg="mod">
          <ac:chgData name="Berg, Dirk van den" userId="035ecb32-01d9-4b47-a105-eacf059a4647" providerId="ADAL" clId="{F7FF961E-CF96-44AC-93C2-93612F62D46D}" dt="2026-07-22T08:58:03.671" v="1433" actId="20577"/>
          <ac:spMkLst>
            <pc:docMk/>
            <pc:sldMk cId="3353821366" sldId="256"/>
            <ac:spMk id="2" creationId="{E1A9CF97-0F78-AFB9-AB17-60C5C7810236}"/>
          </ac:spMkLst>
        </pc:spChg>
      </pc:sldChg>
      <pc:sldChg chg="modSp new mod modShow">
        <pc:chgData name="Berg, Dirk van den" userId="035ecb32-01d9-4b47-a105-eacf059a4647" providerId="ADAL" clId="{F7FF961E-CF96-44AC-93C2-93612F62D46D}" dt="2026-07-22T08:57:09.997" v="1385" actId="729"/>
        <pc:sldMkLst>
          <pc:docMk/>
          <pc:sldMk cId="2045696538" sldId="257"/>
        </pc:sldMkLst>
        <pc:spChg chg="mod">
          <ac:chgData name="Berg, Dirk van den" userId="035ecb32-01d9-4b47-a105-eacf059a4647" providerId="ADAL" clId="{F7FF961E-CF96-44AC-93C2-93612F62D46D}" dt="2026-07-22T07:24:53.494" v="196" actId="20577"/>
          <ac:spMkLst>
            <pc:docMk/>
            <pc:sldMk cId="2045696538" sldId="257"/>
            <ac:spMk id="3" creationId="{293F7250-C6D7-197F-85CB-1708021AE96C}"/>
          </ac:spMkLst>
        </pc:spChg>
      </pc:sldChg>
      <pc:sldChg chg="modSp add mod ord modNotesTx">
        <pc:chgData name="Berg, Dirk van den" userId="035ecb32-01d9-4b47-a105-eacf059a4647" providerId="ADAL" clId="{F7FF961E-CF96-44AC-93C2-93612F62D46D}" dt="2026-07-22T08:57:26.896" v="1389"/>
        <pc:sldMkLst>
          <pc:docMk/>
          <pc:sldMk cId="2870383988" sldId="500"/>
        </pc:sldMkLst>
        <pc:spChg chg="mod">
          <ac:chgData name="Berg, Dirk van den" userId="035ecb32-01d9-4b47-a105-eacf059a4647" providerId="ADAL" clId="{F7FF961E-CF96-44AC-93C2-93612F62D46D}" dt="2026-07-22T08:40:35.893" v="300" actId="20577"/>
          <ac:spMkLst>
            <pc:docMk/>
            <pc:sldMk cId="2870383988" sldId="500"/>
            <ac:spMk id="2" creationId="{FF4F757A-A42F-3D0B-1EF4-A4C3AAAD9E06}"/>
          </ac:spMkLst>
        </pc:spChg>
        <pc:spChg chg="mod">
          <ac:chgData name="Berg, Dirk van den" userId="035ecb32-01d9-4b47-a105-eacf059a4647" providerId="ADAL" clId="{F7FF961E-CF96-44AC-93C2-93612F62D46D}" dt="2026-07-22T08:40:15.734" v="288" actId="20577"/>
          <ac:spMkLst>
            <pc:docMk/>
            <pc:sldMk cId="2870383988" sldId="500"/>
            <ac:spMk id="3" creationId="{E563A7E4-53D1-A69D-2F7A-1172001DDD11}"/>
          </ac:spMkLst>
        </pc:spChg>
        <pc:picChg chg="mod modCrop">
          <ac:chgData name="Berg, Dirk van den" userId="035ecb32-01d9-4b47-a105-eacf059a4647" providerId="ADAL" clId="{F7FF961E-CF96-44AC-93C2-93612F62D46D}" dt="2026-07-22T08:41:15.608" v="304" actId="14100"/>
          <ac:picMkLst>
            <pc:docMk/>
            <pc:sldMk cId="2870383988" sldId="500"/>
            <ac:picMk id="5" creationId="{808E254E-DA0B-3F5D-1504-C7FA2F0881BC}"/>
          </ac:picMkLst>
        </pc:picChg>
      </pc:sldChg>
      <pc:sldChg chg="add mod modShow">
        <pc:chgData name="Berg, Dirk van den" userId="035ecb32-01d9-4b47-a105-eacf059a4647" providerId="ADAL" clId="{F7FF961E-CF96-44AC-93C2-93612F62D46D}" dt="2026-07-22T08:41:29.553" v="305" actId="729"/>
        <pc:sldMkLst>
          <pc:docMk/>
          <pc:sldMk cId="2494752757" sldId="516"/>
        </pc:sldMkLst>
      </pc:sldChg>
      <pc:sldChg chg="addSp modSp new mod modShow">
        <pc:chgData name="Berg, Dirk van den" userId="035ecb32-01d9-4b47-a105-eacf059a4647" providerId="ADAL" clId="{F7FF961E-CF96-44AC-93C2-93612F62D46D}" dt="2026-07-22T08:57:09.997" v="1385" actId="729"/>
        <pc:sldMkLst>
          <pc:docMk/>
          <pc:sldMk cId="2748591654" sldId="517"/>
        </pc:sldMkLst>
        <pc:picChg chg="add mod">
          <ac:chgData name="Berg, Dirk van den" userId="035ecb32-01d9-4b47-a105-eacf059a4647" providerId="ADAL" clId="{F7FF961E-CF96-44AC-93C2-93612F62D46D}" dt="2026-07-22T07:40:39.842" v="204" actId="1076"/>
          <ac:picMkLst>
            <pc:docMk/>
            <pc:sldMk cId="2748591654" sldId="517"/>
            <ac:picMk id="5" creationId="{36A7BB47-98DC-17A2-F739-0C9157B2A3D9}"/>
          </ac:picMkLst>
        </pc:picChg>
      </pc:sldChg>
      <pc:sldChg chg="addSp modSp new mod modShow">
        <pc:chgData name="Berg, Dirk van den" userId="035ecb32-01d9-4b47-a105-eacf059a4647" providerId="ADAL" clId="{F7FF961E-CF96-44AC-93C2-93612F62D46D}" dt="2026-07-22T08:57:09.997" v="1385" actId="729"/>
        <pc:sldMkLst>
          <pc:docMk/>
          <pc:sldMk cId="488760906" sldId="518"/>
        </pc:sldMkLst>
        <pc:picChg chg="add mod">
          <ac:chgData name="Berg, Dirk van den" userId="035ecb32-01d9-4b47-a105-eacf059a4647" providerId="ADAL" clId="{F7FF961E-CF96-44AC-93C2-93612F62D46D}" dt="2026-07-22T07:41:28.299" v="209" actId="1076"/>
          <ac:picMkLst>
            <pc:docMk/>
            <pc:sldMk cId="488760906" sldId="518"/>
            <ac:picMk id="5" creationId="{05BDE951-5ABC-FC50-93C5-E715F29FAE2E}"/>
          </ac:picMkLst>
        </pc:picChg>
      </pc:sldChg>
      <pc:sldChg chg="modSp new mod">
        <pc:chgData name="Berg, Dirk van den" userId="035ecb32-01d9-4b47-a105-eacf059a4647" providerId="ADAL" clId="{F7FF961E-CF96-44AC-93C2-93612F62D46D}" dt="2026-07-22T08:43:59.337" v="519" actId="20577"/>
        <pc:sldMkLst>
          <pc:docMk/>
          <pc:sldMk cId="2015213794" sldId="519"/>
        </pc:sldMkLst>
        <pc:spChg chg="mod">
          <ac:chgData name="Berg, Dirk van den" userId="035ecb32-01d9-4b47-a105-eacf059a4647" providerId="ADAL" clId="{F7FF961E-CF96-44AC-93C2-93612F62D46D}" dt="2026-07-22T08:43:59.337" v="519" actId="20577"/>
          <ac:spMkLst>
            <pc:docMk/>
            <pc:sldMk cId="2015213794" sldId="519"/>
            <ac:spMk id="3" creationId="{4FEDD07A-9D3C-D9C6-7239-CF35D2408DFF}"/>
          </ac:spMkLst>
        </pc:spChg>
      </pc:sldChg>
      <pc:sldChg chg="modSp new mod modShow">
        <pc:chgData name="Berg, Dirk van den" userId="035ecb32-01d9-4b47-a105-eacf059a4647" providerId="ADAL" clId="{F7FF961E-CF96-44AC-93C2-93612F62D46D}" dt="2026-07-22T09:43:17.585" v="2408" actId="729"/>
        <pc:sldMkLst>
          <pc:docMk/>
          <pc:sldMk cId="1261379900" sldId="520"/>
        </pc:sldMkLst>
        <pc:spChg chg="mod">
          <ac:chgData name="Berg, Dirk van den" userId="035ecb32-01d9-4b47-a105-eacf059a4647" providerId="ADAL" clId="{F7FF961E-CF96-44AC-93C2-93612F62D46D}" dt="2026-07-22T08:14:28.584" v="222" actId="27636"/>
          <ac:spMkLst>
            <pc:docMk/>
            <pc:sldMk cId="1261379900" sldId="520"/>
            <ac:spMk id="3" creationId="{B20BA0E9-35E2-A4C9-2497-E851EBEFB2DC}"/>
          </ac:spMkLst>
        </pc:spChg>
      </pc:sldChg>
      <pc:sldChg chg="addSp delSp modSp new mod ord">
        <pc:chgData name="Berg, Dirk van den" userId="035ecb32-01d9-4b47-a105-eacf059a4647" providerId="ADAL" clId="{F7FF961E-CF96-44AC-93C2-93612F62D46D}" dt="2026-07-22T09:27:33.303" v="2300" actId="20577"/>
        <pc:sldMkLst>
          <pc:docMk/>
          <pc:sldMk cId="1591776639" sldId="521"/>
        </pc:sldMkLst>
        <pc:spChg chg="del">
          <ac:chgData name="Berg, Dirk van den" userId="035ecb32-01d9-4b47-a105-eacf059a4647" providerId="ADAL" clId="{F7FF961E-CF96-44AC-93C2-93612F62D46D}" dt="2026-07-22T08:35:28.952" v="225"/>
          <ac:spMkLst>
            <pc:docMk/>
            <pc:sldMk cId="1591776639" sldId="521"/>
            <ac:spMk id="3" creationId="{B72B240A-262B-6D47-FCA3-DD7043D8A755}"/>
          </ac:spMkLst>
        </pc:spChg>
        <pc:spChg chg="add mod">
          <ac:chgData name="Berg, Dirk van den" userId="035ecb32-01d9-4b47-a105-eacf059a4647" providerId="ADAL" clId="{F7FF961E-CF96-44AC-93C2-93612F62D46D}" dt="2026-07-22T09:27:33.303" v="2300" actId="20577"/>
          <ac:spMkLst>
            <pc:docMk/>
            <pc:sldMk cId="1591776639" sldId="521"/>
            <ac:spMk id="7" creationId="{15325774-8E4D-394D-3417-4F05423EE8E3}"/>
          </ac:spMkLst>
        </pc:spChg>
        <pc:picChg chg="add mod ord modCrop">
          <ac:chgData name="Berg, Dirk van den" userId="035ecb32-01d9-4b47-a105-eacf059a4647" providerId="ADAL" clId="{F7FF961E-CF96-44AC-93C2-93612F62D46D}" dt="2026-07-22T09:02:46.784" v="1639" actId="732"/>
          <ac:picMkLst>
            <pc:docMk/>
            <pc:sldMk cId="1591776639" sldId="521"/>
            <ac:picMk id="5" creationId="{B745E4F4-C291-E9CF-CAF6-AD428C545D77}"/>
          </ac:picMkLst>
        </pc:picChg>
      </pc:sldChg>
      <pc:sldChg chg="addSp delSp modSp new mod setBg">
        <pc:chgData name="Berg, Dirk van den" userId="035ecb32-01d9-4b47-a105-eacf059a4647" providerId="ADAL" clId="{F7FF961E-CF96-44AC-93C2-93612F62D46D}" dt="2026-07-23T12:10:45.535" v="3045" actId="20577"/>
        <pc:sldMkLst>
          <pc:docMk/>
          <pc:sldMk cId="3485612497" sldId="522"/>
        </pc:sldMkLst>
        <pc:spChg chg="add del">
          <ac:chgData name="Berg, Dirk van den" userId="035ecb32-01d9-4b47-a105-eacf059a4647" providerId="ADAL" clId="{F7FF961E-CF96-44AC-93C2-93612F62D46D}" dt="2026-07-22T08:35:47.654" v="237" actId="26606"/>
          <ac:spMkLst>
            <pc:docMk/>
            <pc:sldMk cId="3485612497" sldId="522"/>
            <ac:spMk id="2" creationId="{0D491103-1AA5-26CF-AEAB-8BD7E74C2E0B}"/>
          </ac:spMkLst>
        </pc:spChg>
        <pc:spChg chg="del">
          <ac:chgData name="Berg, Dirk van den" userId="035ecb32-01d9-4b47-a105-eacf059a4647" providerId="ADAL" clId="{F7FF961E-CF96-44AC-93C2-93612F62D46D}" dt="2026-07-22T08:35:39.588" v="231"/>
          <ac:spMkLst>
            <pc:docMk/>
            <pc:sldMk cId="3485612497" sldId="522"/>
            <ac:spMk id="3" creationId="{EE7A5480-D8F0-5C6A-745B-86D7F676CCFC}"/>
          </ac:spMkLst>
        </pc:spChg>
        <pc:spChg chg="add mod">
          <ac:chgData name="Berg, Dirk van den" userId="035ecb32-01d9-4b47-a105-eacf059a4647" providerId="ADAL" clId="{F7FF961E-CF96-44AC-93C2-93612F62D46D}" dt="2026-07-23T12:10:45.535" v="3045" actId="20577"/>
          <ac:spMkLst>
            <pc:docMk/>
            <pc:sldMk cId="3485612497" sldId="522"/>
            <ac:spMk id="7" creationId="{47CC485D-D56C-CFBC-B856-172F5E8127FD}"/>
          </ac:spMkLst>
        </pc:spChg>
        <pc:spChg chg="add del">
          <ac:chgData name="Berg, Dirk van den" userId="035ecb32-01d9-4b47-a105-eacf059a4647" providerId="ADAL" clId="{F7FF961E-CF96-44AC-93C2-93612F62D46D}" dt="2026-07-22T08:35:47.654" v="237" actId="26606"/>
          <ac:spMkLst>
            <pc:docMk/>
            <pc:sldMk cId="3485612497" sldId="522"/>
            <ac:spMk id="9" creationId="{6D0DB82B-3287-A7AD-0F3C-905D3E569CA5}"/>
          </ac:spMkLst>
        </pc:spChg>
        <pc:spChg chg="add del">
          <ac:chgData name="Berg, Dirk van den" userId="035ecb32-01d9-4b47-a105-eacf059a4647" providerId="ADAL" clId="{F7FF961E-CF96-44AC-93C2-93612F62D46D}" dt="2026-07-22T08:35:47.654" v="237" actId="26606"/>
          <ac:spMkLst>
            <pc:docMk/>
            <pc:sldMk cId="3485612497" sldId="522"/>
            <ac:spMk id="12" creationId="{3BA513B0-82FF-4F41-8178-885375D1CFB5}"/>
          </ac:spMkLst>
        </pc:spChg>
        <pc:spChg chg="add del">
          <ac:chgData name="Berg, Dirk van den" userId="035ecb32-01d9-4b47-a105-eacf059a4647" providerId="ADAL" clId="{F7FF961E-CF96-44AC-93C2-93612F62D46D}" dt="2026-07-22T08:35:47.654" v="237" actId="26606"/>
          <ac:spMkLst>
            <pc:docMk/>
            <pc:sldMk cId="3485612497" sldId="522"/>
            <ac:spMk id="13" creationId="{0D491103-1AA5-26CF-AEAB-8BD7E74C2E0B}"/>
          </ac:spMkLst>
        </pc:spChg>
        <pc:grpChg chg="add del">
          <ac:chgData name="Berg, Dirk van den" userId="035ecb32-01d9-4b47-a105-eacf059a4647" providerId="ADAL" clId="{F7FF961E-CF96-44AC-93C2-93612F62D46D}" dt="2026-07-22T08:35:47.654" v="237" actId="26606"/>
          <ac:grpSpMkLst>
            <pc:docMk/>
            <pc:sldMk cId="3485612497" sldId="522"/>
            <ac:grpSpMk id="14" creationId="{93DB8501-F9F2-4ACD-B56A-9019CD5006D6}"/>
          </ac:grpSpMkLst>
        </pc:grpChg>
        <pc:picChg chg="add mod ord modCrop">
          <ac:chgData name="Berg, Dirk van den" userId="035ecb32-01d9-4b47-a105-eacf059a4647" providerId="ADAL" clId="{F7FF961E-CF96-44AC-93C2-93612F62D46D}" dt="2026-07-22T08:39:26.857" v="264" actId="732"/>
          <ac:picMkLst>
            <pc:docMk/>
            <pc:sldMk cId="3485612497" sldId="522"/>
            <ac:picMk id="5" creationId="{06EECF59-A75F-6FC7-7C55-DF03B82D2E52}"/>
          </ac:picMkLst>
        </pc:picChg>
        <pc:cxnChg chg="add del">
          <ac:chgData name="Berg, Dirk van den" userId="035ecb32-01d9-4b47-a105-eacf059a4647" providerId="ADAL" clId="{F7FF961E-CF96-44AC-93C2-93612F62D46D}" dt="2026-07-22T08:35:43.818" v="235" actId="26606"/>
          <ac:cxnSpMkLst>
            <pc:docMk/>
            <pc:sldMk cId="3485612497" sldId="522"/>
            <ac:cxnSpMk id="10" creationId="{1D2C85F1-A25E-ACF0-F435-AF8D6EFBDCF5}"/>
          </ac:cxnSpMkLst>
        </pc:cxnChg>
      </pc:sldChg>
      <pc:sldChg chg="addSp delSp modSp new mod ord">
        <pc:chgData name="Berg, Dirk van den" userId="035ecb32-01d9-4b47-a105-eacf059a4647" providerId="ADAL" clId="{F7FF961E-CF96-44AC-93C2-93612F62D46D}" dt="2026-07-22T09:10:30.828" v="1797" actId="12"/>
        <pc:sldMkLst>
          <pc:docMk/>
          <pc:sldMk cId="1091783874" sldId="523"/>
        </pc:sldMkLst>
        <pc:spChg chg="del">
          <ac:chgData name="Berg, Dirk van den" userId="035ecb32-01d9-4b47-a105-eacf059a4647" providerId="ADAL" clId="{F7FF961E-CF96-44AC-93C2-93612F62D46D}" dt="2026-07-22T08:35:56.169" v="242"/>
          <ac:spMkLst>
            <pc:docMk/>
            <pc:sldMk cId="1091783874" sldId="523"/>
            <ac:spMk id="3" creationId="{53606916-D593-6244-3BC5-EC312141B62F}"/>
          </ac:spMkLst>
        </pc:spChg>
        <pc:spChg chg="add del mod">
          <ac:chgData name="Berg, Dirk van den" userId="035ecb32-01d9-4b47-a105-eacf059a4647" providerId="ADAL" clId="{F7FF961E-CF96-44AC-93C2-93612F62D46D}" dt="2026-07-22T09:10:25.542" v="1796" actId="478"/>
          <ac:spMkLst>
            <pc:docMk/>
            <pc:sldMk cId="1091783874" sldId="523"/>
            <ac:spMk id="6" creationId="{A25AEBBD-C932-275E-6686-89F5C2933092}"/>
          </ac:spMkLst>
        </pc:spChg>
        <pc:spChg chg="add mod">
          <ac:chgData name="Berg, Dirk van den" userId="035ecb32-01d9-4b47-a105-eacf059a4647" providerId="ADAL" clId="{F7FF961E-CF96-44AC-93C2-93612F62D46D}" dt="2026-07-22T09:10:30.828" v="1797" actId="12"/>
          <ac:spMkLst>
            <pc:docMk/>
            <pc:sldMk cId="1091783874" sldId="523"/>
            <ac:spMk id="8" creationId="{5BD7AD13-2D61-45FB-750F-8BB3C81B1F19}"/>
          </ac:spMkLst>
        </pc:spChg>
        <pc:picChg chg="add mod ord modCrop">
          <ac:chgData name="Berg, Dirk van den" userId="035ecb32-01d9-4b47-a105-eacf059a4647" providerId="ADAL" clId="{F7FF961E-CF96-44AC-93C2-93612F62D46D}" dt="2026-07-22T08:39:32.745" v="265" actId="732"/>
          <ac:picMkLst>
            <pc:docMk/>
            <pc:sldMk cId="1091783874" sldId="523"/>
            <ac:picMk id="5" creationId="{B95EF7A1-070E-8C5E-5607-0C1332FDDE96}"/>
          </ac:picMkLst>
        </pc:picChg>
      </pc:sldChg>
      <pc:sldChg chg="addSp delSp modSp new mod ord">
        <pc:chgData name="Berg, Dirk van den" userId="035ecb32-01d9-4b47-a105-eacf059a4647" providerId="ADAL" clId="{F7FF961E-CF96-44AC-93C2-93612F62D46D}" dt="2026-07-22T09:21:05.996" v="2249" actId="20577"/>
        <pc:sldMkLst>
          <pc:docMk/>
          <pc:sldMk cId="759864762" sldId="524"/>
        </pc:sldMkLst>
        <pc:spChg chg="del">
          <ac:chgData name="Berg, Dirk van den" userId="035ecb32-01d9-4b47-a105-eacf059a4647" providerId="ADAL" clId="{F7FF961E-CF96-44AC-93C2-93612F62D46D}" dt="2026-07-22T08:37:09.445" v="252"/>
          <ac:spMkLst>
            <pc:docMk/>
            <pc:sldMk cId="759864762" sldId="524"/>
            <ac:spMk id="3" creationId="{750FA384-C6EA-70E3-0F25-4D9D9B2E73DE}"/>
          </ac:spMkLst>
        </pc:spChg>
        <pc:spChg chg="add mod">
          <ac:chgData name="Berg, Dirk van den" userId="035ecb32-01d9-4b47-a105-eacf059a4647" providerId="ADAL" clId="{F7FF961E-CF96-44AC-93C2-93612F62D46D}" dt="2026-07-22T09:21:05.996" v="2249" actId="20577"/>
          <ac:spMkLst>
            <pc:docMk/>
            <pc:sldMk cId="759864762" sldId="524"/>
            <ac:spMk id="7" creationId="{E86C92D3-2B1D-666C-6357-300F46177BE4}"/>
          </ac:spMkLst>
        </pc:spChg>
        <pc:picChg chg="add mod ord modCrop">
          <ac:chgData name="Berg, Dirk van den" userId="035ecb32-01d9-4b47-a105-eacf059a4647" providerId="ADAL" clId="{F7FF961E-CF96-44AC-93C2-93612F62D46D}" dt="2026-07-22T09:06:13.977" v="1643" actId="1076"/>
          <ac:picMkLst>
            <pc:docMk/>
            <pc:sldMk cId="759864762" sldId="524"/>
            <ac:picMk id="5" creationId="{E7936F39-9F8B-D28F-3599-A4820F158F17}"/>
          </ac:picMkLst>
        </pc:picChg>
      </pc:sldChg>
      <pc:sldChg chg="addSp delSp modSp new mod">
        <pc:chgData name="Berg, Dirk van den" userId="035ecb32-01d9-4b47-a105-eacf059a4647" providerId="ADAL" clId="{F7FF961E-CF96-44AC-93C2-93612F62D46D}" dt="2026-07-23T12:26:05.479" v="3654" actId="20577"/>
        <pc:sldMkLst>
          <pc:docMk/>
          <pc:sldMk cId="230696571" sldId="525"/>
        </pc:sldMkLst>
        <pc:spChg chg="mod">
          <ac:chgData name="Berg, Dirk van den" userId="035ecb32-01d9-4b47-a105-eacf059a4647" providerId="ADAL" clId="{F7FF961E-CF96-44AC-93C2-93612F62D46D}" dt="2026-07-22T09:29:38.229" v="2325" actId="1076"/>
          <ac:spMkLst>
            <pc:docMk/>
            <pc:sldMk cId="230696571" sldId="525"/>
            <ac:spMk id="2" creationId="{90C855AB-614E-C886-9DF3-897DCF5BAB64}"/>
          </ac:spMkLst>
        </pc:spChg>
        <pc:spChg chg="del">
          <ac:chgData name="Berg, Dirk van den" userId="035ecb32-01d9-4b47-a105-eacf059a4647" providerId="ADAL" clId="{F7FF961E-CF96-44AC-93C2-93612F62D46D}" dt="2026-07-22T09:29:30.134" v="2322"/>
          <ac:spMkLst>
            <pc:docMk/>
            <pc:sldMk cId="230696571" sldId="525"/>
            <ac:spMk id="3" creationId="{12334981-700A-A23C-5B73-C027CBBED1B2}"/>
          </ac:spMkLst>
        </pc:spChg>
        <pc:spChg chg="add mod">
          <ac:chgData name="Berg, Dirk van den" userId="035ecb32-01d9-4b47-a105-eacf059a4647" providerId="ADAL" clId="{F7FF961E-CF96-44AC-93C2-93612F62D46D}" dt="2026-07-23T12:26:05.479" v="3654" actId="20577"/>
          <ac:spMkLst>
            <pc:docMk/>
            <pc:sldMk cId="230696571" sldId="525"/>
            <ac:spMk id="7" creationId="{8007F380-5F49-AF8D-5481-E193C8E4E4A7}"/>
          </ac:spMkLst>
        </pc:spChg>
        <pc:spChg chg="add del mod">
          <ac:chgData name="Berg, Dirk van den" userId="035ecb32-01d9-4b47-a105-eacf059a4647" providerId="ADAL" clId="{F7FF961E-CF96-44AC-93C2-93612F62D46D}" dt="2026-07-22T09:41:27.560" v="2352" actId="478"/>
          <ac:spMkLst>
            <pc:docMk/>
            <pc:sldMk cId="230696571" sldId="525"/>
            <ac:spMk id="11" creationId="{3CE624AC-5C60-4CA5-5752-DFB5D2772CC0}"/>
          </ac:spMkLst>
        </pc:spChg>
        <pc:picChg chg="add del mod ord modCrop">
          <ac:chgData name="Berg, Dirk van den" userId="035ecb32-01d9-4b47-a105-eacf059a4647" providerId="ADAL" clId="{F7FF961E-CF96-44AC-93C2-93612F62D46D}" dt="2026-07-22T09:41:11.323" v="2348" actId="478"/>
          <ac:picMkLst>
            <pc:docMk/>
            <pc:sldMk cId="230696571" sldId="525"/>
            <ac:picMk id="5" creationId="{B3579F62-C73F-E7D6-FBD7-34F56CC4509F}"/>
          </ac:picMkLst>
        </pc:picChg>
        <pc:picChg chg="add mod modCrop">
          <ac:chgData name="Berg, Dirk van den" userId="035ecb32-01d9-4b47-a105-eacf059a4647" providerId="ADAL" clId="{F7FF961E-CF96-44AC-93C2-93612F62D46D}" dt="2026-07-22T09:41:37.669" v="2353" actId="732"/>
          <ac:picMkLst>
            <pc:docMk/>
            <pc:sldMk cId="230696571" sldId="525"/>
            <ac:picMk id="9" creationId="{7767A514-5986-B2B0-E113-0501D73C62E7}"/>
          </ac:picMkLst>
        </pc:picChg>
      </pc:sldChg>
      <pc:sldChg chg="addSp delSp modSp new mod">
        <pc:chgData name="Berg, Dirk van den" userId="035ecb32-01d9-4b47-a105-eacf059a4647" providerId="ADAL" clId="{F7FF961E-CF96-44AC-93C2-93612F62D46D}" dt="2026-07-23T12:26:58.343" v="3656" actId="20577"/>
        <pc:sldMkLst>
          <pc:docMk/>
          <pc:sldMk cId="317071242" sldId="526"/>
        </pc:sldMkLst>
        <pc:spChg chg="del">
          <ac:chgData name="Berg, Dirk van den" userId="035ecb32-01d9-4b47-a105-eacf059a4647" providerId="ADAL" clId="{F7FF961E-CF96-44AC-93C2-93612F62D46D}" dt="2026-07-22T09:43:55.962" v="2410"/>
          <ac:spMkLst>
            <pc:docMk/>
            <pc:sldMk cId="317071242" sldId="526"/>
            <ac:spMk id="3" creationId="{692CD441-886A-9DE4-5911-D403BB6FDC87}"/>
          </ac:spMkLst>
        </pc:spChg>
        <pc:spChg chg="add mod">
          <ac:chgData name="Berg, Dirk van den" userId="035ecb32-01d9-4b47-a105-eacf059a4647" providerId="ADAL" clId="{F7FF961E-CF96-44AC-93C2-93612F62D46D}" dt="2026-07-23T12:26:58.343" v="3656" actId="20577"/>
          <ac:spMkLst>
            <pc:docMk/>
            <pc:sldMk cId="317071242" sldId="526"/>
            <ac:spMk id="7" creationId="{E7016DBE-0241-DFF4-CF7B-E8EFFC617EBE}"/>
          </ac:spMkLst>
        </pc:spChg>
        <pc:picChg chg="add mod ord modCrop">
          <ac:chgData name="Berg, Dirk van den" userId="035ecb32-01d9-4b47-a105-eacf059a4647" providerId="ADAL" clId="{F7FF961E-CF96-44AC-93C2-93612F62D46D}" dt="2026-07-22T09:46:08.447" v="2449" actId="1076"/>
          <ac:picMkLst>
            <pc:docMk/>
            <pc:sldMk cId="317071242" sldId="526"/>
            <ac:picMk id="5" creationId="{55C53C5F-A016-CEB7-DAA8-2E7CA91BC2AC}"/>
          </ac:picMkLst>
        </pc:picChg>
      </pc:sldChg>
      <pc:sldChg chg="modSp new mod">
        <pc:chgData name="Berg, Dirk van den" userId="035ecb32-01d9-4b47-a105-eacf059a4647" providerId="ADAL" clId="{F7FF961E-CF96-44AC-93C2-93612F62D46D}" dt="2026-07-22T08:59:15.799" v="1502" actId="20577"/>
        <pc:sldMkLst>
          <pc:docMk/>
          <pc:sldMk cId="1468910438" sldId="527"/>
        </pc:sldMkLst>
        <pc:spChg chg="mod">
          <ac:chgData name="Berg, Dirk van den" userId="035ecb32-01d9-4b47-a105-eacf059a4647" providerId="ADAL" clId="{F7FF961E-CF96-44AC-93C2-93612F62D46D}" dt="2026-07-22T08:46:00.609" v="786" actId="20577"/>
          <ac:spMkLst>
            <pc:docMk/>
            <pc:sldMk cId="1468910438" sldId="527"/>
            <ac:spMk id="2" creationId="{DBFE6C5C-1A52-2AF6-4174-24238F56EFBE}"/>
          </ac:spMkLst>
        </pc:spChg>
        <pc:spChg chg="mod">
          <ac:chgData name="Berg, Dirk van den" userId="035ecb32-01d9-4b47-a105-eacf059a4647" providerId="ADAL" clId="{F7FF961E-CF96-44AC-93C2-93612F62D46D}" dt="2026-07-22T08:59:15.799" v="1502" actId="20577"/>
          <ac:spMkLst>
            <pc:docMk/>
            <pc:sldMk cId="1468910438" sldId="527"/>
            <ac:spMk id="3" creationId="{E7CBD090-A4E6-B049-DAF7-42E9C80930EA}"/>
          </ac:spMkLst>
        </pc:spChg>
      </pc:sldChg>
      <pc:sldChg chg="modSp new mod">
        <pc:chgData name="Berg, Dirk van den" userId="035ecb32-01d9-4b47-a105-eacf059a4647" providerId="ADAL" clId="{F7FF961E-CF96-44AC-93C2-93612F62D46D}" dt="2026-07-22T09:01:23.615" v="1619" actId="20577"/>
        <pc:sldMkLst>
          <pc:docMk/>
          <pc:sldMk cId="2634551995" sldId="528"/>
        </pc:sldMkLst>
        <pc:spChg chg="mod">
          <ac:chgData name="Berg, Dirk van den" userId="035ecb32-01d9-4b47-a105-eacf059a4647" providerId="ADAL" clId="{F7FF961E-CF96-44AC-93C2-93612F62D46D}" dt="2026-07-22T09:00:40.886" v="1527" actId="20577"/>
          <ac:spMkLst>
            <pc:docMk/>
            <pc:sldMk cId="2634551995" sldId="528"/>
            <ac:spMk id="2" creationId="{18ABF64A-D15F-F26D-FF44-96F33F7C7C05}"/>
          </ac:spMkLst>
        </pc:spChg>
        <pc:spChg chg="mod">
          <ac:chgData name="Berg, Dirk van den" userId="035ecb32-01d9-4b47-a105-eacf059a4647" providerId="ADAL" clId="{F7FF961E-CF96-44AC-93C2-93612F62D46D}" dt="2026-07-22T09:01:23.615" v="1619" actId="20577"/>
          <ac:spMkLst>
            <pc:docMk/>
            <pc:sldMk cId="2634551995" sldId="528"/>
            <ac:spMk id="3" creationId="{423700CA-0918-2AF4-9E03-2442A0EF30DC}"/>
          </ac:spMkLst>
        </pc:spChg>
      </pc:sldChg>
      <pc:sldChg chg="modSp add mod modNotesTx">
        <pc:chgData name="Berg, Dirk van den" userId="035ecb32-01d9-4b47-a105-eacf059a4647" providerId="ADAL" clId="{F7FF961E-CF96-44AC-93C2-93612F62D46D}" dt="2026-07-22T09:57:12.988" v="2577" actId="1076"/>
        <pc:sldMkLst>
          <pc:docMk/>
          <pc:sldMk cId="1547116052" sldId="532"/>
        </pc:sldMkLst>
        <pc:spChg chg="mod">
          <ac:chgData name="Berg, Dirk van den" userId="035ecb32-01d9-4b47-a105-eacf059a4647" providerId="ADAL" clId="{F7FF961E-CF96-44AC-93C2-93612F62D46D}" dt="2026-07-22T09:57:12.988" v="2577" actId="1076"/>
          <ac:spMkLst>
            <pc:docMk/>
            <pc:sldMk cId="1547116052" sldId="532"/>
            <ac:spMk id="3" creationId="{60FC4D47-9A6F-F699-0445-190BDB7E1B70}"/>
          </ac:spMkLst>
        </pc:spChg>
        <pc:picChg chg="mod modCrop">
          <ac:chgData name="Berg, Dirk van den" userId="035ecb32-01d9-4b47-a105-eacf059a4647" providerId="ADAL" clId="{F7FF961E-CF96-44AC-93C2-93612F62D46D}" dt="2026-07-22T09:56:59.677" v="2574" actId="732"/>
          <ac:picMkLst>
            <pc:docMk/>
            <pc:sldMk cId="1547116052" sldId="532"/>
            <ac:picMk id="7" creationId="{EE008423-C766-CC84-17B8-F760405D2D2C}"/>
          </ac:picMkLst>
        </pc:picChg>
      </pc:sldChg>
      <pc:sldChg chg="addSp delSp modSp new mod ord">
        <pc:chgData name="Berg, Dirk van den" userId="035ecb32-01d9-4b47-a105-eacf059a4647" providerId="ADAL" clId="{F7FF961E-CF96-44AC-93C2-93612F62D46D}" dt="2026-07-22T10:06:10.141" v="2653"/>
        <pc:sldMkLst>
          <pc:docMk/>
          <pc:sldMk cId="2897838017" sldId="533"/>
        </pc:sldMkLst>
        <pc:spChg chg="mod">
          <ac:chgData name="Berg, Dirk van den" userId="035ecb32-01d9-4b47-a105-eacf059a4647" providerId="ADAL" clId="{F7FF961E-CF96-44AC-93C2-93612F62D46D}" dt="2026-07-22T09:51:09.765" v="2568" actId="1076"/>
          <ac:spMkLst>
            <pc:docMk/>
            <pc:sldMk cId="2897838017" sldId="533"/>
            <ac:spMk id="2" creationId="{A5A4CDCD-F685-5D91-E98C-9D6671A2DD3B}"/>
          </ac:spMkLst>
        </pc:spChg>
        <pc:spChg chg="del">
          <ac:chgData name="Berg, Dirk van den" userId="035ecb32-01d9-4b47-a105-eacf059a4647" providerId="ADAL" clId="{F7FF961E-CF96-44AC-93C2-93612F62D46D}" dt="2026-07-22T09:50:30.770" v="2561"/>
          <ac:spMkLst>
            <pc:docMk/>
            <pc:sldMk cId="2897838017" sldId="533"/>
            <ac:spMk id="3" creationId="{7CCF568E-41E0-2B3C-E8D0-8C046D5A661C}"/>
          </ac:spMkLst>
        </pc:spChg>
        <pc:picChg chg="add mod ord modCrop">
          <ac:chgData name="Berg, Dirk van den" userId="035ecb32-01d9-4b47-a105-eacf059a4647" providerId="ADAL" clId="{F7FF961E-CF96-44AC-93C2-93612F62D46D}" dt="2026-07-22T09:51:11.382" v="2569" actId="1076"/>
          <ac:picMkLst>
            <pc:docMk/>
            <pc:sldMk cId="2897838017" sldId="533"/>
            <ac:picMk id="5" creationId="{3D464E4C-6DCA-18E8-465B-2DB0F8A62510}"/>
          </ac:picMkLst>
        </pc:picChg>
      </pc:sldChg>
      <pc:sldChg chg="addSp delSp modSp new mod modNotesTx">
        <pc:chgData name="Berg, Dirk van den" userId="035ecb32-01d9-4b47-a105-eacf059a4647" providerId="ADAL" clId="{F7FF961E-CF96-44AC-93C2-93612F62D46D}" dt="2026-07-23T12:49:06.578" v="3901" actId="20577"/>
        <pc:sldMkLst>
          <pc:docMk/>
          <pc:sldMk cId="400498127" sldId="534"/>
        </pc:sldMkLst>
        <pc:spChg chg="mod">
          <ac:chgData name="Berg, Dirk van den" userId="035ecb32-01d9-4b47-a105-eacf059a4647" providerId="ADAL" clId="{F7FF961E-CF96-44AC-93C2-93612F62D46D}" dt="2026-07-22T09:58:58.591" v="2597"/>
          <ac:spMkLst>
            <pc:docMk/>
            <pc:sldMk cId="400498127" sldId="534"/>
            <ac:spMk id="2" creationId="{626F8257-1410-6BC6-C987-CFD7B41B0B80}"/>
          </ac:spMkLst>
        </pc:spChg>
        <pc:spChg chg="mod">
          <ac:chgData name="Berg, Dirk van den" userId="035ecb32-01d9-4b47-a105-eacf059a4647" providerId="ADAL" clId="{F7FF961E-CF96-44AC-93C2-93612F62D46D}" dt="2026-07-22T10:06:43.347" v="2654" actId="20577"/>
          <ac:spMkLst>
            <pc:docMk/>
            <pc:sldMk cId="400498127" sldId="534"/>
            <ac:spMk id="3" creationId="{70B44ED1-9443-9474-14C6-E9FB34087F49}"/>
          </ac:spMkLst>
        </pc:spChg>
        <pc:spChg chg="add del mod">
          <ac:chgData name="Berg, Dirk van den" userId="035ecb32-01d9-4b47-a105-eacf059a4647" providerId="ADAL" clId="{F7FF961E-CF96-44AC-93C2-93612F62D46D}" dt="2026-07-22T10:00:35.986" v="2604" actId="478"/>
          <ac:spMkLst>
            <pc:docMk/>
            <pc:sldMk cId="400498127" sldId="534"/>
            <ac:spMk id="5" creationId="{7C4E2079-1A79-019A-885F-9DCBE4EF216C}"/>
          </ac:spMkLst>
        </pc:spChg>
      </pc:sldChg>
      <pc:sldChg chg="add mod modShow">
        <pc:chgData name="Berg, Dirk van den" userId="035ecb32-01d9-4b47-a105-eacf059a4647" providerId="ADAL" clId="{F7FF961E-CF96-44AC-93C2-93612F62D46D}" dt="2026-07-22T10:00:32.934" v="2603" actId="729"/>
        <pc:sldMkLst>
          <pc:docMk/>
          <pc:sldMk cId="3196469697" sldId="535"/>
        </pc:sldMkLst>
      </pc:sldChg>
      <pc:sldChg chg="addSp delSp modSp new mod">
        <pc:chgData name="Berg, Dirk van den" userId="035ecb32-01d9-4b47-a105-eacf059a4647" providerId="ADAL" clId="{F7FF961E-CF96-44AC-93C2-93612F62D46D}" dt="2026-07-22T10:13:34.235" v="2754" actId="1076"/>
        <pc:sldMkLst>
          <pc:docMk/>
          <pc:sldMk cId="1331841751" sldId="536"/>
        </pc:sldMkLst>
        <pc:spChg chg="del">
          <ac:chgData name="Berg, Dirk van den" userId="035ecb32-01d9-4b47-a105-eacf059a4647" providerId="ADAL" clId="{F7FF961E-CF96-44AC-93C2-93612F62D46D}" dt="2026-07-22T10:04:50.615" v="2613"/>
          <ac:spMkLst>
            <pc:docMk/>
            <pc:sldMk cId="1331841751" sldId="536"/>
            <ac:spMk id="3" creationId="{68FA4105-79B1-CC77-D7DC-41FF7231ABAC}"/>
          </ac:spMkLst>
        </pc:spChg>
        <pc:spChg chg="add del mod">
          <ac:chgData name="Berg, Dirk van den" userId="035ecb32-01d9-4b47-a105-eacf059a4647" providerId="ADAL" clId="{F7FF961E-CF96-44AC-93C2-93612F62D46D}" dt="2026-07-22T10:13:14.199" v="2748" actId="478"/>
          <ac:spMkLst>
            <pc:docMk/>
            <pc:sldMk cId="1331841751" sldId="536"/>
            <ac:spMk id="6" creationId="{135265BF-7C1F-04B8-5B6D-CA5E553434A4}"/>
          </ac:spMkLst>
        </pc:spChg>
        <pc:spChg chg="add mod">
          <ac:chgData name="Berg, Dirk van den" userId="035ecb32-01d9-4b47-a105-eacf059a4647" providerId="ADAL" clId="{F7FF961E-CF96-44AC-93C2-93612F62D46D}" dt="2026-07-22T10:13:34.235" v="2754" actId="1076"/>
          <ac:spMkLst>
            <pc:docMk/>
            <pc:sldMk cId="1331841751" sldId="536"/>
            <ac:spMk id="8" creationId="{2BA41D7B-F860-FA53-07B3-DAB7E941F1F6}"/>
          </ac:spMkLst>
        </pc:spChg>
        <pc:picChg chg="add mod ord modCrop">
          <ac:chgData name="Berg, Dirk van den" userId="035ecb32-01d9-4b47-a105-eacf059a4647" providerId="ADAL" clId="{F7FF961E-CF96-44AC-93C2-93612F62D46D}" dt="2026-07-22T10:07:11.912" v="2657" actId="1076"/>
          <ac:picMkLst>
            <pc:docMk/>
            <pc:sldMk cId="1331841751" sldId="536"/>
            <ac:picMk id="5" creationId="{714BF440-C9B9-6FA7-119B-D0FD022F853A}"/>
          </ac:picMkLst>
        </pc:picChg>
      </pc:sldChg>
      <pc:sldChg chg="modSp new del">
        <pc:chgData name="Berg, Dirk van den" userId="035ecb32-01d9-4b47-a105-eacf059a4647" providerId="ADAL" clId="{F7FF961E-CF96-44AC-93C2-93612F62D46D}" dt="2026-07-22T10:08:19.356" v="2695" actId="47"/>
        <pc:sldMkLst>
          <pc:docMk/>
          <pc:sldMk cId="1167925528" sldId="537"/>
        </pc:sldMkLst>
        <pc:spChg chg="mod">
          <ac:chgData name="Berg, Dirk van den" userId="035ecb32-01d9-4b47-a105-eacf059a4647" providerId="ADAL" clId="{F7FF961E-CF96-44AC-93C2-93612F62D46D}" dt="2026-07-22T10:04:42.453" v="2611"/>
          <ac:spMkLst>
            <pc:docMk/>
            <pc:sldMk cId="1167925528" sldId="537"/>
            <ac:spMk id="3" creationId="{06CCF42E-04E6-EC62-C54E-C35F65FC7A4A}"/>
          </ac:spMkLst>
        </pc:spChg>
      </pc:sldChg>
      <pc:sldChg chg="modSp new mod modShow">
        <pc:chgData name="Berg, Dirk van den" userId="035ecb32-01d9-4b47-a105-eacf059a4647" providerId="ADAL" clId="{F7FF961E-CF96-44AC-93C2-93612F62D46D}" dt="2026-07-23T12:39:32.476" v="3826" actId="729"/>
        <pc:sldMkLst>
          <pc:docMk/>
          <pc:sldMk cId="3003146011" sldId="537"/>
        </pc:sldMkLst>
        <pc:spChg chg="mod">
          <ac:chgData name="Berg, Dirk van den" userId="035ecb32-01d9-4b47-a105-eacf059a4647" providerId="ADAL" clId="{F7FF961E-CF96-44AC-93C2-93612F62D46D}" dt="2026-07-22T11:41:34.227" v="2757"/>
          <ac:spMkLst>
            <pc:docMk/>
            <pc:sldMk cId="3003146011" sldId="537"/>
            <ac:spMk id="2" creationId="{496CFC28-58DD-2145-67EB-0B080C207687}"/>
          </ac:spMkLst>
        </pc:spChg>
        <pc:spChg chg="mod">
          <ac:chgData name="Berg, Dirk van den" userId="035ecb32-01d9-4b47-a105-eacf059a4647" providerId="ADAL" clId="{F7FF961E-CF96-44AC-93C2-93612F62D46D}" dt="2026-07-22T11:43:09.694" v="2759" actId="27636"/>
          <ac:spMkLst>
            <pc:docMk/>
            <pc:sldMk cId="3003146011" sldId="537"/>
            <ac:spMk id="3" creationId="{3A137C84-0A37-C8D6-7657-B41C23996B1A}"/>
          </ac:spMkLst>
        </pc:spChg>
      </pc:sldChg>
      <pc:sldChg chg="modSp new mod modShow">
        <pc:chgData name="Berg, Dirk van den" userId="035ecb32-01d9-4b47-a105-eacf059a4647" providerId="ADAL" clId="{F7FF961E-CF96-44AC-93C2-93612F62D46D}" dt="2026-07-23T12:39:32.476" v="3826" actId="729"/>
        <pc:sldMkLst>
          <pc:docMk/>
          <pc:sldMk cId="1472832894" sldId="538"/>
        </pc:sldMkLst>
        <pc:spChg chg="mod">
          <ac:chgData name="Berg, Dirk van den" userId="035ecb32-01d9-4b47-a105-eacf059a4647" providerId="ADAL" clId="{F7FF961E-CF96-44AC-93C2-93612F62D46D}" dt="2026-07-22T12:05:15.899" v="2761"/>
          <ac:spMkLst>
            <pc:docMk/>
            <pc:sldMk cId="1472832894" sldId="538"/>
            <ac:spMk id="3" creationId="{B8EE239A-5CCE-14AD-5BC1-50F2857FB657}"/>
          </ac:spMkLst>
        </pc:spChg>
      </pc:sldChg>
      <pc:sldChg chg="modSp new mod ord modShow">
        <pc:chgData name="Berg, Dirk van den" userId="035ecb32-01d9-4b47-a105-eacf059a4647" providerId="ADAL" clId="{F7FF961E-CF96-44AC-93C2-93612F62D46D}" dt="2026-07-23T12:39:32.476" v="3826" actId="729"/>
        <pc:sldMkLst>
          <pc:docMk/>
          <pc:sldMk cId="297426274" sldId="539"/>
        </pc:sldMkLst>
        <pc:spChg chg="mod">
          <ac:chgData name="Berg, Dirk van den" userId="035ecb32-01d9-4b47-a105-eacf059a4647" providerId="ADAL" clId="{F7FF961E-CF96-44AC-93C2-93612F62D46D}" dt="2026-07-22T12:16:17.739" v="2765"/>
          <ac:spMkLst>
            <pc:docMk/>
            <pc:sldMk cId="297426274" sldId="539"/>
            <ac:spMk id="3" creationId="{3F3D9573-0CCD-469F-DA7D-C8E4C14895FC}"/>
          </ac:spMkLst>
        </pc:spChg>
      </pc:sldChg>
      <pc:sldChg chg="modSp new mod modShow">
        <pc:chgData name="Berg, Dirk van den" userId="035ecb32-01d9-4b47-a105-eacf059a4647" providerId="ADAL" clId="{F7FF961E-CF96-44AC-93C2-93612F62D46D}" dt="2026-07-23T12:39:32.476" v="3826" actId="729"/>
        <pc:sldMkLst>
          <pc:docMk/>
          <pc:sldMk cId="293076932" sldId="540"/>
        </pc:sldMkLst>
        <pc:spChg chg="mod">
          <ac:chgData name="Berg, Dirk van den" userId="035ecb32-01d9-4b47-a105-eacf059a4647" providerId="ADAL" clId="{F7FF961E-CF96-44AC-93C2-93612F62D46D}" dt="2026-07-22T12:18:16.420" v="2776" actId="20577"/>
          <ac:spMkLst>
            <pc:docMk/>
            <pc:sldMk cId="293076932" sldId="540"/>
            <ac:spMk id="2" creationId="{5987B9B1-AB69-6323-3C2E-7D72B09E750D}"/>
          </ac:spMkLst>
        </pc:spChg>
      </pc:sldChg>
      <pc:sldChg chg="addSp modSp new mod modShow">
        <pc:chgData name="Berg, Dirk van den" userId="035ecb32-01d9-4b47-a105-eacf059a4647" providerId="ADAL" clId="{F7FF961E-CF96-44AC-93C2-93612F62D46D}" dt="2026-07-23T12:39:32.476" v="3826" actId="729"/>
        <pc:sldMkLst>
          <pc:docMk/>
          <pc:sldMk cId="2405808391" sldId="541"/>
        </pc:sldMkLst>
        <pc:spChg chg="mod">
          <ac:chgData name="Berg, Dirk van den" userId="035ecb32-01d9-4b47-a105-eacf059a4647" providerId="ADAL" clId="{F7FF961E-CF96-44AC-93C2-93612F62D46D}" dt="2026-07-22T13:24:42.116" v="2783" actId="27636"/>
          <ac:spMkLst>
            <pc:docMk/>
            <pc:sldMk cId="2405808391" sldId="541"/>
            <ac:spMk id="3" creationId="{C0CE524A-8D0C-7B33-0AA7-F41581B61FD0}"/>
          </ac:spMkLst>
        </pc:spChg>
        <pc:spChg chg="add mod">
          <ac:chgData name="Berg, Dirk van den" userId="035ecb32-01d9-4b47-a105-eacf059a4647" providerId="ADAL" clId="{F7FF961E-CF96-44AC-93C2-93612F62D46D}" dt="2026-07-22T13:26:35.774" v="2785" actId="1076"/>
          <ac:spMkLst>
            <pc:docMk/>
            <pc:sldMk cId="2405808391" sldId="541"/>
            <ac:spMk id="5" creationId="{A2AF5A89-CF32-E183-16A5-B7F8C020155C}"/>
          </ac:spMkLst>
        </pc:spChg>
      </pc:sldChg>
      <pc:sldChg chg="modSp new mod modShow">
        <pc:chgData name="Berg, Dirk van den" userId="035ecb32-01d9-4b47-a105-eacf059a4647" providerId="ADAL" clId="{F7FF961E-CF96-44AC-93C2-93612F62D46D}" dt="2026-07-23T12:39:32.476" v="3826" actId="729"/>
        <pc:sldMkLst>
          <pc:docMk/>
          <pc:sldMk cId="984820438" sldId="542"/>
        </pc:sldMkLst>
        <pc:spChg chg="mod">
          <ac:chgData name="Berg, Dirk van den" userId="035ecb32-01d9-4b47-a105-eacf059a4647" providerId="ADAL" clId="{F7FF961E-CF96-44AC-93C2-93612F62D46D}" dt="2026-07-22T13:27:15.112" v="2790" actId="27636"/>
          <ac:spMkLst>
            <pc:docMk/>
            <pc:sldMk cId="984820438" sldId="542"/>
            <ac:spMk id="3" creationId="{99BE167A-5880-78F1-FD7D-6F9CDD4EA58D}"/>
          </ac:spMkLst>
        </pc:spChg>
      </pc:sldChg>
      <pc:sldChg chg="modSp new mod modShow">
        <pc:chgData name="Berg, Dirk van den" userId="035ecb32-01d9-4b47-a105-eacf059a4647" providerId="ADAL" clId="{F7FF961E-CF96-44AC-93C2-93612F62D46D}" dt="2026-07-23T12:39:32.476" v="3826" actId="729"/>
        <pc:sldMkLst>
          <pc:docMk/>
          <pc:sldMk cId="1919405477" sldId="543"/>
        </pc:sldMkLst>
        <pc:spChg chg="mod">
          <ac:chgData name="Berg, Dirk van den" userId="035ecb32-01d9-4b47-a105-eacf059a4647" providerId="ADAL" clId="{F7FF961E-CF96-44AC-93C2-93612F62D46D}" dt="2026-07-22T13:29:51.263" v="2792"/>
          <ac:spMkLst>
            <pc:docMk/>
            <pc:sldMk cId="1919405477" sldId="543"/>
            <ac:spMk id="3" creationId="{7D8BC709-3C35-E7BB-09C5-13307A45256D}"/>
          </ac:spMkLst>
        </pc:spChg>
      </pc:sldChg>
      <pc:sldChg chg="addSp modSp new mod modShow">
        <pc:chgData name="Berg, Dirk van den" userId="035ecb32-01d9-4b47-a105-eacf059a4647" providerId="ADAL" clId="{F7FF961E-CF96-44AC-93C2-93612F62D46D}" dt="2026-07-23T12:39:32.476" v="3826" actId="729"/>
        <pc:sldMkLst>
          <pc:docMk/>
          <pc:sldMk cId="561162002" sldId="544"/>
        </pc:sldMkLst>
        <pc:spChg chg="mod">
          <ac:chgData name="Berg, Dirk van den" userId="035ecb32-01d9-4b47-a105-eacf059a4647" providerId="ADAL" clId="{F7FF961E-CF96-44AC-93C2-93612F62D46D}" dt="2026-07-23T08:59:39.872" v="2795"/>
          <ac:spMkLst>
            <pc:docMk/>
            <pc:sldMk cId="561162002" sldId="544"/>
            <ac:spMk id="3" creationId="{82A82350-2D6F-C65F-68ED-953DC5E7BEB0}"/>
          </ac:spMkLst>
        </pc:spChg>
        <pc:picChg chg="add mod">
          <ac:chgData name="Berg, Dirk van den" userId="035ecb32-01d9-4b47-a105-eacf059a4647" providerId="ADAL" clId="{F7FF961E-CF96-44AC-93C2-93612F62D46D}" dt="2026-07-23T09:04:32.639" v="2797" actId="1076"/>
          <ac:picMkLst>
            <pc:docMk/>
            <pc:sldMk cId="561162002" sldId="544"/>
            <ac:picMk id="5" creationId="{02575D3E-FAE2-0368-4707-9D1A3AA120CF}"/>
          </ac:picMkLst>
        </pc:picChg>
      </pc:sldChg>
      <pc:sldChg chg="new mod modShow">
        <pc:chgData name="Berg, Dirk van den" userId="035ecb32-01d9-4b47-a105-eacf059a4647" providerId="ADAL" clId="{F7FF961E-CF96-44AC-93C2-93612F62D46D}" dt="2026-07-23T12:39:32.476" v="3826" actId="729"/>
        <pc:sldMkLst>
          <pc:docMk/>
          <pc:sldMk cId="1596459135" sldId="545"/>
        </pc:sldMkLst>
      </pc:sldChg>
      <pc:sldChg chg="modSp new mod modShow">
        <pc:chgData name="Berg, Dirk van den" userId="035ecb32-01d9-4b47-a105-eacf059a4647" providerId="ADAL" clId="{F7FF961E-CF96-44AC-93C2-93612F62D46D}" dt="2026-07-23T12:39:32.476" v="3826" actId="729"/>
        <pc:sldMkLst>
          <pc:docMk/>
          <pc:sldMk cId="3153219248" sldId="546"/>
        </pc:sldMkLst>
        <pc:spChg chg="mod">
          <ac:chgData name="Berg, Dirk van den" userId="035ecb32-01d9-4b47-a105-eacf059a4647" providerId="ADAL" clId="{F7FF961E-CF96-44AC-93C2-93612F62D46D}" dt="2026-07-23T09:08:36.750" v="2805" actId="20577"/>
          <ac:spMkLst>
            <pc:docMk/>
            <pc:sldMk cId="3153219248" sldId="546"/>
            <ac:spMk id="2" creationId="{CE8C99EF-1B96-E3D0-29F7-303C5761B62D}"/>
          </ac:spMkLst>
        </pc:spChg>
        <pc:spChg chg="mod">
          <ac:chgData name="Berg, Dirk van den" userId="035ecb32-01d9-4b47-a105-eacf059a4647" providerId="ADAL" clId="{F7FF961E-CF96-44AC-93C2-93612F62D46D}" dt="2026-07-23T09:09:21.944" v="3035" actId="20577"/>
          <ac:spMkLst>
            <pc:docMk/>
            <pc:sldMk cId="3153219248" sldId="546"/>
            <ac:spMk id="3" creationId="{FB8228B9-B779-3C11-7D0E-A052416F1620}"/>
          </ac:spMkLst>
        </pc:spChg>
      </pc:sldChg>
      <pc:sldChg chg="addSp delSp modSp new mod modShow">
        <pc:chgData name="Berg, Dirk van den" userId="035ecb32-01d9-4b47-a105-eacf059a4647" providerId="ADAL" clId="{F7FF961E-CF96-44AC-93C2-93612F62D46D}" dt="2026-07-23T12:39:32.476" v="3826" actId="729"/>
        <pc:sldMkLst>
          <pc:docMk/>
          <pc:sldMk cId="236161982" sldId="547"/>
        </pc:sldMkLst>
        <pc:spChg chg="add del">
          <ac:chgData name="Berg, Dirk van den" userId="035ecb32-01d9-4b47-a105-eacf059a4647" providerId="ADAL" clId="{F7FF961E-CF96-44AC-93C2-93612F62D46D}" dt="2026-07-23T09:31:16.284" v="3038" actId="478"/>
          <ac:spMkLst>
            <pc:docMk/>
            <pc:sldMk cId="236161982" sldId="547"/>
            <ac:spMk id="5" creationId="{2D9FD1DF-42A8-8C5E-21AD-A3587B6A595F}"/>
          </ac:spMkLst>
        </pc:spChg>
        <pc:picChg chg="add mod">
          <ac:chgData name="Berg, Dirk van den" userId="035ecb32-01d9-4b47-a105-eacf059a4647" providerId="ADAL" clId="{F7FF961E-CF96-44AC-93C2-93612F62D46D}" dt="2026-07-23T09:31:34.616" v="3043" actId="14100"/>
          <ac:picMkLst>
            <pc:docMk/>
            <pc:sldMk cId="236161982" sldId="547"/>
            <ac:picMk id="7" creationId="{97F059CF-D2C1-6F95-11D6-A0206DE5DDD0}"/>
          </ac:picMkLst>
        </pc:picChg>
      </pc:sldChg>
      <pc:sldChg chg="add ord">
        <pc:chgData name="Berg, Dirk van den" userId="035ecb32-01d9-4b47-a105-eacf059a4647" providerId="ADAL" clId="{F7FF961E-CF96-44AC-93C2-93612F62D46D}" dt="2026-07-23T12:11:47.466" v="3048"/>
        <pc:sldMkLst>
          <pc:docMk/>
          <pc:sldMk cId="1189821286" sldId="548"/>
        </pc:sldMkLst>
      </pc:sldChg>
      <pc:sldChg chg="add ord">
        <pc:chgData name="Berg, Dirk van den" userId="035ecb32-01d9-4b47-a105-eacf059a4647" providerId="ADAL" clId="{F7FF961E-CF96-44AC-93C2-93612F62D46D}" dt="2026-07-23T12:11:47.466" v="3048"/>
        <pc:sldMkLst>
          <pc:docMk/>
          <pc:sldMk cId="3111693306" sldId="549"/>
        </pc:sldMkLst>
      </pc:sldChg>
      <pc:sldChg chg="modSp add mod">
        <pc:chgData name="Berg, Dirk van den" userId="035ecb32-01d9-4b47-a105-eacf059a4647" providerId="ADAL" clId="{F7FF961E-CF96-44AC-93C2-93612F62D46D}" dt="2026-07-23T12:13:53.754" v="3092" actId="20577"/>
        <pc:sldMkLst>
          <pc:docMk/>
          <pc:sldMk cId="2437670174" sldId="550"/>
        </pc:sldMkLst>
        <pc:spChg chg="mod">
          <ac:chgData name="Berg, Dirk van den" userId="035ecb32-01d9-4b47-a105-eacf059a4647" providerId="ADAL" clId="{F7FF961E-CF96-44AC-93C2-93612F62D46D}" dt="2026-07-23T12:13:53.754" v="3092" actId="20577"/>
          <ac:spMkLst>
            <pc:docMk/>
            <pc:sldMk cId="2437670174" sldId="550"/>
            <ac:spMk id="3" creationId="{05B536A6-165B-62B2-A219-5448635DA7C4}"/>
          </ac:spMkLst>
        </pc:spChg>
      </pc:sldChg>
      <pc:sldChg chg="modSp add mod ord">
        <pc:chgData name="Berg, Dirk van den" userId="035ecb32-01d9-4b47-a105-eacf059a4647" providerId="ADAL" clId="{F7FF961E-CF96-44AC-93C2-93612F62D46D}" dt="2026-07-23T12:17:36.875" v="3543" actId="20577"/>
        <pc:sldMkLst>
          <pc:docMk/>
          <pc:sldMk cId="1338525682" sldId="551"/>
        </pc:sldMkLst>
        <pc:spChg chg="mod">
          <ac:chgData name="Berg, Dirk van den" userId="035ecb32-01d9-4b47-a105-eacf059a4647" providerId="ADAL" clId="{F7FF961E-CF96-44AC-93C2-93612F62D46D}" dt="2026-07-23T12:17:36.875" v="3543" actId="20577"/>
          <ac:spMkLst>
            <pc:docMk/>
            <pc:sldMk cId="1338525682" sldId="551"/>
            <ac:spMk id="8" creationId="{EB538182-F418-5632-6B69-47C2020F5DE7}"/>
          </ac:spMkLst>
        </pc:spChg>
      </pc:sldChg>
      <pc:sldChg chg="modSp new mod">
        <pc:chgData name="Berg, Dirk van den" userId="035ecb32-01d9-4b47-a105-eacf059a4647" providerId="ADAL" clId="{F7FF961E-CF96-44AC-93C2-93612F62D46D}" dt="2026-07-23T12:40:53.747" v="3888" actId="20577"/>
        <pc:sldMkLst>
          <pc:docMk/>
          <pc:sldMk cId="3100913234" sldId="552"/>
        </pc:sldMkLst>
        <pc:spChg chg="mod">
          <ac:chgData name="Berg, Dirk van den" userId="035ecb32-01d9-4b47-a105-eacf059a4647" providerId="ADAL" clId="{F7FF961E-CF96-44AC-93C2-93612F62D46D}" dt="2026-07-23T12:23:34.265" v="3629" actId="20577"/>
          <ac:spMkLst>
            <pc:docMk/>
            <pc:sldMk cId="3100913234" sldId="552"/>
            <ac:spMk id="2" creationId="{D92AB3FF-8076-0F81-CD61-B20A188A1067}"/>
          </ac:spMkLst>
        </pc:spChg>
        <pc:spChg chg="mod">
          <ac:chgData name="Berg, Dirk van den" userId="035ecb32-01d9-4b47-a105-eacf059a4647" providerId="ADAL" clId="{F7FF961E-CF96-44AC-93C2-93612F62D46D}" dt="2026-07-23T12:40:53.747" v="3888" actId="20577"/>
          <ac:spMkLst>
            <pc:docMk/>
            <pc:sldMk cId="3100913234" sldId="552"/>
            <ac:spMk id="3" creationId="{0019A519-DB96-8FE1-5072-7370DE1AAB3B}"/>
          </ac:spMkLst>
        </pc:spChg>
      </pc:sldChg>
      <pc:sldChg chg="modSp add mod">
        <pc:chgData name="Berg, Dirk van den" userId="035ecb32-01d9-4b47-a105-eacf059a4647" providerId="ADAL" clId="{F7FF961E-CF96-44AC-93C2-93612F62D46D}" dt="2026-07-23T12:27:13.709" v="3667" actId="6549"/>
        <pc:sldMkLst>
          <pc:docMk/>
          <pc:sldMk cId="2952552767" sldId="553"/>
        </pc:sldMkLst>
        <pc:spChg chg="mod">
          <ac:chgData name="Berg, Dirk van den" userId="035ecb32-01d9-4b47-a105-eacf059a4647" providerId="ADAL" clId="{F7FF961E-CF96-44AC-93C2-93612F62D46D}" dt="2026-07-23T12:27:13.709" v="3667" actId="6549"/>
          <ac:spMkLst>
            <pc:docMk/>
            <pc:sldMk cId="2952552767" sldId="553"/>
            <ac:spMk id="7" creationId="{351285AF-B1F3-01F1-23EA-AB68F87CA30E}"/>
          </ac:spMkLst>
        </pc:spChg>
      </pc:sldChg>
      <pc:sldChg chg="modSp add mod">
        <pc:chgData name="Berg, Dirk van den" userId="035ecb32-01d9-4b47-a105-eacf059a4647" providerId="ADAL" clId="{F7FF961E-CF96-44AC-93C2-93612F62D46D}" dt="2026-07-23T12:38:42.564" v="3824" actId="20577"/>
        <pc:sldMkLst>
          <pc:docMk/>
          <pc:sldMk cId="3225033071" sldId="554"/>
        </pc:sldMkLst>
        <pc:spChg chg="mod">
          <ac:chgData name="Berg, Dirk van den" userId="035ecb32-01d9-4b47-a105-eacf059a4647" providerId="ADAL" clId="{F7FF961E-CF96-44AC-93C2-93612F62D46D}" dt="2026-07-23T12:38:42.564" v="3824" actId="20577"/>
          <ac:spMkLst>
            <pc:docMk/>
            <pc:sldMk cId="3225033071" sldId="554"/>
            <ac:spMk id="7" creationId="{8FA5890C-87D4-22DF-E1BC-9C508F399BC4}"/>
          </ac:spMkLst>
        </pc:spChg>
      </pc:sldChg>
      <pc:sldChg chg="new del">
        <pc:chgData name="Berg, Dirk van den" userId="035ecb32-01d9-4b47-a105-eacf059a4647" providerId="ADAL" clId="{F7FF961E-CF96-44AC-93C2-93612F62D46D}" dt="2026-07-23T12:46:36.910" v="3889" actId="47"/>
        <pc:sldMkLst>
          <pc:docMk/>
          <pc:sldMk cId="2637122064" sldId="55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N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88F993-19E6-4346-B790-BA7AE6DFB89E}" type="datetimeFigureOut">
              <a:rPr lang="en-NL" smtClean="0"/>
              <a:t>22/07/2026</a:t>
            </a:fld>
            <a:endParaRPr lang="en-N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N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N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3DB5B83-8BBD-40E1-A5F3-DCDADAD200FA}" type="slidenum">
              <a:rPr lang="en-NL" smtClean="0"/>
              <a:t>‹#›</a:t>
            </a:fld>
            <a:endParaRPr lang="en-NL"/>
          </a:p>
        </p:txBody>
      </p:sp>
    </p:spTree>
    <p:extLst>
      <p:ext uri="{BB962C8B-B14F-4D97-AF65-F5344CB8AC3E}">
        <p14:creationId xmlns:p14="http://schemas.microsoft.com/office/powerpoint/2010/main" val="18244910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2</a:t>
            </a:fld>
            <a:endParaRPr lang="en-NL"/>
          </a:p>
        </p:txBody>
      </p:sp>
    </p:spTree>
    <p:extLst>
      <p:ext uri="{BB962C8B-B14F-4D97-AF65-F5344CB8AC3E}">
        <p14:creationId xmlns:p14="http://schemas.microsoft.com/office/powerpoint/2010/main" val="1357056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10C2858C-D3E6-484D-8AEB-0D1C63E21186}" type="slidenum">
              <a:rPr lang="en-NL" smtClean="0"/>
              <a:t>13</a:t>
            </a:fld>
            <a:endParaRPr lang="en-NL"/>
          </a:p>
        </p:txBody>
      </p:sp>
    </p:spTree>
    <p:extLst>
      <p:ext uri="{BB962C8B-B14F-4D97-AF65-F5344CB8AC3E}">
        <p14:creationId xmlns:p14="http://schemas.microsoft.com/office/powerpoint/2010/main" val="65847624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697918-7166-5D39-78A8-652A95AACB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06B3CC-7B91-5063-373A-178CB1FFF4B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8E02557-EF46-7EFD-6284-9FD9EB35D221}"/>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4B211F4C-A504-3F07-5779-E43FFB309919}"/>
              </a:ext>
            </a:extLst>
          </p:cNvPr>
          <p:cNvSpPr>
            <a:spLocks noGrp="1"/>
          </p:cNvSpPr>
          <p:nvPr>
            <p:ph type="sldNum" sz="quarter" idx="5"/>
          </p:nvPr>
        </p:nvSpPr>
        <p:spPr/>
        <p:txBody>
          <a:bodyPr/>
          <a:lstStyle/>
          <a:p>
            <a:fld id="{10C2858C-D3E6-484D-8AEB-0D1C63E21186}" type="slidenum">
              <a:rPr lang="en-NL" smtClean="0"/>
              <a:t>14</a:t>
            </a:fld>
            <a:endParaRPr lang="en-NL"/>
          </a:p>
        </p:txBody>
      </p:sp>
    </p:spTree>
    <p:extLst>
      <p:ext uri="{BB962C8B-B14F-4D97-AF65-F5344CB8AC3E}">
        <p14:creationId xmlns:p14="http://schemas.microsoft.com/office/powerpoint/2010/main" val="224313141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CDCF35-1D7D-05E0-F763-48B8652084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120AD0-A82A-5D52-CF93-B9083A03A8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68CA90-9D97-82D9-5A59-105778C96E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D730851B-33C8-891E-0DB8-5C3D0D866D32}"/>
              </a:ext>
            </a:extLst>
          </p:cNvPr>
          <p:cNvSpPr>
            <a:spLocks noGrp="1"/>
          </p:cNvSpPr>
          <p:nvPr>
            <p:ph type="sldNum" sz="quarter" idx="5"/>
          </p:nvPr>
        </p:nvSpPr>
        <p:spPr/>
        <p:txBody>
          <a:bodyPr/>
          <a:lstStyle/>
          <a:p>
            <a:fld id="{B408ABE9-835D-41BF-A9B3-EFBAC967A8E2}" type="slidenum">
              <a:rPr lang="en-NL" smtClean="0"/>
              <a:t>15</a:t>
            </a:fld>
            <a:endParaRPr lang="en-NL"/>
          </a:p>
        </p:txBody>
      </p:sp>
    </p:spTree>
    <p:extLst>
      <p:ext uri="{BB962C8B-B14F-4D97-AF65-F5344CB8AC3E}">
        <p14:creationId xmlns:p14="http://schemas.microsoft.com/office/powerpoint/2010/main" val="100752047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021242-B236-7D16-35BE-1EA613A44D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8F6211-ACCE-93B6-A1F0-705BB7FF26F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0E359F-0075-0973-2A0F-36E149D08BB2}"/>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FE03781-8715-1F9E-1461-B5D8E728E37B}"/>
              </a:ext>
            </a:extLst>
          </p:cNvPr>
          <p:cNvSpPr>
            <a:spLocks noGrp="1"/>
          </p:cNvSpPr>
          <p:nvPr>
            <p:ph type="sldNum" sz="quarter" idx="5"/>
          </p:nvPr>
        </p:nvSpPr>
        <p:spPr/>
        <p:txBody>
          <a:bodyPr/>
          <a:lstStyle/>
          <a:p>
            <a:fld id="{B408ABE9-835D-41BF-A9B3-EFBAC967A8E2}" type="slidenum">
              <a:rPr lang="en-NL" smtClean="0"/>
              <a:t>16</a:t>
            </a:fld>
            <a:endParaRPr lang="en-NL"/>
          </a:p>
        </p:txBody>
      </p:sp>
    </p:spTree>
    <p:extLst>
      <p:ext uri="{BB962C8B-B14F-4D97-AF65-F5344CB8AC3E}">
        <p14:creationId xmlns:p14="http://schemas.microsoft.com/office/powerpoint/2010/main" val="3412074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ARTBP, one window at a </a:t>
            </a:r>
            <a:r>
              <a:rPr lang="en-US" dirty="0" err="1"/>
              <a:t>timeSetup</a:t>
            </a:r>
            <a:r>
              <a:rPr lang="en-US" dirty="0"/>
              <a:t> (choose once): the stopping rule. Decide the per-step chance of stopping the rollout. This is the only thing that differs between </a:t>
            </a:r>
            <a:r>
              <a:rPr lang="en-US" dirty="0" err="1"/>
              <a:t>geom</a:t>
            </a:r>
            <a:r>
              <a:rPr lang="en-US" dirty="0"/>
              <a:t> and poly:- </a:t>
            </a:r>
            <a:r>
              <a:rPr lang="en-US" dirty="0" err="1"/>
              <a:t>geom</a:t>
            </a:r>
            <a:r>
              <a:rPr lang="en-US" dirty="0"/>
              <a:t>: same stopping chance every step (1/400).- poly4/poly6: stopping chance that shrinks the longer you have gone.</a:t>
            </a:r>
          </a:p>
          <a:p>
            <a:r>
              <a:rPr lang="en-US" dirty="0"/>
              <a:t>Step 1: Draw a random rollout length K. Walk forward step by step; at each step flip the stopping coin. Stop the first time it comes up heads. Usually this happens early (short window), occasionally very late (long window). Cap it at 1600 steps, floor it at 2.</a:t>
            </a:r>
          </a:p>
          <a:p>
            <a:r>
              <a:rPr lang="en-US" dirty="0"/>
              <a:t>Step 2: Roll out the model K steps. Run the augmented model forward for those K steps and record the prediction error at each step (the per-step loss).</a:t>
            </a:r>
          </a:p>
          <a:p>
            <a:r>
              <a:rPr lang="en-US" dirty="0"/>
              <a:t>Step 3: Reweight each step. Multiply step t's loss by 1 / (probability of having reached step t). Early steps get weight â 1; the rare late steps get a big weight, so they stand in for all the times you stopped short of them.</a:t>
            </a:r>
          </a:p>
          <a:p>
            <a:r>
              <a:rPr lang="en-US" dirty="0"/>
              <a:t>Step 4: Sum and backprop. Add up the reweighted per-step losses into one number, backpropagate through the K-step rollout to get the gradient, and take one Adam step.</a:t>
            </a:r>
          </a:p>
          <a:p>
            <a:r>
              <a:rPr lang="en-US" dirty="0"/>
              <a:t>Step 5: Repeat over many windows. Each window is cheap on average (mean length 400), but because the rare long windows are boosted, the average gradient over all windows equals the true full-horizon gradient. That is what makes it unbiased at short-window cost.</a:t>
            </a:r>
          </a:p>
          <a:p>
            <a:endParaRPr lang="en-US" dirty="0"/>
          </a:p>
          <a:p>
            <a:r>
              <a:rPr lang="en-US" dirty="0"/>
              <a:t>The whole loop in pseudocode-plain-</a:t>
            </a:r>
            <a:r>
              <a:rPr lang="en-US" dirty="0" err="1"/>
              <a:t>Englishfor</a:t>
            </a:r>
            <a:r>
              <a:rPr lang="en-US" dirty="0"/>
              <a:t> each training window:    </a:t>
            </a:r>
          </a:p>
          <a:p>
            <a:r>
              <a:rPr lang="en-US" dirty="0"/>
              <a:t>K = draw a random length      # usually short, rarely long, capped at 1600    </a:t>
            </a:r>
          </a:p>
          <a:p>
            <a:r>
              <a:rPr lang="en-US" dirty="0"/>
              <a:t>roll out the model for K steps, collect per-step errors    </a:t>
            </a:r>
          </a:p>
          <a:p>
            <a:r>
              <a:rPr lang="en-US" dirty="0"/>
              <a:t>weight each step by 1 / P(reached that step)   # rare late steps count extra    </a:t>
            </a:r>
          </a:p>
          <a:p>
            <a:r>
              <a:rPr lang="en-US" dirty="0"/>
              <a:t>loss = sum of weighted errors    </a:t>
            </a:r>
          </a:p>
          <a:p>
            <a:r>
              <a:rPr lang="en-US" dirty="0"/>
              <a:t>backprop through the K steps, Adam </a:t>
            </a:r>
            <a:r>
              <a:rPr lang="en-US" dirty="0" err="1"/>
              <a:t>stepThe</a:t>
            </a:r>
            <a:r>
              <a:rPr lang="en-US" dirty="0"/>
              <a:t> one idea holding it together: any single window is biased (short ones miss the long-run drift, long ones over-represent it), but the reweighting makes the average across windows exactly the full-</a:t>
            </a:r>
            <a:r>
              <a:rPr lang="en-US" dirty="0" err="1"/>
              <a:t>horizongradient</a:t>
            </a:r>
            <a:r>
              <a:rPr lang="en-US" dirty="0"/>
              <a:t>. You get the long-horizon signal without ever paying for a long window every time.</a:t>
            </a:r>
            <a:endParaRPr lang="en-NL" dirty="0"/>
          </a:p>
        </p:txBody>
      </p:sp>
      <p:sp>
        <p:nvSpPr>
          <p:cNvPr id="4" name="Slide Number Placeholder 3"/>
          <p:cNvSpPr>
            <a:spLocks noGrp="1"/>
          </p:cNvSpPr>
          <p:nvPr>
            <p:ph type="sldNum" sz="quarter" idx="5"/>
          </p:nvPr>
        </p:nvSpPr>
        <p:spPr/>
        <p:txBody>
          <a:bodyPr/>
          <a:lstStyle/>
          <a:p>
            <a:fld id="{B3DB5B83-8BBD-40E1-A5F3-DCDADAD200FA}" type="slidenum">
              <a:rPr lang="en-NL" smtClean="0"/>
              <a:t>24</a:t>
            </a:fld>
            <a:endParaRPr lang="en-NL"/>
          </a:p>
        </p:txBody>
      </p:sp>
    </p:spTree>
    <p:extLst>
      <p:ext uri="{BB962C8B-B14F-4D97-AF65-F5344CB8AC3E}">
        <p14:creationId xmlns:p14="http://schemas.microsoft.com/office/powerpoint/2010/main" val="120801319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ARTBP, one window at a </a:t>
            </a:r>
            <a:r>
              <a:rPr lang="en-US" dirty="0" err="1"/>
              <a:t>timeSetup</a:t>
            </a:r>
            <a:r>
              <a:rPr lang="en-US" dirty="0"/>
              <a:t> (choose once): the stopping rule. Decide the per-step chance of stopping the rollout. This is the only thing that differs between </a:t>
            </a:r>
            <a:r>
              <a:rPr lang="en-US" dirty="0" err="1"/>
              <a:t>geom</a:t>
            </a:r>
            <a:r>
              <a:rPr lang="en-US" dirty="0"/>
              <a:t> and poly:- </a:t>
            </a:r>
            <a:r>
              <a:rPr lang="en-US" dirty="0" err="1"/>
              <a:t>geom</a:t>
            </a:r>
            <a:r>
              <a:rPr lang="en-US" dirty="0"/>
              <a:t>: same stopping chance every step (1/400).- poly4/poly6: stopping chance that shrinks the longer you have gone.</a:t>
            </a:r>
          </a:p>
          <a:p>
            <a:r>
              <a:rPr lang="en-US" dirty="0"/>
              <a:t>Step 1: Draw a random rollout length K. Walk forward step by step; at each step flip the stopping coin. Stop the first time it comes up heads. Usually this happens early (short window), occasionally very late (long window). Cap it at 1600 steps, floor it at 2.</a:t>
            </a:r>
          </a:p>
          <a:p>
            <a:r>
              <a:rPr lang="en-US" dirty="0"/>
              <a:t>Step 2: Roll out the model K steps. Run the augmented model forward for those K steps and record the prediction error at each step (the per-step loss).</a:t>
            </a:r>
          </a:p>
          <a:p>
            <a:r>
              <a:rPr lang="en-US" dirty="0"/>
              <a:t>Step 3: Reweight each step. Multiply step t's loss by 1 / (probability of having reached step t). Early steps get weight â 1; the rare late steps get a big weight, so they stand in for all the times you stopped short of them.</a:t>
            </a:r>
          </a:p>
          <a:p>
            <a:r>
              <a:rPr lang="en-US" dirty="0"/>
              <a:t>Step 4: Sum and backprop. Add up the reweighted per-step losses into one number, backpropagate through the K-step rollout to get the gradient, and take one Adam step.</a:t>
            </a:r>
          </a:p>
          <a:p>
            <a:r>
              <a:rPr lang="en-US" dirty="0"/>
              <a:t>Step 5: Repeat over many windows. Each window is cheap on average (mean length 400), but because the rare long windows are boosted, the average gradient over all windows equals the true full-horizon gradient. That is what makes it unbiased at short-window cost.</a:t>
            </a:r>
          </a:p>
          <a:p>
            <a:endParaRPr lang="en-US" dirty="0"/>
          </a:p>
          <a:p>
            <a:r>
              <a:rPr lang="en-US" dirty="0"/>
              <a:t>The whole loop in pseudocode-plain-</a:t>
            </a:r>
            <a:r>
              <a:rPr lang="en-US" dirty="0" err="1"/>
              <a:t>Englishfor</a:t>
            </a:r>
            <a:r>
              <a:rPr lang="en-US" dirty="0"/>
              <a:t> each training window:    </a:t>
            </a:r>
          </a:p>
          <a:p>
            <a:r>
              <a:rPr lang="en-US" dirty="0"/>
              <a:t>K = draw a random length      # usually short, rarely long, capped at 1600    </a:t>
            </a:r>
          </a:p>
          <a:p>
            <a:r>
              <a:rPr lang="en-US" dirty="0"/>
              <a:t>roll out the model for K steps, collect per-step errors    </a:t>
            </a:r>
          </a:p>
          <a:p>
            <a:r>
              <a:rPr lang="en-US" dirty="0"/>
              <a:t>weight each step by 1 / P(reached that step)   # rare late steps count extra    </a:t>
            </a:r>
          </a:p>
          <a:p>
            <a:r>
              <a:rPr lang="en-US" dirty="0"/>
              <a:t>loss = sum of weighted errors    </a:t>
            </a:r>
          </a:p>
          <a:p>
            <a:r>
              <a:rPr lang="en-US" dirty="0"/>
              <a:t>backprop through the K steps, Adam </a:t>
            </a:r>
            <a:r>
              <a:rPr lang="en-US" dirty="0" err="1"/>
              <a:t>stepThe</a:t>
            </a:r>
            <a:r>
              <a:rPr lang="en-US" dirty="0"/>
              <a:t> one idea holding it together: any single window is biased (short ones miss the long-run drift, long ones over-represent it), but the reweighting makes the average across windows exactly the full-</a:t>
            </a:r>
            <a:r>
              <a:rPr lang="en-US" dirty="0" err="1"/>
              <a:t>horizongradient</a:t>
            </a:r>
            <a:r>
              <a:rPr lang="en-US" dirty="0"/>
              <a:t>. You get the long-horizon signal without ever paying for a long window every time.</a:t>
            </a:r>
            <a:endParaRPr lang="en-NL" dirty="0"/>
          </a:p>
          <a:p>
            <a:endParaRPr lang="en-NL" dirty="0"/>
          </a:p>
        </p:txBody>
      </p:sp>
      <p:sp>
        <p:nvSpPr>
          <p:cNvPr id="4" name="Slide Number Placeholder 3"/>
          <p:cNvSpPr>
            <a:spLocks noGrp="1"/>
          </p:cNvSpPr>
          <p:nvPr>
            <p:ph type="sldNum" sz="quarter" idx="5"/>
          </p:nvPr>
        </p:nvSpPr>
        <p:spPr/>
        <p:txBody>
          <a:bodyPr/>
          <a:lstStyle/>
          <a:p>
            <a:fld id="{B3DB5B83-8BBD-40E1-A5F3-DCDADAD200FA}" type="slidenum">
              <a:rPr lang="en-NL" smtClean="0"/>
              <a:t>25</a:t>
            </a:fld>
            <a:endParaRPr lang="en-NL"/>
          </a:p>
        </p:txBody>
      </p:sp>
    </p:spTree>
    <p:extLst>
      <p:ext uri="{BB962C8B-B14F-4D97-AF65-F5344CB8AC3E}">
        <p14:creationId xmlns:p14="http://schemas.microsoft.com/office/powerpoint/2010/main" val="16942583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8B9D5-7493-DC83-E039-6248DADEDD1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L"/>
          </a:p>
        </p:txBody>
      </p:sp>
      <p:sp>
        <p:nvSpPr>
          <p:cNvPr id="3" name="Subtitle 2">
            <a:extLst>
              <a:ext uri="{FF2B5EF4-FFF2-40B4-BE49-F238E27FC236}">
                <a16:creationId xmlns:a16="http://schemas.microsoft.com/office/drawing/2014/main" id="{B2EC8147-9ECC-786C-FD41-041AE9A8109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L"/>
          </a:p>
        </p:txBody>
      </p:sp>
      <p:sp>
        <p:nvSpPr>
          <p:cNvPr id="4" name="Date Placeholder 3">
            <a:extLst>
              <a:ext uri="{FF2B5EF4-FFF2-40B4-BE49-F238E27FC236}">
                <a16:creationId xmlns:a16="http://schemas.microsoft.com/office/drawing/2014/main" id="{104A4A45-CB28-52C8-AE7B-2835FA50668D}"/>
              </a:ext>
            </a:extLst>
          </p:cNvPr>
          <p:cNvSpPr>
            <a:spLocks noGrp="1"/>
          </p:cNvSpPr>
          <p:nvPr>
            <p:ph type="dt" sz="half" idx="10"/>
          </p:nvPr>
        </p:nvSpPr>
        <p:spPr/>
        <p:txBody>
          <a:bodyPr/>
          <a:lstStyle/>
          <a:p>
            <a:fld id="{1DAD2492-63BC-443A-A5C5-48B81F0FAE42}" type="datetimeFigureOut">
              <a:rPr lang="en-NL" smtClean="0"/>
              <a:t>22/07/2026</a:t>
            </a:fld>
            <a:endParaRPr lang="en-NL"/>
          </a:p>
        </p:txBody>
      </p:sp>
      <p:sp>
        <p:nvSpPr>
          <p:cNvPr id="5" name="Footer Placeholder 4">
            <a:extLst>
              <a:ext uri="{FF2B5EF4-FFF2-40B4-BE49-F238E27FC236}">
                <a16:creationId xmlns:a16="http://schemas.microsoft.com/office/drawing/2014/main" id="{FD5B347E-9FC6-4806-94E9-883741BC0B05}"/>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F112C10-E980-8F44-5315-E2372B30329F}"/>
              </a:ext>
            </a:extLst>
          </p:cNvPr>
          <p:cNvSpPr>
            <a:spLocks noGrp="1"/>
          </p:cNvSpPr>
          <p:nvPr>
            <p:ph type="sldNum" sz="quarter" idx="12"/>
          </p:nvPr>
        </p:nvSpPr>
        <p:spPr/>
        <p:txBody>
          <a:bodyPr/>
          <a:lstStyle/>
          <a:p>
            <a:fld id="{065127D3-DD1B-4104-872D-6FB103F1EE8A}" type="slidenum">
              <a:rPr lang="en-NL" smtClean="0"/>
              <a:t>‹#›</a:t>
            </a:fld>
            <a:endParaRPr lang="en-NL"/>
          </a:p>
        </p:txBody>
      </p:sp>
    </p:spTree>
    <p:extLst>
      <p:ext uri="{BB962C8B-B14F-4D97-AF65-F5344CB8AC3E}">
        <p14:creationId xmlns:p14="http://schemas.microsoft.com/office/powerpoint/2010/main" val="26845204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8C292-70E3-2682-FC32-89EE1AA2A6BB}"/>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B78C805E-87CB-4B99-3B93-976C1B9A07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929A60C6-ECDF-E3F3-1374-B9BBCF684917}"/>
              </a:ext>
            </a:extLst>
          </p:cNvPr>
          <p:cNvSpPr>
            <a:spLocks noGrp="1"/>
          </p:cNvSpPr>
          <p:nvPr>
            <p:ph type="dt" sz="half" idx="10"/>
          </p:nvPr>
        </p:nvSpPr>
        <p:spPr/>
        <p:txBody>
          <a:bodyPr/>
          <a:lstStyle/>
          <a:p>
            <a:fld id="{1DAD2492-63BC-443A-A5C5-48B81F0FAE42}" type="datetimeFigureOut">
              <a:rPr lang="en-NL" smtClean="0"/>
              <a:t>22/07/2026</a:t>
            </a:fld>
            <a:endParaRPr lang="en-NL"/>
          </a:p>
        </p:txBody>
      </p:sp>
      <p:sp>
        <p:nvSpPr>
          <p:cNvPr id="5" name="Footer Placeholder 4">
            <a:extLst>
              <a:ext uri="{FF2B5EF4-FFF2-40B4-BE49-F238E27FC236}">
                <a16:creationId xmlns:a16="http://schemas.microsoft.com/office/drawing/2014/main" id="{DB95B9AA-16C3-E7B2-3792-5EE817694EFE}"/>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B08573DA-E8FF-AACC-03EE-CB5E0BB7BA9C}"/>
              </a:ext>
            </a:extLst>
          </p:cNvPr>
          <p:cNvSpPr>
            <a:spLocks noGrp="1"/>
          </p:cNvSpPr>
          <p:nvPr>
            <p:ph type="sldNum" sz="quarter" idx="12"/>
          </p:nvPr>
        </p:nvSpPr>
        <p:spPr/>
        <p:txBody>
          <a:bodyPr/>
          <a:lstStyle/>
          <a:p>
            <a:fld id="{065127D3-DD1B-4104-872D-6FB103F1EE8A}" type="slidenum">
              <a:rPr lang="en-NL" smtClean="0"/>
              <a:t>‹#›</a:t>
            </a:fld>
            <a:endParaRPr lang="en-NL"/>
          </a:p>
        </p:txBody>
      </p:sp>
    </p:spTree>
    <p:extLst>
      <p:ext uri="{BB962C8B-B14F-4D97-AF65-F5344CB8AC3E}">
        <p14:creationId xmlns:p14="http://schemas.microsoft.com/office/powerpoint/2010/main" val="29961667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72F74-8847-B0D2-2CFE-859A4C0CE0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L"/>
          </a:p>
        </p:txBody>
      </p:sp>
      <p:sp>
        <p:nvSpPr>
          <p:cNvPr id="3" name="Text Placeholder 2">
            <a:extLst>
              <a:ext uri="{FF2B5EF4-FFF2-40B4-BE49-F238E27FC236}">
                <a16:creationId xmlns:a16="http://schemas.microsoft.com/office/drawing/2014/main" id="{CDFF335C-BB8F-C8AE-17B2-1C597B17DB3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D4CDECA-B0D8-BBE3-214F-D87E99D19148}"/>
              </a:ext>
            </a:extLst>
          </p:cNvPr>
          <p:cNvSpPr>
            <a:spLocks noGrp="1"/>
          </p:cNvSpPr>
          <p:nvPr>
            <p:ph type="dt" sz="half" idx="10"/>
          </p:nvPr>
        </p:nvSpPr>
        <p:spPr/>
        <p:txBody>
          <a:bodyPr/>
          <a:lstStyle/>
          <a:p>
            <a:fld id="{1DAD2492-63BC-443A-A5C5-48B81F0FAE42}" type="datetimeFigureOut">
              <a:rPr lang="en-NL" smtClean="0"/>
              <a:t>22/07/2026</a:t>
            </a:fld>
            <a:endParaRPr lang="en-NL"/>
          </a:p>
        </p:txBody>
      </p:sp>
      <p:sp>
        <p:nvSpPr>
          <p:cNvPr id="5" name="Footer Placeholder 4">
            <a:extLst>
              <a:ext uri="{FF2B5EF4-FFF2-40B4-BE49-F238E27FC236}">
                <a16:creationId xmlns:a16="http://schemas.microsoft.com/office/drawing/2014/main" id="{288F89CB-1111-3897-27BA-666459D01FA9}"/>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2DEB62C4-9F3E-5402-FBC2-F715B8024E03}"/>
              </a:ext>
            </a:extLst>
          </p:cNvPr>
          <p:cNvSpPr>
            <a:spLocks noGrp="1"/>
          </p:cNvSpPr>
          <p:nvPr>
            <p:ph type="sldNum" sz="quarter" idx="12"/>
          </p:nvPr>
        </p:nvSpPr>
        <p:spPr/>
        <p:txBody>
          <a:bodyPr/>
          <a:lstStyle/>
          <a:p>
            <a:fld id="{065127D3-DD1B-4104-872D-6FB103F1EE8A}" type="slidenum">
              <a:rPr lang="en-NL" smtClean="0"/>
              <a:t>‹#›</a:t>
            </a:fld>
            <a:endParaRPr lang="en-NL"/>
          </a:p>
        </p:txBody>
      </p:sp>
    </p:spTree>
    <p:extLst>
      <p:ext uri="{BB962C8B-B14F-4D97-AF65-F5344CB8AC3E}">
        <p14:creationId xmlns:p14="http://schemas.microsoft.com/office/powerpoint/2010/main" val="2334048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2BFE1-ABE5-29CC-19D0-F725C7E07A35}"/>
              </a:ext>
            </a:extLst>
          </p:cNvPr>
          <p:cNvSpPr>
            <a:spLocks noGrp="1"/>
          </p:cNvSpPr>
          <p:nvPr>
            <p:ph type="title"/>
          </p:nvPr>
        </p:nvSpPr>
        <p:spPr/>
        <p:txBody>
          <a:bodyPr/>
          <a:lstStyle/>
          <a:p>
            <a:r>
              <a:rPr lang="en-US"/>
              <a:t>Click to edit Master title style</a:t>
            </a:r>
            <a:endParaRPr lang="en-NL"/>
          </a:p>
        </p:txBody>
      </p:sp>
      <p:sp>
        <p:nvSpPr>
          <p:cNvPr id="3" name="Content Placeholder 2">
            <a:extLst>
              <a:ext uri="{FF2B5EF4-FFF2-40B4-BE49-F238E27FC236}">
                <a16:creationId xmlns:a16="http://schemas.microsoft.com/office/drawing/2014/main" id="{FE25A8CC-A601-FA05-01DC-DAB6C1536A8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Content Placeholder 3">
            <a:extLst>
              <a:ext uri="{FF2B5EF4-FFF2-40B4-BE49-F238E27FC236}">
                <a16:creationId xmlns:a16="http://schemas.microsoft.com/office/drawing/2014/main" id="{F43E268D-5176-3104-FE1E-6D32ABA9A3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Date Placeholder 4">
            <a:extLst>
              <a:ext uri="{FF2B5EF4-FFF2-40B4-BE49-F238E27FC236}">
                <a16:creationId xmlns:a16="http://schemas.microsoft.com/office/drawing/2014/main" id="{2BE03632-97FD-287F-F522-FEDDC74DCB98}"/>
              </a:ext>
            </a:extLst>
          </p:cNvPr>
          <p:cNvSpPr>
            <a:spLocks noGrp="1"/>
          </p:cNvSpPr>
          <p:nvPr>
            <p:ph type="dt" sz="half" idx="10"/>
          </p:nvPr>
        </p:nvSpPr>
        <p:spPr/>
        <p:txBody>
          <a:bodyPr/>
          <a:lstStyle/>
          <a:p>
            <a:fld id="{1DAD2492-63BC-443A-A5C5-48B81F0FAE42}" type="datetimeFigureOut">
              <a:rPr lang="en-NL" smtClean="0"/>
              <a:t>22/07/2026</a:t>
            </a:fld>
            <a:endParaRPr lang="en-NL"/>
          </a:p>
        </p:txBody>
      </p:sp>
      <p:sp>
        <p:nvSpPr>
          <p:cNvPr id="6" name="Footer Placeholder 5">
            <a:extLst>
              <a:ext uri="{FF2B5EF4-FFF2-40B4-BE49-F238E27FC236}">
                <a16:creationId xmlns:a16="http://schemas.microsoft.com/office/drawing/2014/main" id="{8D56C43F-C78D-021F-CE14-CE1A7FF5B438}"/>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F21AA34F-9AA1-4779-3EA3-CA9C5304E7B7}"/>
              </a:ext>
            </a:extLst>
          </p:cNvPr>
          <p:cNvSpPr>
            <a:spLocks noGrp="1"/>
          </p:cNvSpPr>
          <p:nvPr>
            <p:ph type="sldNum" sz="quarter" idx="12"/>
          </p:nvPr>
        </p:nvSpPr>
        <p:spPr/>
        <p:txBody>
          <a:bodyPr/>
          <a:lstStyle/>
          <a:p>
            <a:fld id="{065127D3-DD1B-4104-872D-6FB103F1EE8A}" type="slidenum">
              <a:rPr lang="en-NL" smtClean="0"/>
              <a:t>‹#›</a:t>
            </a:fld>
            <a:endParaRPr lang="en-NL"/>
          </a:p>
        </p:txBody>
      </p:sp>
    </p:spTree>
    <p:extLst>
      <p:ext uri="{BB962C8B-B14F-4D97-AF65-F5344CB8AC3E}">
        <p14:creationId xmlns:p14="http://schemas.microsoft.com/office/powerpoint/2010/main" val="3289908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11A6C-8486-CE2E-F300-627D2E4594D3}"/>
              </a:ext>
            </a:extLst>
          </p:cNvPr>
          <p:cNvSpPr>
            <a:spLocks noGrp="1"/>
          </p:cNvSpPr>
          <p:nvPr>
            <p:ph type="title"/>
          </p:nvPr>
        </p:nvSpPr>
        <p:spPr>
          <a:xfrm>
            <a:off x="839788" y="365125"/>
            <a:ext cx="10515600" cy="1325563"/>
          </a:xfrm>
        </p:spPr>
        <p:txBody>
          <a:bodyPr/>
          <a:lstStyle/>
          <a:p>
            <a:r>
              <a:rPr lang="en-US"/>
              <a:t>Click to edit Master title style</a:t>
            </a:r>
            <a:endParaRPr lang="en-NL"/>
          </a:p>
        </p:txBody>
      </p:sp>
      <p:sp>
        <p:nvSpPr>
          <p:cNvPr id="3" name="Text Placeholder 2">
            <a:extLst>
              <a:ext uri="{FF2B5EF4-FFF2-40B4-BE49-F238E27FC236}">
                <a16:creationId xmlns:a16="http://schemas.microsoft.com/office/drawing/2014/main" id="{ABA8DCA1-2262-00BB-3EB2-2C298C435A3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3E2C4D-DA37-D386-C690-B0999D67A56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5" name="Text Placeholder 4">
            <a:extLst>
              <a:ext uri="{FF2B5EF4-FFF2-40B4-BE49-F238E27FC236}">
                <a16:creationId xmlns:a16="http://schemas.microsoft.com/office/drawing/2014/main" id="{BD3B287B-9A33-7E16-65C5-10527A2E3D9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7B6811F-3C90-250E-716B-BC8B81782A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7" name="Date Placeholder 6">
            <a:extLst>
              <a:ext uri="{FF2B5EF4-FFF2-40B4-BE49-F238E27FC236}">
                <a16:creationId xmlns:a16="http://schemas.microsoft.com/office/drawing/2014/main" id="{42B8C73E-1A9B-A91D-1153-867125F51585}"/>
              </a:ext>
            </a:extLst>
          </p:cNvPr>
          <p:cNvSpPr>
            <a:spLocks noGrp="1"/>
          </p:cNvSpPr>
          <p:nvPr>
            <p:ph type="dt" sz="half" idx="10"/>
          </p:nvPr>
        </p:nvSpPr>
        <p:spPr/>
        <p:txBody>
          <a:bodyPr/>
          <a:lstStyle/>
          <a:p>
            <a:fld id="{1DAD2492-63BC-443A-A5C5-48B81F0FAE42}" type="datetimeFigureOut">
              <a:rPr lang="en-NL" smtClean="0"/>
              <a:t>22/07/2026</a:t>
            </a:fld>
            <a:endParaRPr lang="en-NL"/>
          </a:p>
        </p:txBody>
      </p:sp>
      <p:sp>
        <p:nvSpPr>
          <p:cNvPr id="8" name="Footer Placeholder 7">
            <a:extLst>
              <a:ext uri="{FF2B5EF4-FFF2-40B4-BE49-F238E27FC236}">
                <a16:creationId xmlns:a16="http://schemas.microsoft.com/office/drawing/2014/main" id="{746CFCC3-F894-F2F1-5063-B2EA30ED9B04}"/>
              </a:ext>
            </a:extLst>
          </p:cNvPr>
          <p:cNvSpPr>
            <a:spLocks noGrp="1"/>
          </p:cNvSpPr>
          <p:nvPr>
            <p:ph type="ftr" sz="quarter" idx="11"/>
          </p:nvPr>
        </p:nvSpPr>
        <p:spPr/>
        <p:txBody>
          <a:bodyPr/>
          <a:lstStyle/>
          <a:p>
            <a:endParaRPr lang="en-NL"/>
          </a:p>
        </p:txBody>
      </p:sp>
      <p:sp>
        <p:nvSpPr>
          <p:cNvPr id="9" name="Slide Number Placeholder 8">
            <a:extLst>
              <a:ext uri="{FF2B5EF4-FFF2-40B4-BE49-F238E27FC236}">
                <a16:creationId xmlns:a16="http://schemas.microsoft.com/office/drawing/2014/main" id="{CE4C2F1B-9A09-FBFF-E5AE-42FCAB458693}"/>
              </a:ext>
            </a:extLst>
          </p:cNvPr>
          <p:cNvSpPr>
            <a:spLocks noGrp="1"/>
          </p:cNvSpPr>
          <p:nvPr>
            <p:ph type="sldNum" sz="quarter" idx="12"/>
          </p:nvPr>
        </p:nvSpPr>
        <p:spPr/>
        <p:txBody>
          <a:bodyPr/>
          <a:lstStyle/>
          <a:p>
            <a:fld id="{065127D3-DD1B-4104-872D-6FB103F1EE8A}" type="slidenum">
              <a:rPr lang="en-NL" smtClean="0"/>
              <a:t>‹#›</a:t>
            </a:fld>
            <a:endParaRPr lang="en-NL"/>
          </a:p>
        </p:txBody>
      </p:sp>
    </p:spTree>
    <p:extLst>
      <p:ext uri="{BB962C8B-B14F-4D97-AF65-F5344CB8AC3E}">
        <p14:creationId xmlns:p14="http://schemas.microsoft.com/office/powerpoint/2010/main" val="38737008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E08182-A896-7400-94B0-884C986CBB33}"/>
              </a:ext>
            </a:extLst>
          </p:cNvPr>
          <p:cNvSpPr>
            <a:spLocks noGrp="1"/>
          </p:cNvSpPr>
          <p:nvPr>
            <p:ph type="title"/>
          </p:nvPr>
        </p:nvSpPr>
        <p:spPr/>
        <p:txBody>
          <a:bodyPr/>
          <a:lstStyle/>
          <a:p>
            <a:r>
              <a:rPr lang="en-US"/>
              <a:t>Click to edit Master title style</a:t>
            </a:r>
            <a:endParaRPr lang="en-NL"/>
          </a:p>
        </p:txBody>
      </p:sp>
      <p:sp>
        <p:nvSpPr>
          <p:cNvPr id="3" name="Date Placeholder 2">
            <a:extLst>
              <a:ext uri="{FF2B5EF4-FFF2-40B4-BE49-F238E27FC236}">
                <a16:creationId xmlns:a16="http://schemas.microsoft.com/office/drawing/2014/main" id="{ED079F26-3D2B-1111-9017-201C3AA1AC6D}"/>
              </a:ext>
            </a:extLst>
          </p:cNvPr>
          <p:cNvSpPr>
            <a:spLocks noGrp="1"/>
          </p:cNvSpPr>
          <p:nvPr>
            <p:ph type="dt" sz="half" idx="10"/>
          </p:nvPr>
        </p:nvSpPr>
        <p:spPr/>
        <p:txBody>
          <a:bodyPr/>
          <a:lstStyle/>
          <a:p>
            <a:fld id="{1DAD2492-63BC-443A-A5C5-48B81F0FAE42}" type="datetimeFigureOut">
              <a:rPr lang="en-NL" smtClean="0"/>
              <a:t>22/07/2026</a:t>
            </a:fld>
            <a:endParaRPr lang="en-NL"/>
          </a:p>
        </p:txBody>
      </p:sp>
      <p:sp>
        <p:nvSpPr>
          <p:cNvPr id="4" name="Footer Placeholder 3">
            <a:extLst>
              <a:ext uri="{FF2B5EF4-FFF2-40B4-BE49-F238E27FC236}">
                <a16:creationId xmlns:a16="http://schemas.microsoft.com/office/drawing/2014/main" id="{0CEACA7E-528C-9C7B-512E-A6484034C82B}"/>
              </a:ext>
            </a:extLst>
          </p:cNvPr>
          <p:cNvSpPr>
            <a:spLocks noGrp="1"/>
          </p:cNvSpPr>
          <p:nvPr>
            <p:ph type="ftr" sz="quarter" idx="11"/>
          </p:nvPr>
        </p:nvSpPr>
        <p:spPr/>
        <p:txBody>
          <a:bodyPr/>
          <a:lstStyle/>
          <a:p>
            <a:endParaRPr lang="en-NL"/>
          </a:p>
        </p:txBody>
      </p:sp>
      <p:sp>
        <p:nvSpPr>
          <p:cNvPr id="5" name="Slide Number Placeholder 4">
            <a:extLst>
              <a:ext uri="{FF2B5EF4-FFF2-40B4-BE49-F238E27FC236}">
                <a16:creationId xmlns:a16="http://schemas.microsoft.com/office/drawing/2014/main" id="{107FB8F1-62AB-58B6-BF40-948952A0934C}"/>
              </a:ext>
            </a:extLst>
          </p:cNvPr>
          <p:cNvSpPr>
            <a:spLocks noGrp="1"/>
          </p:cNvSpPr>
          <p:nvPr>
            <p:ph type="sldNum" sz="quarter" idx="12"/>
          </p:nvPr>
        </p:nvSpPr>
        <p:spPr/>
        <p:txBody>
          <a:bodyPr/>
          <a:lstStyle/>
          <a:p>
            <a:fld id="{065127D3-DD1B-4104-872D-6FB103F1EE8A}" type="slidenum">
              <a:rPr lang="en-NL" smtClean="0"/>
              <a:t>‹#›</a:t>
            </a:fld>
            <a:endParaRPr lang="en-NL"/>
          </a:p>
        </p:txBody>
      </p:sp>
    </p:spTree>
    <p:extLst>
      <p:ext uri="{BB962C8B-B14F-4D97-AF65-F5344CB8AC3E}">
        <p14:creationId xmlns:p14="http://schemas.microsoft.com/office/powerpoint/2010/main" val="20976114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954941C-AEB4-3798-7C7E-85935A3CED56}"/>
              </a:ext>
            </a:extLst>
          </p:cNvPr>
          <p:cNvSpPr>
            <a:spLocks noGrp="1"/>
          </p:cNvSpPr>
          <p:nvPr>
            <p:ph type="dt" sz="half" idx="10"/>
          </p:nvPr>
        </p:nvSpPr>
        <p:spPr/>
        <p:txBody>
          <a:bodyPr/>
          <a:lstStyle/>
          <a:p>
            <a:fld id="{1DAD2492-63BC-443A-A5C5-48B81F0FAE42}" type="datetimeFigureOut">
              <a:rPr lang="en-NL" smtClean="0"/>
              <a:t>22/07/2026</a:t>
            </a:fld>
            <a:endParaRPr lang="en-NL"/>
          </a:p>
        </p:txBody>
      </p:sp>
      <p:sp>
        <p:nvSpPr>
          <p:cNvPr id="3" name="Footer Placeholder 2">
            <a:extLst>
              <a:ext uri="{FF2B5EF4-FFF2-40B4-BE49-F238E27FC236}">
                <a16:creationId xmlns:a16="http://schemas.microsoft.com/office/drawing/2014/main" id="{F2202DC3-64A1-0481-80DB-19B1D4062A90}"/>
              </a:ext>
            </a:extLst>
          </p:cNvPr>
          <p:cNvSpPr>
            <a:spLocks noGrp="1"/>
          </p:cNvSpPr>
          <p:nvPr>
            <p:ph type="ftr" sz="quarter" idx="11"/>
          </p:nvPr>
        </p:nvSpPr>
        <p:spPr/>
        <p:txBody>
          <a:bodyPr/>
          <a:lstStyle/>
          <a:p>
            <a:endParaRPr lang="en-NL"/>
          </a:p>
        </p:txBody>
      </p:sp>
      <p:sp>
        <p:nvSpPr>
          <p:cNvPr id="4" name="Slide Number Placeholder 3">
            <a:extLst>
              <a:ext uri="{FF2B5EF4-FFF2-40B4-BE49-F238E27FC236}">
                <a16:creationId xmlns:a16="http://schemas.microsoft.com/office/drawing/2014/main" id="{59EEAA06-09D0-4B88-D081-86C760E780CA}"/>
              </a:ext>
            </a:extLst>
          </p:cNvPr>
          <p:cNvSpPr>
            <a:spLocks noGrp="1"/>
          </p:cNvSpPr>
          <p:nvPr>
            <p:ph type="sldNum" sz="quarter" idx="12"/>
          </p:nvPr>
        </p:nvSpPr>
        <p:spPr/>
        <p:txBody>
          <a:bodyPr/>
          <a:lstStyle/>
          <a:p>
            <a:fld id="{065127D3-DD1B-4104-872D-6FB103F1EE8A}" type="slidenum">
              <a:rPr lang="en-NL" smtClean="0"/>
              <a:t>‹#›</a:t>
            </a:fld>
            <a:endParaRPr lang="en-NL"/>
          </a:p>
        </p:txBody>
      </p:sp>
    </p:spTree>
    <p:extLst>
      <p:ext uri="{BB962C8B-B14F-4D97-AF65-F5344CB8AC3E}">
        <p14:creationId xmlns:p14="http://schemas.microsoft.com/office/powerpoint/2010/main" val="1374539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7FB82-A667-F678-538A-70E9E482C5F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Content Placeholder 2">
            <a:extLst>
              <a:ext uri="{FF2B5EF4-FFF2-40B4-BE49-F238E27FC236}">
                <a16:creationId xmlns:a16="http://schemas.microsoft.com/office/drawing/2014/main" id="{21A77D71-922F-D11E-B8EE-37D497C9557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Text Placeholder 3">
            <a:extLst>
              <a:ext uri="{FF2B5EF4-FFF2-40B4-BE49-F238E27FC236}">
                <a16:creationId xmlns:a16="http://schemas.microsoft.com/office/drawing/2014/main" id="{F9DD3A77-5733-07D5-7C93-168F848FD8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5970D6-B073-CCFF-0E9B-4A357FFDEFD6}"/>
              </a:ext>
            </a:extLst>
          </p:cNvPr>
          <p:cNvSpPr>
            <a:spLocks noGrp="1"/>
          </p:cNvSpPr>
          <p:nvPr>
            <p:ph type="dt" sz="half" idx="10"/>
          </p:nvPr>
        </p:nvSpPr>
        <p:spPr/>
        <p:txBody>
          <a:bodyPr/>
          <a:lstStyle/>
          <a:p>
            <a:fld id="{1DAD2492-63BC-443A-A5C5-48B81F0FAE42}" type="datetimeFigureOut">
              <a:rPr lang="en-NL" smtClean="0"/>
              <a:t>22/07/2026</a:t>
            </a:fld>
            <a:endParaRPr lang="en-NL"/>
          </a:p>
        </p:txBody>
      </p:sp>
      <p:sp>
        <p:nvSpPr>
          <p:cNvPr id="6" name="Footer Placeholder 5">
            <a:extLst>
              <a:ext uri="{FF2B5EF4-FFF2-40B4-BE49-F238E27FC236}">
                <a16:creationId xmlns:a16="http://schemas.microsoft.com/office/drawing/2014/main" id="{A9164962-3980-2B19-BE28-7FAD0C5B7C92}"/>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BA02280E-7B69-D661-8338-3129AB2A88C7}"/>
              </a:ext>
            </a:extLst>
          </p:cNvPr>
          <p:cNvSpPr>
            <a:spLocks noGrp="1"/>
          </p:cNvSpPr>
          <p:nvPr>
            <p:ph type="sldNum" sz="quarter" idx="12"/>
          </p:nvPr>
        </p:nvSpPr>
        <p:spPr/>
        <p:txBody>
          <a:bodyPr/>
          <a:lstStyle/>
          <a:p>
            <a:fld id="{065127D3-DD1B-4104-872D-6FB103F1EE8A}" type="slidenum">
              <a:rPr lang="en-NL" smtClean="0"/>
              <a:t>‹#›</a:t>
            </a:fld>
            <a:endParaRPr lang="en-NL"/>
          </a:p>
        </p:txBody>
      </p:sp>
    </p:spTree>
    <p:extLst>
      <p:ext uri="{BB962C8B-B14F-4D97-AF65-F5344CB8AC3E}">
        <p14:creationId xmlns:p14="http://schemas.microsoft.com/office/powerpoint/2010/main" val="3422554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EDD50D-57C5-9322-3F6D-063777F0B3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L"/>
          </a:p>
        </p:txBody>
      </p:sp>
      <p:sp>
        <p:nvSpPr>
          <p:cNvPr id="3" name="Picture Placeholder 2">
            <a:extLst>
              <a:ext uri="{FF2B5EF4-FFF2-40B4-BE49-F238E27FC236}">
                <a16:creationId xmlns:a16="http://schemas.microsoft.com/office/drawing/2014/main" id="{15C2C627-D720-8AFF-BFC8-EEC5DB6889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L"/>
          </a:p>
        </p:txBody>
      </p:sp>
      <p:sp>
        <p:nvSpPr>
          <p:cNvPr id="4" name="Text Placeholder 3">
            <a:extLst>
              <a:ext uri="{FF2B5EF4-FFF2-40B4-BE49-F238E27FC236}">
                <a16:creationId xmlns:a16="http://schemas.microsoft.com/office/drawing/2014/main" id="{D694ACBD-BE0B-E448-6DC4-CC766A0701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F23032-0F80-22AA-EC6F-C6649972B7A7}"/>
              </a:ext>
            </a:extLst>
          </p:cNvPr>
          <p:cNvSpPr>
            <a:spLocks noGrp="1"/>
          </p:cNvSpPr>
          <p:nvPr>
            <p:ph type="dt" sz="half" idx="10"/>
          </p:nvPr>
        </p:nvSpPr>
        <p:spPr/>
        <p:txBody>
          <a:bodyPr/>
          <a:lstStyle/>
          <a:p>
            <a:fld id="{1DAD2492-63BC-443A-A5C5-48B81F0FAE42}" type="datetimeFigureOut">
              <a:rPr lang="en-NL" smtClean="0"/>
              <a:t>22/07/2026</a:t>
            </a:fld>
            <a:endParaRPr lang="en-NL"/>
          </a:p>
        </p:txBody>
      </p:sp>
      <p:sp>
        <p:nvSpPr>
          <p:cNvPr id="6" name="Footer Placeholder 5">
            <a:extLst>
              <a:ext uri="{FF2B5EF4-FFF2-40B4-BE49-F238E27FC236}">
                <a16:creationId xmlns:a16="http://schemas.microsoft.com/office/drawing/2014/main" id="{5FC8BF03-4BB1-1EF4-8D80-53FD6BEB3AD0}"/>
              </a:ext>
            </a:extLst>
          </p:cNvPr>
          <p:cNvSpPr>
            <a:spLocks noGrp="1"/>
          </p:cNvSpPr>
          <p:nvPr>
            <p:ph type="ftr" sz="quarter" idx="11"/>
          </p:nvPr>
        </p:nvSpPr>
        <p:spPr/>
        <p:txBody>
          <a:bodyPr/>
          <a:lstStyle/>
          <a:p>
            <a:endParaRPr lang="en-NL"/>
          </a:p>
        </p:txBody>
      </p:sp>
      <p:sp>
        <p:nvSpPr>
          <p:cNvPr id="7" name="Slide Number Placeholder 6">
            <a:extLst>
              <a:ext uri="{FF2B5EF4-FFF2-40B4-BE49-F238E27FC236}">
                <a16:creationId xmlns:a16="http://schemas.microsoft.com/office/drawing/2014/main" id="{388A9D70-0E48-1028-134A-E893A03564F6}"/>
              </a:ext>
            </a:extLst>
          </p:cNvPr>
          <p:cNvSpPr>
            <a:spLocks noGrp="1"/>
          </p:cNvSpPr>
          <p:nvPr>
            <p:ph type="sldNum" sz="quarter" idx="12"/>
          </p:nvPr>
        </p:nvSpPr>
        <p:spPr/>
        <p:txBody>
          <a:bodyPr/>
          <a:lstStyle/>
          <a:p>
            <a:fld id="{065127D3-DD1B-4104-872D-6FB103F1EE8A}" type="slidenum">
              <a:rPr lang="en-NL" smtClean="0"/>
              <a:t>‹#›</a:t>
            </a:fld>
            <a:endParaRPr lang="en-NL"/>
          </a:p>
        </p:txBody>
      </p:sp>
    </p:spTree>
    <p:extLst>
      <p:ext uri="{BB962C8B-B14F-4D97-AF65-F5344CB8AC3E}">
        <p14:creationId xmlns:p14="http://schemas.microsoft.com/office/powerpoint/2010/main" val="22558332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3217D-BC57-2E93-19B2-96150151CD89}"/>
              </a:ext>
            </a:extLst>
          </p:cNvPr>
          <p:cNvSpPr>
            <a:spLocks noGrp="1"/>
          </p:cNvSpPr>
          <p:nvPr>
            <p:ph type="title"/>
          </p:nvPr>
        </p:nvSpPr>
        <p:spPr/>
        <p:txBody>
          <a:bodyPr/>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B300F212-2D9D-F61A-F423-F7F5B7A4981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AE27BD1E-E6F1-07B6-E9A7-2EFE39921D06}"/>
              </a:ext>
            </a:extLst>
          </p:cNvPr>
          <p:cNvSpPr>
            <a:spLocks noGrp="1"/>
          </p:cNvSpPr>
          <p:nvPr>
            <p:ph type="dt" sz="half" idx="10"/>
          </p:nvPr>
        </p:nvSpPr>
        <p:spPr/>
        <p:txBody>
          <a:bodyPr/>
          <a:lstStyle/>
          <a:p>
            <a:fld id="{1DAD2492-63BC-443A-A5C5-48B81F0FAE42}" type="datetimeFigureOut">
              <a:rPr lang="en-NL" smtClean="0"/>
              <a:t>22/07/2026</a:t>
            </a:fld>
            <a:endParaRPr lang="en-NL"/>
          </a:p>
        </p:txBody>
      </p:sp>
      <p:sp>
        <p:nvSpPr>
          <p:cNvPr id="5" name="Footer Placeholder 4">
            <a:extLst>
              <a:ext uri="{FF2B5EF4-FFF2-40B4-BE49-F238E27FC236}">
                <a16:creationId xmlns:a16="http://schemas.microsoft.com/office/drawing/2014/main" id="{433161D5-872E-8646-40E7-2FBD0E8EC733}"/>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84FA91B7-DD33-D8E1-099E-97CFE7F9563E}"/>
              </a:ext>
            </a:extLst>
          </p:cNvPr>
          <p:cNvSpPr>
            <a:spLocks noGrp="1"/>
          </p:cNvSpPr>
          <p:nvPr>
            <p:ph type="sldNum" sz="quarter" idx="12"/>
          </p:nvPr>
        </p:nvSpPr>
        <p:spPr/>
        <p:txBody>
          <a:bodyPr/>
          <a:lstStyle/>
          <a:p>
            <a:fld id="{065127D3-DD1B-4104-872D-6FB103F1EE8A}" type="slidenum">
              <a:rPr lang="en-NL" smtClean="0"/>
              <a:t>‹#›</a:t>
            </a:fld>
            <a:endParaRPr lang="en-NL"/>
          </a:p>
        </p:txBody>
      </p:sp>
    </p:spTree>
    <p:extLst>
      <p:ext uri="{BB962C8B-B14F-4D97-AF65-F5344CB8AC3E}">
        <p14:creationId xmlns:p14="http://schemas.microsoft.com/office/powerpoint/2010/main" val="25507709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EA8004-2F41-F0EA-E8BC-50DF90CD6AB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L"/>
          </a:p>
        </p:txBody>
      </p:sp>
      <p:sp>
        <p:nvSpPr>
          <p:cNvPr id="3" name="Vertical Text Placeholder 2">
            <a:extLst>
              <a:ext uri="{FF2B5EF4-FFF2-40B4-BE49-F238E27FC236}">
                <a16:creationId xmlns:a16="http://schemas.microsoft.com/office/drawing/2014/main" id="{1E49887F-1CBC-5083-ABC2-3DA3FB3F400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06E9704B-75D0-161F-3A9B-EF80475E487E}"/>
              </a:ext>
            </a:extLst>
          </p:cNvPr>
          <p:cNvSpPr>
            <a:spLocks noGrp="1"/>
          </p:cNvSpPr>
          <p:nvPr>
            <p:ph type="dt" sz="half" idx="10"/>
          </p:nvPr>
        </p:nvSpPr>
        <p:spPr/>
        <p:txBody>
          <a:bodyPr/>
          <a:lstStyle/>
          <a:p>
            <a:fld id="{1DAD2492-63BC-443A-A5C5-48B81F0FAE42}" type="datetimeFigureOut">
              <a:rPr lang="en-NL" smtClean="0"/>
              <a:t>22/07/2026</a:t>
            </a:fld>
            <a:endParaRPr lang="en-NL"/>
          </a:p>
        </p:txBody>
      </p:sp>
      <p:sp>
        <p:nvSpPr>
          <p:cNvPr id="5" name="Footer Placeholder 4">
            <a:extLst>
              <a:ext uri="{FF2B5EF4-FFF2-40B4-BE49-F238E27FC236}">
                <a16:creationId xmlns:a16="http://schemas.microsoft.com/office/drawing/2014/main" id="{CAB1F379-1378-8B0B-E97D-DDD60FBACD84}"/>
              </a:ext>
            </a:extLst>
          </p:cNvPr>
          <p:cNvSpPr>
            <a:spLocks noGrp="1"/>
          </p:cNvSpPr>
          <p:nvPr>
            <p:ph type="ftr" sz="quarter" idx="11"/>
          </p:nvPr>
        </p:nvSpPr>
        <p:spPr/>
        <p:txBody>
          <a:bodyPr/>
          <a:lstStyle/>
          <a:p>
            <a:endParaRPr lang="en-NL"/>
          </a:p>
        </p:txBody>
      </p:sp>
      <p:sp>
        <p:nvSpPr>
          <p:cNvPr id="6" name="Slide Number Placeholder 5">
            <a:extLst>
              <a:ext uri="{FF2B5EF4-FFF2-40B4-BE49-F238E27FC236}">
                <a16:creationId xmlns:a16="http://schemas.microsoft.com/office/drawing/2014/main" id="{1BF9E8E1-5B5E-6BA2-E996-0C3FB54E9656}"/>
              </a:ext>
            </a:extLst>
          </p:cNvPr>
          <p:cNvSpPr>
            <a:spLocks noGrp="1"/>
          </p:cNvSpPr>
          <p:nvPr>
            <p:ph type="sldNum" sz="quarter" idx="12"/>
          </p:nvPr>
        </p:nvSpPr>
        <p:spPr/>
        <p:txBody>
          <a:bodyPr/>
          <a:lstStyle/>
          <a:p>
            <a:fld id="{065127D3-DD1B-4104-872D-6FB103F1EE8A}" type="slidenum">
              <a:rPr lang="en-NL" smtClean="0"/>
              <a:t>‹#›</a:t>
            </a:fld>
            <a:endParaRPr lang="en-NL"/>
          </a:p>
        </p:txBody>
      </p:sp>
    </p:spTree>
    <p:extLst>
      <p:ext uri="{BB962C8B-B14F-4D97-AF65-F5344CB8AC3E}">
        <p14:creationId xmlns:p14="http://schemas.microsoft.com/office/powerpoint/2010/main" val="11571286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7DFDF08-1477-403F-7CEF-1FE6E50C99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L"/>
          </a:p>
        </p:txBody>
      </p:sp>
      <p:sp>
        <p:nvSpPr>
          <p:cNvPr id="3" name="Text Placeholder 2">
            <a:extLst>
              <a:ext uri="{FF2B5EF4-FFF2-40B4-BE49-F238E27FC236}">
                <a16:creationId xmlns:a16="http://schemas.microsoft.com/office/drawing/2014/main" id="{C4E3D112-ECE1-6750-BE04-93C8D53911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L"/>
          </a:p>
        </p:txBody>
      </p:sp>
      <p:sp>
        <p:nvSpPr>
          <p:cNvPr id="4" name="Date Placeholder 3">
            <a:extLst>
              <a:ext uri="{FF2B5EF4-FFF2-40B4-BE49-F238E27FC236}">
                <a16:creationId xmlns:a16="http://schemas.microsoft.com/office/drawing/2014/main" id="{F3468050-2AE0-B4D9-73B3-1BD16C4DC2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DAD2492-63BC-443A-A5C5-48B81F0FAE42}" type="datetimeFigureOut">
              <a:rPr lang="en-NL" smtClean="0"/>
              <a:t>22/07/2026</a:t>
            </a:fld>
            <a:endParaRPr lang="en-NL"/>
          </a:p>
        </p:txBody>
      </p:sp>
      <p:sp>
        <p:nvSpPr>
          <p:cNvPr id="5" name="Footer Placeholder 4">
            <a:extLst>
              <a:ext uri="{FF2B5EF4-FFF2-40B4-BE49-F238E27FC236}">
                <a16:creationId xmlns:a16="http://schemas.microsoft.com/office/drawing/2014/main" id="{711310DA-81D5-ACA4-9B60-70CF721CAE3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NL"/>
          </a:p>
        </p:txBody>
      </p:sp>
      <p:sp>
        <p:nvSpPr>
          <p:cNvPr id="6" name="Slide Number Placeholder 5">
            <a:extLst>
              <a:ext uri="{FF2B5EF4-FFF2-40B4-BE49-F238E27FC236}">
                <a16:creationId xmlns:a16="http://schemas.microsoft.com/office/drawing/2014/main" id="{51D5FDE4-7571-E2C3-3E4C-F4BBEB6C070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65127D3-DD1B-4104-872D-6FB103F1EE8A}" type="slidenum">
              <a:rPr lang="en-NL" smtClean="0"/>
              <a:t>‹#›</a:t>
            </a:fld>
            <a:endParaRPr lang="en-NL"/>
          </a:p>
        </p:txBody>
      </p:sp>
    </p:spTree>
    <p:extLst>
      <p:ext uri="{BB962C8B-B14F-4D97-AF65-F5344CB8AC3E}">
        <p14:creationId xmlns:p14="http://schemas.microsoft.com/office/powerpoint/2010/main" val="15832418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arxiv.org/search/cs?searchtype=author&amp;query=Ollivier,+Y" TargetMode="External"/><Relationship Id="rId2" Type="http://schemas.openxmlformats.org/officeDocument/2006/relationships/hyperlink" Target="https://arxiv.org/search/cs?searchtype=author&amp;query=Tallec,+C" TargetMode="External"/><Relationship Id="rId1" Type="http://schemas.openxmlformats.org/officeDocument/2006/relationships/slideLayout" Target="../slideLayouts/slideLayout2.xml"/><Relationship Id="rId4" Type="http://schemas.openxmlformats.org/officeDocument/2006/relationships/hyperlink" Target="https://arxiv.org/abs/1705.08209"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A9CF97-0F78-AFB9-AB17-60C5C7810236}"/>
              </a:ext>
            </a:extLst>
          </p:cNvPr>
          <p:cNvSpPr>
            <a:spLocks noGrp="1"/>
          </p:cNvSpPr>
          <p:nvPr>
            <p:ph type="ctrTitle"/>
          </p:nvPr>
        </p:nvSpPr>
        <p:spPr/>
        <p:txBody>
          <a:bodyPr/>
          <a:lstStyle/>
          <a:p>
            <a:r>
              <a:rPr lang="en-US" dirty="0"/>
              <a:t>Problem: ANN correction adds non zero-mean</a:t>
            </a:r>
            <a:endParaRPr lang="en-NL" dirty="0"/>
          </a:p>
        </p:txBody>
      </p:sp>
      <p:sp>
        <p:nvSpPr>
          <p:cNvPr id="3" name="Subtitle 2">
            <a:extLst>
              <a:ext uri="{FF2B5EF4-FFF2-40B4-BE49-F238E27FC236}">
                <a16:creationId xmlns:a16="http://schemas.microsoft.com/office/drawing/2014/main" id="{8C279518-7A6D-EC81-011D-4B9931CD3AEE}"/>
              </a:ext>
            </a:extLst>
          </p:cNvPr>
          <p:cNvSpPr>
            <a:spLocks noGrp="1"/>
          </p:cNvSpPr>
          <p:nvPr>
            <p:ph type="subTitle" idx="1"/>
          </p:nvPr>
        </p:nvSpPr>
        <p:spPr/>
        <p:txBody>
          <a:bodyPr/>
          <a:lstStyle/>
          <a:p>
            <a:endParaRPr lang="en-NL"/>
          </a:p>
        </p:txBody>
      </p:sp>
    </p:spTree>
    <p:extLst>
      <p:ext uri="{BB962C8B-B14F-4D97-AF65-F5344CB8AC3E}">
        <p14:creationId xmlns:p14="http://schemas.microsoft.com/office/powerpoint/2010/main" val="3353821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4F757A-A42F-3D0B-1EF4-A4C3AAAD9E06}"/>
              </a:ext>
            </a:extLst>
          </p:cNvPr>
          <p:cNvSpPr>
            <a:spLocks noGrp="1"/>
          </p:cNvSpPr>
          <p:nvPr>
            <p:ph type="title"/>
          </p:nvPr>
        </p:nvSpPr>
        <p:spPr>
          <a:xfrm>
            <a:off x="85845" y="72520"/>
            <a:ext cx="5909841" cy="1432189"/>
          </a:xfrm>
        </p:spPr>
        <p:txBody>
          <a:bodyPr>
            <a:normAutofit fontScale="90000"/>
          </a:bodyPr>
          <a:lstStyle/>
          <a:p>
            <a:r>
              <a:rPr lang="en-US" dirty="0"/>
              <a:t>Compare ANN output against perfect correction</a:t>
            </a:r>
            <a:endParaRPr lang="en-NL" dirty="0"/>
          </a:p>
        </p:txBody>
      </p:sp>
      <p:pic>
        <p:nvPicPr>
          <p:cNvPr id="5" name="Content Placeholder 4">
            <a:extLst>
              <a:ext uri="{FF2B5EF4-FFF2-40B4-BE49-F238E27FC236}">
                <a16:creationId xmlns:a16="http://schemas.microsoft.com/office/drawing/2014/main" id="{808E254E-DA0B-3F5D-1504-C7FA2F0881BC}"/>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b="3822"/>
          <a:stretch>
            <a:fillRect/>
          </a:stretch>
        </p:blipFill>
        <p:spPr>
          <a:xfrm>
            <a:off x="6096000" y="0"/>
            <a:ext cx="6096000" cy="6801107"/>
          </a:xfrm>
          <a:prstGeom prst="rect">
            <a:avLst/>
          </a:prstGeom>
        </p:spPr>
      </p:pic>
      <p:sp>
        <p:nvSpPr>
          <p:cNvPr id="3" name="TextBox 2">
            <a:extLst>
              <a:ext uri="{FF2B5EF4-FFF2-40B4-BE49-F238E27FC236}">
                <a16:creationId xmlns:a16="http://schemas.microsoft.com/office/drawing/2014/main" id="{E563A7E4-53D1-A69D-2F7A-1172001DDD11}"/>
              </a:ext>
            </a:extLst>
          </p:cNvPr>
          <p:cNvSpPr txBox="1"/>
          <p:nvPr/>
        </p:nvSpPr>
        <p:spPr>
          <a:xfrm>
            <a:off x="0" y="1504709"/>
            <a:ext cx="6667018" cy="3046988"/>
          </a:xfrm>
          <a:prstGeom prst="rect">
            <a:avLst/>
          </a:prstGeom>
          <a:noFill/>
        </p:spPr>
        <p:txBody>
          <a:bodyPr wrap="square" rtlCol="0">
            <a:spAutoFit/>
          </a:bodyPr>
          <a:lstStyle/>
          <a:p>
            <a:pPr marL="285750" indent="-285750">
              <a:buFont typeface="Arial" panose="020B0604020202020204" pitchFamily="34" charset="0"/>
              <a:buChar char="•"/>
            </a:pPr>
            <a:r>
              <a:rPr lang="en-US" sz="3200" dirty="0"/>
              <a:t>For reference: </a:t>
            </a:r>
          </a:p>
          <a:p>
            <a:pPr marL="742950" lvl="1" indent="-285750">
              <a:buFont typeface="Arial" panose="020B0604020202020204" pitchFamily="34" charset="0"/>
              <a:buChar char="•"/>
            </a:pPr>
            <a:r>
              <a:rPr lang="en-US" sz="3200" dirty="0"/>
              <a:t>The correct correction for the ANN is zero-mean</a:t>
            </a:r>
          </a:p>
          <a:p>
            <a:pPr marL="285750" indent="-285750">
              <a:buFont typeface="Arial" panose="020B0604020202020204" pitchFamily="34" charset="0"/>
              <a:buChar char="•"/>
            </a:pPr>
            <a:r>
              <a:rPr lang="en-US" sz="3200" dirty="0"/>
              <a:t>Truth - baseline = zero-mean</a:t>
            </a:r>
          </a:p>
          <a:p>
            <a:endParaRPr lang="en-US" sz="3200" dirty="0"/>
          </a:p>
          <a:p>
            <a:endParaRPr lang="en-NL" sz="3200" dirty="0"/>
          </a:p>
        </p:txBody>
      </p:sp>
    </p:spTree>
    <p:extLst>
      <p:ext uri="{BB962C8B-B14F-4D97-AF65-F5344CB8AC3E}">
        <p14:creationId xmlns:p14="http://schemas.microsoft.com/office/powerpoint/2010/main" val="287038398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A4CDCD-F685-5D91-E98C-9D6671A2DD3B}"/>
              </a:ext>
            </a:extLst>
          </p:cNvPr>
          <p:cNvSpPr>
            <a:spLocks noGrp="1"/>
          </p:cNvSpPr>
          <p:nvPr>
            <p:ph type="title"/>
          </p:nvPr>
        </p:nvSpPr>
        <p:spPr>
          <a:xfrm>
            <a:off x="-1" y="-185482"/>
            <a:ext cx="10515600" cy="1325563"/>
          </a:xfrm>
        </p:spPr>
        <p:txBody>
          <a:bodyPr/>
          <a:lstStyle/>
          <a:p>
            <a:r>
              <a:rPr lang="en-NL" dirty="0"/>
              <a:t>Is the data informative enough?</a:t>
            </a:r>
          </a:p>
        </p:txBody>
      </p:sp>
      <p:pic>
        <p:nvPicPr>
          <p:cNvPr id="5" name="Content Placeholder 4">
            <a:extLst>
              <a:ext uri="{FF2B5EF4-FFF2-40B4-BE49-F238E27FC236}">
                <a16:creationId xmlns:a16="http://schemas.microsoft.com/office/drawing/2014/main" id="{3D464E4C-6DCA-18E8-465B-2DB0F8A6251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3290"/>
          <a:stretch>
            <a:fillRect/>
          </a:stretch>
        </p:blipFill>
        <p:spPr>
          <a:xfrm>
            <a:off x="0" y="852097"/>
            <a:ext cx="12192001" cy="4172188"/>
          </a:xfrm>
          <a:prstGeom prst="rect">
            <a:avLst/>
          </a:prstGeom>
        </p:spPr>
      </p:pic>
    </p:spTree>
    <p:extLst>
      <p:ext uri="{BB962C8B-B14F-4D97-AF65-F5344CB8AC3E}">
        <p14:creationId xmlns:p14="http://schemas.microsoft.com/office/powerpoint/2010/main" val="2897838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ABF64A-D15F-F26D-FF44-96F33F7C7C05}"/>
              </a:ext>
            </a:extLst>
          </p:cNvPr>
          <p:cNvSpPr>
            <a:spLocks noGrp="1"/>
          </p:cNvSpPr>
          <p:nvPr>
            <p:ph type="title"/>
          </p:nvPr>
        </p:nvSpPr>
        <p:spPr/>
        <p:txBody>
          <a:bodyPr/>
          <a:lstStyle/>
          <a:p>
            <a:r>
              <a:rPr lang="en-US" dirty="0"/>
              <a:t>To be discussed</a:t>
            </a:r>
            <a:endParaRPr lang="en-NL" dirty="0"/>
          </a:p>
        </p:txBody>
      </p:sp>
      <p:sp>
        <p:nvSpPr>
          <p:cNvPr id="3" name="Content Placeholder 2">
            <a:extLst>
              <a:ext uri="{FF2B5EF4-FFF2-40B4-BE49-F238E27FC236}">
                <a16:creationId xmlns:a16="http://schemas.microsoft.com/office/drawing/2014/main" id="{423700CA-0918-2AF4-9E03-2442A0EF30DC}"/>
              </a:ext>
            </a:extLst>
          </p:cNvPr>
          <p:cNvSpPr>
            <a:spLocks noGrp="1"/>
          </p:cNvSpPr>
          <p:nvPr>
            <p:ph idx="1"/>
          </p:nvPr>
        </p:nvSpPr>
        <p:spPr/>
        <p:txBody>
          <a:bodyPr/>
          <a:lstStyle/>
          <a:p>
            <a:r>
              <a:rPr lang="en-US" dirty="0"/>
              <a:t>Issue in the code creating the offset?</a:t>
            </a:r>
          </a:p>
          <a:p>
            <a:r>
              <a:rPr lang="en-US" dirty="0"/>
              <a:t>Training: flat landscape </a:t>
            </a:r>
            <a:endParaRPr lang="en-NL" dirty="0"/>
          </a:p>
        </p:txBody>
      </p:sp>
    </p:spTree>
    <p:extLst>
      <p:ext uri="{BB962C8B-B14F-4D97-AF65-F5344CB8AC3E}">
        <p14:creationId xmlns:p14="http://schemas.microsoft.com/office/powerpoint/2010/main" val="263455199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E6C5C-1A52-2AF6-4174-24238F56EFBE}"/>
              </a:ext>
            </a:extLst>
          </p:cNvPr>
          <p:cNvSpPr>
            <a:spLocks noGrp="1"/>
          </p:cNvSpPr>
          <p:nvPr>
            <p:ph type="title"/>
          </p:nvPr>
        </p:nvSpPr>
        <p:spPr/>
        <p:txBody>
          <a:bodyPr/>
          <a:lstStyle/>
          <a:p>
            <a:r>
              <a:rPr lang="en-US" dirty="0"/>
              <a:t>Offset in the code</a:t>
            </a:r>
            <a:endParaRPr lang="en-NL" dirty="0"/>
          </a:p>
        </p:txBody>
      </p:sp>
      <p:sp>
        <p:nvSpPr>
          <p:cNvPr id="3" name="Content Placeholder 2">
            <a:extLst>
              <a:ext uri="{FF2B5EF4-FFF2-40B4-BE49-F238E27FC236}">
                <a16:creationId xmlns:a16="http://schemas.microsoft.com/office/drawing/2014/main" id="{E7CBD090-A4E6-B049-DAF7-42E9C80930EA}"/>
              </a:ext>
            </a:extLst>
          </p:cNvPr>
          <p:cNvSpPr>
            <a:spLocks noGrp="1"/>
          </p:cNvSpPr>
          <p:nvPr>
            <p:ph idx="1"/>
          </p:nvPr>
        </p:nvSpPr>
        <p:spPr/>
        <p:txBody>
          <a:bodyPr>
            <a:normAutofit fontScale="92500" lnSpcReduction="10000"/>
          </a:bodyPr>
          <a:lstStyle/>
          <a:p>
            <a:r>
              <a:rPr lang="en-US" dirty="0"/>
              <a:t>Does the code implementation cause an offset?</a:t>
            </a:r>
          </a:p>
          <a:p>
            <a:pPr lvl="1"/>
            <a:r>
              <a:rPr lang="en-US" dirty="0"/>
              <a:t>Currently not found any issues in the code</a:t>
            </a:r>
          </a:p>
          <a:p>
            <a:r>
              <a:rPr lang="en-US" dirty="0"/>
              <a:t>Compare ANN output for baseline (without MSD) and compare against the system with MSD</a:t>
            </a:r>
          </a:p>
          <a:p>
            <a:r>
              <a:rPr lang="en-US" dirty="0"/>
              <a:t>Intentionally inject a known offset and see whether the ANN recovers this</a:t>
            </a:r>
          </a:p>
          <a:p>
            <a:pPr lvl="1"/>
            <a:r>
              <a:rPr lang="en-US" dirty="0"/>
              <a:t>If we only see this </a:t>
            </a:r>
            <a:r>
              <a:rPr lang="en-US" dirty="0" err="1"/>
              <a:t>behaviour</a:t>
            </a:r>
            <a:r>
              <a:rPr lang="en-US" dirty="0"/>
              <a:t> for the injected offset and not in “offset free” baseline this would indicate it is not a code issue</a:t>
            </a:r>
          </a:p>
          <a:p>
            <a:r>
              <a:rPr lang="en-US" dirty="0"/>
              <a:t>Y and X are the states without stiffness (K=0)</a:t>
            </a:r>
          </a:p>
          <a:p>
            <a:pPr lvl="1"/>
            <a:r>
              <a:rPr lang="en-US" dirty="0" err="1"/>
              <a:t>dY</a:t>
            </a:r>
            <a:r>
              <a:rPr lang="en-US" dirty="0"/>
              <a:t> carries the dominant DC</a:t>
            </a:r>
          </a:p>
          <a:p>
            <a:pPr lvl="2"/>
            <a:r>
              <a:rPr lang="en-US" dirty="0"/>
              <a:t>I also added single panels for </a:t>
            </a:r>
            <a:r>
              <a:rPr lang="en-US" dirty="0" err="1"/>
              <a:t>dY</a:t>
            </a:r>
            <a:r>
              <a:rPr lang="en-US" dirty="0"/>
              <a:t> to see it more clearly</a:t>
            </a:r>
          </a:p>
          <a:p>
            <a:pPr lvl="1"/>
            <a:r>
              <a:rPr lang="en-US" dirty="0"/>
              <a:t>(The hidden absorber MSD is coupled to Y)</a:t>
            </a:r>
            <a:endParaRPr lang="en-NL" dirty="0"/>
          </a:p>
        </p:txBody>
      </p:sp>
    </p:spTree>
    <p:extLst>
      <p:ext uri="{BB962C8B-B14F-4D97-AF65-F5344CB8AC3E}">
        <p14:creationId xmlns:p14="http://schemas.microsoft.com/office/powerpoint/2010/main" val="14689104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00A0BD-6B8B-DC69-80CF-DE6A056DF196}"/>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293F7250-C6D7-197F-85CB-1708021AE96C}"/>
              </a:ext>
            </a:extLst>
          </p:cNvPr>
          <p:cNvSpPr>
            <a:spLocks noGrp="1"/>
          </p:cNvSpPr>
          <p:nvPr>
            <p:ph idx="1"/>
          </p:nvPr>
        </p:nvSpPr>
        <p:spPr/>
        <p:txBody>
          <a:bodyPr/>
          <a:lstStyle/>
          <a:p>
            <a:r>
              <a:rPr lang="en-US" dirty="0"/>
              <a:t>Code creating offset</a:t>
            </a:r>
          </a:p>
          <a:p>
            <a:pPr lvl="1"/>
            <a:r>
              <a:rPr lang="en-US" dirty="0"/>
              <a:t>Model matches system</a:t>
            </a:r>
          </a:p>
          <a:p>
            <a:pPr lvl="1"/>
            <a:r>
              <a:rPr lang="en-US" dirty="0"/>
              <a:t>Inject offset</a:t>
            </a:r>
          </a:p>
          <a:p>
            <a:r>
              <a:rPr lang="en-US" dirty="0"/>
              <a:t>Flat loss landscape </a:t>
            </a:r>
            <a:r>
              <a:rPr lang="en-US" dirty="0">
                <a:sym typeface="Wingdings" panose="05000000000000000000" pitchFamily="2" charset="2"/>
              </a:rPr>
              <a:t> learns dc, is consistent</a:t>
            </a:r>
          </a:p>
          <a:p>
            <a:r>
              <a:rPr lang="en-US" dirty="0">
                <a:sym typeface="Wingdings" panose="05000000000000000000" pitchFamily="2" charset="2"/>
              </a:rPr>
              <a:t>Data informative enough to learn the MSD?</a:t>
            </a:r>
          </a:p>
        </p:txBody>
      </p:sp>
    </p:spTree>
    <p:extLst>
      <p:ext uri="{BB962C8B-B14F-4D97-AF65-F5344CB8AC3E}">
        <p14:creationId xmlns:p14="http://schemas.microsoft.com/office/powerpoint/2010/main" val="20456965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587FA-5832-3197-353B-07EF8C0CD638}"/>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2CB6BE27-06AB-B8FE-7130-A240DF45CC49}"/>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36A7BB47-98DC-17A2-F739-0C9157B2A3D9}"/>
              </a:ext>
            </a:extLst>
          </p:cNvPr>
          <p:cNvPicPr>
            <a:picLocks noChangeAspect="1"/>
          </p:cNvPicPr>
          <p:nvPr/>
        </p:nvPicPr>
        <p:blipFill>
          <a:blip r:embed="rId2"/>
          <a:stretch>
            <a:fillRect/>
          </a:stretch>
        </p:blipFill>
        <p:spPr>
          <a:xfrm>
            <a:off x="1123720" y="365125"/>
            <a:ext cx="9391880" cy="5959451"/>
          </a:xfrm>
          <a:prstGeom prst="rect">
            <a:avLst/>
          </a:prstGeom>
        </p:spPr>
      </p:pic>
    </p:spTree>
    <p:extLst>
      <p:ext uri="{BB962C8B-B14F-4D97-AF65-F5344CB8AC3E}">
        <p14:creationId xmlns:p14="http://schemas.microsoft.com/office/powerpoint/2010/main" val="27485916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945916-4504-2C7E-34AD-19BEF11DA99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500509A9-B192-C22C-962F-D6F0741E6007}"/>
              </a:ext>
            </a:extLst>
          </p:cNvPr>
          <p:cNvSpPr>
            <a:spLocks noGrp="1"/>
          </p:cNvSpPr>
          <p:nvPr>
            <p:ph idx="1"/>
          </p:nvPr>
        </p:nvSpPr>
        <p:spPr/>
        <p:txBody>
          <a:bodyPr/>
          <a:lstStyle/>
          <a:p>
            <a:endParaRPr lang="en-NL"/>
          </a:p>
        </p:txBody>
      </p:sp>
      <p:pic>
        <p:nvPicPr>
          <p:cNvPr id="5" name="Picture 4">
            <a:extLst>
              <a:ext uri="{FF2B5EF4-FFF2-40B4-BE49-F238E27FC236}">
                <a16:creationId xmlns:a16="http://schemas.microsoft.com/office/drawing/2014/main" id="{05BDE951-5ABC-FC50-93C5-E715F29FAE2E}"/>
              </a:ext>
            </a:extLst>
          </p:cNvPr>
          <p:cNvPicPr>
            <a:picLocks noChangeAspect="1"/>
          </p:cNvPicPr>
          <p:nvPr/>
        </p:nvPicPr>
        <p:blipFill>
          <a:blip r:embed="rId2"/>
          <a:stretch>
            <a:fillRect/>
          </a:stretch>
        </p:blipFill>
        <p:spPr>
          <a:xfrm>
            <a:off x="986039" y="0"/>
            <a:ext cx="10219922" cy="6881317"/>
          </a:xfrm>
          <a:prstGeom prst="rect">
            <a:avLst/>
          </a:prstGeom>
        </p:spPr>
      </p:pic>
    </p:spTree>
    <p:extLst>
      <p:ext uri="{BB962C8B-B14F-4D97-AF65-F5344CB8AC3E}">
        <p14:creationId xmlns:p14="http://schemas.microsoft.com/office/powerpoint/2010/main" val="4887609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BB103-51CD-D1AD-EF66-6845F822B8C6}"/>
              </a:ext>
            </a:extLst>
          </p:cNvPr>
          <p:cNvSpPr>
            <a:spLocks noGrp="1"/>
          </p:cNvSpPr>
          <p:nvPr>
            <p:ph type="title"/>
          </p:nvPr>
        </p:nvSpPr>
        <p:spPr>
          <a:xfrm>
            <a:off x="97421" y="0"/>
            <a:ext cx="10515600" cy="1325563"/>
          </a:xfrm>
        </p:spPr>
        <p:txBody>
          <a:bodyPr>
            <a:normAutofit/>
          </a:bodyPr>
          <a:lstStyle/>
          <a:p>
            <a:r>
              <a:rPr lang="en-US" dirty="0"/>
              <a:t>Required correction is zero-mean</a:t>
            </a:r>
            <a:br>
              <a:rPr lang="en-US" dirty="0"/>
            </a:br>
            <a:r>
              <a:rPr lang="en-US" dirty="0"/>
              <a:t>For optimal augmentation</a:t>
            </a:r>
            <a:endParaRPr lang="en-NL" dirty="0"/>
          </a:p>
        </p:txBody>
      </p:sp>
      <p:pic>
        <p:nvPicPr>
          <p:cNvPr id="7" name="Content Placeholder 6">
            <a:extLst>
              <a:ext uri="{FF2B5EF4-FFF2-40B4-BE49-F238E27FC236}">
                <a16:creationId xmlns:a16="http://schemas.microsoft.com/office/drawing/2014/main" id="{FAB32DE3-3C8D-06A1-4B7F-20890D477A7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45895" y="1325563"/>
            <a:ext cx="9228220" cy="5531110"/>
          </a:xfrm>
          <a:prstGeom prst="rect">
            <a:avLst/>
          </a:prstGeom>
        </p:spPr>
      </p:pic>
    </p:spTree>
    <p:extLst>
      <p:ext uri="{BB962C8B-B14F-4D97-AF65-F5344CB8AC3E}">
        <p14:creationId xmlns:p14="http://schemas.microsoft.com/office/powerpoint/2010/main" val="2494752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63705C-8D4A-EBBA-6C05-898957F3531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4FEDD07A-9D3C-D9C6-7239-CF35D2408DFF}"/>
              </a:ext>
            </a:extLst>
          </p:cNvPr>
          <p:cNvSpPr>
            <a:spLocks noGrp="1"/>
          </p:cNvSpPr>
          <p:nvPr>
            <p:ph idx="1"/>
          </p:nvPr>
        </p:nvSpPr>
        <p:spPr/>
        <p:txBody>
          <a:bodyPr/>
          <a:lstStyle/>
          <a:p>
            <a:r>
              <a:rPr lang="en-US" dirty="0"/>
              <a:t>System == model:</a:t>
            </a:r>
          </a:p>
          <a:p>
            <a:pPr lvl="1"/>
            <a:r>
              <a:rPr lang="en-US" dirty="0"/>
              <a:t>means the data was created in python with ANN-off</a:t>
            </a:r>
          </a:p>
          <a:p>
            <a:pPr lvl="1"/>
            <a:r>
              <a:rPr lang="en-US" dirty="0"/>
              <a:t>“clean pipeline” also uses this data</a:t>
            </a:r>
          </a:p>
          <a:p>
            <a:r>
              <a:rPr lang="en-US" dirty="0" err="1"/>
              <a:t>Matlab</a:t>
            </a:r>
            <a:r>
              <a:rPr lang="en-US" dirty="0"/>
              <a:t> no-MSD data:</a:t>
            </a:r>
          </a:p>
          <a:p>
            <a:pPr lvl="1"/>
            <a:r>
              <a:rPr lang="en-US" dirty="0"/>
              <a:t>Simulink closed-loop run without the added MSD</a:t>
            </a:r>
            <a:endParaRPr lang="en-NL" dirty="0"/>
          </a:p>
        </p:txBody>
      </p:sp>
    </p:spTree>
    <p:extLst>
      <p:ext uri="{BB962C8B-B14F-4D97-AF65-F5344CB8AC3E}">
        <p14:creationId xmlns:p14="http://schemas.microsoft.com/office/powerpoint/2010/main" val="2015213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DB7AAF-9352-E638-6107-F630C2B00464}"/>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B95EF7A1-070E-8C5E-5607-0C1332FDDE96}"/>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2174"/>
          <a:stretch>
            <a:fillRect/>
          </a:stretch>
        </p:blipFill>
        <p:spPr>
          <a:xfrm>
            <a:off x="0" y="-153035"/>
            <a:ext cx="12192000" cy="5088829"/>
          </a:xfrm>
          <a:prstGeom prst="rect">
            <a:avLst/>
          </a:prstGeom>
        </p:spPr>
      </p:pic>
      <p:sp>
        <p:nvSpPr>
          <p:cNvPr id="8" name="TextBox 7">
            <a:extLst>
              <a:ext uri="{FF2B5EF4-FFF2-40B4-BE49-F238E27FC236}">
                <a16:creationId xmlns:a16="http://schemas.microsoft.com/office/drawing/2014/main" id="{5BD7AD13-2D61-45FB-750F-8BB3C81B1F19}"/>
              </a:ext>
            </a:extLst>
          </p:cNvPr>
          <p:cNvSpPr txBox="1"/>
          <p:nvPr/>
        </p:nvSpPr>
        <p:spPr>
          <a:xfrm>
            <a:off x="71120" y="4935794"/>
            <a:ext cx="10046274" cy="1938992"/>
          </a:xfrm>
          <a:prstGeom prst="rect">
            <a:avLst/>
          </a:prstGeom>
          <a:noFill/>
        </p:spPr>
        <p:txBody>
          <a:bodyPr wrap="square">
            <a:spAutoFit/>
          </a:bodyPr>
          <a:lstStyle/>
          <a:p>
            <a:pPr marL="342900" indent="-342900">
              <a:buFont typeface="Arial" panose="020B0604020202020204" pitchFamily="34" charset="0"/>
              <a:buChar char="•"/>
            </a:pPr>
            <a:r>
              <a:rPr lang="en-NL" sz="2400" i="0" dirty="0">
                <a:solidFill>
                  <a:srgbClr val="1A1A1A"/>
                </a:solidFill>
                <a:effectLst/>
                <a:latin typeface="Segoe UI" panose="020B0502040204020203" pitchFamily="34" charset="0"/>
              </a:rPr>
              <a:t>Identical training </a:t>
            </a:r>
            <a:r>
              <a:rPr lang="en-US" sz="2400" i="0" dirty="0">
                <a:solidFill>
                  <a:srgbClr val="1A1A1A"/>
                </a:solidFill>
                <a:effectLst/>
                <a:latin typeface="Segoe UI" panose="020B0502040204020203" pitchFamily="34" charset="0"/>
              </a:rPr>
              <a:t>for all 3 methods. Need to look at t</a:t>
            </a:r>
            <a:r>
              <a:rPr lang="en-NL" sz="2400" i="0" dirty="0">
                <a:solidFill>
                  <a:srgbClr val="1A1A1A"/>
                </a:solidFill>
                <a:effectLst/>
                <a:latin typeface="Segoe UI" panose="020B0502040204020203" pitchFamily="34" charset="0"/>
              </a:rPr>
              <a:t>he K=0 rows (X, Y, </a:t>
            </a:r>
            <a:r>
              <a:rPr lang="en-NL" sz="2400" i="0" dirty="0" err="1">
                <a:solidFill>
                  <a:srgbClr val="1A1A1A"/>
                </a:solidFill>
                <a:effectLst/>
                <a:latin typeface="Segoe UI" panose="020B0502040204020203" pitchFamily="34" charset="0"/>
              </a:rPr>
              <a:t>dX</a:t>
            </a:r>
            <a:r>
              <a:rPr lang="en-NL" sz="2400" i="0" dirty="0">
                <a:solidFill>
                  <a:srgbClr val="1A1A1A"/>
                </a:solidFill>
                <a:effectLst/>
                <a:latin typeface="Segoe UI" panose="020B0502040204020203" pitchFamily="34" charset="0"/>
              </a:rPr>
              <a:t>, </a:t>
            </a:r>
            <a:r>
              <a:rPr lang="en-NL" sz="2400" i="0" dirty="0" err="1">
                <a:solidFill>
                  <a:srgbClr val="1A1A1A"/>
                </a:solidFill>
                <a:effectLst/>
                <a:latin typeface="Segoe UI" panose="020B0502040204020203" pitchFamily="34" charset="0"/>
              </a:rPr>
              <a:t>dY</a:t>
            </a:r>
            <a:r>
              <a:rPr lang="en-NL" sz="2400" i="0" dirty="0">
                <a:solidFill>
                  <a:srgbClr val="1A1A1A"/>
                </a:solidFill>
                <a:effectLst/>
                <a:latin typeface="Segoe UI" panose="020B0502040204020203" pitchFamily="34" charset="0"/>
              </a:rPr>
              <a:t>): with the real absorber residual (red) the </a:t>
            </a:r>
            <a:r>
              <a:rPr lang="en-NL" sz="2400" i="0" dirty="0" err="1">
                <a:solidFill>
                  <a:srgbClr val="1A1A1A"/>
                </a:solidFill>
                <a:effectLst/>
                <a:latin typeface="Segoe UI" panose="020B0502040204020203" pitchFamily="34" charset="0"/>
              </a:rPr>
              <a:t>dY</a:t>
            </a:r>
            <a:r>
              <a:rPr lang="en-NL" sz="2400" i="0" dirty="0">
                <a:solidFill>
                  <a:srgbClr val="1A1A1A"/>
                </a:solidFill>
                <a:effectLst/>
                <a:latin typeface="Segoe UI" panose="020B0502040204020203" pitchFamily="34" charset="0"/>
              </a:rPr>
              <a:t> DC locks negative and grows to </a:t>
            </a:r>
            <a:r>
              <a:rPr lang="en-US" sz="2400" i="0" dirty="0">
                <a:solidFill>
                  <a:srgbClr val="1A1A1A"/>
                </a:solidFill>
                <a:effectLst/>
                <a:latin typeface="Segoe UI" panose="020B0502040204020203" pitchFamily="34" charset="0"/>
              </a:rPr>
              <a:t>~-</a:t>
            </a:r>
            <a:r>
              <a:rPr lang="en-NL" sz="2400" i="0" dirty="0">
                <a:solidFill>
                  <a:srgbClr val="1A1A1A"/>
                </a:solidFill>
                <a:effectLst/>
                <a:latin typeface="Segoe UI" panose="020B0502040204020203" pitchFamily="34" charset="0"/>
              </a:rPr>
              <a:t>4e-6</a:t>
            </a:r>
            <a:r>
              <a:rPr lang="en-US" sz="2400" i="0" dirty="0">
                <a:solidFill>
                  <a:srgbClr val="1A1A1A"/>
                </a:solidFill>
                <a:effectLst/>
                <a:latin typeface="Segoe UI" panose="020B0502040204020203" pitchFamily="34" charset="0"/>
              </a:rPr>
              <a:t>.</a:t>
            </a:r>
            <a:endParaRPr lang="en-US" sz="2400" dirty="0">
              <a:solidFill>
                <a:srgbClr val="1A1A1A"/>
              </a:solidFill>
              <a:latin typeface="Segoe UI" panose="020B0502040204020203" pitchFamily="34" charset="0"/>
            </a:endParaRPr>
          </a:p>
          <a:p>
            <a:pPr marL="342900" indent="-342900">
              <a:buFont typeface="Arial" panose="020B0604020202020204" pitchFamily="34" charset="0"/>
              <a:buChar char="•"/>
            </a:pPr>
            <a:r>
              <a:rPr lang="en-US" sz="2400" dirty="0">
                <a:solidFill>
                  <a:srgbClr val="1A1A1A"/>
                </a:solidFill>
                <a:latin typeface="Segoe UI" panose="020B0502040204020203" pitchFamily="34" charset="0"/>
              </a:rPr>
              <a:t>T</a:t>
            </a:r>
            <a:r>
              <a:rPr lang="en-NL" sz="2400" i="0" dirty="0">
                <a:solidFill>
                  <a:srgbClr val="1A1A1A"/>
                </a:solidFill>
                <a:effectLst/>
                <a:latin typeface="Segoe UI" panose="020B0502040204020203" pitchFamily="34" charset="0"/>
              </a:rPr>
              <a:t>he stiff Theta rows</a:t>
            </a:r>
            <a:r>
              <a:rPr lang="en-US" sz="2400" i="0" dirty="0">
                <a:solidFill>
                  <a:srgbClr val="1A1A1A"/>
                </a:solidFill>
                <a:effectLst/>
                <a:latin typeface="Segoe UI" panose="020B0502040204020203" pitchFamily="34" charset="0"/>
              </a:rPr>
              <a:t> show that</a:t>
            </a:r>
            <a:r>
              <a:rPr lang="en-NL" sz="2400" i="0" dirty="0">
                <a:solidFill>
                  <a:srgbClr val="1A1A1A"/>
                </a:solidFill>
                <a:effectLst/>
                <a:latin typeface="Segoe UI" panose="020B0502040204020203" pitchFamily="34" charset="0"/>
              </a:rPr>
              <a:t> a </a:t>
            </a:r>
            <a:r>
              <a:rPr lang="en-US" sz="2400" i="0" dirty="0">
                <a:solidFill>
                  <a:srgbClr val="1A1A1A"/>
                </a:solidFill>
                <a:effectLst/>
                <a:latin typeface="Segoe UI" panose="020B0502040204020203" pitchFamily="34" charset="0"/>
              </a:rPr>
              <a:t>co</a:t>
            </a:r>
            <a:r>
              <a:rPr lang="en-NL" sz="2400" i="0" dirty="0" err="1">
                <a:solidFill>
                  <a:srgbClr val="1A1A1A"/>
                </a:solidFill>
                <a:effectLst/>
                <a:latin typeface="Segoe UI" panose="020B0502040204020203" pitchFamily="34" charset="0"/>
              </a:rPr>
              <a:t>nstant</a:t>
            </a:r>
            <a:r>
              <a:rPr lang="en-NL" sz="2400" i="0" dirty="0">
                <a:solidFill>
                  <a:srgbClr val="1A1A1A"/>
                </a:solidFill>
                <a:effectLst/>
                <a:latin typeface="Segoe UI" panose="020B0502040204020203" pitchFamily="34" charset="0"/>
              </a:rPr>
              <a:t> forms in ALL </a:t>
            </a:r>
            <a:r>
              <a:rPr lang="en-US" sz="2400" dirty="0">
                <a:solidFill>
                  <a:srgbClr val="1A1A1A"/>
                </a:solidFill>
                <a:latin typeface="Segoe UI" panose="020B0502040204020203" pitchFamily="34" charset="0"/>
              </a:rPr>
              <a:t>3,</a:t>
            </a:r>
            <a:r>
              <a:rPr lang="en-NL" sz="2400" i="0" dirty="0">
                <a:solidFill>
                  <a:srgbClr val="1A1A1A"/>
                </a:solidFill>
                <a:effectLst/>
                <a:latin typeface="Segoe UI" panose="020B0502040204020203" pitchFamily="34" charset="0"/>
              </a:rPr>
              <a:t> its output effect is bounded by the Theta stiffness and produces no drift</a:t>
            </a:r>
            <a:r>
              <a:rPr lang="en-US" sz="2400" dirty="0">
                <a:solidFill>
                  <a:srgbClr val="1A1A1A"/>
                </a:solidFill>
                <a:latin typeface="Segoe UI" panose="020B0502040204020203" pitchFamily="34" charset="0"/>
              </a:rPr>
              <a:t>.</a:t>
            </a:r>
            <a:endParaRPr lang="en-NL" sz="4400" dirty="0"/>
          </a:p>
        </p:txBody>
      </p:sp>
    </p:spTree>
    <p:extLst>
      <p:ext uri="{BB962C8B-B14F-4D97-AF65-F5344CB8AC3E}">
        <p14:creationId xmlns:p14="http://schemas.microsoft.com/office/powerpoint/2010/main" val="10917838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8DA62B-817F-13DD-94C5-99C9B07038E6}"/>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E7936F39-9F8B-D28F-3599-A4820F158F1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4766"/>
          <a:stretch>
            <a:fillRect/>
          </a:stretch>
        </p:blipFill>
        <p:spPr>
          <a:xfrm>
            <a:off x="0" y="0"/>
            <a:ext cx="12192000" cy="4399916"/>
          </a:xfrm>
          <a:prstGeom prst="rect">
            <a:avLst/>
          </a:prstGeom>
        </p:spPr>
      </p:pic>
      <p:sp>
        <p:nvSpPr>
          <p:cNvPr id="7" name="TextBox 6">
            <a:extLst>
              <a:ext uri="{FF2B5EF4-FFF2-40B4-BE49-F238E27FC236}">
                <a16:creationId xmlns:a16="http://schemas.microsoft.com/office/drawing/2014/main" id="{E86C92D3-2B1D-666C-6357-300F46177BE4}"/>
              </a:ext>
            </a:extLst>
          </p:cNvPr>
          <p:cNvSpPr txBox="1"/>
          <p:nvPr/>
        </p:nvSpPr>
        <p:spPr>
          <a:xfrm>
            <a:off x="71120" y="4935794"/>
            <a:ext cx="12120880" cy="1938992"/>
          </a:xfrm>
          <a:prstGeom prst="rect">
            <a:avLst/>
          </a:prstGeom>
          <a:noFill/>
        </p:spPr>
        <p:txBody>
          <a:bodyPr wrap="square">
            <a:spAutoFit/>
          </a:bodyPr>
          <a:lstStyle/>
          <a:p>
            <a:pPr marL="342900" indent="-342900">
              <a:buFont typeface="Arial" panose="020B0604020202020204" pitchFamily="34" charset="0"/>
              <a:buChar char="•"/>
            </a:pPr>
            <a:r>
              <a:rPr lang="en-US" sz="2400" i="0" dirty="0">
                <a:solidFill>
                  <a:srgbClr val="1A1A1A"/>
                </a:solidFill>
                <a:effectLst/>
                <a:latin typeface="Segoe UI" panose="020B0502040204020203" pitchFamily="34" charset="0"/>
              </a:rPr>
              <a:t>Y and </a:t>
            </a:r>
            <a:r>
              <a:rPr lang="en-US" sz="2400" i="0" dirty="0" err="1">
                <a:solidFill>
                  <a:srgbClr val="1A1A1A"/>
                </a:solidFill>
                <a:effectLst/>
                <a:latin typeface="Segoe UI" panose="020B0502040204020203" pitchFamily="34" charset="0"/>
              </a:rPr>
              <a:t>dY</a:t>
            </a:r>
            <a:r>
              <a:rPr lang="en-US" sz="2400" i="0" dirty="0">
                <a:solidFill>
                  <a:srgbClr val="1A1A1A"/>
                </a:solidFill>
                <a:effectLst/>
                <a:latin typeface="Segoe UI" panose="020B0502040204020203" pitchFamily="34" charset="0"/>
              </a:rPr>
              <a:t> stand out. But the added MSD is also added to the payload Y and the original payload mass is split over MSD and the new payload mass, 10 and 90 percent respectively. It should only affect the center of mass.</a:t>
            </a:r>
          </a:p>
          <a:p>
            <a:pPr marL="800100" lvl="1" indent="-342900">
              <a:buFont typeface="Arial" panose="020B0604020202020204" pitchFamily="34" charset="0"/>
              <a:buChar char="•"/>
            </a:pPr>
            <a:r>
              <a:rPr lang="en-US" sz="2400" dirty="0">
                <a:solidFill>
                  <a:srgbClr val="1A1A1A"/>
                </a:solidFill>
                <a:latin typeface="Segoe UI" panose="020B0502040204020203" pitchFamily="34" charset="0"/>
              </a:rPr>
              <a:t>But looking at the actual system (next page) the system is zero-mean, and the earlier image for the correct ANN (truth-baseline) also showed this </a:t>
            </a:r>
            <a:endParaRPr lang="en-US" sz="2400" i="0" dirty="0">
              <a:solidFill>
                <a:srgbClr val="1A1A1A"/>
              </a:solidFill>
              <a:effectLst/>
              <a:latin typeface="Segoe UI" panose="020B0502040204020203" pitchFamily="34" charset="0"/>
            </a:endParaRPr>
          </a:p>
        </p:txBody>
      </p:sp>
    </p:spTree>
    <p:extLst>
      <p:ext uri="{BB962C8B-B14F-4D97-AF65-F5344CB8AC3E}">
        <p14:creationId xmlns:p14="http://schemas.microsoft.com/office/powerpoint/2010/main" val="7598647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2B314-9EF0-F2F4-1B67-60A453E3141F}"/>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60FC4D47-9A6F-F699-0445-190BDB7E1B70}"/>
              </a:ext>
            </a:extLst>
          </p:cNvPr>
          <p:cNvSpPr>
            <a:spLocks noGrp="1"/>
          </p:cNvSpPr>
          <p:nvPr>
            <p:ph idx="1"/>
          </p:nvPr>
        </p:nvSpPr>
        <p:spPr>
          <a:xfrm>
            <a:off x="0" y="4601497"/>
            <a:ext cx="13664879" cy="4351338"/>
          </a:xfrm>
        </p:spPr>
        <p:txBody>
          <a:bodyPr/>
          <a:lstStyle/>
          <a:p>
            <a:r>
              <a:rPr lang="en-US" dirty="0"/>
              <a:t>Note: minus the setpoint; NOT the signal’s own time-mean</a:t>
            </a:r>
          </a:p>
          <a:p>
            <a:r>
              <a:rPr lang="en-US" dirty="0"/>
              <a:t>Standstill operating points: T1_standstill_Ym30, T2_standstill_Ym15, T3_standstill_Y000, T4_standstill_Yp15, T5_standstill_Yp30</a:t>
            </a:r>
            <a:endParaRPr lang="en-NL" dirty="0"/>
          </a:p>
        </p:txBody>
      </p:sp>
      <p:pic>
        <p:nvPicPr>
          <p:cNvPr id="7" name="Picture 6">
            <a:extLst>
              <a:ext uri="{FF2B5EF4-FFF2-40B4-BE49-F238E27FC236}">
                <a16:creationId xmlns:a16="http://schemas.microsoft.com/office/drawing/2014/main" id="{EE008423-C766-CC84-17B8-F760405D2D2C}"/>
              </a:ext>
            </a:extLst>
          </p:cNvPr>
          <p:cNvPicPr>
            <a:picLocks noChangeAspect="1"/>
          </p:cNvPicPr>
          <p:nvPr/>
        </p:nvPicPr>
        <p:blipFill>
          <a:blip r:embed="rId3">
            <a:extLst>
              <a:ext uri="{28A0092B-C50C-407E-A947-70E740481C1C}">
                <a14:useLocalDpi xmlns:a14="http://schemas.microsoft.com/office/drawing/2010/main" val="0"/>
              </a:ext>
            </a:extLst>
          </a:blip>
          <a:srcRect b="5423"/>
          <a:stretch>
            <a:fillRect/>
          </a:stretch>
        </p:blipFill>
        <p:spPr>
          <a:xfrm>
            <a:off x="0" y="757903"/>
            <a:ext cx="12192000" cy="3843594"/>
          </a:xfrm>
          <a:prstGeom prst="rect">
            <a:avLst/>
          </a:prstGeom>
        </p:spPr>
      </p:pic>
    </p:spTree>
    <p:extLst>
      <p:ext uri="{BB962C8B-B14F-4D97-AF65-F5344CB8AC3E}">
        <p14:creationId xmlns:p14="http://schemas.microsoft.com/office/powerpoint/2010/main" val="15471160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1C430-CEB2-9697-5D2F-B1629AE70E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5E922C-9577-26C9-067C-93F32F810879}"/>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05B536A6-165B-62B2-A219-5448635DA7C4}"/>
              </a:ext>
            </a:extLst>
          </p:cNvPr>
          <p:cNvSpPr>
            <a:spLocks noGrp="1"/>
          </p:cNvSpPr>
          <p:nvPr>
            <p:ph idx="1"/>
          </p:nvPr>
        </p:nvSpPr>
        <p:spPr>
          <a:xfrm>
            <a:off x="0" y="4601497"/>
            <a:ext cx="13664879" cy="4351338"/>
          </a:xfrm>
        </p:spPr>
        <p:txBody>
          <a:bodyPr/>
          <a:lstStyle/>
          <a:p>
            <a:r>
              <a:rPr lang="en-US" dirty="0"/>
              <a:t>Question: Is minus the setpoint biased?</a:t>
            </a:r>
          </a:p>
        </p:txBody>
      </p:sp>
      <p:pic>
        <p:nvPicPr>
          <p:cNvPr id="7" name="Picture 6">
            <a:extLst>
              <a:ext uri="{FF2B5EF4-FFF2-40B4-BE49-F238E27FC236}">
                <a16:creationId xmlns:a16="http://schemas.microsoft.com/office/drawing/2014/main" id="{00FAA6D6-A4A5-FED2-78C4-F2D88DAA75F3}"/>
              </a:ext>
            </a:extLst>
          </p:cNvPr>
          <p:cNvPicPr>
            <a:picLocks noChangeAspect="1"/>
          </p:cNvPicPr>
          <p:nvPr/>
        </p:nvPicPr>
        <p:blipFill>
          <a:blip r:embed="rId3">
            <a:extLst>
              <a:ext uri="{28A0092B-C50C-407E-A947-70E740481C1C}">
                <a14:useLocalDpi xmlns:a14="http://schemas.microsoft.com/office/drawing/2010/main" val="0"/>
              </a:ext>
            </a:extLst>
          </a:blip>
          <a:srcRect b="5423"/>
          <a:stretch>
            <a:fillRect/>
          </a:stretch>
        </p:blipFill>
        <p:spPr>
          <a:xfrm>
            <a:off x="0" y="757903"/>
            <a:ext cx="12192000" cy="3843594"/>
          </a:xfrm>
          <a:prstGeom prst="rect">
            <a:avLst/>
          </a:prstGeom>
        </p:spPr>
      </p:pic>
    </p:spTree>
    <p:extLst>
      <p:ext uri="{BB962C8B-B14F-4D97-AF65-F5344CB8AC3E}">
        <p14:creationId xmlns:p14="http://schemas.microsoft.com/office/powerpoint/2010/main" val="24376701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1766-357A-F697-D8CF-0B93B13F1B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FA70E1-F44C-959E-F00A-7D1998A69AE5}"/>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8220F951-DD9B-F45D-50B5-11B4672E1726}"/>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7B065416-E73C-E2C5-D375-735245493175}"/>
              </a:ext>
            </a:extLst>
          </p:cNvPr>
          <p:cNvPicPr>
            <a:picLocks noChangeAspect="1"/>
          </p:cNvPicPr>
          <p:nvPr/>
        </p:nvPicPr>
        <p:blipFill>
          <a:blip r:embed="rId3"/>
          <a:stretch>
            <a:fillRect/>
          </a:stretch>
        </p:blipFill>
        <p:spPr>
          <a:xfrm>
            <a:off x="1082749" y="365125"/>
            <a:ext cx="9751828" cy="6148937"/>
          </a:xfrm>
          <a:prstGeom prst="rect">
            <a:avLst/>
          </a:prstGeom>
        </p:spPr>
      </p:pic>
    </p:spTree>
    <p:extLst>
      <p:ext uri="{BB962C8B-B14F-4D97-AF65-F5344CB8AC3E}">
        <p14:creationId xmlns:p14="http://schemas.microsoft.com/office/powerpoint/2010/main" val="11898212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8E9B4-23FB-1998-8E19-FFF40448CB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908A7-FAFE-B899-33C8-DE52232C8B17}"/>
              </a:ext>
            </a:extLst>
          </p:cNvPr>
          <p:cNvSpPr>
            <a:spLocks noGrp="1"/>
          </p:cNvSpPr>
          <p:nvPr>
            <p:ph type="title"/>
          </p:nvPr>
        </p:nvSpPr>
        <p:spPr/>
        <p:txBody>
          <a:bodyPr/>
          <a:lstStyle/>
          <a:p>
            <a:endParaRPr lang="en-NL" dirty="0"/>
          </a:p>
        </p:txBody>
      </p:sp>
      <p:sp>
        <p:nvSpPr>
          <p:cNvPr id="3" name="Content Placeholder 2">
            <a:extLst>
              <a:ext uri="{FF2B5EF4-FFF2-40B4-BE49-F238E27FC236}">
                <a16:creationId xmlns:a16="http://schemas.microsoft.com/office/drawing/2014/main" id="{FAE9AEE8-A13E-86ED-0ACF-7EB8AA4F5713}"/>
              </a:ext>
            </a:extLst>
          </p:cNvPr>
          <p:cNvSpPr>
            <a:spLocks noGrp="1"/>
          </p:cNvSpPr>
          <p:nvPr>
            <p:ph idx="1"/>
          </p:nvPr>
        </p:nvSpPr>
        <p:spPr/>
        <p:txBody>
          <a:bodyPr/>
          <a:lstStyle/>
          <a:p>
            <a:endParaRPr lang="en-NL" dirty="0"/>
          </a:p>
        </p:txBody>
      </p:sp>
      <p:pic>
        <p:nvPicPr>
          <p:cNvPr id="5" name="Picture 4">
            <a:extLst>
              <a:ext uri="{FF2B5EF4-FFF2-40B4-BE49-F238E27FC236}">
                <a16:creationId xmlns:a16="http://schemas.microsoft.com/office/drawing/2014/main" id="{3A779187-6521-8183-A42D-6B722C417CF8}"/>
              </a:ext>
            </a:extLst>
          </p:cNvPr>
          <p:cNvPicPr>
            <a:picLocks noChangeAspect="1"/>
          </p:cNvPicPr>
          <p:nvPr/>
        </p:nvPicPr>
        <p:blipFill>
          <a:blip r:embed="rId3"/>
          <a:stretch>
            <a:fillRect/>
          </a:stretch>
        </p:blipFill>
        <p:spPr>
          <a:xfrm>
            <a:off x="1082749" y="365125"/>
            <a:ext cx="9751828" cy="6148937"/>
          </a:xfrm>
          <a:prstGeom prst="rect">
            <a:avLst/>
          </a:prstGeom>
        </p:spPr>
      </p:pic>
      <p:grpSp>
        <p:nvGrpSpPr>
          <p:cNvPr id="9" name="Group 8">
            <a:extLst>
              <a:ext uri="{FF2B5EF4-FFF2-40B4-BE49-F238E27FC236}">
                <a16:creationId xmlns:a16="http://schemas.microsoft.com/office/drawing/2014/main" id="{B8D048B6-2A3A-5938-7434-A28D6F029485}"/>
              </a:ext>
            </a:extLst>
          </p:cNvPr>
          <p:cNvGrpSpPr/>
          <p:nvPr/>
        </p:nvGrpSpPr>
        <p:grpSpPr>
          <a:xfrm rot="21112073">
            <a:off x="2534792" y="1771677"/>
            <a:ext cx="2059703" cy="1991011"/>
            <a:chOff x="7399251" y="4167670"/>
            <a:chExt cx="2059703" cy="1991011"/>
          </a:xfrm>
        </p:grpSpPr>
        <p:pic>
          <p:nvPicPr>
            <p:cNvPr id="4" name="Picture 3">
              <a:extLst>
                <a:ext uri="{FF2B5EF4-FFF2-40B4-BE49-F238E27FC236}">
                  <a16:creationId xmlns:a16="http://schemas.microsoft.com/office/drawing/2014/main" id="{02ECBD7A-55A5-328D-D6B7-C6AFCAE1B515}"/>
                </a:ext>
              </a:extLst>
            </p:cNvPr>
            <p:cNvPicPr>
              <a:picLocks noChangeAspect="1"/>
            </p:cNvPicPr>
            <p:nvPr/>
          </p:nvPicPr>
          <p:blipFill>
            <a:blip r:embed="rId4"/>
            <a:srcRect l="73509" t="15263" r="6139" b="34017"/>
            <a:stretch>
              <a:fillRect/>
            </a:stretch>
          </p:blipFill>
          <p:spPr>
            <a:xfrm>
              <a:off x="7399251" y="4170244"/>
              <a:ext cx="1645516" cy="1988437"/>
            </a:xfrm>
            <a:prstGeom prst="rect">
              <a:avLst/>
            </a:prstGeom>
          </p:spPr>
        </p:pic>
        <p:pic>
          <p:nvPicPr>
            <p:cNvPr id="6" name="Picture 5">
              <a:extLst>
                <a:ext uri="{FF2B5EF4-FFF2-40B4-BE49-F238E27FC236}">
                  <a16:creationId xmlns:a16="http://schemas.microsoft.com/office/drawing/2014/main" id="{B43EAF92-C9FE-A2F5-9E87-8A1CC21EFDCB}"/>
                </a:ext>
              </a:extLst>
            </p:cNvPr>
            <p:cNvPicPr>
              <a:picLocks noChangeAspect="1"/>
            </p:cNvPicPr>
            <p:nvPr/>
          </p:nvPicPr>
          <p:blipFill>
            <a:blip r:embed="rId4"/>
            <a:srcRect l="65482" t="15263" r="26057" b="42014"/>
            <a:stretch>
              <a:fillRect/>
            </a:stretch>
          </p:blipFill>
          <p:spPr>
            <a:xfrm>
              <a:off x="8774874" y="4167670"/>
              <a:ext cx="684080" cy="1674912"/>
            </a:xfrm>
            <a:prstGeom prst="rect">
              <a:avLst/>
            </a:prstGeom>
          </p:spPr>
        </p:pic>
      </p:grpSp>
    </p:spTree>
    <p:extLst>
      <p:ext uri="{BB962C8B-B14F-4D97-AF65-F5344CB8AC3E}">
        <p14:creationId xmlns:p14="http://schemas.microsoft.com/office/powerpoint/2010/main" val="31116933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F14A6-4F37-FEC7-E766-9A4F8431C0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43342A-6B6A-EA91-7BBF-9C5FC8AEF583}"/>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084B004C-2EE5-248D-34AC-07BBC75B6D39}"/>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2174"/>
          <a:stretch>
            <a:fillRect/>
          </a:stretch>
        </p:blipFill>
        <p:spPr>
          <a:xfrm>
            <a:off x="0" y="-153035"/>
            <a:ext cx="12192000" cy="5088829"/>
          </a:xfrm>
          <a:prstGeom prst="rect">
            <a:avLst/>
          </a:prstGeom>
        </p:spPr>
      </p:pic>
      <p:sp>
        <p:nvSpPr>
          <p:cNvPr id="8" name="TextBox 7">
            <a:extLst>
              <a:ext uri="{FF2B5EF4-FFF2-40B4-BE49-F238E27FC236}">
                <a16:creationId xmlns:a16="http://schemas.microsoft.com/office/drawing/2014/main" id="{EB538182-F418-5632-6B69-47C2020F5DE7}"/>
              </a:ext>
            </a:extLst>
          </p:cNvPr>
          <p:cNvSpPr txBox="1"/>
          <p:nvPr/>
        </p:nvSpPr>
        <p:spPr>
          <a:xfrm>
            <a:off x="71120" y="4935795"/>
            <a:ext cx="11788648" cy="1938992"/>
          </a:xfrm>
          <a:prstGeom prst="rect">
            <a:avLst/>
          </a:prstGeom>
          <a:noFill/>
        </p:spPr>
        <p:txBody>
          <a:bodyPr wrap="square">
            <a:spAutoFit/>
          </a:bodyPr>
          <a:lstStyle/>
          <a:p>
            <a:pPr marL="342900" indent="-342900">
              <a:buFont typeface="Arial" panose="020B0604020202020204" pitchFamily="34" charset="0"/>
              <a:buChar char="•"/>
            </a:pPr>
            <a:r>
              <a:rPr lang="en-US" sz="2400" i="0" dirty="0">
                <a:solidFill>
                  <a:srgbClr val="1A1A1A"/>
                </a:solidFill>
                <a:effectLst/>
                <a:latin typeface="Segoe UI" panose="020B0502040204020203" pitchFamily="34" charset="0"/>
              </a:rPr>
              <a:t>The Y seems to find a new offset point and not grow further but oscillate around the new point, but the system seems to be zero-mean. Unless minus set point is biase</a:t>
            </a:r>
            <a:r>
              <a:rPr lang="en-US" sz="2400" dirty="0">
                <a:solidFill>
                  <a:srgbClr val="1A1A1A"/>
                </a:solidFill>
                <a:latin typeface="Segoe UI" panose="020B0502040204020203" pitchFamily="34" charset="0"/>
              </a:rPr>
              <a:t>d.</a:t>
            </a:r>
          </a:p>
          <a:p>
            <a:pPr marL="342900" indent="-342900">
              <a:buFont typeface="Arial" panose="020B0604020202020204" pitchFamily="34" charset="0"/>
              <a:buChar char="•"/>
            </a:pPr>
            <a:r>
              <a:rPr lang="en-US" sz="2400" i="0" dirty="0">
                <a:solidFill>
                  <a:srgbClr val="1A1A1A"/>
                </a:solidFill>
                <a:effectLst/>
                <a:latin typeface="Segoe UI" panose="020B0502040204020203" pitchFamily="34" charset="0"/>
              </a:rPr>
              <a:t>Question: If it’s a next state issue it should keep getting worse no?</a:t>
            </a:r>
          </a:p>
          <a:p>
            <a:pPr marL="800100" lvl="1" indent="-342900">
              <a:buFont typeface="Arial" panose="020B0604020202020204" pitchFamily="34" charset="0"/>
              <a:buChar char="•"/>
            </a:pPr>
            <a:r>
              <a:rPr lang="en-US" sz="2400" dirty="0">
                <a:solidFill>
                  <a:srgbClr val="1A1A1A"/>
                </a:solidFill>
                <a:latin typeface="Segoe UI" panose="020B0502040204020203" pitchFamily="34" charset="0"/>
              </a:rPr>
              <a:t>Since the Y is being scheduled each update step, so error keeps growing.</a:t>
            </a:r>
            <a:endParaRPr lang="en-US" sz="2400" i="0" dirty="0">
              <a:solidFill>
                <a:srgbClr val="1A1A1A"/>
              </a:solidFill>
              <a:effectLst/>
              <a:latin typeface="Segoe UI" panose="020B0502040204020203" pitchFamily="34" charset="0"/>
            </a:endParaRPr>
          </a:p>
        </p:txBody>
      </p:sp>
    </p:spTree>
    <p:extLst>
      <p:ext uri="{BB962C8B-B14F-4D97-AF65-F5344CB8AC3E}">
        <p14:creationId xmlns:p14="http://schemas.microsoft.com/office/powerpoint/2010/main" val="1338525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491103-1AA5-26CF-AEAB-8BD7E74C2E0B}"/>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06EECF59-A75F-6FC7-7C55-DF03B82D2E52}"/>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3793"/>
          <a:stretch>
            <a:fillRect/>
          </a:stretch>
        </p:blipFill>
        <p:spPr>
          <a:xfrm>
            <a:off x="0" y="0"/>
            <a:ext cx="12192000" cy="5004619"/>
          </a:xfrm>
          <a:prstGeom prst="rect">
            <a:avLst/>
          </a:prstGeom>
        </p:spPr>
      </p:pic>
      <p:sp>
        <p:nvSpPr>
          <p:cNvPr id="7" name="TextBox 6">
            <a:extLst>
              <a:ext uri="{FF2B5EF4-FFF2-40B4-BE49-F238E27FC236}">
                <a16:creationId xmlns:a16="http://schemas.microsoft.com/office/drawing/2014/main" id="{47CC485D-D56C-CFBC-B856-172F5E8127FD}"/>
              </a:ext>
            </a:extLst>
          </p:cNvPr>
          <p:cNvSpPr txBox="1"/>
          <p:nvPr/>
        </p:nvSpPr>
        <p:spPr>
          <a:xfrm>
            <a:off x="71120" y="4935794"/>
            <a:ext cx="10046274" cy="1938992"/>
          </a:xfrm>
          <a:prstGeom prst="rect">
            <a:avLst/>
          </a:prstGeom>
          <a:noFill/>
        </p:spPr>
        <p:txBody>
          <a:bodyPr wrap="square">
            <a:spAutoFit/>
          </a:bodyPr>
          <a:lstStyle/>
          <a:p>
            <a:pPr marL="342900" indent="-342900">
              <a:buFont typeface="Arial" panose="020B0604020202020204" pitchFamily="34" charset="0"/>
              <a:buChar char="•"/>
            </a:pPr>
            <a:r>
              <a:rPr lang="en-US" sz="2400" i="0" dirty="0">
                <a:solidFill>
                  <a:srgbClr val="1A1A1A"/>
                </a:solidFill>
                <a:effectLst/>
                <a:latin typeface="Segoe UI" panose="020B0502040204020203" pitchFamily="34" charset="0"/>
              </a:rPr>
              <a:t>Inject a constant planted on the </a:t>
            </a:r>
            <a:r>
              <a:rPr lang="en-US" sz="2400" i="0" dirty="0" err="1">
                <a:solidFill>
                  <a:srgbClr val="1A1A1A"/>
                </a:solidFill>
                <a:effectLst/>
                <a:latin typeface="Segoe UI" panose="020B0502040204020203" pitchFamily="34" charset="0"/>
              </a:rPr>
              <a:t>dY</a:t>
            </a:r>
            <a:r>
              <a:rPr lang="en-US" sz="2400" i="0" dirty="0">
                <a:solidFill>
                  <a:srgbClr val="1A1A1A"/>
                </a:solidFill>
                <a:effectLst/>
                <a:latin typeface="Segoe UI" panose="020B0502040204020203" pitchFamily="34" charset="0"/>
              </a:rPr>
              <a:t> row</a:t>
            </a:r>
          </a:p>
          <a:p>
            <a:pPr marL="342900" indent="-342900">
              <a:buFont typeface="Arial" panose="020B0604020202020204" pitchFamily="34" charset="0"/>
              <a:buChar char="•"/>
            </a:pPr>
            <a:r>
              <a:rPr lang="en-US" sz="2400" dirty="0">
                <a:solidFill>
                  <a:srgbClr val="1A1A1A"/>
                </a:solidFill>
                <a:latin typeface="Segoe UI" panose="020B0502040204020203" pitchFamily="34" charset="0"/>
              </a:rPr>
              <a:t>E</a:t>
            </a:r>
            <a:r>
              <a:rPr lang="en-US" sz="2400" i="0" dirty="0">
                <a:solidFill>
                  <a:srgbClr val="1A1A1A"/>
                </a:solidFill>
                <a:effectLst/>
                <a:latin typeface="Segoe UI" panose="020B0502040204020203" pitchFamily="34" charset="0"/>
              </a:rPr>
              <a:t>very single timestep, +ε is added to the </a:t>
            </a:r>
            <a:r>
              <a:rPr lang="en-US" sz="2400" i="0" dirty="0" err="1">
                <a:solidFill>
                  <a:srgbClr val="1A1A1A"/>
                </a:solidFill>
                <a:effectLst/>
                <a:latin typeface="Segoe UI" panose="020B0502040204020203" pitchFamily="34" charset="0"/>
              </a:rPr>
              <a:t>dY</a:t>
            </a:r>
            <a:r>
              <a:rPr lang="en-US" sz="2400" i="0" dirty="0">
                <a:solidFill>
                  <a:srgbClr val="1A1A1A"/>
                </a:solidFill>
                <a:effectLst/>
                <a:latin typeface="Segoe UI" panose="020B0502040204020203" pitchFamily="34" charset="0"/>
              </a:rPr>
              <a:t> (Y-velocity) component of the model's state, on top of whatever the baseline and ANN computed. Nothing is added to the other 7 rows, nothing to the input u, nothing to the output y.</a:t>
            </a:r>
            <a:endParaRPr lang="en-NL" sz="4400" dirty="0"/>
          </a:p>
        </p:txBody>
      </p:sp>
    </p:spTree>
    <p:extLst>
      <p:ext uri="{BB962C8B-B14F-4D97-AF65-F5344CB8AC3E}">
        <p14:creationId xmlns:p14="http://schemas.microsoft.com/office/powerpoint/2010/main" val="34856124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0615F-50E2-4707-135F-5D8C4D3999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A56118-756E-B6CA-B84A-6EF376E80C82}"/>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120D316F-DA79-593A-5C99-E859E93B8153}"/>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3793"/>
          <a:stretch>
            <a:fillRect/>
          </a:stretch>
        </p:blipFill>
        <p:spPr>
          <a:xfrm>
            <a:off x="0" y="0"/>
            <a:ext cx="12192000" cy="5004619"/>
          </a:xfrm>
          <a:prstGeom prst="rect">
            <a:avLst/>
          </a:prstGeom>
        </p:spPr>
      </p:pic>
      <p:sp>
        <p:nvSpPr>
          <p:cNvPr id="7" name="TextBox 6">
            <a:extLst>
              <a:ext uri="{FF2B5EF4-FFF2-40B4-BE49-F238E27FC236}">
                <a16:creationId xmlns:a16="http://schemas.microsoft.com/office/drawing/2014/main" id="{8FA5890C-87D4-22DF-E1BC-9C508F399BC4}"/>
              </a:ext>
            </a:extLst>
          </p:cNvPr>
          <p:cNvSpPr txBox="1"/>
          <p:nvPr/>
        </p:nvSpPr>
        <p:spPr>
          <a:xfrm>
            <a:off x="71120" y="4935794"/>
            <a:ext cx="10046274" cy="1200329"/>
          </a:xfrm>
          <a:prstGeom prst="rect">
            <a:avLst/>
          </a:prstGeom>
          <a:noFill/>
        </p:spPr>
        <p:txBody>
          <a:bodyPr wrap="square">
            <a:spAutoFit/>
          </a:bodyPr>
          <a:lstStyle/>
          <a:p>
            <a:pPr marL="342900" indent="-342900">
              <a:buFont typeface="Arial" panose="020B0604020202020204" pitchFamily="34" charset="0"/>
              <a:buChar char="•"/>
            </a:pPr>
            <a:r>
              <a:rPr lang="en-US" sz="2400" i="0" dirty="0">
                <a:solidFill>
                  <a:srgbClr val="1A1A1A"/>
                </a:solidFill>
                <a:effectLst/>
                <a:latin typeface="Segoe UI" panose="020B0502040204020203" pitchFamily="34" charset="0"/>
              </a:rPr>
              <a:t>The </a:t>
            </a:r>
            <a:r>
              <a:rPr lang="en-US" sz="2400" i="0" dirty="0" err="1">
                <a:solidFill>
                  <a:srgbClr val="1A1A1A"/>
                </a:solidFill>
                <a:effectLst/>
                <a:latin typeface="Segoe UI" panose="020B0502040204020203" pitchFamily="34" charset="0"/>
              </a:rPr>
              <a:t>dY</a:t>
            </a:r>
            <a:r>
              <a:rPr lang="en-US" sz="2400" i="0" dirty="0">
                <a:solidFill>
                  <a:srgbClr val="1A1A1A"/>
                </a:solidFill>
                <a:effectLst/>
                <a:latin typeface="Segoe UI" panose="020B0502040204020203" pitchFamily="34" charset="0"/>
              </a:rPr>
              <a:t> row keeps growing, but Y gets back to 0.</a:t>
            </a:r>
            <a:endParaRPr lang="en-US" sz="4400" i="0" dirty="0">
              <a:solidFill>
                <a:srgbClr val="1A1A1A"/>
              </a:solidFill>
              <a:effectLst/>
              <a:latin typeface="Segoe UI" panose="020B0502040204020203" pitchFamily="34" charset="0"/>
            </a:endParaRPr>
          </a:p>
          <a:p>
            <a:pPr marL="800100" lvl="1" indent="-342900">
              <a:buFont typeface="Arial" panose="020B0604020202020204" pitchFamily="34" charset="0"/>
              <a:buChar char="•"/>
            </a:pPr>
            <a:r>
              <a:rPr lang="en-US" sz="2400" dirty="0">
                <a:solidFill>
                  <a:srgbClr val="1A1A1A"/>
                </a:solidFill>
                <a:latin typeface="Segoe UI" panose="020B0502040204020203" pitchFamily="34" charset="0"/>
              </a:rPr>
              <a:t>But with the MSD data mismatch with the model and we keep propagating the wrong Y.</a:t>
            </a:r>
            <a:endParaRPr lang="en-US" sz="2400" i="0" dirty="0">
              <a:solidFill>
                <a:srgbClr val="1A1A1A"/>
              </a:solidFill>
              <a:effectLst/>
              <a:latin typeface="Segoe UI" panose="020B0502040204020203" pitchFamily="34" charset="0"/>
            </a:endParaRPr>
          </a:p>
        </p:txBody>
      </p:sp>
    </p:spTree>
    <p:extLst>
      <p:ext uri="{BB962C8B-B14F-4D97-AF65-F5344CB8AC3E}">
        <p14:creationId xmlns:p14="http://schemas.microsoft.com/office/powerpoint/2010/main" val="3225033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FB4E8B-108E-9531-A2ED-A3C74E945AB6}"/>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B745E4F4-C291-E9CF-CAF6-AD428C545D77}"/>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4620"/>
          <a:stretch>
            <a:fillRect/>
          </a:stretch>
        </p:blipFill>
        <p:spPr>
          <a:xfrm>
            <a:off x="0" y="-1"/>
            <a:ext cx="12192000" cy="4114801"/>
          </a:xfrm>
          <a:prstGeom prst="rect">
            <a:avLst/>
          </a:prstGeom>
        </p:spPr>
      </p:pic>
      <p:sp>
        <p:nvSpPr>
          <p:cNvPr id="7" name="TextBox 6">
            <a:extLst>
              <a:ext uri="{FF2B5EF4-FFF2-40B4-BE49-F238E27FC236}">
                <a16:creationId xmlns:a16="http://schemas.microsoft.com/office/drawing/2014/main" id="{15325774-8E4D-394D-3417-4F05423EE8E3}"/>
              </a:ext>
            </a:extLst>
          </p:cNvPr>
          <p:cNvSpPr txBox="1"/>
          <p:nvPr/>
        </p:nvSpPr>
        <p:spPr>
          <a:xfrm>
            <a:off x="81280" y="4114800"/>
            <a:ext cx="11968480" cy="1569660"/>
          </a:xfrm>
          <a:prstGeom prst="rect">
            <a:avLst/>
          </a:prstGeom>
          <a:noFill/>
        </p:spPr>
        <p:txBody>
          <a:bodyPr wrap="square">
            <a:spAutoFit/>
          </a:bodyPr>
          <a:lstStyle/>
          <a:p>
            <a:r>
              <a:rPr lang="en-NL" sz="2400" b="0" i="0" dirty="0" err="1">
                <a:solidFill>
                  <a:srgbClr val="1A1A1A"/>
                </a:solidFill>
                <a:effectLst/>
                <a:latin typeface="Segoe UI" panose="020B0502040204020203" pitchFamily="34" charset="0"/>
              </a:rPr>
              <a:t>dY</a:t>
            </a:r>
            <a:r>
              <a:rPr lang="en-US" sz="2400" dirty="0">
                <a:solidFill>
                  <a:srgbClr val="1A1A1A"/>
                </a:solidFill>
                <a:latin typeface="Segoe UI" panose="020B0502040204020203" pitchFamily="34" charset="0"/>
              </a:rPr>
              <a:t> with</a:t>
            </a:r>
            <a:r>
              <a:rPr lang="en-NL" sz="2400" b="0" i="0" dirty="0">
                <a:solidFill>
                  <a:srgbClr val="1A1A1A"/>
                </a:solidFill>
                <a:effectLst/>
                <a:latin typeface="Segoe UI" panose="020B0502040204020203" pitchFamily="34" charset="0"/>
              </a:rPr>
              <a:t> K=0</a:t>
            </a:r>
            <a:r>
              <a:rPr lang="en-US" sz="2400" b="0" i="0" dirty="0">
                <a:solidFill>
                  <a:srgbClr val="1A1A1A"/>
                </a:solidFill>
                <a:effectLst/>
                <a:latin typeface="Segoe UI" panose="020B0502040204020203" pitchFamily="34" charset="0"/>
              </a:rPr>
              <a:t>, for this</a:t>
            </a:r>
            <a:r>
              <a:rPr lang="en-NL" sz="2400" b="0" i="0" dirty="0">
                <a:solidFill>
                  <a:srgbClr val="1A1A1A"/>
                </a:solidFill>
                <a:effectLst/>
                <a:latin typeface="Segoe UI" panose="020B0502040204020203" pitchFamily="34" charset="0"/>
              </a:rPr>
              <a:t> velocity a constant integrates into position drift. </a:t>
            </a:r>
            <a:endParaRPr lang="en-US" sz="2400" b="0" i="0" dirty="0">
              <a:solidFill>
                <a:srgbClr val="1A1A1A"/>
              </a:solidFill>
              <a:effectLst/>
              <a:latin typeface="Segoe UI" panose="020B0502040204020203" pitchFamily="34" charset="0"/>
            </a:endParaRPr>
          </a:p>
          <a:p>
            <a:r>
              <a:rPr lang="en-NL" sz="2400" b="0" i="0" dirty="0">
                <a:solidFill>
                  <a:srgbClr val="1A1A1A"/>
                </a:solidFill>
                <a:effectLst/>
                <a:latin typeface="Segoe UI" panose="020B0502040204020203" pitchFamily="34" charset="0"/>
              </a:rPr>
              <a:t>Left: the DC forms only when the real absorber residual is in the loss</a:t>
            </a:r>
            <a:r>
              <a:rPr lang="en-US" sz="2400" dirty="0">
                <a:solidFill>
                  <a:srgbClr val="1A1A1A"/>
                </a:solidFill>
                <a:latin typeface="Segoe UI" panose="020B0502040204020203" pitchFamily="34" charset="0"/>
              </a:rPr>
              <a:t>.</a:t>
            </a:r>
            <a:endParaRPr lang="en-US" sz="2400" b="0" i="0" dirty="0">
              <a:solidFill>
                <a:srgbClr val="1A1A1A"/>
              </a:solidFill>
              <a:effectLst/>
              <a:latin typeface="Segoe UI" panose="020B0502040204020203" pitchFamily="34" charset="0"/>
            </a:endParaRPr>
          </a:p>
          <a:p>
            <a:r>
              <a:rPr lang="en-NL" sz="2400" b="0" i="0" dirty="0">
                <a:solidFill>
                  <a:srgbClr val="1A1A1A"/>
                </a:solidFill>
                <a:effectLst/>
                <a:latin typeface="Segoe UI" panose="020B0502040204020203" pitchFamily="34" charset="0"/>
              </a:rPr>
              <a:t>Right: planted offsets are recovered to their targets (95/86/64%), and the clean pipeline stays flat. </a:t>
            </a:r>
            <a:endParaRPr lang="en-NL" sz="2400" dirty="0"/>
          </a:p>
        </p:txBody>
      </p:sp>
    </p:spTree>
    <p:extLst>
      <p:ext uri="{BB962C8B-B14F-4D97-AF65-F5344CB8AC3E}">
        <p14:creationId xmlns:p14="http://schemas.microsoft.com/office/powerpoint/2010/main" val="15917766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C855AB-614E-C886-9DF3-897DCF5BAB64}"/>
              </a:ext>
            </a:extLst>
          </p:cNvPr>
          <p:cNvSpPr>
            <a:spLocks noGrp="1"/>
          </p:cNvSpPr>
          <p:nvPr>
            <p:ph type="title"/>
          </p:nvPr>
        </p:nvSpPr>
        <p:spPr>
          <a:xfrm>
            <a:off x="76200" y="-203835"/>
            <a:ext cx="10515600" cy="1325563"/>
          </a:xfrm>
        </p:spPr>
        <p:txBody>
          <a:bodyPr/>
          <a:lstStyle/>
          <a:p>
            <a:r>
              <a:rPr lang="en-US" dirty="0"/>
              <a:t>The loss landscape</a:t>
            </a:r>
            <a:endParaRPr lang="en-NL" dirty="0"/>
          </a:p>
        </p:txBody>
      </p:sp>
      <p:sp>
        <p:nvSpPr>
          <p:cNvPr id="7" name="TextBox 6">
            <a:extLst>
              <a:ext uri="{FF2B5EF4-FFF2-40B4-BE49-F238E27FC236}">
                <a16:creationId xmlns:a16="http://schemas.microsoft.com/office/drawing/2014/main" id="{8007F380-5F49-AF8D-5481-E193C8E4E4A7}"/>
              </a:ext>
            </a:extLst>
          </p:cNvPr>
          <p:cNvSpPr txBox="1"/>
          <p:nvPr/>
        </p:nvSpPr>
        <p:spPr>
          <a:xfrm>
            <a:off x="76200" y="5059681"/>
            <a:ext cx="11968480" cy="1569660"/>
          </a:xfrm>
          <a:prstGeom prst="rect">
            <a:avLst/>
          </a:prstGeom>
          <a:noFill/>
        </p:spPr>
        <p:txBody>
          <a:bodyPr wrap="square">
            <a:spAutoFit/>
          </a:bodyPr>
          <a:lstStyle/>
          <a:p>
            <a:pPr marL="342900" indent="-342900">
              <a:buFont typeface="Arial" panose="020B0604020202020204" pitchFamily="34" charset="0"/>
              <a:buChar char="•"/>
            </a:pPr>
            <a:r>
              <a:rPr lang="en-US" sz="2400" b="0" i="0" dirty="0">
                <a:solidFill>
                  <a:srgbClr val="1A1A1A"/>
                </a:solidFill>
                <a:effectLst/>
                <a:latin typeface="Segoe UI" panose="020B0502040204020203" pitchFamily="34" charset="0"/>
              </a:rPr>
              <a:t>Evaluation sweep, not training: no gradients and no optimizer.</a:t>
            </a:r>
          </a:p>
          <a:p>
            <a:pPr marL="342900" indent="-342900">
              <a:buFont typeface="Arial" panose="020B0604020202020204" pitchFamily="34" charset="0"/>
              <a:buChar char="•"/>
            </a:pPr>
            <a:r>
              <a:rPr lang="en-US" sz="2400" dirty="0"/>
              <a:t>We take the fixed baseline model and simply measure the loss for each candidate value of the constant.</a:t>
            </a:r>
          </a:p>
          <a:p>
            <a:pPr marL="342900" indent="-342900">
              <a:buFont typeface="Arial" panose="020B0604020202020204" pitchFamily="34" charset="0"/>
              <a:buChar char="•"/>
            </a:pPr>
            <a:r>
              <a:rPr lang="en-US" sz="2400" dirty="0"/>
              <a:t>Flat loss landscape, Adam is free to wander. The loss does not pin it.</a:t>
            </a:r>
            <a:endParaRPr lang="en-NL" sz="2400" dirty="0"/>
          </a:p>
        </p:txBody>
      </p:sp>
      <p:pic>
        <p:nvPicPr>
          <p:cNvPr id="9" name="Picture 8">
            <a:extLst>
              <a:ext uri="{FF2B5EF4-FFF2-40B4-BE49-F238E27FC236}">
                <a16:creationId xmlns:a16="http://schemas.microsoft.com/office/drawing/2014/main" id="{7767A514-5986-B2B0-E113-0501D73C62E7}"/>
              </a:ext>
            </a:extLst>
          </p:cNvPr>
          <p:cNvPicPr>
            <a:picLocks noChangeAspect="1"/>
          </p:cNvPicPr>
          <p:nvPr/>
        </p:nvPicPr>
        <p:blipFill>
          <a:blip r:embed="rId2">
            <a:extLst>
              <a:ext uri="{28A0092B-C50C-407E-A947-70E740481C1C}">
                <a14:useLocalDpi xmlns:a14="http://schemas.microsoft.com/office/drawing/2010/main" val="0"/>
              </a:ext>
            </a:extLst>
          </a:blip>
          <a:srcRect b="3848"/>
          <a:stretch>
            <a:fillRect/>
          </a:stretch>
        </p:blipFill>
        <p:spPr>
          <a:xfrm>
            <a:off x="0" y="681037"/>
            <a:ext cx="12142205" cy="4490403"/>
          </a:xfrm>
          <a:prstGeom prst="rect">
            <a:avLst/>
          </a:prstGeom>
        </p:spPr>
      </p:pic>
    </p:spTree>
    <p:extLst>
      <p:ext uri="{BB962C8B-B14F-4D97-AF65-F5344CB8AC3E}">
        <p14:creationId xmlns:p14="http://schemas.microsoft.com/office/powerpoint/2010/main" val="2306965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1D0169-D234-E7A6-2C1E-B6E91CD3640C}"/>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55C53C5F-A016-CEB7-DAA8-2E7CA91BC2AC}"/>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4119"/>
          <a:stretch>
            <a:fillRect/>
          </a:stretch>
        </p:blipFill>
        <p:spPr>
          <a:xfrm>
            <a:off x="0" y="1"/>
            <a:ext cx="12192000" cy="3429000"/>
          </a:xfrm>
          <a:prstGeom prst="rect">
            <a:avLst/>
          </a:prstGeom>
        </p:spPr>
      </p:pic>
      <p:sp>
        <p:nvSpPr>
          <p:cNvPr id="7" name="TextBox 6">
            <a:extLst>
              <a:ext uri="{FF2B5EF4-FFF2-40B4-BE49-F238E27FC236}">
                <a16:creationId xmlns:a16="http://schemas.microsoft.com/office/drawing/2014/main" id="{E7016DBE-0241-DFF4-CF7B-E8EFFC617EBE}"/>
              </a:ext>
            </a:extLst>
          </p:cNvPr>
          <p:cNvSpPr txBox="1"/>
          <p:nvPr/>
        </p:nvSpPr>
        <p:spPr>
          <a:xfrm>
            <a:off x="0" y="3517842"/>
            <a:ext cx="12260826" cy="2677656"/>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1A1A1A"/>
                </a:solidFill>
                <a:latin typeface="Segoe UI" panose="020B0502040204020203" pitchFamily="34" charset="0"/>
              </a:rPr>
              <a:t>The </a:t>
            </a:r>
            <a:r>
              <a:rPr lang="en-US" sz="2400" dirty="0" err="1">
                <a:solidFill>
                  <a:srgbClr val="1A1A1A"/>
                </a:solidFill>
                <a:latin typeface="Segoe UI" panose="020B0502040204020203" pitchFamily="34" charset="0"/>
              </a:rPr>
              <a:t>behaviour</a:t>
            </a:r>
            <a:r>
              <a:rPr lang="en-US" sz="2400" dirty="0">
                <a:solidFill>
                  <a:srgbClr val="1A1A1A"/>
                </a:solidFill>
                <a:latin typeface="Segoe UI" panose="020B0502040204020203" pitchFamily="34" charset="0"/>
              </a:rPr>
              <a:t> </a:t>
            </a:r>
            <a:r>
              <a:rPr lang="en-NL" sz="2400" b="0" i="0" dirty="0">
                <a:solidFill>
                  <a:srgbClr val="1A1A1A"/>
                </a:solidFill>
                <a:effectLst/>
                <a:latin typeface="Segoe UI" panose="020B0502040204020203" pitchFamily="34" charset="0"/>
              </a:rPr>
              <a:t>is systematic. </a:t>
            </a:r>
            <a:endParaRPr lang="en-US" sz="2400" b="0" i="0" dirty="0">
              <a:solidFill>
                <a:srgbClr val="1A1A1A"/>
              </a:solidFill>
              <a:effectLst/>
              <a:latin typeface="Segoe UI" panose="020B0502040204020203" pitchFamily="34" charset="0"/>
            </a:endParaRPr>
          </a:p>
          <a:p>
            <a:pPr marL="342900" indent="-342900">
              <a:buFont typeface="Arial" panose="020B0604020202020204" pitchFamily="34" charset="0"/>
              <a:buChar char="•"/>
            </a:pPr>
            <a:r>
              <a:rPr lang="en-NL" sz="2400" b="0" i="0" dirty="0">
                <a:solidFill>
                  <a:srgbClr val="1A1A1A"/>
                </a:solidFill>
                <a:effectLst/>
                <a:latin typeface="Segoe UI" panose="020B0502040204020203" pitchFamily="34" charset="0"/>
              </a:rPr>
              <a:t>Left: every seed learns the same </a:t>
            </a:r>
            <a:r>
              <a:rPr lang="en-NL" sz="2400" b="0" i="0" dirty="0" err="1">
                <a:solidFill>
                  <a:srgbClr val="1A1A1A"/>
                </a:solidFill>
                <a:effectLst/>
                <a:latin typeface="Segoe UI" panose="020B0502040204020203" pitchFamily="34" charset="0"/>
              </a:rPr>
              <a:t>dY</a:t>
            </a:r>
            <a:r>
              <a:rPr lang="en-NL" sz="2400" b="0" i="0" dirty="0">
                <a:solidFill>
                  <a:srgbClr val="1A1A1A"/>
                </a:solidFill>
                <a:effectLst/>
                <a:latin typeface="Segoe UI" panose="020B0502040204020203" pitchFamily="34" charset="0"/>
              </a:rPr>
              <a:t> DC. </a:t>
            </a:r>
            <a:endParaRPr lang="en-US" sz="2400" b="0" i="0" dirty="0">
              <a:solidFill>
                <a:srgbClr val="1A1A1A"/>
              </a:solidFill>
              <a:effectLst/>
              <a:latin typeface="Segoe UI" panose="020B0502040204020203" pitchFamily="34" charset="0"/>
            </a:endParaRPr>
          </a:p>
          <a:p>
            <a:pPr marL="342900" indent="-342900">
              <a:buFont typeface="Arial" panose="020B0604020202020204" pitchFamily="34" charset="0"/>
              <a:buChar char="•"/>
            </a:pPr>
            <a:r>
              <a:rPr lang="en-NL" sz="2400" b="0" i="0" dirty="0">
                <a:solidFill>
                  <a:srgbClr val="1A1A1A"/>
                </a:solidFill>
                <a:effectLst/>
                <a:latin typeface="Segoe UI" panose="020B0502040204020203" pitchFamily="34" charset="0"/>
              </a:rPr>
              <a:t>Middle: the running-mean gradient on the </a:t>
            </a:r>
            <a:r>
              <a:rPr lang="en-NL" sz="2400" b="0" i="0" dirty="0" err="1">
                <a:solidFill>
                  <a:srgbClr val="1A1A1A"/>
                </a:solidFill>
                <a:effectLst/>
                <a:latin typeface="Segoe UI" panose="020B0502040204020203" pitchFamily="34" charset="0"/>
              </a:rPr>
              <a:t>dY</a:t>
            </a:r>
            <a:r>
              <a:rPr lang="en-NL" sz="2400" b="0" i="0" dirty="0">
                <a:solidFill>
                  <a:srgbClr val="1A1A1A"/>
                </a:solidFill>
                <a:effectLst/>
                <a:latin typeface="Segoe UI" panose="020B0502040204020203" pitchFamily="34" charset="0"/>
              </a:rPr>
              <a:t> constant stays positive in all seeds (a positive gradient drives the DC negative under descent), so the drive is systematic, not random. </a:t>
            </a:r>
            <a:endParaRPr lang="en-US" sz="2400" b="0" i="0" dirty="0">
              <a:solidFill>
                <a:srgbClr val="1A1A1A"/>
              </a:solidFill>
              <a:effectLst/>
              <a:latin typeface="Segoe UI" panose="020B0502040204020203" pitchFamily="34" charset="0"/>
            </a:endParaRPr>
          </a:p>
          <a:p>
            <a:pPr marL="342900" indent="-342900">
              <a:buFont typeface="Arial" panose="020B0604020202020204" pitchFamily="34" charset="0"/>
              <a:buChar char="•"/>
            </a:pPr>
            <a:r>
              <a:rPr lang="en-NL" sz="2400" b="0" i="0" dirty="0">
                <a:solidFill>
                  <a:srgbClr val="1A1A1A"/>
                </a:solidFill>
                <a:effectLst/>
                <a:latin typeface="Segoe UI" panose="020B0502040204020203" pitchFamily="34" charset="0"/>
              </a:rPr>
              <a:t>Right: the epoch-mean gradient per row agrees in sign across seeds on the K=0 rows (</a:t>
            </a:r>
            <a:r>
              <a:rPr lang="en-NL" sz="2400" b="0" i="0" dirty="0" err="1">
                <a:solidFill>
                  <a:srgbClr val="1A1A1A"/>
                </a:solidFill>
                <a:effectLst/>
                <a:latin typeface="Segoe UI" panose="020B0502040204020203" pitchFamily="34" charset="0"/>
              </a:rPr>
              <a:t>dY</a:t>
            </a:r>
            <a:r>
              <a:rPr lang="en-NL" sz="2400" b="0" i="0" dirty="0">
                <a:solidFill>
                  <a:srgbClr val="1A1A1A"/>
                </a:solidFill>
                <a:effectLst/>
                <a:latin typeface="Segoe UI" panose="020B0502040204020203" pitchFamily="34" charset="0"/>
              </a:rPr>
              <a:t> especially</a:t>
            </a:r>
            <a:r>
              <a:rPr lang="en-US" sz="2400" b="0" i="0" dirty="0">
                <a:solidFill>
                  <a:srgbClr val="1A1A1A"/>
                </a:solidFill>
                <a:effectLst/>
                <a:latin typeface="Segoe UI" panose="020B0502040204020203" pitchFamily="34" charset="0"/>
              </a:rPr>
              <a:t>)</a:t>
            </a:r>
          </a:p>
        </p:txBody>
      </p:sp>
    </p:spTree>
    <p:extLst>
      <p:ext uri="{BB962C8B-B14F-4D97-AF65-F5344CB8AC3E}">
        <p14:creationId xmlns:p14="http://schemas.microsoft.com/office/powerpoint/2010/main" val="3170712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3AF51F-2EA6-60F2-ED26-5A167B7CDC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EDAEF19-2B5D-0E1C-7890-2821E3862A72}"/>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30833E32-E7D6-0847-B882-E1F81D9CB6DF}"/>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b="4119"/>
          <a:stretch>
            <a:fillRect/>
          </a:stretch>
        </p:blipFill>
        <p:spPr>
          <a:xfrm>
            <a:off x="0" y="1"/>
            <a:ext cx="12192000" cy="3429000"/>
          </a:xfrm>
          <a:prstGeom prst="rect">
            <a:avLst/>
          </a:prstGeom>
        </p:spPr>
      </p:pic>
      <p:sp>
        <p:nvSpPr>
          <p:cNvPr id="7" name="TextBox 6">
            <a:extLst>
              <a:ext uri="{FF2B5EF4-FFF2-40B4-BE49-F238E27FC236}">
                <a16:creationId xmlns:a16="http://schemas.microsoft.com/office/drawing/2014/main" id="{351285AF-B1F3-01F1-23EA-AB68F87CA30E}"/>
              </a:ext>
            </a:extLst>
          </p:cNvPr>
          <p:cNvSpPr txBox="1"/>
          <p:nvPr/>
        </p:nvSpPr>
        <p:spPr>
          <a:xfrm>
            <a:off x="0" y="3517842"/>
            <a:ext cx="12260826" cy="830997"/>
          </a:xfrm>
          <a:prstGeom prst="rect">
            <a:avLst/>
          </a:prstGeom>
          <a:noFill/>
        </p:spPr>
        <p:txBody>
          <a:bodyPr wrap="square">
            <a:spAutoFit/>
          </a:bodyPr>
          <a:lstStyle/>
          <a:p>
            <a:pPr marL="342900" indent="-342900">
              <a:buFont typeface="Arial" panose="020B0604020202020204" pitchFamily="34" charset="0"/>
              <a:buChar char="•"/>
            </a:pPr>
            <a:r>
              <a:rPr lang="en-US" sz="2400" dirty="0">
                <a:solidFill>
                  <a:srgbClr val="1A1A1A"/>
                </a:solidFill>
                <a:latin typeface="Segoe UI" panose="020B0502040204020203" pitchFamily="34" charset="0"/>
              </a:rPr>
              <a:t>Question: S</a:t>
            </a:r>
            <a:r>
              <a:rPr lang="en-NL" sz="2400" b="0" i="0" dirty="0" err="1">
                <a:solidFill>
                  <a:srgbClr val="1A1A1A"/>
                </a:solidFill>
                <a:effectLst/>
                <a:latin typeface="Segoe UI" panose="020B0502040204020203" pitchFamily="34" charset="0"/>
              </a:rPr>
              <a:t>ystematic</a:t>
            </a:r>
            <a:r>
              <a:rPr lang="en-NL" sz="2400" b="0" i="0" dirty="0">
                <a:solidFill>
                  <a:srgbClr val="1A1A1A"/>
                </a:solidFill>
                <a:effectLst/>
                <a:latin typeface="Segoe UI" panose="020B0502040204020203" pitchFamily="34" charset="0"/>
              </a:rPr>
              <a:t> gradient </a:t>
            </a:r>
            <a:r>
              <a:rPr lang="en-US" sz="2400" dirty="0">
                <a:solidFill>
                  <a:srgbClr val="1A1A1A"/>
                </a:solidFill>
                <a:latin typeface="Segoe UI" panose="020B0502040204020203" pitchFamily="34" charset="0"/>
              </a:rPr>
              <a:t>caused by</a:t>
            </a:r>
            <a:r>
              <a:rPr lang="en-NL" sz="2400" b="0" i="0" dirty="0">
                <a:solidFill>
                  <a:srgbClr val="1A1A1A"/>
                </a:solidFill>
                <a:effectLst/>
                <a:latin typeface="Segoe UI" panose="020B0502040204020203" pitchFamily="34" charset="0"/>
              </a:rPr>
              <a:t> the truncated-BPTT bias</a:t>
            </a:r>
            <a:r>
              <a:rPr lang="en-US" sz="2400" b="0" i="0" dirty="0">
                <a:solidFill>
                  <a:srgbClr val="1A1A1A"/>
                </a:solidFill>
                <a:effectLst/>
                <a:latin typeface="Segoe UI" panose="020B0502040204020203" pitchFamily="34" charset="0"/>
              </a:rPr>
              <a:t>? Increasing </a:t>
            </a:r>
            <a:r>
              <a:rPr lang="en-US" sz="2400" b="0" i="0" dirty="0" err="1">
                <a:solidFill>
                  <a:srgbClr val="1A1A1A"/>
                </a:solidFill>
                <a:effectLst/>
                <a:latin typeface="Segoe UI" panose="020B0502040204020203" pitchFamily="34" charset="0"/>
              </a:rPr>
              <a:t>nf</a:t>
            </a:r>
            <a:r>
              <a:rPr lang="en-US" sz="2400" b="0" i="0" dirty="0">
                <a:solidFill>
                  <a:srgbClr val="1A1A1A"/>
                </a:solidFill>
                <a:effectLst/>
                <a:latin typeface="Segoe UI" panose="020B0502040204020203" pitchFamily="34" charset="0"/>
              </a:rPr>
              <a:t> did not help.</a:t>
            </a:r>
            <a:endParaRPr lang="en-NL" sz="2400" dirty="0"/>
          </a:p>
        </p:txBody>
      </p:sp>
    </p:spTree>
    <p:extLst>
      <p:ext uri="{BB962C8B-B14F-4D97-AF65-F5344CB8AC3E}">
        <p14:creationId xmlns:p14="http://schemas.microsoft.com/office/powerpoint/2010/main" val="295255276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F8257-1410-6BC6-C987-CFD7B41B0B80}"/>
              </a:ext>
            </a:extLst>
          </p:cNvPr>
          <p:cNvSpPr>
            <a:spLocks noGrp="1"/>
          </p:cNvSpPr>
          <p:nvPr>
            <p:ph type="title"/>
          </p:nvPr>
        </p:nvSpPr>
        <p:spPr/>
        <p:txBody>
          <a:bodyPr/>
          <a:lstStyle/>
          <a:p>
            <a:r>
              <a:rPr lang="en-US" dirty="0"/>
              <a:t>Anticipated Reweighted Truncated Backpropagation (ARTBP)</a:t>
            </a:r>
            <a:endParaRPr lang="en-NL" dirty="0"/>
          </a:p>
        </p:txBody>
      </p:sp>
      <p:sp>
        <p:nvSpPr>
          <p:cNvPr id="3" name="Content Placeholder 2">
            <a:extLst>
              <a:ext uri="{FF2B5EF4-FFF2-40B4-BE49-F238E27FC236}">
                <a16:creationId xmlns:a16="http://schemas.microsoft.com/office/drawing/2014/main" id="{70B44ED1-9443-9474-14C6-E9FB34087F49}"/>
              </a:ext>
            </a:extLst>
          </p:cNvPr>
          <p:cNvSpPr>
            <a:spLocks noGrp="1"/>
          </p:cNvSpPr>
          <p:nvPr>
            <p:ph idx="1"/>
          </p:nvPr>
        </p:nvSpPr>
        <p:spPr/>
        <p:txBody>
          <a:bodyPr/>
          <a:lstStyle/>
          <a:p>
            <a:r>
              <a:rPr lang="en-US" dirty="0"/>
              <a:t>Training on short windows (truncated BPTT) gives a biased gradient: it under-weights long-timescale effects, so it rewards a constant velocity that helps inside the 0.1 s window but drifts over the full 12 s run.</a:t>
            </a:r>
          </a:p>
          <a:p>
            <a:r>
              <a:rPr lang="en-US" dirty="0"/>
              <a:t>ARTBP removes that bias at the same average cost: instead of a fixed window, it draws a random horizon (short on average, occasionally long) and reweights each step so the gradient is unbiased for the full horizon.</a:t>
            </a:r>
          </a:p>
          <a:p>
            <a:endParaRPr lang="en-NL" dirty="0"/>
          </a:p>
        </p:txBody>
      </p:sp>
    </p:spTree>
    <p:extLst>
      <p:ext uri="{BB962C8B-B14F-4D97-AF65-F5344CB8AC3E}">
        <p14:creationId xmlns:p14="http://schemas.microsoft.com/office/powerpoint/2010/main" val="400498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B742C2-16B0-A210-5FC5-077ADF528B03}"/>
              </a:ext>
            </a:extLst>
          </p:cNvPr>
          <p:cNvSpPr>
            <a:spLocks noGrp="1"/>
          </p:cNvSpPr>
          <p:nvPr>
            <p:ph type="title"/>
          </p:nvPr>
        </p:nvSpPr>
        <p:spPr/>
        <p:txBody>
          <a:bodyPr/>
          <a:lstStyle/>
          <a:p>
            <a:endParaRPr lang="en-NL"/>
          </a:p>
        </p:txBody>
      </p:sp>
      <p:pic>
        <p:nvPicPr>
          <p:cNvPr id="5" name="Content Placeholder 4">
            <a:extLst>
              <a:ext uri="{FF2B5EF4-FFF2-40B4-BE49-F238E27FC236}">
                <a16:creationId xmlns:a16="http://schemas.microsoft.com/office/drawing/2014/main" id="{714BF440-C9B9-6FA7-119B-D0FD022F853A}"/>
              </a:ext>
            </a:extLst>
          </p:cNvPr>
          <p:cNvPicPr>
            <a:picLocks noGrp="1" noChangeAspect="1"/>
          </p:cNvPicPr>
          <p:nvPr>
            <p:ph idx="1"/>
          </p:nvPr>
        </p:nvPicPr>
        <p:blipFill>
          <a:blip r:embed="rId3">
            <a:extLst>
              <a:ext uri="{28A0092B-C50C-407E-A947-70E740481C1C}">
                <a14:useLocalDpi xmlns:a14="http://schemas.microsoft.com/office/drawing/2010/main" val="0"/>
              </a:ext>
            </a:extLst>
          </a:blip>
          <a:srcRect b="3575"/>
          <a:stretch>
            <a:fillRect/>
          </a:stretch>
        </p:blipFill>
        <p:spPr>
          <a:xfrm>
            <a:off x="0" y="14912"/>
            <a:ext cx="12192000" cy="4069408"/>
          </a:xfrm>
          <a:prstGeom prst="rect">
            <a:avLst/>
          </a:prstGeom>
        </p:spPr>
      </p:pic>
      <p:sp>
        <p:nvSpPr>
          <p:cNvPr id="8" name="TextBox 7">
            <a:extLst>
              <a:ext uri="{FF2B5EF4-FFF2-40B4-BE49-F238E27FC236}">
                <a16:creationId xmlns:a16="http://schemas.microsoft.com/office/drawing/2014/main" id="{2BA41D7B-F860-FA53-07B3-DAB7E941F1F6}"/>
              </a:ext>
            </a:extLst>
          </p:cNvPr>
          <p:cNvSpPr txBox="1"/>
          <p:nvPr/>
        </p:nvSpPr>
        <p:spPr>
          <a:xfrm>
            <a:off x="0" y="4121191"/>
            <a:ext cx="12192000" cy="2246769"/>
          </a:xfrm>
          <a:prstGeom prst="rect">
            <a:avLst/>
          </a:prstGeom>
          <a:noFill/>
        </p:spPr>
        <p:txBody>
          <a:bodyPr wrap="square">
            <a:spAutoFit/>
          </a:bodyPr>
          <a:lstStyle/>
          <a:p>
            <a:pPr marL="342900" indent="-342900">
              <a:buFont typeface="Arial" panose="020B0604020202020204" pitchFamily="34" charset="0"/>
              <a:buChar char="•"/>
            </a:pPr>
            <a:r>
              <a:rPr lang="en-NL" sz="2000" b="0" i="0" dirty="0">
                <a:solidFill>
                  <a:srgbClr val="1A1A1A"/>
                </a:solidFill>
                <a:effectLst/>
                <a:latin typeface="Segoe UI" panose="020B0502040204020203" pitchFamily="34" charset="0"/>
              </a:rPr>
              <a:t>The flat direction plus a systematic gradient produce the DC</a:t>
            </a:r>
            <a:r>
              <a:rPr lang="en-US" sz="2000" b="0" i="0" dirty="0">
                <a:solidFill>
                  <a:srgbClr val="1A1A1A"/>
                </a:solidFill>
                <a:effectLst/>
                <a:latin typeface="Segoe UI" panose="020B0502040204020203" pitchFamily="34" charset="0"/>
              </a:rPr>
              <a:t>.</a:t>
            </a:r>
            <a:r>
              <a:rPr lang="en-NL" sz="2000" b="0" i="0" dirty="0">
                <a:solidFill>
                  <a:srgbClr val="1A1A1A"/>
                </a:solidFill>
                <a:effectLst/>
                <a:latin typeface="Segoe UI" panose="020B0502040204020203" pitchFamily="34" charset="0"/>
              </a:rPr>
              <a:t> </a:t>
            </a:r>
            <a:r>
              <a:rPr lang="en-US" sz="2000" dirty="0">
                <a:solidFill>
                  <a:srgbClr val="1A1A1A"/>
                </a:solidFill>
                <a:latin typeface="Segoe UI" panose="020B0502040204020203" pitchFamily="34" charset="0"/>
              </a:rPr>
              <a:t>T</a:t>
            </a:r>
            <a:r>
              <a:rPr lang="en-NL" sz="2000" b="0" i="0" dirty="0">
                <a:solidFill>
                  <a:srgbClr val="1A1A1A"/>
                </a:solidFill>
                <a:effectLst/>
                <a:latin typeface="Segoe UI" panose="020B0502040204020203" pitchFamily="34" charset="0"/>
              </a:rPr>
              <a:t>hat gradient is the finite-window (truncated-BPTT) bias. ARTBP samples the rollout horizon randomly (same average cost as </a:t>
            </a:r>
            <a:r>
              <a:rPr lang="en-NL" sz="2000" b="0" i="0" dirty="0" err="1">
                <a:solidFill>
                  <a:srgbClr val="1A1A1A"/>
                </a:solidFill>
                <a:effectLst/>
                <a:latin typeface="Segoe UI" panose="020B0502040204020203" pitchFamily="34" charset="0"/>
              </a:rPr>
              <a:t>nf</a:t>
            </a:r>
            <a:r>
              <a:rPr lang="en-NL" sz="2000" b="0" i="0" dirty="0">
                <a:solidFill>
                  <a:srgbClr val="1A1A1A"/>
                </a:solidFill>
                <a:effectLst/>
                <a:latin typeface="Segoe UI" panose="020B0502040204020203" pitchFamily="34" charset="0"/>
              </a:rPr>
              <a:t>=400) and reweights so the gradient is unbiased for the long horizon. </a:t>
            </a:r>
            <a:endParaRPr lang="en-US" sz="2000" b="0" i="0" dirty="0">
              <a:solidFill>
                <a:srgbClr val="1A1A1A"/>
              </a:solidFill>
              <a:effectLst/>
              <a:latin typeface="Segoe UI" panose="020B0502040204020203" pitchFamily="34" charset="0"/>
            </a:endParaRPr>
          </a:p>
          <a:p>
            <a:pPr marL="342900" indent="-342900">
              <a:buFont typeface="Arial" panose="020B0604020202020204" pitchFamily="34" charset="0"/>
              <a:buChar char="•"/>
            </a:pPr>
            <a:r>
              <a:rPr lang="en-NL" sz="2000" b="0" i="0" dirty="0">
                <a:solidFill>
                  <a:srgbClr val="1A1A1A"/>
                </a:solidFill>
                <a:effectLst/>
                <a:latin typeface="Segoe UI" panose="020B0502040204020203" pitchFamily="34" charset="0"/>
              </a:rPr>
              <a:t>Result: the fixed control locks to -4.5e-6 on all three seeds (systematic), while ARTBP collapses into the noise band and its sign scatters (-,+,+)</a:t>
            </a:r>
            <a:r>
              <a:rPr lang="en-US" sz="2000" b="0" i="0" dirty="0">
                <a:solidFill>
                  <a:srgbClr val="1A1A1A"/>
                </a:solidFill>
                <a:effectLst/>
                <a:latin typeface="Segoe UI" panose="020B0502040204020203" pitchFamily="34" charset="0"/>
              </a:rPr>
              <a:t>:</a:t>
            </a:r>
            <a:r>
              <a:rPr lang="en-NL" sz="2000" b="0" i="0" dirty="0">
                <a:solidFill>
                  <a:srgbClr val="1A1A1A"/>
                </a:solidFill>
                <a:effectLst/>
                <a:latin typeface="Segoe UI" panose="020B0502040204020203" pitchFamily="34" charset="0"/>
              </a:rPr>
              <a:t> the systematic drive is gone.</a:t>
            </a:r>
            <a:endParaRPr lang="en-US" sz="2000" b="0" i="0" dirty="0">
              <a:solidFill>
                <a:srgbClr val="1A1A1A"/>
              </a:solidFill>
              <a:effectLst/>
              <a:latin typeface="Segoe UI" panose="020B0502040204020203" pitchFamily="34" charset="0"/>
            </a:endParaRPr>
          </a:p>
          <a:p>
            <a:pPr marL="342900" indent="-342900">
              <a:buFont typeface="Arial" panose="020B0604020202020204" pitchFamily="34" charset="0"/>
              <a:buChar char="•"/>
            </a:pPr>
            <a:r>
              <a:rPr lang="en-US" sz="2000" b="1" dirty="0"/>
              <a:t>Takeaway: The systematic DC is caused by the truncation bias (remove the bias </a:t>
            </a:r>
            <a:r>
              <a:rPr lang="en-US" sz="2000" b="1" dirty="0">
                <a:sym typeface="Wingdings" panose="05000000000000000000" pitchFamily="2" charset="2"/>
              </a:rPr>
              <a:t></a:t>
            </a:r>
            <a:r>
              <a:rPr lang="en-US" sz="2000" b="1" dirty="0"/>
              <a:t> the DC vanishes).</a:t>
            </a:r>
            <a:endParaRPr lang="en-US" sz="2000" b="1" dirty="0">
              <a:solidFill>
                <a:srgbClr val="1A1A1A"/>
              </a:solidFill>
              <a:latin typeface="Segoe UI" panose="020B0502040204020203" pitchFamily="34" charset="0"/>
            </a:endParaRPr>
          </a:p>
          <a:p>
            <a:pPr marL="800100" lvl="1" indent="-342900">
              <a:buFont typeface="Arial" panose="020B0604020202020204" pitchFamily="34" charset="0"/>
              <a:buChar char="•"/>
            </a:pPr>
            <a:r>
              <a:rPr lang="en-US" sz="2000" b="1" dirty="0"/>
              <a:t>Longer fixed windows could not fix it.</a:t>
            </a:r>
          </a:p>
        </p:txBody>
      </p:sp>
    </p:spTree>
    <p:extLst>
      <p:ext uri="{BB962C8B-B14F-4D97-AF65-F5344CB8AC3E}">
        <p14:creationId xmlns:p14="http://schemas.microsoft.com/office/powerpoint/2010/main" val="133184175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AB3FF-8076-0F81-CD61-B20A188A1067}"/>
              </a:ext>
            </a:extLst>
          </p:cNvPr>
          <p:cNvSpPr>
            <a:spLocks noGrp="1"/>
          </p:cNvSpPr>
          <p:nvPr>
            <p:ph type="title"/>
          </p:nvPr>
        </p:nvSpPr>
        <p:spPr/>
        <p:txBody>
          <a:bodyPr/>
          <a:lstStyle/>
          <a:p>
            <a:r>
              <a:rPr lang="en-US" dirty="0"/>
              <a:t>LPV Y scheduling variable</a:t>
            </a:r>
            <a:br>
              <a:rPr lang="en-US" dirty="0"/>
            </a:br>
            <a:r>
              <a:rPr lang="en-US" dirty="0"/>
              <a:t>What is causing the growing error</a:t>
            </a:r>
            <a:endParaRPr lang="en-NL" dirty="0"/>
          </a:p>
        </p:txBody>
      </p:sp>
      <p:sp>
        <p:nvSpPr>
          <p:cNvPr id="3" name="Content Placeholder 2">
            <a:extLst>
              <a:ext uri="{FF2B5EF4-FFF2-40B4-BE49-F238E27FC236}">
                <a16:creationId xmlns:a16="http://schemas.microsoft.com/office/drawing/2014/main" id="{0019A519-DB96-8FE1-5072-7370DE1AAB3B}"/>
              </a:ext>
            </a:extLst>
          </p:cNvPr>
          <p:cNvSpPr>
            <a:spLocks noGrp="1"/>
          </p:cNvSpPr>
          <p:nvPr>
            <p:ph idx="1"/>
          </p:nvPr>
        </p:nvSpPr>
        <p:spPr/>
        <p:txBody>
          <a:bodyPr/>
          <a:lstStyle/>
          <a:p>
            <a:r>
              <a:rPr lang="en-US" dirty="0"/>
              <a:t>Window too short?</a:t>
            </a:r>
          </a:p>
          <a:p>
            <a:r>
              <a:rPr lang="en-US" dirty="0"/>
              <a:t>State-transition Jacobian</a:t>
            </a:r>
          </a:p>
          <a:p>
            <a:pPr lvl="1"/>
            <a:r>
              <a:rPr lang="en-US" dirty="0"/>
              <a:t>Look at model + ANN</a:t>
            </a:r>
          </a:p>
          <a:p>
            <a:pPr lvl="1"/>
            <a:r>
              <a:rPr lang="en-US" dirty="0"/>
              <a:t>Answers whether it’s an instability issue or window issue?</a:t>
            </a:r>
            <a:endParaRPr lang="en-NL" dirty="0"/>
          </a:p>
        </p:txBody>
      </p:sp>
    </p:spTree>
    <p:extLst>
      <p:ext uri="{BB962C8B-B14F-4D97-AF65-F5344CB8AC3E}">
        <p14:creationId xmlns:p14="http://schemas.microsoft.com/office/powerpoint/2010/main" val="31009132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CE8E53D-E120-7CBB-3925-FBDE9AD080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4F865E-9B33-07A9-839F-D0BDF14A77BC}"/>
              </a:ext>
            </a:extLst>
          </p:cNvPr>
          <p:cNvSpPr>
            <a:spLocks noGrp="1"/>
          </p:cNvSpPr>
          <p:nvPr>
            <p:ph type="title"/>
          </p:nvPr>
        </p:nvSpPr>
        <p:spPr/>
        <p:txBody>
          <a:bodyPr/>
          <a:lstStyle/>
          <a:p>
            <a:r>
              <a:rPr lang="en-US" dirty="0"/>
              <a:t>Anticipated Reweighted Truncated Backpropagation (ARTBP)</a:t>
            </a:r>
            <a:endParaRPr lang="en-NL" dirty="0"/>
          </a:p>
        </p:txBody>
      </p:sp>
      <p:sp>
        <p:nvSpPr>
          <p:cNvPr id="3" name="Content Placeholder 2">
            <a:extLst>
              <a:ext uri="{FF2B5EF4-FFF2-40B4-BE49-F238E27FC236}">
                <a16:creationId xmlns:a16="http://schemas.microsoft.com/office/drawing/2014/main" id="{AF679C97-50A5-9D13-9E98-EE338743A36C}"/>
              </a:ext>
            </a:extLst>
          </p:cNvPr>
          <p:cNvSpPr>
            <a:spLocks noGrp="1"/>
          </p:cNvSpPr>
          <p:nvPr>
            <p:ph idx="1"/>
          </p:nvPr>
        </p:nvSpPr>
        <p:spPr/>
        <p:txBody>
          <a:bodyPr/>
          <a:lstStyle/>
          <a:p>
            <a:r>
              <a:rPr lang="en-US" dirty="0"/>
              <a:t>e</a:t>
            </a:r>
          </a:p>
          <a:p>
            <a:endParaRPr lang="en-NL" dirty="0"/>
          </a:p>
        </p:txBody>
      </p:sp>
      <p:sp>
        <p:nvSpPr>
          <p:cNvPr id="5" name="TextBox 4">
            <a:extLst>
              <a:ext uri="{FF2B5EF4-FFF2-40B4-BE49-F238E27FC236}">
                <a16:creationId xmlns:a16="http://schemas.microsoft.com/office/drawing/2014/main" id="{FE0189C6-121F-6B6F-7118-1945F973BBAE}"/>
              </a:ext>
            </a:extLst>
          </p:cNvPr>
          <p:cNvSpPr txBox="1"/>
          <p:nvPr/>
        </p:nvSpPr>
        <p:spPr>
          <a:xfrm>
            <a:off x="6597446" y="4490835"/>
            <a:ext cx="6096000" cy="2246769"/>
          </a:xfrm>
          <a:prstGeom prst="rect">
            <a:avLst/>
          </a:prstGeom>
          <a:noFill/>
        </p:spPr>
        <p:txBody>
          <a:bodyPr wrap="square">
            <a:spAutoFit/>
          </a:bodyPr>
          <a:lstStyle/>
          <a:p>
            <a:r>
              <a:rPr lang="en-NL" sz="2800" b="1" dirty="0"/>
              <a:t>Unbiasing Truncated Backpropagation Through Time</a:t>
            </a:r>
          </a:p>
          <a:p>
            <a:r>
              <a:rPr lang="en-NL" sz="2800" dirty="0">
                <a:hlinkClick r:id="rId2"/>
              </a:rPr>
              <a:t>Corentin Tallec</a:t>
            </a:r>
            <a:r>
              <a:rPr lang="en-NL" sz="2800" dirty="0"/>
              <a:t>, </a:t>
            </a:r>
            <a:r>
              <a:rPr lang="en-NL" sz="2800" dirty="0">
                <a:hlinkClick r:id="rId3"/>
              </a:rPr>
              <a:t>Yann Ollivier</a:t>
            </a:r>
            <a:endParaRPr lang="en-NL" sz="2800" dirty="0"/>
          </a:p>
          <a:p>
            <a:r>
              <a:rPr lang="en-US" sz="2800" dirty="0"/>
              <a:t>Source: </a:t>
            </a:r>
            <a:r>
              <a:rPr lang="en-US" sz="2800" dirty="0">
                <a:hlinkClick r:id="rId4"/>
              </a:rPr>
              <a:t>https://arxiv.org/abs/1705.08209</a:t>
            </a:r>
            <a:endParaRPr lang="en-US" sz="2800" dirty="0"/>
          </a:p>
        </p:txBody>
      </p:sp>
    </p:spTree>
    <p:extLst>
      <p:ext uri="{BB962C8B-B14F-4D97-AF65-F5344CB8AC3E}">
        <p14:creationId xmlns:p14="http://schemas.microsoft.com/office/powerpoint/2010/main" val="31964696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FEF471-EB3F-BE51-0E35-368A8147039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20BA0E9-35E2-A4C9-2497-E851EBEFB2DC}"/>
              </a:ext>
            </a:extLst>
          </p:cNvPr>
          <p:cNvSpPr>
            <a:spLocks noGrp="1"/>
          </p:cNvSpPr>
          <p:nvPr>
            <p:ph idx="1"/>
          </p:nvPr>
        </p:nvSpPr>
        <p:spPr/>
        <p:txBody>
          <a:bodyPr>
            <a:normAutofit fontScale="77500" lnSpcReduction="20000"/>
          </a:bodyPr>
          <a:lstStyle/>
          <a:p>
            <a:r>
              <a:rPr lang="en-US" dirty="0"/>
              <a:t>- Theta and </a:t>
            </a:r>
            <a:r>
              <a:rPr lang="en-US" dirty="0" err="1"/>
              <a:t>dTheta</a:t>
            </a:r>
            <a:r>
              <a:rPr lang="en-US" dirty="0"/>
              <a:t> are sprung (stiffness kb1+kb2). A constant here produces a bounded static deflection (roughly c/k), which the spring holds. It does not integrate. So even though the Theta DC is bigger, its effect is bounded and harmless.</a:t>
            </a:r>
          </a:p>
          <a:p>
            <a:endParaRPr lang="en-US" dirty="0"/>
          </a:p>
          <a:p>
            <a:r>
              <a:rPr lang="en-US" dirty="0"/>
              <a:t>One thing to note that actually supports the argument: in the Theta panel, the clean runs and the injected runs drift together, identically. The </a:t>
            </a:r>
            <a:r>
              <a:rPr lang="en-US" dirty="0" err="1"/>
              <a:t>dY</a:t>
            </a:r>
            <a:r>
              <a:rPr lang="en-US" dirty="0"/>
              <a:t> injection did not change Theta at all. That shows the injection is specific to </a:t>
            </a:r>
            <a:r>
              <a:rPr lang="en-US" dirty="0" err="1"/>
              <a:t>dY</a:t>
            </a:r>
            <a:r>
              <a:rPr lang="en-US" dirty="0"/>
              <a:t> (which is the point), and that the Theta walk is a separate, condition-independent optimizer artifact on a harmless axis.</a:t>
            </a:r>
          </a:p>
          <a:p>
            <a:endParaRPr lang="en-US" dirty="0"/>
          </a:p>
          <a:p>
            <a:r>
              <a:rPr lang="en-US" dirty="0"/>
              <a:t>The green curve (+3e-7) looking like the clean </a:t>
            </a:r>
            <a:r>
              <a:rPr lang="en-US" dirty="0" err="1"/>
              <a:t>pipelineThat</a:t>
            </a:r>
            <a:r>
              <a:rPr lang="en-US" dirty="0"/>
              <a:t> is the detection limit, and it is deliberate. The planted +3e-7 is so small that the recovered DC (-1.9e-7) barely rises above the clean pipeline's own noise wander (~1e-7). So yes, at 3e-7 the injection blends into the noise, the detector can barely see it. That is what "detection limit ~3e-7" means:</a:t>
            </a:r>
            <a:endParaRPr lang="en-NL" dirty="0"/>
          </a:p>
        </p:txBody>
      </p:sp>
    </p:spTree>
    <p:extLst>
      <p:ext uri="{BB962C8B-B14F-4D97-AF65-F5344CB8AC3E}">
        <p14:creationId xmlns:p14="http://schemas.microsoft.com/office/powerpoint/2010/main" val="126137990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87B9B1-AB69-6323-3C2E-7D72B09E750D}"/>
              </a:ext>
            </a:extLst>
          </p:cNvPr>
          <p:cNvSpPr>
            <a:spLocks noGrp="1"/>
          </p:cNvSpPr>
          <p:nvPr>
            <p:ph type="title"/>
          </p:nvPr>
        </p:nvSpPr>
        <p:spPr/>
        <p:txBody>
          <a:bodyPr/>
          <a:lstStyle/>
          <a:p>
            <a:r>
              <a:rPr lang="en-US" dirty="0"/>
              <a:t>New slides</a:t>
            </a:r>
            <a:endParaRPr lang="en-NL" dirty="0"/>
          </a:p>
        </p:txBody>
      </p:sp>
      <p:sp>
        <p:nvSpPr>
          <p:cNvPr id="3" name="Content Placeholder 2">
            <a:extLst>
              <a:ext uri="{FF2B5EF4-FFF2-40B4-BE49-F238E27FC236}">
                <a16:creationId xmlns:a16="http://schemas.microsoft.com/office/drawing/2014/main" id="{EEB6CA34-62C9-8C5C-BAC9-C3FC00647F39}"/>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2930769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C99EF-1B96-E3D0-29F7-303C5761B62D}"/>
              </a:ext>
            </a:extLst>
          </p:cNvPr>
          <p:cNvSpPr>
            <a:spLocks noGrp="1"/>
          </p:cNvSpPr>
          <p:nvPr>
            <p:ph type="title"/>
          </p:nvPr>
        </p:nvSpPr>
        <p:spPr/>
        <p:txBody>
          <a:bodyPr/>
          <a:lstStyle/>
          <a:p>
            <a:r>
              <a:rPr lang="en-US" dirty="0"/>
              <a:t>Y-issue</a:t>
            </a:r>
            <a:endParaRPr lang="en-NL" dirty="0"/>
          </a:p>
        </p:txBody>
      </p:sp>
      <p:sp>
        <p:nvSpPr>
          <p:cNvPr id="3" name="Content Placeholder 2">
            <a:extLst>
              <a:ext uri="{FF2B5EF4-FFF2-40B4-BE49-F238E27FC236}">
                <a16:creationId xmlns:a16="http://schemas.microsoft.com/office/drawing/2014/main" id="{FB8228B9-B779-3C11-7D0E-A052416F1620}"/>
              </a:ext>
            </a:extLst>
          </p:cNvPr>
          <p:cNvSpPr>
            <a:spLocks noGrp="1"/>
          </p:cNvSpPr>
          <p:nvPr>
            <p:ph idx="1"/>
          </p:nvPr>
        </p:nvSpPr>
        <p:spPr/>
        <p:txBody>
          <a:bodyPr/>
          <a:lstStyle/>
          <a:p>
            <a:r>
              <a:rPr lang="en-US" dirty="0"/>
              <a:t>Horizon of </a:t>
            </a:r>
            <a:r>
              <a:rPr lang="en-US" dirty="0" err="1"/>
              <a:t>nf</a:t>
            </a:r>
            <a:r>
              <a:rPr lang="en-US" dirty="0"/>
              <a:t> = 6400 is not realistic</a:t>
            </a:r>
          </a:p>
          <a:p>
            <a:r>
              <a:rPr lang="en-US" dirty="0"/>
              <a:t>What is causing this Y error, why does it need to be so long?</a:t>
            </a:r>
          </a:p>
          <a:p>
            <a:r>
              <a:rPr lang="en-US" dirty="0"/>
              <a:t>It is the self scheduling variable, maybe because we keep feeding it this, that might be the error.</a:t>
            </a:r>
            <a:endParaRPr lang="en-NL" dirty="0"/>
          </a:p>
        </p:txBody>
      </p:sp>
    </p:spTree>
    <p:extLst>
      <p:ext uri="{BB962C8B-B14F-4D97-AF65-F5344CB8AC3E}">
        <p14:creationId xmlns:p14="http://schemas.microsoft.com/office/powerpoint/2010/main" val="31532192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D7D60-8F10-AFFD-5BF8-E80C2A6FD4BA}"/>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64CC825C-3C22-1715-710D-2DFB40AEF85F}"/>
              </a:ext>
            </a:extLst>
          </p:cNvPr>
          <p:cNvSpPr>
            <a:spLocks noGrp="1"/>
          </p:cNvSpPr>
          <p:nvPr>
            <p:ph idx="1"/>
          </p:nvPr>
        </p:nvSpPr>
        <p:spPr/>
        <p:txBody>
          <a:bodyPr/>
          <a:lstStyle/>
          <a:p>
            <a:endParaRPr lang="en-NL"/>
          </a:p>
        </p:txBody>
      </p:sp>
      <p:pic>
        <p:nvPicPr>
          <p:cNvPr id="7" name="Picture 6">
            <a:extLst>
              <a:ext uri="{FF2B5EF4-FFF2-40B4-BE49-F238E27FC236}">
                <a16:creationId xmlns:a16="http://schemas.microsoft.com/office/drawing/2014/main" id="{97F059CF-D2C1-6F95-11D6-A0206DE5DDD0}"/>
              </a:ext>
            </a:extLst>
          </p:cNvPr>
          <p:cNvPicPr>
            <a:picLocks noChangeAspect="1"/>
          </p:cNvPicPr>
          <p:nvPr/>
        </p:nvPicPr>
        <p:blipFill>
          <a:blip r:embed="rId2"/>
          <a:stretch>
            <a:fillRect/>
          </a:stretch>
        </p:blipFill>
        <p:spPr>
          <a:xfrm>
            <a:off x="838200" y="365125"/>
            <a:ext cx="9667240" cy="5592086"/>
          </a:xfrm>
          <a:prstGeom prst="rect">
            <a:avLst/>
          </a:prstGeom>
        </p:spPr>
      </p:pic>
    </p:spTree>
    <p:extLst>
      <p:ext uri="{BB962C8B-B14F-4D97-AF65-F5344CB8AC3E}">
        <p14:creationId xmlns:p14="http://schemas.microsoft.com/office/powerpoint/2010/main" val="23616198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35DB3D-F3B0-BCFC-6776-3DFB16219052}"/>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82A82350-2D6F-C65F-68ED-953DC5E7BEB0}"/>
              </a:ext>
            </a:extLst>
          </p:cNvPr>
          <p:cNvSpPr>
            <a:spLocks noGrp="1"/>
          </p:cNvSpPr>
          <p:nvPr>
            <p:ph idx="1"/>
          </p:nvPr>
        </p:nvSpPr>
        <p:spPr/>
        <p:txBody>
          <a:bodyPr/>
          <a:lstStyle/>
          <a:p>
            <a:r>
              <a:rPr lang="en-US" dirty="0"/>
              <a:t>2. Why it's a problem. The Y axis is a free integrator (K=0), so a constant on the velocity integrates into unbounded position drift over a free-run. That is the harm — and this figure doesn't show the drift at all.</a:t>
            </a:r>
            <a:endParaRPr lang="en-NL" dirty="0"/>
          </a:p>
        </p:txBody>
      </p:sp>
      <p:pic>
        <p:nvPicPr>
          <p:cNvPr id="5" name="Picture 4">
            <a:extLst>
              <a:ext uri="{FF2B5EF4-FFF2-40B4-BE49-F238E27FC236}">
                <a16:creationId xmlns:a16="http://schemas.microsoft.com/office/drawing/2014/main" id="{02575D3E-FAE2-0368-4707-9D1A3AA120CF}"/>
              </a:ext>
            </a:extLst>
          </p:cNvPr>
          <p:cNvPicPr>
            <a:picLocks noChangeAspect="1"/>
          </p:cNvPicPr>
          <p:nvPr/>
        </p:nvPicPr>
        <p:blipFill>
          <a:blip r:embed="rId2"/>
          <a:stretch>
            <a:fillRect/>
          </a:stretch>
        </p:blipFill>
        <p:spPr>
          <a:xfrm>
            <a:off x="5074806" y="4352300"/>
            <a:ext cx="5464013" cy="1653683"/>
          </a:xfrm>
          <a:prstGeom prst="rect">
            <a:avLst/>
          </a:prstGeom>
        </p:spPr>
      </p:pic>
    </p:spTree>
    <p:extLst>
      <p:ext uri="{BB962C8B-B14F-4D97-AF65-F5344CB8AC3E}">
        <p14:creationId xmlns:p14="http://schemas.microsoft.com/office/powerpoint/2010/main" val="56116200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00E9D-658A-BC2E-2DEB-33E201D784AF}"/>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06789E80-67CB-8CE0-60F3-41E7FE035443}"/>
              </a:ext>
            </a:extLst>
          </p:cNvPr>
          <p:cNvSpPr>
            <a:spLocks noGrp="1"/>
          </p:cNvSpPr>
          <p:nvPr>
            <p:ph idx="1"/>
          </p:nvPr>
        </p:nvSpPr>
        <p:spPr/>
        <p:txBody>
          <a:bodyPr/>
          <a:lstStyle/>
          <a:p>
            <a:endParaRPr lang="en-NL"/>
          </a:p>
        </p:txBody>
      </p:sp>
    </p:spTree>
    <p:extLst>
      <p:ext uri="{BB962C8B-B14F-4D97-AF65-F5344CB8AC3E}">
        <p14:creationId xmlns:p14="http://schemas.microsoft.com/office/powerpoint/2010/main" val="159645913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6CFC28-58DD-2145-67EB-0B080C207687}"/>
              </a:ext>
            </a:extLst>
          </p:cNvPr>
          <p:cNvSpPr>
            <a:spLocks noGrp="1"/>
          </p:cNvSpPr>
          <p:nvPr>
            <p:ph type="title"/>
          </p:nvPr>
        </p:nvSpPr>
        <p:spPr/>
        <p:txBody>
          <a:bodyPr/>
          <a:lstStyle/>
          <a:p>
            <a:r>
              <a:rPr lang="en-US" dirty="0"/>
              <a:t>Problem 2: the dynamic destabilization of the Y mode (the one you mean)</a:t>
            </a:r>
            <a:endParaRPr lang="en-NL" dirty="0"/>
          </a:p>
        </p:txBody>
      </p:sp>
      <p:sp>
        <p:nvSpPr>
          <p:cNvPr id="3" name="Content Placeholder 2">
            <a:extLst>
              <a:ext uri="{FF2B5EF4-FFF2-40B4-BE49-F238E27FC236}">
                <a16:creationId xmlns:a16="http://schemas.microsoft.com/office/drawing/2014/main" id="{3A137C84-0A37-C8D6-7657-B41C23996B1A}"/>
              </a:ext>
            </a:extLst>
          </p:cNvPr>
          <p:cNvSpPr>
            <a:spLocks noGrp="1"/>
          </p:cNvSpPr>
          <p:nvPr>
            <p:ph idx="1"/>
          </p:nvPr>
        </p:nvSpPr>
        <p:spPr/>
        <p:txBody>
          <a:bodyPr>
            <a:normAutofit lnSpcReduction="10000"/>
          </a:bodyPr>
          <a:lstStyle/>
          <a:p>
            <a:r>
              <a:rPr lang="en-US" dirty="0"/>
              <a:t>Problem 1: the DC (constant) on </a:t>
            </a:r>
            <a:r>
              <a:rPr lang="en-US" dirty="0" err="1"/>
              <a:t>dYThe</a:t>
            </a:r>
            <a:r>
              <a:rPr lang="en-US" dirty="0"/>
              <a:t> truncated-BPTT-bias artifact, a constant on the K=0 Y-velocity row. This is the minor part (mostly the X-axis story), and it is what ARTBP / a DC pin addresses.</a:t>
            </a:r>
          </a:p>
          <a:p>
            <a:r>
              <a:rPr lang="en-US" dirty="0"/>
              <a:t>Problem 2: the dynamic destabilization of the Y mode (the one you mean)This is the dominant drift, it lives on the Y position, and removing the constant does not fix it. It is not a constant at all, it is the trained ANN's state-dependent output acting as feedback with the wrong sign/structure on the marginal z=1 Y mode, effectively nudging that zero-margin mode slightly unstable. Two measurements pin it:</a:t>
            </a:r>
            <a:endParaRPr lang="en-NL" dirty="0"/>
          </a:p>
        </p:txBody>
      </p:sp>
    </p:spTree>
    <p:extLst>
      <p:ext uri="{BB962C8B-B14F-4D97-AF65-F5344CB8AC3E}">
        <p14:creationId xmlns:p14="http://schemas.microsoft.com/office/powerpoint/2010/main" val="30031460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A7E853-1BB1-0851-6C93-033BED39331D}"/>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B8EE239A-5CCE-14AD-5BC1-50F2857FB657}"/>
              </a:ext>
            </a:extLst>
          </p:cNvPr>
          <p:cNvSpPr>
            <a:spLocks noGrp="1"/>
          </p:cNvSpPr>
          <p:nvPr>
            <p:ph idx="1"/>
          </p:nvPr>
        </p:nvSpPr>
        <p:spPr/>
        <p:txBody>
          <a:bodyPr/>
          <a:lstStyle/>
          <a:p>
            <a:r>
              <a:rPr lang="en-US" dirty="0"/>
              <a:t>So for the meeting, E8's claim should be scoped as "the constant on </a:t>
            </a:r>
            <a:r>
              <a:rPr lang="en-US" dirty="0" err="1"/>
              <a:t>dY</a:t>
            </a:r>
            <a:r>
              <a:rPr lang="en-US" dirty="0"/>
              <a:t> is a training artifact, removable by unbiasing the gradient," not "ARTBP fixes the drift." The stronger claim needs the Phase E free-run measurement, which is exactly the experiment your Y-destabilization question points at.</a:t>
            </a:r>
            <a:endParaRPr lang="en-NL" dirty="0"/>
          </a:p>
        </p:txBody>
      </p:sp>
    </p:spTree>
    <p:extLst>
      <p:ext uri="{BB962C8B-B14F-4D97-AF65-F5344CB8AC3E}">
        <p14:creationId xmlns:p14="http://schemas.microsoft.com/office/powerpoint/2010/main" val="147283289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11BFD-69FB-7490-A0DA-B2A2F8079AD5}"/>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3F3D9573-0CCD-469F-DA7D-C8E4C14895FC}"/>
              </a:ext>
            </a:extLst>
          </p:cNvPr>
          <p:cNvSpPr>
            <a:spLocks noGrp="1"/>
          </p:cNvSpPr>
          <p:nvPr>
            <p:ph idx="1"/>
          </p:nvPr>
        </p:nvSpPr>
        <p:spPr/>
        <p:txBody>
          <a:bodyPr/>
          <a:lstStyle/>
          <a:p>
            <a:r>
              <a:rPr lang="en-US" dirty="0"/>
              <a:t>"geometrically decaying memory" </a:t>
            </a:r>
          </a:p>
          <a:p>
            <a:r>
              <a:rPr lang="en-US" dirty="0"/>
              <a:t>The paper bounds ARTBP's variance only for "geometrically decaying memory" (Sec 4: (1-ε)^L · L^α stays bounded). Our z=1 axis has no decay — so the marginal mode threatens variance boundedness for ARTBP itself, not just for this measurement.</a:t>
            </a:r>
            <a:endParaRPr lang="en-NL" dirty="0"/>
          </a:p>
        </p:txBody>
      </p:sp>
    </p:spTree>
    <p:extLst>
      <p:ext uri="{BB962C8B-B14F-4D97-AF65-F5344CB8AC3E}">
        <p14:creationId xmlns:p14="http://schemas.microsoft.com/office/powerpoint/2010/main" val="2974262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35ED2-0DB5-259C-C563-E23760DE6B50}"/>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C0CE524A-8D0C-7B33-0AA7-F41581B61FD0}"/>
              </a:ext>
            </a:extLst>
          </p:cNvPr>
          <p:cNvSpPr>
            <a:spLocks noGrp="1"/>
          </p:cNvSpPr>
          <p:nvPr>
            <p:ph idx="1"/>
          </p:nvPr>
        </p:nvSpPr>
        <p:spPr/>
        <p:txBody>
          <a:bodyPr>
            <a:normAutofit lnSpcReduction="10000"/>
          </a:bodyPr>
          <a:lstStyle/>
          <a:p>
            <a:r>
              <a:rPr lang="en-US" dirty="0"/>
              <a:t>1. Does the mechanism predict ARTBP penalizes a feedback instability, or only a </a:t>
            </a:r>
            <a:r>
              <a:rPr lang="en-US" dirty="0" err="1"/>
              <a:t>constant?It</a:t>
            </a:r>
            <a:r>
              <a:rPr lang="en-US" dirty="0"/>
              <a:t> predicts ARTBP penalizes any direction whose loss signature grows with horizon — that's the whole content of "truncation under-weights long-term effects." Both components qualify, but with a critical difference in how the signature grows:</a:t>
            </a:r>
          </a:p>
          <a:p>
            <a:r>
              <a:rPr lang="en-US" dirty="0"/>
              <a:t>- Constant on z=1 → position error grows </a:t>
            </a:r>
            <a:r>
              <a:rPr lang="en-US" dirty="0" err="1"/>
              <a:t>polynomially</a:t>
            </a:r>
            <a:r>
              <a:rPr lang="en-US" dirty="0"/>
              <a:t> (~c·k²). Visible even in a short window, so κ(H) is nonzero from H=400 (measured: κ(400)=314) and grows smoothly.- Wrong-sign feedback gain on z=1 → the mode is pushed to |λ|&gt;1, so the error grows exponentially (~|λ|^k). This is invisible until the horizon reaches the e-folding time, then it dominates.</a:t>
            </a:r>
            <a:endParaRPr lang="en-NL" dirty="0"/>
          </a:p>
        </p:txBody>
      </p:sp>
      <p:sp>
        <p:nvSpPr>
          <p:cNvPr id="5" name="TextBox 4">
            <a:extLst>
              <a:ext uri="{FF2B5EF4-FFF2-40B4-BE49-F238E27FC236}">
                <a16:creationId xmlns:a16="http://schemas.microsoft.com/office/drawing/2014/main" id="{A2AF5A89-CF32-E183-16A5-B7F8C020155C}"/>
              </a:ext>
            </a:extLst>
          </p:cNvPr>
          <p:cNvSpPr txBox="1"/>
          <p:nvPr/>
        </p:nvSpPr>
        <p:spPr>
          <a:xfrm>
            <a:off x="8898193" y="908139"/>
            <a:ext cx="6096000" cy="6186309"/>
          </a:xfrm>
          <a:prstGeom prst="rect">
            <a:avLst/>
          </a:prstGeom>
          <a:noFill/>
        </p:spPr>
        <p:txBody>
          <a:bodyPr wrap="square">
            <a:spAutoFit/>
          </a:bodyPr>
          <a:lstStyle/>
          <a:p>
            <a:r>
              <a:rPr lang="en-NL" dirty="0"/>
              <a:t>3. Conditions: cap-reaching-the-timescale, and is variance </a:t>
            </a:r>
            <a:r>
              <a:rPr lang="en-NL" dirty="0" err="1"/>
              <a:t>worse?Both</a:t>
            </a:r>
            <a:r>
              <a:rPr lang="en-NL" dirty="0"/>
              <a:t> are the crux, and both are much harder than for the DC:- Cap. From the log, the position mode's natural timescale is ~3 s and v6 saw "Y destabilized ~114× over 2 s" → e-folding time on the order of 0.4–2 s (≈1700–8000 steps at 4 kHz). The current </a:t>
            </a:r>
            <a:r>
              <a:rPr lang="en-NL" dirty="0" err="1"/>
              <a:t>H_max</a:t>
            </a:r>
            <a:r>
              <a:rPr lang="en-NL" dirty="0"/>
              <a:t>=1600 (0.4 s) sits at the very edge — it may catch the onset but not several e-</a:t>
            </a:r>
            <a:r>
              <a:rPr lang="en-NL" dirty="0" err="1"/>
              <a:t>foldings</a:t>
            </a:r>
            <a:r>
              <a:rPr lang="en-NL" dirty="0"/>
              <a:t>. To robustly penalize the instability, </a:t>
            </a:r>
            <a:r>
              <a:rPr lang="en-NL" dirty="0" err="1"/>
              <a:t>ARTBP's</a:t>
            </a:r>
            <a:r>
              <a:rPr lang="en-NL" dirty="0"/>
              <a:t> rare long rollouts must reach several × e-folding time, i.e. </a:t>
            </a:r>
            <a:r>
              <a:rPr lang="en-NL" dirty="0" err="1"/>
              <a:t>H_max</a:t>
            </a:r>
            <a:r>
              <a:rPr lang="en-NL" dirty="0"/>
              <a:t> ≈ 4000–8000. That's 3–5× today's cap.- Variance is a bigger risk — qualitatively. For the DC the axis is marginal (ε=0), where the paper's variance bound (1−ε)^L·L^α already fails. For an active instability the memory is growing (ε&lt;0, |λ|&gt;1), so the compensation weight </a:t>
            </a:r>
            <a:r>
              <a:rPr lang="en-NL" dirty="0" err="1"/>
              <a:t>w_k</a:t>
            </a:r>
            <a:r>
              <a:rPr lang="en-NL" dirty="0"/>
              <a:t> (poly or geometric) multiplies an **exponentially growing** </a:t>
            </a:r>
            <a:r>
              <a:rPr lang="en-NL" dirty="0" err="1"/>
              <a:t>mse_k</a:t>
            </a:r>
            <a:r>
              <a:rPr lang="en-NL" dirty="0"/>
              <a:t> on exactly the rare long rollouts ARTBP upweights → the estimator variance can be catastrophic, far beyond the DC case. Poly-tail helps (polynomial vs exponential weights) but may be insufficient against exponential loss growth. Practical corollary: long rollouts may diverge to </a:t>
            </a:r>
            <a:r>
              <a:rPr lang="en-NL" dirty="0" err="1"/>
              <a:t>NaN</a:t>
            </a:r>
            <a:r>
              <a:rPr lang="en-NL" dirty="0"/>
              <a:t> mid-training, and the obvious patch (gradient clipping) breaks unbiasedness (the paper flags this) — so it's not a free fix.</a:t>
            </a:r>
          </a:p>
        </p:txBody>
      </p:sp>
    </p:spTree>
    <p:extLst>
      <p:ext uri="{BB962C8B-B14F-4D97-AF65-F5344CB8AC3E}">
        <p14:creationId xmlns:p14="http://schemas.microsoft.com/office/powerpoint/2010/main" val="240580839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D44659-95D4-356E-8AF1-80EF8E27C12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99BE167A-5880-78F1-FD7D-6F9CDD4EA58D}"/>
              </a:ext>
            </a:extLst>
          </p:cNvPr>
          <p:cNvSpPr>
            <a:spLocks noGrp="1"/>
          </p:cNvSpPr>
          <p:nvPr>
            <p:ph idx="1"/>
          </p:nvPr>
        </p:nvSpPr>
        <p:spPr/>
        <p:txBody>
          <a:bodyPr>
            <a:normAutofit lnSpcReduction="10000"/>
          </a:bodyPr>
          <a:lstStyle/>
          <a:p>
            <a:r>
              <a:rPr lang="en-US" dirty="0"/>
              <a:t>Relation to D-117 — this is the estimator-vs-structural fork stated cleanly:- ARTBP is the estimator family — condition training so it sees the long-horizon instability and doesn't learn the wrong-sign feedback. Expressive, but training-conditional (no guarantee), and gated on the cap/variance conditions above.</a:t>
            </a:r>
          </a:p>
          <a:p>
            <a:r>
              <a:rPr lang="en-US" dirty="0"/>
              <a:t>- D-117 is the structural family — make instability impossible for all weights. Note the Lipschitz cap (D-118/v6b) already failed because it's a magnitude bound on a sign problem; the correct structural comparator is passivity / </a:t>
            </a:r>
            <a:r>
              <a:rPr lang="en-US" dirty="0" err="1"/>
              <a:t>pHNN</a:t>
            </a:r>
            <a:r>
              <a:rPr lang="en-US" dirty="0"/>
              <a:t> (sign-aware). ARTBP could in principle succeed where Lipschitz failed, precisely because it fixes the training signal rather than capping magnitude.</a:t>
            </a:r>
            <a:endParaRPr lang="en-NL" dirty="0"/>
          </a:p>
        </p:txBody>
      </p:sp>
    </p:spTree>
    <p:extLst>
      <p:ext uri="{BB962C8B-B14F-4D97-AF65-F5344CB8AC3E}">
        <p14:creationId xmlns:p14="http://schemas.microsoft.com/office/powerpoint/2010/main" val="98482043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89E75-634A-FD37-F0BA-1B3D147669F3}"/>
              </a:ext>
            </a:extLst>
          </p:cNvPr>
          <p:cNvSpPr>
            <a:spLocks noGrp="1"/>
          </p:cNvSpPr>
          <p:nvPr>
            <p:ph type="title"/>
          </p:nvPr>
        </p:nvSpPr>
        <p:spPr/>
        <p:txBody>
          <a:bodyPr/>
          <a:lstStyle/>
          <a:p>
            <a:endParaRPr lang="en-NL"/>
          </a:p>
        </p:txBody>
      </p:sp>
      <p:sp>
        <p:nvSpPr>
          <p:cNvPr id="3" name="Content Placeholder 2">
            <a:extLst>
              <a:ext uri="{FF2B5EF4-FFF2-40B4-BE49-F238E27FC236}">
                <a16:creationId xmlns:a16="http://schemas.microsoft.com/office/drawing/2014/main" id="{7D8BC709-3C35-E7BB-09C5-13307A45256D}"/>
              </a:ext>
            </a:extLst>
          </p:cNvPr>
          <p:cNvSpPr>
            <a:spLocks noGrp="1"/>
          </p:cNvSpPr>
          <p:nvPr>
            <p:ph idx="1"/>
          </p:nvPr>
        </p:nvSpPr>
        <p:spPr/>
        <p:txBody>
          <a:bodyPr/>
          <a:lstStyle/>
          <a:p>
            <a:r>
              <a:rPr lang="en-US" dirty="0"/>
              <a:t>2. Extending the instrument to a Y-feedback-gain direction (no-training test)  Yes — this is B0 with the injection changed from a constant to a feedback, and it's the cheap precursor that decides everything below. Instead of </a:t>
            </a:r>
            <a:r>
              <a:rPr lang="en-US" dirty="0" err="1"/>
              <a:t>route_const</a:t>
            </a:r>
            <a:r>
              <a:rPr lang="en-US" dirty="0"/>
              <a:t> on the Y-route, inject </a:t>
            </a:r>
            <a:r>
              <a:rPr lang="en-US" dirty="0" err="1"/>
              <a:t>g·φ</a:t>
            </a:r>
            <a:r>
              <a:rPr lang="en-US" dirty="0"/>
              <a:t>(x) where φ is the destabilizing state:  - Primary: φ = </a:t>
            </a:r>
            <a:r>
              <a:rPr lang="en-US" dirty="0" err="1"/>
              <a:t>dY</a:t>
            </a:r>
            <a:r>
              <a:rPr lang="en-US" dirty="0"/>
              <a:t> (anti-damping). A learned ANN most naturally destabilizes a lightly-damped marginal mode by opposing its (tiny) damping: force = +</a:t>
            </a:r>
            <a:r>
              <a:rPr lang="en-US" dirty="0" err="1"/>
              <a:t>g·dY</a:t>
            </a:r>
            <a:r>
              <a:rPr lang="en-US" dirty="0"/>
              <a:t>, g&gt;0 → negative net damping → exponential growth. This is the classic z=1 destabilizer and the most likely form of the v5/v6 feedback.  - Secondary: φ = Y (negative stiffness / positive position feedback).</a:t>
            </a:r>
            <a:endParaRPr lang="en-NL" dirty="0"/>
          </a:p>
        </p:txBody>
      </p:sp>
    </p:spTree>
    <p:extLst>
      <p:ext uri="{BB962C8B-B14F-4D97-AF65-F5344CB8AC3E}">
        <p14:creationId xmlns:p14="http://schemas.microsoft.com/office/powerpoint/2010/main" val="19194054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1766</TotalTime>
  <Words>3097</Words>
  <Application>Microsoft Office PowerPoint</Application>
  <PresentationFormat>Widescreen</PresentationFormat>
  <Paragraphs>129</Paragraphs>
  <Slides>39</Slides>
  <Notes>7</Notes>
  <HiddenSlides>17</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Aptos</vt:lpstr>
      <vt:lpstr>Aptos Display</vt:lpstr>
      <vt:lpstr>Arial</vt:lpstr>
      <vt:lpstr>Segoe UI</vt:lpstr>
      <vt:lpstr>Wingdings</vt:lpstr>
      <vt:lpstr>Office Theme</vt:lpstr>
      <vt:lpstr>Problem: ANN correction adds non zero-mean</vt:lpstr>
      <vt:lpstr>Compare ANN output against perfect correction</vt:lpstr>
      <vt:lpstr>Is the data informative enough?</vt:lpstr>
      <vt:lpstr>To be discussed</vt:lpstr>
      <vt:lpstr>Offset in the code</vt:lpstr>
      <vt:lpstr>PowerPoint Presentation</vt:lpstr>
      <vt:lpstr>PowerPoint Presentation</vt:lpstr>
      <vt:lpstr>PowerPoint Presentation</vt:lpstr>
      <vt:lpstr>Required correction is zero-mean For optimal augmentation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loss landscape</vt:lpstr>
      <vt:lpstr>PowerPoint Presentation</vt:lpstr>
      <vt:lpstr>PowerPoint Presentation</vt:lpstr>
      <vt:lpstr>Anticipated Reweighted Truncated Backpropagation (ARTBP)</vt:lpstr>
      <vt:lpstr>PowerPoint Presentation</vt:lpstr>
      <vt:lpstr>LPV Y scheduling variable What is causing the growing error</vt:lpstr>
      <vt:lpstr>Anticipated Reweighted Truncated Backpropagation (ARTBP)</vt:lpstr>
      <vt:lpstr>PowerPoint Presentation</vt:lpstr>
      <vt:lpstr>New slides</vt:lpstr>
      <vt:lpstr>Y-issue</vt:lpstr>
      <vt:lpstr>PowerPoint Presentation</vt:lpstr>
      <vt:lpstr>PowerPoint Presentation</vt:lpstr>
      <vt:lpstr>PowerPoint Presentation</vt:lpstr>
      <vt:lpstr>Problem 2: the dynamic destabilization of the Y mode (the one you mean)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Berg, Dirk van den</dc:creator>
  <cp:lastModifiedBy>Berg, Dirk van den</cp:lastModifiedBy>
  <cp:revision>1</cp:revision>
  <dcterms:created xsi:type="dcterms:W3CDTF">2026-07-22T07:22:46Z</dcterms:created>
  <dcterms:modified xsi:type="dcterms:W3CDTF">2026-07-23T12:49:29Z</dcterms:modified>
</cp:coreProperties>
</file>