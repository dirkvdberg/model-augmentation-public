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3"/>
  </p:notesMasterIdLst>
  <p:sldIdLst>
    <p:sldId id="257" r:id="rId2"/>
    <p:sldId id="258" r:id="rId3"/>
    <p:sldId id="306" r:id="rId4"/>
    <p:sldId id="319" r:id="rId5"/>
    <p:sldId id="294" r:id="rId6"/>
    <p:sldId id="263" r:id="rId7"/>
    <p:sldId id="264" r:id="rId8"/>
    <p:sldId id="325" r:id="rId9"/>
    <p:sldId id="265" r:id="rId10"/>
    <p:sldId id="321" r:id="rId11"/>
    <p:sldId id="322" r:id="rId12"/>
    <p:sldId id="324" r:id="rId13"/>
    <p:sldId id="323" r:id="rId14"/>
    <p:sldId id="327" r:id="rId15"/>
    <p:sldId id="326" r:id="rId16"/>
    <p:sldId id="266" r:id="rId17"/>
    <p:sldId id="267" r:id="rId18"/>
    <p:sldId id="270" r:id="rId19"/>
    <p:sldId id="269" r:id="rId20"/>
    <p:sldId id="268" r:id="rId21"/>
    <p:sldId id="261" r:id="rId2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0A78A-DE35-4930-A623-C0EC914252B8}" v="74" dt="2026-03-05T12:54:11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5714" autoAdjust="0"/>
  </p:normalViewPr>
  <p:slideViewPr>
    <p:cSldViewPr snapToGrid="0">
      <p:cViewPr varScale="1">
        <p:scale>
          <a:sx n="70" d="100"/>
          <a:sy n="70" d="100"/>
        </p:scale>
        <p:origin x="10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">
      <pc:chgData name="Berg, Dirk van den" userId="035ecb32-01d9-4b47-a105-eacf059a4647" providerId="ADAL" clId="{F7FF961E-CF96-44AC-93C2-93612F62D46D}" dt="2026-03-05T14:42:29.422" v="5180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3-05T12:54:26.045" v="2413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3-05T10:33:33.254" v="138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3-05T12:54:26.045" v="2413" actId="20577"/>
          <ac:spMkLst>
            <pc:docMk/>
            <pc:sldMk cId="2679595137" sldId="257"/>
            <ac:spMk id="3" creationId="{DAAEF679-3C39-E36C-B710-9B50CBAE487E}"/>
          </ac:spMkLst>
        </pc:spChg>
        <pc:spChg chg="del">
          <ac:chgData name="Berg, Dirk van den" userId="035ecb32-01d9-4b47-a105-eacf059a4647" providerId="ADAL" clId="{F7FF961E-CF96-44AC-93C2-93612F62D46D}" dt="2026-03-05T10:34:57.276" v="139" actId="478"/>
          <ac:spMkLst>
            <pc:docMk/>
            <pc:sldMk cId="2679595137" sldId="257"/>
            <ac:spMk id="4" creationId="{465EFC2D-66CC-A333-8AD7-17BCBCDB18BB}"/>
          </ac:spMkLst>
        </pc:spChg>
      </pc:sldChg>
      <pc:sldChg chg="addSp delSp modSp mod">
        <pc:chgData name="Berg, Dirk van den" userId="035ecb32-01d9-4b47-a105-eacf059a4647" providerId="ADAL" clId="{F7FF961E-CF96-44AC-93C2-93612F62D46D}" dt="2026-03-05T11:19:35.929" v="1212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3-05T11:19:35.929" v="1212" actId="20577"/>
          <ac:spMkLst>
            <pc:docMk/>
            <pc:sldMk cId="1617226886" sldId="258"/>
            <ac:spMk id="3" creationId="{1B16F991-22E1-98ED-FDA2-6483679AE450}"/>
          </ac:spMkLst>
        </pc:spChg>
        <pc:spChg chg="del">
          <ac:chgData name="Berg, Dirk van den" userId="035ecb32-01d9-4b47-a105-eacf059a4647" providerId="ADAL" clId="{F7FF961E-CF96-44AC-93C2-93612F62D46D}" dt="2026-03-05T11:18:20.877" v="1073" actId="478"/>
          <ac:spMkLst>
            <pc:docMk/>
            <pc:sldMk cId="1617226886" sldId="258"/>
            <ac:spMk id="5" creationId="{7CFFA8B5-4335-A79D-381E-82C9B8A52E4E}"/>
          </ac:spMkLst>
        </pc:spChg>
        <pc:spChg chg="add del">
          <ac:chgData name="Berg, Dirk van den" userId="035ecb32-01d9-4b47-a105-eacf059a4647" providerId="ADAL" clId="{F7FF961E-CF96-44AC-93C2-93612F62D46D}" dt="2026-03-05T11:16:15.927" v="947" actId="22"/>
          <ac:spMkLst>
            <pc:docMk/>
            <pc:sldMk cId="1617226886" sldId="258"/>
            <ac:spMk id="6" creationId="{4CD54CA4-15A9-18DD-01D0-9B266A814527}"/>
          </ac:spMkLst>
        </pc:spChg>
      </pc:sldChg>
      <pc:sldChg chg="del">
        <pc:chgData name="Berg, Dirk van den" userId="035ecb32-01d9-4b47-a105-eacf059a4647" providerId="ADAL" clId="{F7FF961E-CF96-44AC-93C2-93612F62D46D}" dt="2026-03-05T12:16:38.619" v="1370" actId="47"/>
        <pc:sldMkLst>
          <pc:docMk/>
          <pc:sldMk cId="2138626586" sldId="259"/>
        </pc:sldMkLst>
      </pc:sldChg>
      <pc:sldChg chg="del">
        <pc:chgData name="Berg, Dirk van den" userId="035ecb32-01d9-4b47-a105-eacf059a4647" providerId="ADAL" clId="{F7FF961E-CF96-44AC-93C2-93612F62D46D}" dt="2026-03-05T12:48:26.189" v="2389" actId="47"/>
        <pc:sldMkLst>
          <pc:docMk/>
          <pc:sldMk cId="2175299465" sldId="260"/>
        </pc:sldMkLst>
      </pc:sldChg>
      <pc:sldChg chg="modSp mod">
        <pc:chgData name="Berg, Dirk van den" userId="035ecb32-01d9-4b47-a105-eacf059a4647" providerId="ADAL" clId="{F7FF961E-CF96-44AC-93C2-93612F62D46D}" dt="2026-03-05T12:48:37.482" v="2405" actId="6549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3-05T12:48:37.482" v="2405" actId="6549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3-05T12:21:47.828" v="1460" actId="47"/>
        <pc:sldMkLst>
          <pc:docMk/>
          <pc:sldMk cId="3503897311" sldId="262"/>
        </pc:sldMkLst>
      </pc:sldChg>
      <pc:sldChg chg="addSp delSp modSp new mod">
        <pc:chgData name="Berg, Dirk van den" userId="035ecb32-01d9-4b47-a105-eacf059a4647" providerId="ADAL" clId="{F7FF961E-CF96-44AC-93C2-93612F62D46D}" dt="2026-03-05T11:14:36.294" v="945" actId="20577"/>
        <pc:sldMkLst>
          <pc:docMk/>
          <pc:sldMk cId="1845040440" sldId="263"/>
        </pc:sldMkLst>
        <pc:spChg chg="mod">
          <ac:chgData name="Berg, Dirk van den" userId="035ecb32-01d9-4b47-a105-eacf059a4647" providerId="ADAL" clId="{F7FF961E-CF96-44AC-93C2-93612F62D46D}" dt="2026-03-05T11:10:49.206" v="534" actId="404"/>
          <ac:spMkLst>
            <pc:docMk/>
            <pc:sldMk cId="1845040440" sldId="263"/>
            <ac:spMk id="2" creationId="{D4623134-4CC6-7831-7438-94ABA2716DC3}"/>
          </ac:spMkLst>
        </pc:spChg>
        <pc:spChg chg="add del mod">
          <ac:chgData name="Berg, Dirk van den" userId="035ecb32-01d9-4b47-a105-eacf059a4647" providerId="ADAL" clId="{F7FF961E-CF96-44AC-93C2-93612F62D46D}" dt="2026-03-05T11:14:36.294" v="945" actId="20577"/>
          <ac:spMkLst>
            <pc:docMk/>
            <pc:sldMk cId="1845040440" sldId="263"/>
            <ac:spMk id="3" creationId="{EA76B0C2-338E-0481-81C5-0360002104EE}"/>
          </ac:spMkLst>
        </pc:spChg>
        <pc:spChg chg="add mod">
          <ac:chgData name="Berg, Dirk van den" userId="035ecb32-01d9-4b47-a105-eacf059a4647" providerId="ADAL" clId="{F7FF961E-CF96-44AC-93C2-93612F62D46D}" dt="2026-03-05T11:10:38.705" v="530"/>
          <ac:spMkLst>
            <pc:docMk/>
            <pc:sldMk cId="1845040440" sldId="263"/>
            <ac:spMk id="5" creationId="{0CC9AAA1-E79B-59FF-4192-6BC480E18BA8}"/>
          </ac:spMkLst>
        </pc:spChg>
        <pc:spChg chg="add mod">
          <ac:chgData name="Berg, Dirk van den" userId="035ecb32-01d9-4b47-a105-eacf059a4647" providerId="ADAL" clId="{F7FF961E-CF96-44AC-93C2-93612F62D46D}" dt="2026-03-05T11:10:58.117" v="538" actId="1076"/>
          <ac:spMkLst>
            <pc:docMk/>
            <pc:sldMk cId="1845040440" sldId="263"/>
            <ac:spMk id="6" creationId="{BC41802A-4606-2F50-22A7-EC0645E386BE}"/>
          </ac:spMkLst>
        </pc:spChg>
        <pc:picChg chg="add mod">
          <ac:chgData name="Berg, Dirk van den" userId="035ecb32-01d9-4b47-a105-eacf059a4647" providerId="ADAL" clId="{F7FF961E-CF96-44AC-93C2-93612F62D46D}" dt="2026-03-05T11:10:56.015" v="537" actId="1076"/>
          <ac:picMkLst>
            <pc:docMk/>
            <pc:sldMk cId="1845040440" sldId="263"/>
            <ac:picMk id="4" creationId="{F3E895AA-4E07-24C7-AFB3-0D73BB41481B}"/>
          </ac:picMkLst>
        </pc:picChg>
      </pc:sldChg>
      <pc:sldChg chg="addSp modSp new mod modNotesTx">
        <pc:chgData name="Berg, Dirk van den" userId="035ecb32-01d9-4b47-a105-eacf059a4647" providerId="ADAL" clId="{F7FF961E-CF96-44AC-93C2-93612F62D46D}" dt="2026-03-05T14:28:09.645" v="3574" actId="20577"/>
        <pc:sldMkLst>
          <pc:docMk/>
          <pc:sldMk cId="3624767932" sldId="264"/>
        </pc:sldMkLst>
        <pc:spChg chg="mod">
          <ac:chgData name="Berg, Dirk van den" userId="035ecb32-01d9-4b47-a105-eacf059a4647" providerId="ADAL" clId="{F7FF961E-CF96-44AC-93C2-93612F62D46D}" dt="2026-03-05T11:09:22.928" v="523"/>
          <ac:spMkLst>
            <pc:docMk/>
            <pc:sldMk cId="3624767932" sldId="264"/>
            <ac:spMk id="2" creationId="{73DFA82D-F670-5812-33BF-5BBA4A9D1397}"/>
          </ac:spMkLst>
        </pc:spChg>
        <pc:spChg chg="mod">
          <ac:chgData name="Berg, Dirk van den" userId="035ecb32-01d9-4b47-a105-eacf059a4647" providerId="ADAL" clId="{F7FF961E-CF96-44AC-93C2-93612F62D46D}" dt="2026-03-05T12:03:29.826" v="1364" actId="20577"/>
          <ac:spMkLst>
            <pc:docMk/>
            <pc:sldMk cId="3624767932" sldId="264"/>
            <ac:spMk id="3" creationId="{CF48DB5D-83FB-7379-BC72-216828AC5266}"/>
          </ac:spMkLst>
        </pc:spChg>
        <pc:picChg chg="add mod ord">
          <ac:chgData name="Berg, Dirk van den" userId="035ecb32-01d9-4b47-a105-eacf059a4647" providerId="ADAL" clId="{F7FF961E-CF96-44AC-93C2-93612F62D46D}" dt="2026-03-05T12:03:42.330" v="1366" actId="167"/>
          <ac:picMkLst>
            <pc:docMk/>
            <pc:sldMk cId="3624767932" sldId="264"/>
            <ac:picMk id="5" creationId="{988407AF-22F7-471B-AA76-5E3747F21D2C}"/>
          </ac:picMkLst>
        </pc:picChg>
        <pc:picChg chg="add mod ord modCrop">
          <ac:chgData name="Berg, Dirk van den" userId="035ecb32-01d9-4b47-a105-eacf059a4647" providerId="ADAL" clId="{F7FF961E-CF96-44AC-93C2-93612F62D46D}" dt="2026-03-05T12:03:54.816" v="1368" actId="732"/>
          <ac:picMkLst>
            <pc:docMk/>
            <pc:sldMk cId="3624767932" sldId="264"/>
            <ac:picMk id="7" creationId="{CC2BC587-79D4-C0AE-6CD1-0E31D3A37F8C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05T12:40:31.245" v="2259" actId="20577"/>
        <pc:sldMkLst>
          <pc:docMk/>
          <pc:sldMk cId="4080616712" sldId="265"/>
        </pc:sldMkLst>
        <pc:spChg chg="mod">
          <ac:chgData name="Berg, Dirk van den" userId="035ecb32-01d9-4b47-a105-eacf059a4647" providerId="ADAL" clId="{F7FF961E-CF96-44AC-93C2-93612F62D46D}" dt="2026-03-05T10:38:42.718" v="197" actId="20577"/>
          <ac:spMkLst>
            <pc:docMk/>
            <pc:sldMk cId="4080616712" sldId="265"/>
            <ac:spMk id="2" creationId="{661736B2-11FF-5B7B-FB42-80822EAA540C}"/>
          </ac:spMkLst>
        </pc:spChg>
        <pc:spChg chg="add del mod">
          <ac:chgData name="Berg, Dirk van den" userId="035ecb32-01d9-4b47-a105-eacf059a4647" providerId="ADAL" clId="{F7FF961E-CF96-44AC-93C2-93612F62D46D}" dt="2026-03-05T12:40:31.245" v="2259" actId="20577"/>
          <ac:spMkLst>
            <pc:docMk/>
            <pc:sldMk cId="4080616712" sldId="265"/>
            <ac:spMk id="3" creationId="{2F0542DA-0419-8E2A-B472-F4481305E1ED}"/>
          </ac:spMkLst>
        </pc:spChg>
        <pc:spChg chg="add mod">
          <ac:chgData name="Berg, Dirk van den" userId="035ecb32-01d9-4b47-a105-eacf059a4647" providerId="ADAL" clId="{F7FF961E-CF96-44AC-93C2-93612F62D46D}" dt="2026-03-05T12:16:49.601" v="1372"/>
          <ac:spMkLst>
            <pc:docMk/>
            <pc:sldMk cId="4080616712" sldId="265"/>
            <ac:spMk id="4" creationId="{36594998-17AA-E4A3-8145-7E850382F8A4}"/>
          </ac:spMkLst>
        </pc:spChg>
        <pc:spChg chg="add mod">
          <ac:chgData name="Berg, Dirk van den" userId="035ecb32-01d9-4b47-a105-eacf059a4647" providerId="ADAL" clId="{F7FF961E-CF96-44AC-93C2-93612F62D46D}" dt="2026-03-05T12:16:51.459" v="1374"/>
          <ac:spMkLst>
            <pc:docMk/>
            <pc:sldMk cId="4080616712" sldId="265"/>
            <ac:spMk id="5" creationId="{58E948B6-53BF-9BEC-A6E8-A23367AF25DA}"/>
          </ac:spMkLst>
        </pc:spChg>
        <pc:spChg chg="add">
          <ac:chgData name="Berg, Dirk van den" userId="035ecb32-01d9-4b47-a105-eacf059a4647" providerId="ADAL" clId="{F7FF961E-CF96-44AC-93C2-93612F62D46D}" dt="2026-03-05T12:16:54.561" v="1376"/>
          <ac:spMkLst>
            <pc:docMk/>
            <pc:sldMk cId="4080616712" sldId="265"/>
            <ac:spMk id="6" creationId="{7CFF62F9-B69D-1EA3-3541-F41A8BF21D63}"/>
          </ac:spMkLst>
        </pc:spChg>
        <pc:spChg chg="add">
          <ac:chgData name="Berg, Dirk van den" userId="035ecb32-01d9-4b47-a105-eacf059a4647" providerId="ADAL" clId="{F7FF961E-CF96-44AC-93C2-93612F62D46D}" dt="2026-03-05T12:16:59.577" v="1377"/>
          <ac:spMkLst>
            <pc:docMk/>
            <pc:sldMk cId="4080616712" sldId="265"/>
            <ac:spMk id="7" creationId="{9DF6BF89-910B-1344-3AEB-2B28922A8A98}"/>
          </ac:spMkLst>
        </pc:spChg>
        <pc:spChg chg="add mod">
          <ac:chgData name="Berg, Dirk van den" userId="035ecb32-01d9-4b47-a105-eacf059a4647" providerId="ADAL" clId="{F7FF961E-CF96-44AC-93C2-93612F62D46D}" dt="2026-03-05T12:17:09.958" v="1382"/>
          <ac:spMkLst>
            <pc:docMk/>
            <pc:sldMk cId="4080616712" sldId="265"/>
            <ac:spMk id="8" creationId="{D30EDA43-AE3C-E5AE-98A1-045D207970C0}"/>
          </ac:spMkLst>
        </pc:spChg>
      </pc:sldChg>
      <pc:sldChg chg="modSp new mod modNotesTx">
        <pc:chgData name="Berg, Dirk van den" userId="035ecb32-01d9-4b47-a105-eacf059a4647" providerId="ADAL" clId="{F7FF961E-CF96-44AC-93C2-93612F62D46D}" dt="2026-03-05T14:36:58.801" v="4520" actId="20577"/>
        <pc:sldMkLst>
          <pc:docMk/>
          <pc:sldMk cId="3693299984" sldId="266"/>
        </pc:sldMkLst>
        <pc:spChg chg="mod">
          <ac:chgData name="Berg, Dirk van den" userId="035ecb32-01d9-4b47-a105-eacf059a4647" providerId="ADAL" clId="{F7FF961E-CF96-44AC-93C2-93612F62D46D}" dt="2026-03-05T10:39:05.838" v="239" actId="20577"/>
          <ac:spMkLst>
            <pc:docMk/>
            <pc:sldMk cId="3693299984" sldId="266"/>
            <ac:spMk id="2" creationId="{A521F5F8-1B0C-167A-A8BF-C43C695A84E2}"/>
          </ac:spMkLst>
        </pc:spChg>
        <pc:spChg chg="mod">
          <ac:chgData name="Berg, Dirk van den" userId="035ecb32-01d9-4b47-a105-eacf059a4647" providerId="ADAL" clId="{F7FF961E-CF96-44AC-93C2-93612F62D46D}" dt="2026-03-05T12:46:26.002" v="2388" actId="20577"/>
          <ac:spMkLst>
            <pc:docMk/>
            <pc:sldMk cId="3693299984" sldId="266"/>
            <ac:spMk id="3" creationId="{5D15F7EB-509B-85DA-434E-A6B27CDF3647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5T14:38:38.967" v="4682" actId="20577"/>
        <pc:sldMkLst>
          <pc:docMk/>
          <pc:sldMk cId="3307888867" sldId="267"/>
        </pc:sldMkLst>
        <pc:spChg chg="mod">
          <ac:chgData name="Berg, Dirk van den" userId="035ecb32-01d9-4b47-a105-eacf059a4647" providerId="ADAL" clId="{F7FF961E-CF96-44AC-93C2-93612F62D46D}" dt="2026-03-05T12:52:38.648" v="2406"/>
          <ac:spMkLst>
            <pc:docMk/>
            <pc:sldMk cId="3307888867" sldId="267"/>
            <ac:spMk id="3" creationId="{00E98AED-938A-4CF3-3763-6C31B2C422F9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5T14:42:29.422" v="5180" actId="20577"/>
        <pc:sldMkLst>
          <pc:docMk/>
          <pc:sldMk cId="3636639720" sldId="268"/>
        </pc:sldMkLst>
        <pc:spChg chg="mod">
          <ac:chgData name="Berg, Dirk van den" userId="035ecb32-01d9-4b47-a105-eacf059a4647" providerId="ADAL" clId="{F7FF961E-CF96-44AC-93C2-93612F62D46D}" dt="2026-03-05T12:54:12.522" v="2412" actId="20577"/>
          <ac:spMkLst>
            <pc:docMk/>
            <pc:sldMk cId="3636639720" sldId="268"/>
            <ac:spMk id="3" creationId="{1546713A-4082-66E2-AB25-482A432E6AF4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5T14:41:31.582" v="5077" actId="20577"/>
        <pc:sldMkLst>
          <pc:docMk/>
          <pc:sldMk cId="3707777798" sldId="269"/>
        </pc:sldMkLst>
        <pc:spChg chg="mod">
          <ac:chgData name="Berg, Dirk van den" userId="035ecb32-01d9-4b47-a105-eacf059a4647" providerId="ADAL" clId="{F7FF961E-CF96-44AC-93C2-93612F62D46D}" dt="2026-03-05T12:53:45.474" v="2409" actId="20577"/>
          <ac:spMkLst>
            <pc:docMk/>
            <pc:sldMk cId="3707777798" sldId="269"/>
            <ac:spMk id="3" creationId="{D4BA2F3B-1549-9713-D283-CBFE73453BEC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5T14:40:35.839" v="4906" actId="20577"/>
        <pc:sldMkLst>
          <pc:docMk/>
          <pc:sldMk cId="1349587143" sldId="270"/>
        </pc:sldMkLst>
        <pc:spChg chg="mod">
          <ac:chgData name="Berg, Dirk van den" userId="035ecb32-01d9-4b47-a105-eacf059a4647" providerId="ADAL" clId="{F7FF961E-CF96-44AC-93C2-93612F62D46D}" dt="2026-03-05T12:43:04.308" v="2281" actId="20577"/>
          <ac:spMkLst>
            <pc:docMk/>
            <pc:sldMk cId="1349587143" sldId="270"/>
            <ac:spMk id="3" creationId="{A5B87C94-1269-E31F-D69A-0DA5C5BF4FE8}"/>
          </ac:spMkLst>
        </pc:spChg>
      </pc:sldChg>
      <pc:sldChg chg="add">
        <pc:chgData name="Berg, Dirk van den" userId="035ecb32-01d9-4b47-a105-eacf059a4647" providerId="ADAL" clId="{F7FF961E-CF96-44AC-93C2-93612F62D46D}" dt="2026-03-05T11:17:22.723" v="949"/>
        <pc:sldMkLst>
          <pc:docMk/>
          <pc:sldMk cId="204469149" sldId="294"/>
        </pc:sldMkLst>
      </pc:sldChg>
      <pc:sldChg chg="add">
        <pc:chgData name="Berg, Dirk van den" userId="035ecb32-01d9-4b47-a105-eacf059a4647" providerId="ADAL" clId="{F7FF961E-CF96-44AC-93C2-93612F62D46D}" dt="2026-03-05T11:16:26.995" v="948"/>
        <pc:sldMkLst>
          <pc:docMk/>
          <pc:sldMk cId="1890544362" sldId="306"/>
        </pc:sldMkLst>
      </pc:sldChg>
      <pc:sldChg chg="add">
        <pc:chgData name="Berg, Dirk van den" userId="035ecb32-01d9-4b47-a105-eacf059a4647" providerId="ADAL" clId="{F7FF961E-CF96-44AC-93C2-93612F62D46D}" dt="2026-03-05T11:16:26.995" v="948"/>
        <pc:sldMkLst>
          <pc:docMk/>
          <pc:sldMk cId="3950049016" sldId="319"/>
        </pc:sldMkLst>
      </pc:sldChg>
      <pc:sldChg chg="new del">
        <pc:chgData name="Berg, Dirk van den" userId="035ecb32-01d9-4b47-a105-eacf059a4647" providerId="ADAL" clId="{F7FF961E-CF96-44AC-93C2-93612F62D46D}" dt="2026-03-05T12:42:21.823" v="2269" actId="47"/>
        <pc:sldMkLst>
          <pc:docMk/>
          <pc:sldMk cId="3092312063" sldId="320"/>
        </pc:sldMkLst>
      </pc:sldChg>
      <pc:sldChg chg="addSp delSp modSp new mod">
        <pc:chgData name="Berg, Dirk van den" userId="035ecb32-01d9-4b47-a105-eacf059a4647" providerId="ADAL" clId="{F7FF961E-CF96-44AC-93C2-93612F62D46D}" dt="2026-03-05T12:40:53.037" v="2268" actId="6549"/>
        <pc:sldMkLst>
          <pc:docMk/>
          <pc:sldMk cId="1933437860" sldId="321"/>
        </pc:sldMkLst>
        <pc:spChg chg="mod">
          <ac:chgData name="Berg, Dirk van den" userId="035ecb32-01d9-4b47-a105-eacf059a4647" providerId="ADAL" clId="{F7FF961E-CF96-44AC-93C2-93612F62D46D}" dt="2026-03-05T12:17:35.059" v="1385"/>
          <ac:spMkLst>
            <pc:docMk/>
            <pc:sldMk cId="1933437860" sldId="321"/>
            <ac:spMk id="2" creationId="{E4368610-4C42-401F-AB1C-C42DF0EBA7CB}"/>
          </ac:spMkLst>
        </pc:spChg>
        <pc:spChg chg="add del mod">
          <ac:chgData name="Berg, Dirk van den" userId="035ecb32-01d9-4b47-a105-eacf059a4647" providerId="ADAL" clId="{F7FF961E-CF96-44AC-93C2-93612F62D46D}" dt="2026-03-05T12:40:53.037" v="2268" actId="6549"/>
          <ac:spMkLst>
            <pc:docMk/>
            <pc:sldMk cId="1933437860" sldId="321"/>
            <ac:spMk id="3" creationId="{25BBF1EA-47FB-D618-D52F-BD84C4E2B41B}"/>
          </ac:spMkLst>
        </pc:spChg>
        <pc:spChg chg="add mod">
          <ac:chgData name="Berg, Dirk van den" userId="035ecb32-01d9-4b47-a105-eacf059a4647" providerId="ADAL" clId="{F7FF961E-CF96-44AC-93C2-93612F62D46D}" dt="2026-03-05T12:17:45.393" v="1387"/>
          <ac:spMkLst>
            <pc:docMk/>
            <pc:sldMk cId="1933437860" sldId="321"/>
            <ac:spMk id="4" creationId="{8F9AB8AB-1E0A-D9FB-6E1A-93B6E5818E28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3-05T12:23:51.470" v="1584" actId="113"/>
        <pc:sldMkLst>
          <pc:docMk/>
          <pc:sldMk cId="167170809" sldId="322"/>
        </pc:sldMkLst>
        <pc:spChg chg="mod">
          <ac:chgData name="Berg, Dirk van den" userId="035ecb32-01d9-4b47-a105-eacf059a4647" providerId="ADAL" clId="{F7FF961E-CF96-44AC-93C2-93612F62D46D}" dt="2026-03-05T12:22:34.075" v="1542"/>
          <ac:spMkLst>
            <pc:docMk/>
            <pc:sldMk cId="167170809" sldId="322"/>
            <ac:spMk id="2" creationId="{2232B47B-6F64-01AA-B145-7F0DF9B39013}"/>
          </ac:spMkLst>
        </pc:spChg>
        <pc:spChg chg="add del mod">
          <ac:chgData name="Berg, Dirk van den" userId="035ecb32-01d9-4b47-a105-eacf059a4647" providerId="ADAL" clId="{F7FF961E-CF96-44AC-93C2-93612F62D46D}" dt="2026-03-05T12:23:51.470" v="1584" actId="113"/>
          <ac:spMkLst>
            <pc:docMk/>
            <pc:sldMk cId="167170809" sldId="322"/>
            <ac:spMk id="3" creationId="{86CFA176-5D21-3B95-0A96-91FBDE9B2431}"/>
          </ac:spMkLst>
        </pc:spChg>
        <pc:spChg chg="add mod">
          <ac:chgData name="Berg, Dirk van den" userId="035ecb32-01d9-4b47-a105-eacf059a4647" providerId="ADAL" clId="{F7FF961E-CF96-44AC-93C2-93612F62D46D}" dt="2026-03-05T12:22:56.168" v="1544"/>
          <ac:spMkLst>
            <pc:docMk/>
            <pc:sldMk cId="167170809" sldId="322"/>
            <ac:spMk id="4" creationId="{BAB83106-6EFB-1363-10CB-ED3FE091066A}"/>
          </ac:spMkLst>
        </pc:spChg>
      </pc:sldChg>
      <pc:sldChg chg="addSp delSp modSp add mod">
        <pc:chgData name="Berg, Dirk van den" userId="035ecb32-01d9-4b47-a105-eacf059a4647" providerId="ADAL" clId="{F7FF961E-CF96-44AC-93C2-93612F62D46D}" dt="2026-03-05T12:32:08.664" v="1917" actId="20577"/>
        <pc:sldMkLst>
          <pc:docMk/>
          <pc:sldMk cId="1672730133" sldId="323"/>
        </pc:sldMkLst>
        <pc:spChg chg="mod">
          <ac:chgData name="Berg, Dirk van den" userId="035ecb32-01d9-4b47-a105-eacf059a4647" providerId="ADAL" clId="{F7FF961E-CF96-44AC-93C2-93612F62D46D}" dt="2026-03-05T12:31:43.864" v="1914" actId="20577"/>
          <ac:spMkLst>
            <pc:docMk/>
            <pc:sldMk cId="1672730133" sldId="323"/>
            <ac:spMk id="2" creationId="{5639D9E4-5AA0-4B83-38DE-2139E716B129}"/>
          </ac:spMkLst>
        </pc:spChg>
        <pc:spChg chg="del">
          <ac:chgData name="Berg, Dirk van den" userId="035ecb32-01d9-4b47-a105-eacf059a4647" providerId="ADAL" clId="{F7FF961E-CF96-44AC-93C2-93612F62D46D}" dt="2026-03-05T12:31:54.136" v="1915"/>
          <ac:spMkLst>
            <pc:docMk/>
            <pc:sldMk cId="1672730133" sldId="323"/>
            <ac:spMk id="3" creationId="{E2EDD9AD-1CA8-541E-51F2-12BA9E144E04}"/>
          </ac:spMkLst>
        </pc:spChg>
        <pc:graphicFrameChg chg="add mod modGraphic">
          <ac:chgData name="Berg, Dirk van den" userId="035ecb32-01d9-4b47-a105-eacf059a4647" providerId="ADAL" clId="{F7FF961E-CF96-44AC-93C2-93612F62D46D}" dt="2026-03-05T12:32:08.664" v="1917" actId="20577"/>
          <ac:graphicFrameMkLst>
            <pc:docMk/>
            <pc:sldMk cId="1672730133" sldId="323"/>
            <ac:graphicFrameMk id="4" creationId="{0A05B0D4-D38F-B810-CF7E-7D54CAF459FC}"/>
          </ac:graphicFrameMkLst>
        </pc:graphicFrameChg>
      </pc:sldChg>
      <pc:sldChg chg="modSp add mod">
        <pc:chgData name="Berg, Dirk van den" userId="035ecb32-01d9-4b47-a105-eacf059a4647" providerId="ADAL" clId="{F7FF961E-CF96-44AC-93C2-93612F62D46D}" dt="2026-03-05T12:31:06.936" v="1901" actId="20577"/>
        <pc:sldMkLst>
          <pc:docMk/>
          <pc:sldMk cId="2738336054" sldId="324"/>
        </pc:sldMkLst>
        <pc:spChg chg="mod">
          <ac:chgData name="Berg, Dirk van den" userId="035ecb32-01d9-4b47-a105-eacf059a4647" providerId="ADAL" clId="{F7FF961E-CF96-44AC-93C2-93612F62D46D}" dt="2026-03-05T12:24:00.555" v="1585"/>
          <ac:spMkLst>
            <pc:docMk/>
            <pc:sldMk cId="2738336054" sldId="324"/>
            <ac:spMk id="2" creationId="{9274D111-CC4E-C5A0-B850-643CE321EBD9}"/>
          </ac:spMkLst>
        </pc:spChg>
        <pc:spChg chg="mod">
          <ac:chgData name="Berg, Dirk van den" userId="035ecb32-01d9-4b47-a105-eacf059a4647" providerId="ADAL" clId="{F7FF961E-CF96-44AC-93C2-93612F62D46D}" dt="2026-03-05T12:31:06.936" v="1901" actId="20577"/>
          <ac:spMkLst>
            <pc:docMk/>
            <pc:sldMk cId="2738336054" sldId="324"/>
            <ac:spMk id="3" creationId="{40B5C7C3-4517-C419-A844-EA962638A741}"/>
          </ac:spMkLst>
        </pc:spChg>
      </pc:sldChg>
      <pc:sldChg chg="modSp new mod">
        <pc:chgData name="Berg, Dirk van den" userId="035ecb32-01d9-4b47-a105-eacf059a4647" providerId="ADAL" clId="{F7FF961E-CF96-44AC-93C2-93612F62D46D}" dt="2026-03-05T12:27:59.744" v="1619" actId="20577"/>
        <pc:sldMkLst>
          <pc:docMk/>
          <pc:sldMk cId="2479596698" sldId="325"/>
        </pc:sldMkLst>
        <pc:spChg chg="mod">
          <ac:chgData name="Berg, Dirk van den" userId="035ecb32-01d9-4b47-a105-eacf059a4647" providerId="ADAL" clId="{F7FF961E-CF96-44AC-93C2-93612F62D46D}" dt="2026-03-05T12:27:59.744" v="1619" actId="20577"/>
          <ac:spMkLst>
            <pc:docMk/>
            <pc:sldMk cId="2479596698" sldId="325"/>
            <ac:spMk id="2" creationId="{CF9011BD-B421-F71E-F199-6864736BE3D3}"/>
          </ac:spMkLst>
        </pc:spChg>
        <pc:spChg chg="mod">
          <ac:chgData name="Berg, Dirk van den" userId="035ecb32-01d9-4b47-a105-eacf059a4647" providerId="ADAL" clId="{F7FF961E-CF96-44AC-93C2-93612F62D46D}" dt="2026-03-05T12:27:52.474" v="1595" actId="20577"/>
          <ac:spMkLst>
            <pc:docMk/>
            <pc:sldMk cId="2479596698" sldId="325"/>
            <ac:spMk id="3" creationId="{B95B4807-CE38-1879-3A3F-3069B4E38450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5T14:35:55.442" v="4249" actId="20577"/>
        <pc:sldMkLst>
          <pc:docMk/>
          <pc:sldMk cId="3942108659" sldId="326"/>
        </pc:sldMkLst>
        <pc:spChg chg="mod">
          <ac:chgData name="Berg, Dirk van den" userId="035ecb32-01d9-4b47-a105-eacf059a4647" providerId="ADAL" clId="{F7FF961E-CF96-44AC-93C2-93612F62D46D}" dt="2026-03-05T12:40:19.493" v="2252"/>
          <ac:spMkLst>
            <pc:docMk/>
            <pc:sldMk cId="3942108659" sldId="326"/>
            <ac:spMk id="2" creationId="{C7F83960-ED27-DF02-30DE-755E5BBFC290}"/>
          </ac:spMkLst>
        </pc:spChg>
        <pc:spChg chg="mod">
          <ac:chgData name="Berg, Dirk van den" userId="035ecb32-01d9-4b47-a105-eacf059a4647" providerId="ADAL" clId="{F7FF961E-CF96-44AC-93C2-93612F62D46D}" dt="2026-03-05T12:39:48.948" v="2245" actId="20577"/>
          <ac:spMkLst>
            <pc:docMk/>
            <pc:sldMk cId="3942108659" sldId="326"/>
            <ac:spMk id="3" creationId="{F42EE3F7-46CC-C87E-3102-DB3ABF3B723A}"/>
          </ac:spMkLst>
        </pc:spChg>
      </pc:sldChg>
      <pc:sldChg chg="addSp delSp modSp add mod modNotesTx">
        <pc:chgData name="Berg, Dirk van den" userId="035ecb32-01d9-4b47-a105-eacf059a4647" providerId="ADAL" clId="{F7FF961E-CF96-44AC-93C2-93612F62D46D}" dt="2026-03-05T14:31:59.789" v="3656" actId="20577"/>
        <pc:sldMkLst>
          <pc:docMk/>
          <pc:sldMk cId="2290613150" sldId="327"/>
        </pc:sldMkLst>
        <pc:spChg chg="mod">
          <ac:chgData name="Berg, Dirk van den" userId="035ecb32-01d9-4b47-a105-eacf059a4647" providerId="ADAL" clId="{F7FF961E-CF96-44AC-93C2-93612F62D46D}" dt="2026-03-05T12:32:25.025" v="1918"/>
          <ac:spMkLst>
            <pc:docMk/>
            <pc:sldMk cId="2290613150" sldId="327"/>
            <ac:spMk id="2" creationId="{48C99F1A-FC63-8B4D-D5D7-9FEC3E3F08F2}"/>
          </ac:spMkLst>
        </pc:spChg>
        <pc:spChg chg="add del mod">
          <ac:chgData name="Berg, Dirk van den" userId="035ecb32-01d9-4b47-a105-eacf059a4647" providerId="ADAL" clId="{F7FF961E-CF96-44AC-93C2-93612F62D46D}" dt="2026-03-05T12:37:34.733" v="1980" actId="20577"/>
          <ac:spMkLst>
            <pc:docMk/>
            <pc:sldMk cId="2290613150" sldId="327"/>
            <ac:spMk id="3" creationId="{4005F404-DC83-4790-8B27-1C0C83D0379D}"/>
          </ac:spMkLst>
        </pc:spChg>
        <pc:spChg chg="add mod">
          <ac:chgData name="Berg, Dirk van den" userId="035ecb32-01d9-4b47-a105-eacf059a4647" providerId="ADAL" clId="{F7FF961E-CF96-44AC-93C2-93612F62D46D}" dt="2026-03-05T12:32:41.631" v="1920"/>
          <ac:spMkLst>
            <pc:docMk/>
            <pc:sldMk cId="2290613150" sldId="327"/>
            <ac:spMk id="4" creationId="{0BD477BB-4C9E-796C-E1DF-85DAB3E2E45A}"/>
          </ac:spMkLst>
        </pc:spChg>
      </pc:sldChg>
      <pc:sldChg chg="modSp add del mod">
        <pc:chgData name="Berg, Dirk van den" userId="035ecb32-01d9-4b47-a105-eacf059a4647" providerId="ADAL" clId="{F7FF961E-CF96-44AC-93C2-93612F62D46D}" dt="2026-03-05T12:40:14.330" v="2248" actId="47"/>
        <pc:sldMkLst>
          <pc:docMk/>
          <pc:sldMk cId="1901027050" sldId="328"/>
        </pc:sldMkLst>
        <pc:spChg chg="mod">
          <ac:chgData name="Berg, Dirk van den" userId="035ecb32-01d9-4b47-a105-eacf059a4647" providerId="ADAL" clId="{F7FF961E-CF96-44AC-93C2-93612F62D46D}" dt="2026-03-05T12:40:13.205" v="2247" actId="20577"/>
          <ac:spMkLst>
            <pc:docMk/>
            <pc:sldMk cId="1901027050" sldId="328"/>
            <ac:spMk id="2" creationId="{33B9A9FE-EAA6-F6EC-9A9C-5EE0012516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CF6F3-CFA0-4E25-8D3E-64DFD1B7C4E8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C9F11-A0C6-4CA4-B90B-9C4678F388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757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modal transformation matrix (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Φ−1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 is to take the real-world, coupled physical coordinates of the gantry stage and mathematically transform them into a "decoupling basis“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vector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are the standard, measured position references for the physical actuators.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 are the two parallel motors carrying the cross-arm,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motor carrying the payload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 1: Translation Equation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1​=1/2​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1​+1/2​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to explain: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averaging the position of the two parallel actuators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2​), this equation calculates the exact center point of the cross-arm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 2: The Rotation Equation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2​=1/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1​−1/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​​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to explain: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equation calculates the difference in position between the two parallel actuators and divides it by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(the length of the moving cross-arm)</a:t>
            </a:r>
          </a:p>
          <a:p>
            <a:endParaRPr lang="en-US" dirty="0"/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meaning: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Dividing the arc length (the difference in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by the radius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​) calculates the yaw angle (Θ). This isolates the pure rotation or twisting of the cross-arm about its own center of mass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 3: The Payload Equation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to explain: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coordinate for the payload translation simply equals itself; the matrix multiplies it by 1 and ignores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</a:t>
            </a:r>
          </a:p>
          <a:p>
            <a:br>
              <a:rPr lang="en-US" dirty="0"/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not need a new modal coordinate because it has already been "pre-decoupled“; feedforward anticipation.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EECF-7CFE-4F6E-9B3B-50F8DF1D9DC3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5919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“Recommended to repeat these experiments, seemed very doable”- ASMPT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EECF-7CFE-4F6E-9B3B-50F8DF1D9DC3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7207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Initially didn’t want to include</a:t>
            </a:r>
          </a:p>
          <a:p>
            <a:endParaRPr lang="en-US" dirty="0"/>
          </a:p>
          <a:p>
            <a:r>
              <a:rPr lang="en-US" b="1" dirty="0"/>
              <a:t>If you have good nominal parameters:</a:t>
            </a:r>
            <a:r>
              <a:rPr lang="en-US" dirty="0"/>
              <a:t> Formalize as state-space A(Y), B(Y)</a:t>
            </a:r>
          </a:p>
          <a:p>
            <a:r>
              <a:rPr lang="en-US" dirty="0"/>
              <a:t>Discretize</a:t>
            </a:r>
          </a:p>
          <a:p>
            <a:r>
              <a:rPr lang="en-US" dirty="0"/>
              <a:t>Validate on ASMPT system</a:t>
            </a:r>
          </a:p>
          <a:p>
            <a:r>
              <a:rPr lang="en-US" dirty="0"/>
              <a:t>→ Mostly analytical work + validation</a:t>
            </a:r>
          </a:p>
          <a:p>
            <a:r>
              <a:rPr lang="en-US" b="1" dirty="0"/>
              <a:t>If nominal parameters aren't accurate enough:</a:t>
            </a:r>
            <a:r>
              <a:rPr lang="en-US" dirty="0"/>
              <a:t> Identify M₀, M₁, C, K from operational data</a:t>
            </a:r>
          </a:p>
          <a:p>
            <a:r>
              <a:rPr lang="en-US" dirty="0"/>
              <a:t>This requires LPV grey-box identification</a:t>
            </a:r>
          </a:p>
          <a:p>
            <a:r>
              <a:rPr lang="en-US" dirty="0"/>
              <a:t>→ Data-driven identification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State space </a:t>
            </a:r>
          </a:p>
          <a:p>
            <a:r>
              <a:rPr lang="en-US" dirty="0"/>
              <a:t>Qs and </a:t>
            </a:r>
            <a:r>
              <a:rPr lang="en-US" dirty="0" err="1"/>
              <a:t>qs</a:t>
            </a:r>
            <a:r>
              <a:rPr lang="en-US" dirty="0"/>
              <a:t> dot for discrete state space LPV model</a:t>
            </a:r>
          </a:p>
          <a:p>
            <a:r>
              <a:rPr lang="en-US" dirty="0"/>
              <a:t>Need to invert </a:t>
            </a:r>
            <a:r>
              <a:rPr lang="en-US" dirty="0" err="1"/>
              <a:t>Ms</a:t>
            </a:r>
            <a:r>
              <a:rPr lang="en-US" dirty="0"/>
              <a:t> matrix for this, that’s where the problem start. If its non-singular in any position. If its singular need to treat as discrete time system. Analyze </a:t>
            </a:r>
            <a:r>
              <a:rPr lang="en-US" dirty="0" err="1"/>
              <a:t>Ms</a:t>
            </a:r>
            <a:r>
              <a:rPr lang="en-US" dirty="0"/>
              <a:t> matrix, whether its invertible.</a:t>
            </a:r>
          </a:p>
          <a:p>
            <a:endParaRPr lang="en-US" dirty="0"/>
          </a:p>
          <a:p>
            <a:r>
              <a:rPr lang="en-US" dirty="0"/>
              <a:t>What is q position. Know all the variables here, how this models come together.</a:t>
            </a:r>
          </a:p>
          <a:p>
            <a:r>
              <a:rPr lang="en-US" dirty="0"/>
              <a:t>Y and q different?</a:t>
            </a:r>
          </a:p>
          <a:p>
            <a:r>
              <a:rPr lang="en-US" dirty="0"/>
              <a:t>Y 2 or 1 dimension presentation of the mass/payload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Baseline model set of equations</a:t>
            </a:r>
          </a:p>
          <a:p>
            <a:r>
              <a:rPr lang="en-US" dirty="0"/>
              <a:t>Setup on where we can do measurements</a:t>
            </a:r>
          </a:p>
          <a:p>
            <a:r>
              <a:rPr lang="en-US" dirty="0"/>
              <a:t>Cant yet do augmentation from Jan because don’t have data from the system</a:t>
            </a:r>
          </a:p>
          <a:p>
            <a:r>
              <a:rPr lang="en-US" dirty="0"/>
              <a:t>So for now try to use simulation from Jan MSD for FP gantry model</a:t>
            </a:r>
          </a:p>
          <a:p>
            <a:r>
              <a:rPr lang="en-US" dirty="0"/>
              <a:t>Jan’s code is full nonlinear maybe efficient to do with LPV, adapt Jan’s code or use Roel’s code</a:t>
            </a:r>
          </a:p>
          <a:p>
            <a:r>
              <a:rPr lang="en-US" dirty="0"/>
              <a:t>Can stay in fairly nicely </a:t>
            </a:r>
            <a:r>
              <a:rPr lang="en-US" dirty="0" err="1"/>
              <a:t>lpv</a:t>
            </a:r>
            <a:r>
              <a:rPr lang="en-US" dirty="0"/>
              <a:t> framework, because its mainly cross-coupling. Because Jan is in full nonlinear. Setting up a small </a:t>
            </a:r>
            <a:r>
              <a:rPr lang="en-US" dirty="0" err="1"/>
              <a:t>simulaton</a:t>
            </a:r>
            <a:r>
              <a:rPr lang="en-US" dirty="0"/>
              <a:t> example.</a:t>
            </a:r>
          </a:p>
          <a:p>
            <a:endParaRPr lang="en-US" dirty="0"/>
          </a:p>
          <a:p>
            <a:r>
              <a:rPr lang="en-US" dirty="0"/>
              <a:t>Descriptor formulation for LPV. </a:t>
            </a:r>
            <a:r>
              <a:rPr lang="en-US" dirty="0" err="1"/>
              <a:t>Ms</a:t>
            </a:r>
            <a:r>
              <a:rPr lang="en-US" dirty="0"/>
              <a:t> is not always invertible, could already be a good </a:t>
            </a:r>
            <a:r>
              <a:rPr lang="en-US" dirty="0" err="1"/>
              <a:t>identificication</a:t>
            </a:r>
            <a:r>
              <a:rPr lang="en-US" dirty="0"/>
              <a:t>. Already has solutions for that.</a:t>
            </a:r>
          </a:p>
          <a:p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8890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acceleration/</a:t>
            </a:r>
            <a:r>
              <a:rPr lang="en-US" dirty="0" err="1">
                <a:sym typeface="Wingdings" panose="05000000000000000000" pitchFamily="2" charset="2"/>
              </a:rPr>
              <a:t>massa</a:t>
            </a:r>
            <a:r>
              <a:rPr lang="en-US" dirty="0">
                <a:sym typeface="Wingdings" panose="05000000000000000000" pitchFamily="2" charset="2"/>
              </a:rPr>
              <a:t> feedforward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2110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LPV framework </a:t>
            </a:r>
            <a:r>
              <a:rPr lang="en-US" dirty="0" err="1"/>
              <a:t>identifyibilaty</a:t>
            </a:r>
            <a:r>
              <a:rPr lang="en-US" dirty="0"/>
              <a:t> important</a:t>
            </a:r>
          </a:p>
          <a:p>
            <a:r>
              <a:rPr lang="en-US" dirty="0"/>
              <a:t>Baseline model augment it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0993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up jump to LPV-LFR given the tools. Is more logical step to go straight instead of just LFR</a:t>
            </a:r>
          </a:p>
          <a:p>
            <a:endParaRPr lang="en-US" dirty="0"/>
          </a:p>
          <a:p>
            <a:r>
              <a:rPr lang="en-US" dirty="0"/>
              <a:t>First step, translate LPV-FP translate into state space with the </a:t>
            </a:r>
            <a:r>
              <a:rPr lang="en-US" dirty="0" err="1"/>
              <a:t>invertability</a:t>
            </a:r>
            <a:r>
              <a:rPr lang="en-US" dirty="0"/>
              <a:t> steps Rolands described. Link it to the LPV structure we described.</a:t>
            </a:r>
          </a:p>
          <a:p>
            <a:r>
              <a:rPr lang="en-US" dirty="0"/>
              <a:t>Later step we can look </a:t>
            </a:r>
            <a:r>
              <a:rPr lang="en-US" dirty="0" err="1"/>
              <a:t>wether</a:t>
            </a:r>
            <a:r>
              <a:rPr lang="en-US" dirty="0"/>
              <a:t> we use orthogonality or use another method to preserve </a:t>
            </a:r>
            <a:r>
              <a:rPr lang="en-US" dirty="0" err="1"/>
              <a:t>interprability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 this loop twice.</a:t>
            </a:r>
          </a:p>
          <a:p>
            <a:r>
              <a:rPr lang="en-US" dirty="0"/>
              <a:t>Once for simulation setup</a:t>
            </a:r>
          </a:p>
          <a:p>
            <a:r>
              <a:rPr lang="en-US" dirty="0"/>
              <a:t>Once for real system, choice of experiment design. Combine local FRFs with global measurements. Extra aspect that comes in to play there.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9416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already very specific.</a:t>
            </a:r>
          </a:p>
          <a:p>
            <a:r>
              <a:rPr lang="en-US" dirty="0"/>
              <a:t>Include everything I want to include in the solution</a:t>
            </a:r>
          </a:p>
          <a:p>
            <a:endParaRPr lang="en-US" dirty="0"/>
          </a:p>
          <a:p>
            <a:r>
              <a:rPr lang="en-US" dirty="0"/>
              <a:t>How to obtain an interpretable model of the dual-gantry system. Can add cross-coupling in the question somewhere.</a:t>
            </a:r>
          </a:p>
          <a:p>
            <a:endParaRPr lang="en-US" dirty="0"/>
          </a:p>
          <a:p>
            <a:r>
              <a:rPr lang="en-US" dirty="0"/>
              <a:t>Orthogonality possible answer same for </a:t>
            </a:r>
            <a:r>
              <a:rPr lang="en-US" dirty="0" err="1"/>
              <a:t>lpv</a:t>
            </a:r>
            <a:r>
              <a:rPr lang="en-US" dirty="0"/>
              <a:t> etc.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7050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subdivide the main </a:t>
            </a:r>
            <a:r>
              <a:rPr lang="en-US" dirty="0" err="1"/>
              <a:t>rq</a:t>
            </a:r>
            <a:r>
              <a:rPr lang="en-US" dirty="0"/>
              <a:t> into the sub </a:t>
            </a:r>
            <a:r>
              <a:rPr lang="en-US" dirty="0" err="1"/>
              <a:t>rqs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Evaluate accuracy baseline model that is </a:t>
            </a:r>
            <a:r>
              <a:rPr lang="en-US" dirty="0" err="1"/>
              <a:t>avalailbe</a:t>
            </a:r>
            <a:r>
              <a:rPr lang="en-US" dirty="0"/>
              <a:t> physics </a:t>
            </a:r>
            <a:r>
              <a:rPr lang="en-US" dirty="0" err="1"/>
              <a:t>lpv</a:t>
            </a:r>
            <a:r>
              <a:rPr lang="en-US" dirty="0"/>
              <a:t> model compare it to an LTI alternative.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185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exact augmentation structure we will address.</a:t>
            </a:r>
          </a:p>
          <a:p>
            <a:endParaRPr lang="en-US" dirty="0"/>
          </a:p>
          <a:p>
            <a:r>
              <a:rPr lang="en-US" dirty="0"/>
              <a:t>What type of LPV-LFR structure we aim to use.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Master thesis does not require </a:t>
            </a:r>
            <a:r>
              <a:rPr lang="en-US" dirty="0" err="1"/>
              <a:t>subquestions</a:t>
            </a:r>
            <a:endParaRPr lang="en-US" dirty="0"/>
          </a:p>
          <a:p>
            <a:r>
              <a:rPr lang="en-US" dirty="0"/>
              <a:t>Just state what you want to answer main </a:t>
            </a:r>
            <a:r>
              <a:rPr lang="en-US" dirty="0" err="1"/>
              <a:t>rq</a:t>
            </a:r>
            <a:r>
              <a:rPr lang="en-US" dirty="0"/>
              <a:t> with these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3785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interpret the augmentation and how can we ensure interpretability during identification.</a:t>
            </a:r>
          </a:p>
          <a:p>
            <a:r>
              <a:rPr lang="en-US" dirty="0"/>
              <a:t>Possible direction </a:t>
            </a:r>
          </a:p>
          <a:p>
            <a:r>
              <a:rPr lang="en-US" dirty="0"/>
              <a:t>Regularization or orthogonality.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5552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validation, not a </a:t>
            </a:r>
            <a:r>
              <a:rPr lang="en-US" dirty="0" err="1"/>
              <a:t>rq</a:t>
            </a:r>
            <a:r>
              <a:rPr lang="en-US" dirty="0"/>
              <a:t>. </a:t>
            </a:r>
          </a:p>
          <a:p>
            <a:r>
              <a:rPr lang="en-US" dirty="0"/>
              <a:t>Unseen data, which is in the same range as training data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353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05/03/2026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5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Feedback ASMPT</a:t>
            </a:r>
          </a:p>
          <a:p>
            <a:pPr lvl="1"/>
            <a:r>
              <a:rPr lang="en-US" dirty="0"/>
              <a:t>Feedforward inversion</a:t>
            </a:r>
          </a:p>
          <a:p>
            <a:pPr lvl="1"/>
            <a:r>
              <a:rPr lang="en-US" dirty="0"/>
              <a:t>FP-LPV scheduling</a:t>
            </a:r>
          </a:p>
          <a:p>
            <a:r>
              <a:rPr lang="en-US" dirty="0"/>
              <a:t>Research Plan</a:t>
            </a:r>
          </a:p>
          <a:p>
            <a:pPr lvl="1"/>
            <a:r>
              <a:rPr lang="en-US" dirty="0"/>
              <a:t>Background</a:t>
            </a:r>
          </a:p>
          <a:p>
            <a:pPr lvl="1"/>
            <a:r>
              <a:rPr lang="en-US" dirty="0"/>
              <a:t>Research questions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Specific decoupling used</a:t>
            </a:r>
          </a:p>
          <a:p>
            <a:pPr lvl="1"/>
            <a:r>
              <a:rPr lang="en-US" dirty="0"/>
              <a:t>Associated parameters for decoupled FP model</a:t>
            </a:r>
          </a:p>
          <a:p>
            <a:r>
              <a:rPr lang="en-US" dirty="0"/>
              <a:t>Simulation Jan</a:t>
            </a:r>
          </a:p>
          <a:p>
            <a:pPr lvl="1"/>
            <a:r>
              <a:rPr lang="en-US" dirty="0"/>
              <a:t>Adapt to MIMO (two lines of code)</a:t>
            </a:r>
          </a:p>
          <a:p>
            <a:pPr lvl="1"/>
            <a:r>
              <a:rPr lang="en-US" dirty="0"/>
              <a:t>Adapt to LPV</a:t>
            </a:r>
          </a:p>
          <a:p>
            <a:r>
              <a:rPr lang="en-US" dirty="0"/>
              <a:t>Experiment design – Alternatives to OMNIPUS</a:t>
            </a:r>
          </a:p>
          <a:p>
            <a:pPr lvl="1"/>
            <a:r>
              <a:rPr lang="en-US" dirty="0"/>
              <a:t>Will not be discussed at the moment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072AD-DC96-381F-8ABB-45256AEC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3020-9B36-122C-2225-30B135F3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61" y="-104107"/>
            <a:ext cx="10515600" cy="1325563"/>
          </a:xfrm>
        </p:spPr>
        <p:txBody>
          <a:bodyPr/>
          <a:lstStyle/>
          <a:p>
            <a:r>
              <a:rPr lang="en-US" dirty="0"/>
              <a:t>ASMPT Specifications - Decoupling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0EF81-5E94-D081-6393-0F5407EB8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61" y="911432"/>
            <a:ext cx="11546928" cy="3672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FP model decoupling</a:t>
            </a:r>
            <a:endParaRPr lang="en-NL" dirty="0"/>
          </a:p>
          <a:p>
            <a:pPr lvl="1"/>
            <a:r>
              <a:rPr lang="en-US" dirty="0"/>
              <a:t>Both coupled and decoupled FP model are available. </a:t>
            </a:r>
            <a:endParaRPr lang="en-NL" dirty="0"/>
          </a:p>
          <a:p>
            <a:pPr lvl="1"/>
            <a:r>
              <a:rPr lang="en-US" dirty="0"/>
              <a:t>Modal transformation decoupling: </a:t>
            </a:r>
          </a:p>
          <a:p>
            <a:pPr lvl="1"/>
            <a:r>
              <a:rPr lang="en-US" dirty="0"/>
              <a:t>T</a:t>
            </a:r>
            <a:r>
              <a:rPr lang="en-NL" dirty="0"/>
              <a:t>he physical motor positions</a:t>
            </a:r>
            <a:r>
              <a:rPr lang="en-US" dirty="0"/>
              <a:t> X1, X2 </a:t>
            </a:r>
            <a:r>
              <a:rPr lang="en-NL" dirty="0"/>
              <a:t>are transformed into two (approximately)</a:t>
            </a:r>
            <a:r>
              <a:rPr lang="en-US" dirty="0"/>
              <a:t> </a:t>
            </a:r>
            <a:r>
              <a:rPr lang="en-NL" dirty="0"/>
              <a:t>independent modal coordinates:</a:t>
            </a:r>
          </a:p>
          <a:p>
            <a:pPr lvl="2"/>
            <a:r>
              <a:rPr lang="en-NL" dirty="0"/>
              <a:t>η</a:t>
            </a:r>
            <a:r>
              <a:rPr lang="en-US" dirty="0"/>
              <a:t>1: translation/synchronous motion of the cross-arm</a:t>
            </a:r>
            <a:endParaRPr lang="en-NL" dirty="0"/>
          </a:p>
          <a:p>
            <a:pPr lvl="2"/>
            <a:r>
              <a:rPr lang="en-NL" dirty="0"/>
              <a:t>η</a:t>
            </a:r>
            <a:r>
              <a:rPr lang="en-US" dirty="0"/>
              <a:t>2: twist/rotational mode of the cross-arm</a:t>
            </a:r>
          </a:p>
          <a:p>
            <a:r>
              <a:rPr lang="en-US" dirty="0"/>
              <a:t>The decoupled FP model can be used in the feedforward. The feedback cannot be changed due to firmware constraints, so we assume the existing feedback bandwidth is sufficient</a:t>
            </a:r>
            <a:endParaRPr lang="en-NL" dirty="0"/>
          </a:p>
          <a:p>
            <a:endParaRPr lang="en-NL" dirty="0"/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A656A-69F0-7959-E4A1-B6E1F131D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083" b="18930"/>
          <a:stretch>
            <a:fillRect/>
          </a:stretch>
        </p:blipFill>
        <p:spPr>
          <a:xfrm>
            <a:off x="665206" y="4442534"/>
            <a:ext cx="10034255" cy="1325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9CE1E9-3FD0-6277-CF8E-B94EA0902BB6}"/>
              </a:ext>
            </a:extLst>
          </p:cNvPr>
          <p:cNvSpPr txBox="1"/>
          <p:nvPr/>
        </p:nvSpPr>
        <p:spPr>
          <a:xfrm>
            <a:off x="556921" y="5846052"/>
            <a:ext cx="11078157" cy="931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“The feedforward control starts from the reference positions, velocities, and accelerations X1 ref, X2 ref, and </a:t>
            </a:r>
            <a:r>
              <a:rPr lang="en-US" b="1" i="1" dirty="0" err="1"/>
              <a:t>Yref</a:t>
            </a:r>
            <a:r>
              <a:rPr lang="en-US" b="1" i="1" dirty="0"/>
              <a:t>. These references are transformed into the equivalent decoupling basis references η1 ref, η2 ref and </a:t>
            </a:r>
            <a:r>
              <a:rPr lang="en-US" b="1" i="1" dirty="0" err="1"/>
              <a:t>Yref</a:t>
            </a:r>
            <a:r>
              <a:rPr lang="en-US" b="1" i="1" dirty="0"/>
              <a:t>, using (39)”</a:t>
            </a:r>
            <a:endParaRPr lang="en-NL"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F55B8-EBD2-67DD-00C8-C8BC28BC5388}"/>
              </a:ext>
            </a:extLst>
          </p:cNvPr>
          <p:cNvSpPr txBox="1"/>
          <p:nvPr/>
        </p:nvSpPr>
        <p:spPr>
          <a:xfrm>
            <a:off x="10535115" y="4806732"/>
            <a:ext cx="772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(39)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189054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076D6B-DEF6-5164-3138-8F2F3C05C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025" y="365125"/>
            <a:ext cx="6629975" cy="59288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C4E26A-56D2-9290-1BC2-E366E668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88" y="0"/>
            <a:ext cx="3143250" cy="1325563"/>
          </a:xfrm>
        </p:spPr>
        <p:txBody>
          <a:bodyPr/>
          <a:lstStyle/>
          <a:p>
            <a:r>
              <a:rPr lang="en-US" dirty="0"/>
              <a:t>FP model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29C2-87E4-32B9-CDAE-C689CCA5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063625"/>
            <a:ext cx="5638800" cy="5429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Entire decoupled FP model can be explained with parameters in table 1.</a:t>
            </a:r>
          </a:p>
          <a:p>
            <a:r>
              <a:rPr lang="en-US" dirty="0"/>
              <a:t>Experiments for parameters:</a:t>
            </a:r>
          </a:p>
          <a:p>
            <a:pPr lvl="1"/>
            <a:r>
              <a:rPr lang="en-US" b="1" dirty="0"/>
              <a:t>Payload (Y-axis):</a:t>
            </a:r>
            <a:r>
              <a:rPr lang="en-US" dirty="0"/>
              <a:t> To isolate the payload's parameters, the parallel actuators (</a:t>
            </a:r>
            <a:r>
              <a:rPr lang="en-US" i="1" dirty="0"/>
              <a:t>X</a:t>
            </a:r>
            <a:r>
              <a:rPr lang="en-US" dirty="0"/>
              <a:t>1​ and </a:t>
            </a:r>
            <a:r>
              <a:rPr lang="en-US" i="1" dirty="0"/>
              <a:t>X</a:t>
            </a:r>
            <a:r>
              <a:rPr lang="en-US" dirty="0"/>
              <a:t>2​) are physically blocked to prevent the cross-arm from rotating</a:t>
            </a:r>
          </a:p>
          <a:p>
            <a:pPr lvl="1"/>
            <a:r>
              <a:rPr lang="en-US" b="1" dirty="0"/>
              <a:t>Synchronous Translation (X-axis):</a:t>
            </a:r>
            <a:r>
              <a:rPr lang="en-US" dirty="0"/>
              <a:t>To identify the parameters of the main actuators, </a:t>
            </a:r>
            <a:r>
              <a:rPr lang="en-US" i="1" dirty="0"/>
              <a:t>X</a:t>
            </a:r>
            <a:r>
              <a:rPr lang="en-US" dirty="0"/>
              <a:t>1​ and </a:t>
            </a:r>
            <a:r>
              <a:rPr lang="en-US" i="1" dirty="0"/>
              <a:t>X</a:t>
            </a:r>
            <a:r>
              <a:rPr lang="en-US" dirty="0"/>
              <a:t>2​ are moved in perfect synchronization</a:t>
            </a:r>
          </a:p>
          <a:p>
            <a:pPr lvl="1"/>
            <a:r>
              <a:rPr lang="en-US" b="1" dirty="0"/>
              <a:t>Rotation (</a:t>
            </a:r>
            <a:r>
              <a:rPr lang="en-US" dirty="0"/>
              <a:t>Θ</a:t>
            </a:r>
            <a:r>
              <a:rPr lang="en-US" b="1" dirty="0"/>
              <a:t>): </a:t>
            </a:r>
            <a:r>
              <a:rPr lang="en-US" dirty="0"/>
              <a:t>To determine the parameters of the flexible joints and the cross-arm's rotary dynamics, the cross-arm is intentionally rotated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5004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F37739-76F7-6290-A43F-93929C4A8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999" y="3552364"/>
            <a:ext cx="7887801" cy="33056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2EC01-B18F-0F88-B29B-23F2FF2F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Setup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136A0-B3AE-93AC-6F3F-0F25AF091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625"/>
            <a:ext cx="11353800" cy="21875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Need to adjust simulation section to incorporate LPV and MIMO methods into current simulation structure.</a:t>
            </a:r>
          </a:p>
          <a:p>
            <a:r>
              <a:rPr lang="en-US" dirty="0"/>
              <a:t>Mass Spring Damper system: dynamics of the third (red) mass block and a nonlinear cubic spring (a1) attached to the known modeled system.</a:t>
            </a:r>
          </a:p>
          <a:p>
            <a:r>
              <a:rPr lang="en-US" dirty="0"/>
              <a:t>Baseline Model: The code assumes we only have an imperfect, simplified physical model: linear 2-DOF system that only takes the first two masses into account</a:t>
            </a:r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446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3134-4CC6-7831-7438-94ABA271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Feedback ASMPT</a:t>
            </a:r>
            <a:br>
              <a:rPr lang="en-US" sz="3600" dirty="0"/>
            </a:br>
            <a:r>
              <a:rPr lang="en-US" sz="3600" dirty="0"/>
              <a:t>Feedforward not but only plant modeling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6B0C2-338E-0481-81C5-036000210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67649" cy="4209415"/>
          </a:xfrm>
        </p:spPr>
        <p:txBody>
          <a:bodyPr/>
          <a:lstStyle/>
          <a:p>
            <a:r>
              <a:rPr lang="en-US" dirty="0"/>
              <a:t>Feedforward inversion disconnect with original project description</a:t>
            </a:r>
          </a:p>
          <a:p>
            <a:r>
              <a:rPr lang="en-US" dirty="0"/>
              <a:t>Goal is not feedforward that will actively try to reduce settling error bound</a:t>
            </a:r>
          </a:p>
          <a:p>
            <a:pPr lvl="1"/>
            <a:r>
              <a:rPr lang="en-US" dirty="0"/>
              <a:t>Instead create an accurate plant model. Can still focus on settling error, but not actively compensate</a:t>
            </a:r>
          </a:p>
          <a:p>
            <a:pPr lvl="2"/>
            <a:r>
              <a:rPr lang="en-US" dirty="0"/>
              <a:t>Priorities for identifiability: cross-coupling</a:t>
            </a:r>
          </a:p>
          <a:p>
            <a:pPr lvl="3"/>
            <a:r>
              <a:rPr lang="en-US" dirty="0"/>
              <a:t>Coupling not specifically non-linearities also hard to model linearities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895AA-4E07-24C7-AFB3-0D73BB41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5" t="4007" r="7223" b="2007"/>
          <a:stretch>
            <a:fillRect/>
          </a:stretch>
        </p:blipFill>
        <p:spPr>
          <a:xfrm>
            <a:off x="8705849" y="161416"/>
            <a:ext cx="3327655" cy="5181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1802A-4606-2F50-22A7-EC0645E386BE}"/>
              </a:ext>
            </a:extLst>
          </p:cNvPr>
          <p:cNvSpPr txBox="1"/>
          <p:nvPr/>
        </p:nvSpPr>
        <p:spPr>
          <a:xfrm>
            <a:off x="9356978" y="5343337"/>
            <a:ext cx="3076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Measured system – black</a:t>
            </a:r>
          </a:p>
          <a:p>
            <a:r>
              <a:rPr lang="en-US" dirty="0"/>
              <a:t>FP model – blue</a:t>
            </a:r>
          </a:p>
          <a:p>
            <a:r>
              <a:rPr lang="en-US" dirty="0"/>
              <a:t>EA model – red</a:t>
            </a:r>
          </a:p>
          <a:p>
            <a:r>
              <a:rPr lang="en-US" dirty="0"/>
              <a:t>Reference profile – green</a:t>
            </a:r>
          </a:p>
          <a:p>
            <a:r>
              <a:rPr lang="en-US" dirty="0"/>
              <a:t>Error bounds – yellow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5040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8407AF-22F7-471B-AA76-5E3747F2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95" y="4364183"/>
            <a:ext cx="18524644" cy="194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2BC587-79D4-C0AE-6CD1-0E31D3A37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530"/>
          <a:stretch>
            <a:fillRect/>
          </a:stretch>
        </p:blipFill>
        <p:spPr>
          <a:xfrm>
            <a:off x="2881813" y="3655798"/>
            <a:ext cx="17796030" cy="10408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DFA82D-F670-5812-33BF-5BBA4A9D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ASMPT</a:t>
            </a:r>
            <a:br>
              <a:rPr lang="en-US" dirty="0"/>
            </a:br>
            <a:r>
              <a:rPr lang="en-US" dirty="0"/>
              <a:t>FP-LPV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8DB5D-83FB-7379-BC72-216828AC5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LPV: </a:t>
            </a:r>
            <a:r>
              <a:rPr lang="fr-FR" dirty="0"/>
              <a:t>Mass matrix M </a:t>
            </a:r>
            <a:r>
              <a:rPr lang="fr-FR" dirty="0" err="1"/>
              <a:t>depends</a:t>
            </a:r>
            <a:r>
              <a:rPr lang="fr-FR" dirty="0"/>
              <a:t> on Y-position</a:t>
            </a:r>
            <a:endParaRPr lang="en-US" dirty="0"/>
          </a:p>
          <a:p>
            <a:r>
              <a:rPr lang="en-US" dirty="0"/>
              <a:t>Currently incorporated into the research questions</a:t>
            </a:r>
          </a:p>
          <a:p>
            <a:r>
              <a:rPr lang="en-US" dirty="0"/>
              <a:t>Convert to state-space</a:t>
            </a:r>
          </a:p>
          <a:p>
            <a:r>
              <a:rPr lang="en-US" dirty="0"/>
              <a:t>Formulas from same paper as decoupling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6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11BD-B421-F71E-F199-6864736B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- Overview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4807-CE38-1879-3A3F-3069B4E3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800" dirty="0"/>
              <a:t>1. Background and already obtained results in the topic</a:t>
            </a:r>
          </a:p>
          <a:p>
            <a:pPr lvl="1"/>
            <a:r>
              <a:rPr lang="en-US" sz="2800" dirty="0"/>
              <a:t>2. Literature survey </a:t>
            </a:r>
          </a:p>
          <a:p>
            <a:pPr lvl="1"/>
            <a:r>
              <a:rPr lang="en-US" sz="2800" dirty="0"/>
              <a:t>3. Research questions </a:t>
            </a:r>
          </a:p>
          <a:p>
            <a:pPr lvl="1"/>
            <a:r>
              <a:rPr lang="en-US" sz="2800" dirty="0"/>
              <a:t>4. AI&amp;ES relevance </a:t>
            </a:r>
          </a:p>
          <a:p>
            <a:pPr lvl="1"/>
            <a:r>
              <a:rPr lang="en-US" sz="2800" dirty="0"/>
              <a:t>5. Research methods </a:t>
            </a:r>
          </a:p>
          <a:p>
            <a:pPr lvl="1"/>
            <a:r>
              <a:rPr lang="en-US" sz="2800" dirty="0"/>
              <a:t>6. Expected outcomes of the project </a:t>
            </a:r>
          </a:p>
          <a:p>
            <a:pPr lvl="1"/>
            <a:r>
              <a:rPr lang="en-US" sz="2800" dirty="0"/>
              <a:t>7. Time planning phase 2 </a:t>
            </a:r>
          </a:p>
        </p:txBody>
      </p:sp>
    </p:spTree>
    <p:extLst>
      <p:ext uri="{BB962C8B-B14F-4D97-AF65-F5344CB8AC3E}">
        <p14:creationId xmlns:p14="http://schemas.microsoft.com/office/powerpoint/2010/main" val="247959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36B2-11FF-5B7B-FB42-80822EAA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- Background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42DA-0419-8E2A-B472-F4481305E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Industrial Context &amp; Requirements</a:t>
            </a:r>
          </a:p>
          <a:p>
            <a:r>
              <a:rPr lang="en-US" dirty="0"/>
              <a:t>Dual-Gantry System Challenges</a:t>
            </a:r>
          </a:p>
          <a:p>
            <a:r>
              <a:rPr lang="en-US" dirty="0"/>
              <a:t>Current Industrial Practice (ASMPT Baseline)</a:t>
            </a:r>
          </a:p>
          <a:p>
            <a:r>
              <a:rPr lang="en-US" dirty="0"/>
              <a:t>Grey-Box justification</a:t>
            </a:r>
          </a:p>
          <a:p>
            <a:r>
              <a:rPr lang="en-US" dirty="0"/>
              <a:t>Grey-Box Identifiability Problem</a:t>
            </a:r>
          </a:p>
          <a:p>
            <a:r>
              <a:rPr lang="en-US" dirty="0"/>
              <a:t>Solution Framework / Research Gap: </a:t>
            </a:r>
          </a:p>
          <a:p>
            <a:pPr lvl="1"/>
            <a:r>
              <a:rPr lang="en-US" dirty="0"/>
              <a:t>Extend FP baseline to FP-LPV</a:t>
            </a:r>
          </a:p>
          <a:p>
            <a:pPr lvl="1"/>
            <a:r>
              <a:rPr lang="en-US" dirty="0"/>
              <a:t>LPV-LFR + Orthogonality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08061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8610-4C42-401F-AB1C-C42DF0EB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Industrial Context &amp; 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BF1EA-47FB-D618-D52F-BD84C4E2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Application: Semiconductor chip bonding for advanced packaging </a:t>
            </a:r>
          </a:p>
          <a:p>
            <a:r>
              <a:rPr lang="en-US" dirty="0"/>
              <a:t>Performance metric: Settling time drives throughput</a:t>
            </a:r>
          </a:p>
          <a:p>
            <a:r>
              <a:rPr lang="en-US" dirty="0"/>
              <a:t>Need: Accurate plant models for control design; digital twin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3343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B47B-6F64-01AA-B145-7F0DF9B3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Dual-Gantry System Challenges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FA176-5D21-3B95-0A96-91FBDE9B2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Configuration: Two parallel actuators support common crossbeam</a:t>
            </a:r>
          </a:p>
          <a:p>
            <a:r>
              <a:rPr lang="en-US" dirty="0"/>
              <a:t>Rigid-body dynamics: Decompose to modal coordinates</a:t>
            </a:r>
          </a:p>
          <a:p>
            <a:r>
              <a:rPr lang="en-US" dirty="0"/>
              <a:t>Identified Primary limitation: Position-dependent coupling</a:t>
            </a:r>
          </a:p>
        </p:txBody>
      </p:sp>
    </p:spTree>
    <p:extLst>
      <p:ext uri="{BB962C8B-B14F-4D97-AF65-F5344CB8AC3E}">
        <p14:creationId xmlns:p14="http://schemas.microsoft.com/office/powerpoint/2010/main" val="167170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E17B-7276-5E00-BAE8-9E30FE36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D111-CC4E-C5A0-B850-643CE321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Industrial Practice (ASMPT Baseline)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5C7C3-4517-C419-A844-EA962638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feedforward implementation uses multiple FRF measurements </a:t>
            </a:r>
            <a:r>
              <a:rPr lang="en-US" dirty="0">
                <a:sym typeface="Wingdings" panose="05000000000000000000" pitchFamily="2" charset="2"/>
              </a:rPr>
              <a:t> finds the optimum</a:t>
            </a:r>
          </a:p>
          <a:p>
            <a:r>
              <a:rPr lang="en-US" dirty="0">
                <a:sym typeface="Wingdings" panose="05000000000000000000" pitchFamily="2" charset="2"/>
              </a:rPr>
              <a:t>The dual gantry system from ETEL already uses position dependent feedforward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3833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4C05-C7A8-7416-9605-6D6099C0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D9E4-5AA0-4B83-38DE-2139E716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Grey-Box justification</a:t>
            </a:r>
            <a:endParaRPr lang="en-N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05B0D4-D38F-B810-CF7E-7D54CAF459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037241"/>
              </p:ext>
            </p:extLst>
          </p:nvPr>
        </p:nvGraphicFramePr>
        <p:xfrm>
          <a:off x="838200" y="285829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385034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382345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03636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Strengths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570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White-box</a:t>
                      </a:r>
                      <a:r>
                        <a:rPr lang="en-US"/>
                        <a:t> (FEM)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Physical interpretability, extrapolation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Hundreds of parameters, not identifiable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236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Black-box</a:t>
                      </a:r>
                      <a:r>
                        <a:rPr lang="en-US"/>
                        <a:t> (NN/GP)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Captures all training dynamics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interpretability, poor extrapolation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6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Grey-box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Physics baseline + learned residuals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Identifiability problem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621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73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D303-9EC8-2A60-FC74-280B2FD3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9F1A-FC63-8B4D-D5D7-9FEC3E3F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Grey-Box Identifiability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5F404-DC83-4790-8B27-1C0C83D03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compensation: Learned component absorbs physics dynamics</a:t>
            </a:r>
          </a:p>
          <a:p>
            <a:r>
              <a:rPr lang="en-US" dirty="0"/>
              <a:t>Consequence: Physics parameters drift to non-physical values</a:t>
            </a:r>
          </a:p>
          <a:p>
            <a:r>
              <a:rPr lang="en-US" dirty="0"/>
              <a:t>Lost benefits:</a:t>
            </a:r>
          </a:p>
          <a:p>
            <a:pPr lvl="1"/>
            <a:r>
              <a:rPr lang="en-US" dirty="0"/>
              <a:t>Physical interpretability (parameters lose meaning)</a:t>
            </a:r>
          </a:p>
          <a:p>
            <a:pPr lvl="1"/>
            <a:r>
              <a:rPr lang="en-US" dirty="0"/>
              <a:t>Negation problem (orthogonality solution)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9061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7899-5B6D-0C04-C6C7-80905158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3960-ED27-DF02-30DE-755E5BBF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Framework / Research Gap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EE3F7-46CC-C87E-3102-DB3ABF3B7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 FP to work for LPV</a:t>
            </a:r>
          </a:p>
          <a:p>
            <a:r>
              <a:rPr lang="en-US" dirty="0"/>
              <a:t>Adapt LFR to dual-gantry setup</a:t>
            </a:r>
          </a:p>
          <a:p>
            <a:r>
              <a:rPr lang="en-US" dirty="0"/>
              <a:t>Adapt LFR to work with LPV</a:t>
            </a:r>
          </a:p>
          <a:p>
            <a:r>
              <a:rPr lang="en-US" dirty="0"/>
              <a:t>Adapt LPV-LFR to work with orthogonality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42108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F5F8-1B0C-167A-A8BF-C43C695A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5F7EB-509B-85DA-434E-A6B27CDF3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 RQ:</a:t>
            </a:r>
          </a:p>
          <a:p>
            <a:pPr marL="0" indent="0">
              <a:buNone/>
            </a:pPr>
            <a:r>
              <a:rPr lang="en-US" dirty="0"/>
              <a:t>Can orthogonality-constrained LPV-LFR augmentation improve prediction accuracy of flexible cross-coupling and position-dependent dynamics during settling while preserving parameter identifiability compared to rigid-body baselines on dual-gantry hardware?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Dragan mentioned main part we want to identify is coupling (not friction for example)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9329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4033-540D-E36F-81FD-60AC5FD6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36A1-1F9F-0A68-922C-5BB97D11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98AED-938A-4CF3-3763-6C31B2C42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RQ1: LPV Parameter Scheduling</a:t>
            </a:r>
          </a:p>
          <a:p>
            <a:pPr marL="0" indent="0">
              <a:buNone/>
            </a:pPr>
            <a:r>
              <a:rPr lang="en-US" dirty="0"/>
              <a:t>Does the LPV physics baseline with position-dependent scheduling improve prediction accuracy during settling compared to position-independent (LTI) modeling?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07888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BDD7A-C23D-8FD1-F569-8A038D33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2A80-11EA-EE45-3E54-4459CC66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87C94-1269-E31F-D69A-0DA5C5BF4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RQ2: </a:t>
            </a:r>
            <a:r>
              <a:rPr lang="fr-FR" dirty="0" err="1"/>
              <a:t>Parallel</a:t>
            </a:r>
            <a:r>
              <a:rPr lang="fr-FR" dirty="0"/>
              <a:t> LFR Augmentation Structure</a:t>
            </a:r>
          </a:p>
          <a:p>
            <a:pPr marL="0" indent="0">
              <a:buNone/>
            </a:pPr>
            <a:r>
              <a:rPr lang="en-US" dirty="0"/>
              <a:t>What parallel LFR augmentation structure is required to capture flexible cross-coupling and improve settling prediction accuracy beyond the rigid-body baseline?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49587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A4076-F7B9-4A1F-0904-C4844427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BEF3-9FF7-5710-BC19-CD80FFBA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A2F3B-1549-9713-D283-CBFE73453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RQ3: Orthogonality-Constrained LPV-LFR</a:t>
            </a:r>
          </a:p>
          <a:p>
            <a:pPr marL="0" indent="0">
              <a:buNone/>
            </a:pPr>
            <a:r>
              <a:rPr lang="en-US" dirty="0"/>
              <a:t>Does orthogonality-constrained LPV-LFR augmentation maintain prediction accuracy during settling while improving parameter identifiability compared to unconstrained augmentation?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07777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54F7-7C00-DC69-C77A-6865E329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7768-C340-5EA1-D7C6-286ABCB0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6713A-4082-66E2-AB25-482A432E6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RQ4: Industrial Hardware Generalization</a:t>
            </a:r>
          </a:p>
          <a:p>
            <a:pPr marL="0" indent="0">
              <a:buNone/>
            </a:pPr>
            <a:r>
              <a:rPr lang="en-US" dirty="0"/>
              <a:t>Does the orthogonality-constrained LPV-LFR model maintain prediction accuracy during settling across (</a:t>
            </a:r>
            <a:r>
              <a:rPr lang="en-US" dirty="0" err="1"/>
              <a:t>i</a:t>
            </a:r>
            <a:r>
              <a:rPr lang="en-US" dirty="0"/>
              <a:t>) untrained operating points within the operational range and (ii) untrained motion profiles within nominal specifications on physical hardware?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36639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Deliver final research plan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1753</Words>
  <Application>Microsoft Office PowerPoint</Application>
  <PresentationFormat>Widescreen</PresentationFormat>
  <Paragraphs>211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Meeting Week 5</vt:lpstr>
      <vt:lpstr>Last week summary</vt:lpstr>
      <vt:lpstr>ASMPT Specifications - Decoupling</vt:lpstr>
      <vt:lpstr>FP model</vt:lpstr>
      <vt:lpstr>Simulation – Setup Jan</vt:lpstr>
      <vt:lpstr>Feedback ASMPT Feedforward not but only plant modeling</vt:lpstr>
      <vt:lpstr>Feedback ASMPT FP-LPV</vt:lpstr>
      <vt:lpstr>Research Plan - Overview</vt:lpstr>
      <vt:lpstr>Research Plan - Background</vt:lpstr>
      <vt:lpstr>Industrial Context &amp; Requirements</vt:lpstr>
      <vt:lpstr>Dual-Gantry System Challenges</vt:lpstr>
      <vt:lpstr>Current Industrial Practice (ASMPT Baseline)</vt:lpstr>
      <vt:lpstr>Grey-Box justification</vt:lpstr>
      <vt:lpstr>Grey-Box Identifiability Problem</vt:lpstr>
      <vt:lpstr>Solution Framework / Research Gap</vt:lpstr>
      <vt:lpstr>Research Plan – Research questions</vt:lpstr>
      <vt:lpstr>Research Plan – Research questions</vt:lpstr>
      <vt:lpstr>Research Plan – Research questions</vt:lpstr>
      <vt:lpstr>Research Plan – Research questions</vt:lpstr>
      <vt:lpstr>Research Plan – Research questions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2026-03-05T14:43:37Z</dcterms:modified>
</cp:coreProperties>
</file>