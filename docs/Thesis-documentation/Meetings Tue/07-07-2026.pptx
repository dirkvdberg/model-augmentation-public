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9" r:id="rId2"/>
    <p:sldId id="457" r:id="rId3"/>
    <p:sldId id="468" r:id="rId4"/>
    <p:sldId id="266" r:id="rId5"/>
    <p:sldId id="473" r:id="rId6"/>
    <p:sldId id="267" r:id="rId7"/>
    <p:sldId id="474" r:id="rId8"/>
    <p:sldId id="469" r:id="rId9"/>
    <p:sldId id="268" r:id="rId10"/>
    <p:sldId id="269" r:id="rId11"/>
    <p:sldId id="481" r:id="rId12"/>
    <p:sldId id="270" r:id="rId13"/>
    <p:sldId id="271" r:id="rId14"/>
    <p:sldId id="272" r:id="rId15"/>
    <p:sldId id="273" r:id="rId16"/>
    <p:sldId id="472" r:id="rId17"/>
    <p:sldId id="476" r:id="rId18"/>
    <p:sldId id="477" r:id="rId19"/>
    <p:sldId id="478" r:id="rId20"/>
    <p:sldId id="471" r:id="rId21"/>
    <p:sldId id="484" r:id="rId22"/>
    <p:sldId id="482" r:id="rId23"/>
    <p:sldId id="483" r:id="rId24"/>
    <p:sldId id="470" r:id="rId25"/>
    <p:sldId id="475" r:id="rId26"/>
    <p:sldId id="257" r:id="rId27"/>
    <p:sldId id="261" r:id="rId28"/>
    <p:sldId id="262" r:id="rId29"/>
    <p:sldId id="258" r:id="rId30"/>
    <p:sldId id="260" r:id="rId31"/>
    <p:sldId id="276" r:id="rId32"/>
    <p:sldId id="275" r:id="rId33"/>
    <p:sldId id="277" r:id="rId34"/>
    <p:sldId id="278" r:id="rId35"/>
    <p:sldId id="480" r:id="rId36"/>
    <p:sldId id="263" r:id="rId37"/>
    <p:sldId id="264" r:id="rId38"/>
    <p:sldId id="280" r:id="rId39"/>
    <p:sldId id="274" r:id="rId40"/>
    <p:sldId id="265" r:id="rId41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942F7D-DAC9-4E44-B9D0-AC862F434104}" v="12" dt="2026-07-07T07:59:46.8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g, Dirk van den" userId="035ecb32-01d9-4b47-a105-eacf059a4647" providerId="ADAL" clId="{F7FF961E-CF96-44AC-93C2-93612F62D46D}"/>
    <pc:docChg chg="undo custSel addSld delSld modSld sldOrd">
      <pc:chgData name="Berg, Dirk van den" userId="035ecb32-01d9-4b47-a105-eacf059a4647" providerId="ADAL" clId="{F7FF961E-CF96-44AC-93C2-93612F62D46D}" dt="2026-07-07T08:09:14.020" v="3999" actId="729"/>
      <pc:docMkLst>
        <pc:docMk/>
      </pc:docMkLst>
      <pc:sldChg chg="del">
        <pc:chgData name="Berg, Dirk van den" userId="035ecb32-01d9-4b47-a105-eacf059a4647" providerId="ADAL" clId="{F7FF961E-CF96-44AC-93C2-93612F62D46D}" dt="2026-07-06T07:03:07.572" v="33" actId="47"/>
        <pc:sldMkLst>
          <pc:docMk/>
          <pc:sldMk cId="4268454016" sldId="256"/>
        </pc:sldMkLst>
      </pc:sldChg>
      <pc:sldChg chg="mod modShow">
        <pc:chgData name="Berg, Dirk van den" userId="035ecb32-01d9-4b47-a105-eacf059a4647" providerId="ADAL" clId="{F7FF961E-CF96-44AC-93C2-93612F62D46D}" dt="2026-07-06T07:26:04.867" v="1079" actId="729"/>
        <pc:sldMkLst>
          <pc:docMk/>
          <pc:sldMk cId="423733561" sldId="257"/>
        </pc:sldMkLst>
      </pc:sldChg>
      <pc:sldChg chg="modSp new mod modNotesTx">
        <pc:chgData name="Berg, Dirk van den" userId="035ecb32-01d9-4b47-a105-eacf059a4647" providerId="ADAL" clId="{F7FF961E-CF96-44AC-93C2-93612F62D46D}" dt="2026-07-07T07:58:49.442" v="3771" actId="20577"/>
        <pc:sldMkLst>
          <pc:docMk/>
          <pc:sldMk cId="1881087924" sldId="258"/>
        </pc:sldMkLst>
        <pc:spChg chg="mod">
          <ac:chgData name="Berg, Dirk van den" userId="035ecb32-01d9-4b47-a105-eacf059a4647" providerId="ADAL" clId="{F7FF961E-CF96-44AC-93C2-93612F62D46D}" dt="2026-07-06T07:05:04.376" v="249" actId="20577"/>
          <ac:spMkLst>
            <pc:docMk/>
            <pc:sldMk cId="1881087924" sldId="258"/>
            <ac:spMk id="2" creationId="{B7C57C24-AF91-C6BD-F494-8C63695295CF}"/>
          </ac:spMkLst>
        </pc:spChg>
        <pc:spChg chg="mod">
          <ac:chgData name="Berg, Dirk van den" userId="035ecb32-01d9-4b47-a105-eacf059a4647" providerId="ADAL" clId="{F7FF961E-CF96-44AC-93C2-93612F62D46D}" dt="2026-07-07T07:58:49.442" v="3771" actId="20577"/>
          <ac:spMkLst>
            <pc:docMk/>
            <pc:sldMk cId="1881087924" sldId="258"/>
            <ac:spMk id="3" creationId="{B0F7DF56-FB78-1DCA-7D92-84FC2163572C}"/>
          </ac:spMkLst>
        </pc:spChg>
      </pc:sldChg>
      <pc:sldChg chg="modSp add mod">
        <pc:chgData name="Berg, Dirk van den" userId="035ecb32-01d9-4b47-a105-eacf059a4647" providerId="ADAL" clId="{F7FF961E-CF96-44AC-93C2-93612F62D46D}" dt="2026-07-07T08:01:18.855" v="3931" actId="20577"/>
        <pc:sldMkLst>
          <pc:docMk/>
          <pc:sldMk cId="2679595137" sldId="259"/>
        </pc:sldMkLst>
        <pc:spChg chg="mod">
          <ac:chgData name="Berg, Dirk van den" userId="035ecb32-01d9-4b47-a105-eacf059a4647" providerId="ADAL" clId="{F7FF961E-CF96-44AC-93C2-93612F62D46D}" dt="2026-07-07T08:01:18.855" v="3931" actId="20577"/>
          <ac:spMkLst>
            <pc:docMk/>
            <pc:sldMk cId="2679595137" sldId="259"/>
            <ac:spMk id="3" creationId="{DAAEF679-3C39-E36C-B710-9B50CBAE487E}"/>
          </ac:spMkLst>
        </pc:spChg>
      </pc:sldChg>
      <pc:sldChg chg="modSp new mod">
        <pc:chgData name="Berg, Dirk van den" userId="035ecb32-01d9-4b47-a105-eacf059a4647" providerId="ADAL" clId="{F7FF961E-CF96-44AC-93C2-93612F62D46D}" dt="2026-07-07T08:03:19.061" v="3998" actId="20577"/>
        <pc:sldMkLst>
          <pc:docMk/>
          <pc:sldMk cId="2437355560" sldId="260"/>
        </pc:sldMkLst>
        <pc:spChg chg="mod">
          <ac:chgData name="Berg, Dirk van den" userId="035ecb32-01d9-4b47-a105-eacf059a4647" providerId="ADAL" clId="{F7FF961E-CF96-44AC-93C2-93612F62D46D}" dt="2026-07-07T08:03:19.061" v="3998" actId="20577"/>
          <ac:spMkLst>
            <pc:docMk/>
            <pc:sldMk cId="2437355560" sldId="260"/>
            <ac:spMk id="2" creationId="{C62B2AE8-D4B5-B50C-C28F-7FE00A1ADC1C}"/>
          </ac:spMkLst>
        </pc:spChg>
        <pc:spChg chg="mod">
          <ac:chgData name="Berg, Dirk van den" userId="035ecb32-01d9-4b47-a105-eacf059a4647" providerId="ADAL" clId="{F7FF961E-CF96-44AC-93C2-93612F62D46D}" dt="2026-07-06T07:48:32.125" v="1919" actId="20577"/>
          <ac:spMkLst>
            <pc:docMk/>
            <pc:sldMk cId="2437355560" sldId="260"/>
            <ac:spMk id="3" creationId="{20214AF1-19E4-EFB3-2FD4-CC9F5F272B4E}"/>
          </ac:spMkLst>
        </pc:spChg>
      </pc:sldChg>
      <pc:sldChg chg="modSp new mod modShow">
        <pc:chgData name="Berg, Dirk van den" userId="035ecb32-01d9-4b47-a105-eacf059a4647" providerId="ADAL" clId="{F7FF961E-CF96-44AC-93C2-93612F62D46D}" dt="2026-07-06T07:26:53.679" v="1080" actId="729"/>
        <pc:sldMkLst>
          <pc:docMk/>
          <pc:sldMk cId="3386986629" sldId="261"/>
        </pc:sldMkLst>
        <pc:spChg chg="mod">
          <ac:chgData name="Berg, Dirk van den" userId="035ecb32-01d9-4b47-a105-eacf059a4647" providerId="ADAL" clId="{F7FF961E-CF96-44AC-93C2-93612F62D46D}" dt="2026-07-06T07:04:35.095" v="202" actId="20577"/>
          <ac:spMkLst>
            <pc:docMk/>
            <pc:sldMk cId="3386986629" sldId="261"/>
            <ac:spMk id="3" creationId="{52D05624-39DC-74C7-15B7-A8DE712355ED}"/>
          </ac:spMkLst>
        </pc:spChg>
      </pc:sldChg>
      <pc:sldChg chg="modSp new mod modShow">
        <pc:chgData name="Berg, Dirk van den" userId="035ecb32-01d9-4b47-a105-eacf059a4647" providerId="ADAL" clId="{F7FF961E-CF96-44AC-93C2-93612F62D46D}" dt="2026-07-06T07:05:17.853" v="252" actId="729"/>
        <pc:sldMkLst>
          <pc:docMk/>
          <pc:sldMk cId="886855624" sldId="262"/>
        </pc:sldMkLst>
        <pc:spChg chg="mod">
          <ac:chgData name="Berg, Dirk van den" userId="035ecb32-01d9-4b47-a105-eacf059a4647" providerId="ADAL" clId="{F7FF961E-CF96-44AC-93C2-93612F62D46D}" dt="2026-07-06T07:05:15.599" v="251"/>
          <ac:spMkLst>
            <pc:docMk/>
            <pc:sldMk cId="886855624" sldId="262"/>
            <ac:spMk id="3" creationId="{EE66A1D5-E80F-405D-CCA5-813125F9D258}"/>
          </ac:spMkLst>
        </pc:spChg>
      </pc:sldChg>
      <pc:sldChg chg="addSp modSp new mod">
        <pc:chgData name="Berg, Dirk van den" userId="035ecb32-01d9-4b47-a105-eacf059a4647" providerId="ADAL" clId="{F7FF961E-CF96-44AC-93C2-93612F62D46D}" dt="2026-07-06T07:09:43.241" v="433" actId="14100"/>
        <pc:sldMkLst>
          <pc:docMk/>
          <pc:sldMk cId="2353673491" sldId="263"/>
        </pc:sldMkLst>
        <pc:spChg chg="mod">
          <ac:chgData name="Berg, Dirk van den" userId="035ecb32-01d9-4b47-a105-eacf059a4647" providerId="ADAL" clId="{F7FF961E-CF96-44AC-93C2-93612F62D46D}" dt="2026-07-06T07:08:13.856" v="292" actId="20577"/>
          <ac:spMkLst>
            <pc:docMk/>
            <pc:sldMk cId="2353673491" sldId="263"/>
            <ac:spMk id="2" creationId="{18BF81B9-A73B-CFA9-33A3-917A9BAA155C}"/>
          </ac:spMkLst>
        </pc:spChg>
        <pc:spChg chg="mod">
          <ac:chgData name="Berg, Dirk van den" userId="035ecb32-01d9-4b47-a105-eacf059a4647" providerId="ADAL" clId="{F7FF961E-CF96-44AC-93C2-93612F62D46D}" dt="2026-07-06T07:09:43.241" v="433" actId="14100"/>
          <ac:spMkLst>
            <pc:docMk/>
            <pc:sldMk cId="2353673491" sldId="263"/>
            <ac:spMk id="3" creationId="{3AA23A70-E722-B9C3-3EBD-ECF2A2F9E849}"/>
          </ac:spMkLst>
        </pc:spChg>
        <pc:picChg chg="add mod">
          <ac:chgData name="Berg, Dirk van den" userId="035ecb32-01d9-4b47-a105-eacf059a4647" providerId="ADAL" clId="{F7FF961E-CF96-44AC-93C2-93612F62D46D}" dt="2026-07-06T07:08:51.833" v="319" actId="1076"/>
          <ac:picMkLst>
            <pc:docMk/>
            <pc:sldMk cId="2353673491" sldId="263"/>
            <ac:picMk id="4" creationId="{FE0D03E1-AF7D-B9BC-DD9F-F3DCE694986D}"/>
          </ac:picMkLst>
        </pc:picChg>
      </pc:sldChg>
      <pc:sldChg chg="modSp add mod">
        <pc:chgData name="Berg, Dirk van den" userId="035ecb32-01d9-4b47-a105-eacf059a4647" providerId="ADAL" clId="{F7FF961E-CF96-44AC-93C2-93612F62D46D}" dt="2026-07-06T07:10:12.760" v="479" actId="20577"/>
        <pc:sldMkLst>
          <pc:docMk/>
          <pc:sldMk cId="1287643162" sldId="264"/>
        </pc:sldMkLst>
        <pc:spChg chg="mod">
          <ac:chgData name="Berg, Dirk van den" userId="035ecb32-01d9-4b47-a105-eacf059a4647" providerId="ADAL" clId="{F7FF961E-CF96-44AC-93C2-93612F62D46D}" dt="2026-07-06T07:10:12.760" v="479" actId="20577"/>
          <ac:spMkLst>
            <pc:docMk/>
            <pc:sldMk cId="1287643162" sldId="264"/>
            <ac:spMk id="3" creationId="{BC2186BE-2F97-AC2C-EC76-BFC62DDFF977}"/>
          </ac:spMkLst>
        </pc:spChg>
      </pc:sldChg>
      <pc:sldChg chg="addSp delSp modSp new mod">
        <pc:chgData name="Berg, Dirk van den" userId="035ecb32-01d9-4b47-a105-eacf059a4647" providerId="ADAL" clId="{F7FF961E-CF96-44AC-93C2-93612F62D46D}" dt="2026-07-06T07:41:42.464" v="1418" actId="1076"/>
        <pc:sldMkLst>
          <pc:docMk/>
          <pc:sldMk cId="3624026830" sldId="265"/>
        </pc:sldMkLst>
        <pc:spChg chg="del">
          <ac:chgData name="Berg, Dirk van den" userId="035ecb32-01d9-4b47-a105-eacf059a4647" providerId="ADAL" clId="{F7FF961E-CF96-44AC-93C2-93612F62D46D}" dt="2026-07-06T07:41:38.120" v="1415"/>
          <ac:spMkLst>
            <pc:docMk/>
            <pc:sldMk cId="3624026830" sldId="265"/>
            <ac:spMk id="3" creationId="{68D1F29F-F093-B83D-5092-C1518672AC69}"/>
          </ac:spMkLst>
        </pc:spChg>
        <pc:picChg chg="add mod ord">
          <ac:chgData name="Berg, Dirk van den" userId="035ecb32-01d9-4b47-a105-eacf059a4647" providerId="ADAL" clId="{F7FF961E-CF96-44AC-93C2-93612F62D46D}" dt="2026-07-06T07:41:42.464" v="1418" actId="1076"/>
          <ac:picMkLst>
            <pc:docMk/>
            <pc:sldMk cId="3624026830" sldId="265"/>
            <ac:picMk id="5" creationId="{DA23F082-0A1C-4655-7541-14712F3B65F6}"/>
          </ac:picMkLst>
        </pc:picChg>
      </pc:sldChg>
      <pc:sldChg chg="modSp new mod">
        <pc:chgData name="Berg, Dirk van den" userId="035ecb32-01d9-4b47-a105-eacf059a4647" providerId="ADAL" clId="{F7FF961E-CF96-44AC-93C2-93612F62D46D}" dt="2026-07-06T07:23:27.537" v="797" actId="20577"/>
        <pc:sldMkLst>
          <pc:docMk/>
          <pc:sldMk cId="1553031704" sldId="266"/>
        </pc:sldMkLst>
        <pc:spChg chg="mod">
          <ac:chgData name="Berg, Dirk van den" userId="035ecb32-01d9-4b47-a105-eacf059a4647" providerId="ADAL" clId="{F7FF961E-CF96-44AC-93C2-93612F62D46D}" dt="2026-07-06T07:19:37.797" v="505" actId="20577"/>
          <ac:spMkLst>
            <pc:docMk/>
            <pc:sldMk cId="1553031704" sldId="266"/>
            <ac:spMk id="2" creationId="{C379631A-D804-6081-6747-3C1240E0B6F8}"/>
          </ac:spMkLst>
        </pc:spChg>
        <pc:spChg chg="mod">
          <ac:chgData name="Berg, Dirk van den" userId="035ecb32-01d9-4b47-a105-eacf059a4647" providerId="ADAL" clId="{F7FF961E-CF96-44AC-93C2-93612F62D46D}" dt="2026-07-06T07:23:27.537" v="797" actId="20577"/>
          <ac:spMkLst>
            <pc:docMk/>
            <pc:sldMk cId="1553031704" sldId="266"/>
            <ac:spMk id="3" creationId="{66FC91D9-FB4E-1DBA-AA35-574B91B84510}"/>
          </ac:spMkLst>
        </pc:spChg>
      </pc:sldChg>
      <pc:sldChg chg="modSp new mod modShow">
        <pc:chgData name="Berg, Dirk van den" userId="035ecb32-01d9-4b47-a105-eacf059a4647" providerId="ADAL" clId="{F7FF961E-CF96-44AC-93C2-93612F62D46D}" dt="2026-07-07T07:24:07.650" v="2795" actId="729"/>
        <pc:sldMkLst>
          <pc:docMk/>
          <pc:sldMk cId="1462314743" sldId="267"/>
        </pc:sldMkLst>
        <pc:spChg chg="mod">
          <ac:chgData name="Berg, Dirk van den" userId="035ecb32-01d9-4b47-a105-eacf059a4647" providerId="ADAL" clId="{F7FF961E-CF96-44AC-93C2-93612F62D46D}" dt="2026-07-07T07:22:28.900" v="2792" actId="20577"/>
          <ac:spMkLst>
            <pc:docMk/>
            <pc:sldMk cId="1462314743" sldId="267"/>
            <ac:spMk id="3" creationId="{9B4D8660-87B3-7DAF-8728-5690CCAE1E8B}"/>
          </ac:spMkLst>
        </pc:spChg>
      </pc:sldChg>
      <pc:sldChg chg="modSp add del mod">
        <pc:chgData name="Berg, Dirk van den" userId="035ecb32-01d9-4b47-a105-eacf059a4647" providerId="ADAL" clId="{F7FF961E-CF96-44AC-93C2-93612F62D46D}" dt="2026-07-06T07:24:02.711" v="805" actId="47"/>
        <pc:sldMkLst>
          <pc:docMk/>
          <pc:sldMk cId="2241222061" sldId="267"/>
        </pc:sldMkLst>
        <pc:spChg chg="mod">
          <ac:chgData name="Berg, Dirk van den" userId="035ecb32-01d9-4b47-a105-eacf059a4647" providerId="ADAL" clId="{F7FF961E-CF96-44AC-93C2-93612F62D46D}" dt="2026-07-06T07:23:55.397" v="804" actId="20577"/>
          <ac:spMkLst>
            <pc:docMk/>
            <pc:sldMk cId="2241222061" sldId="267"/>
            <ac:spMk id="3" creationId="{952DD070-38E9-491C-B437-F27EC50580FA}"/>
          </ac:spMkLst>
        </pc:spChg>
      </pc:sldChg>
      <pc:sldChg chg="addSp delSp modSp new mod ord">
        <pc:chgData name="Berg, Dirk van den" userId="035ecb32-01d9-4b47-a105-eacf059a4647" providerId="ADAL" clId="{F7FF961E-CF96-44AC-93C2-93612F62D46D}" dt="2026-07-07T07:50:48.089" v="3430" actId="20577"/>
        <pc:sldMkLst>
          <pc:docMk/>
          <pc:sldMk cId="3669876682" sldId="268"/>
        </pc:sldMkLst>
        <pc:spChg chg="mod">
          <ac:chgData name="Berg, Dirk van den" userId="035ecb32-01d9-4b47-a105-eacf059a4647" providerId="ADAL" clId="{F7FF961E-CF96-44AC-93C2-93612F62D46D}" dt="2026-07-06T07:29:25.278" v="1093" actId="20577"/>
          <ac:spMkLst>
            <pc:docMk/>
            <pc:sldMk cId="3669876682" sldId="268"/>
            <ac:spMk id="2" creationId="{EA968EEE-68C0-34F7-7270-230DB174289A}"/>
          </ac:spMkLst>
        </pc:spChg>
        <pc:spChg chg="del">
          <ac:chgData name="Berg, Dirk van den" userId="035ecb32-01d9-4b47-a105-eacf059a4647" providerId="ADAL" clId="{F7FF961E-CF96-44AC-93C2-93612F62D46D}" dt="2026-07-06T07:29:55.343" v="1104" actId="478"/>
          <ac:spMkLst>
            <pc:docMk/>
            <pc:sldMk cId="3669876682" sldId="268"/>
            <ac:spMk id="3" creationId="{4F95B062-0E9B-3C18-F32A-B5A13F06F9C3}"/>
          </ac:spMkLst>
        </pc:spChg>
        <pc:spChg chg="add mod">
          <ac:chgData name="Berg, Dirk van den" userId="035ecb32-01d9-4b47-a105-eacf059a4647" providerId="ADAL" clId="{F7FF961E-CF96-44AC-93C2-93612F62D46D}" dt="2026-07-07T07:50:48.089" v="3430" actId="20577"/>
          <ac:spMkLst>
            <pc:docMk/>
            <pc:sldMk cId="3669876682" sldId="268"/>
            <ac:spMk id="5" creationId="{3F2FDE87-17D1-69B8-1F03-A7F5DD2542A7}"/>
          </ac:spMkLst>
        </pc:spChg>
      </pc:sldChg>
      <pc:sldChg chg="addSp delSp modSp new mod">
        <pc:chgData name="Berg, Dirk van den" userId="035ecb32-01d9-4b47-a105-eacf059a4647" providerId="ADAL" clId="{F7FF961E-CF96-44AC-93C2-93612F62D46D}" dt="2026-07-06T07:33:23.229" v="1189" actId="1076"/>
        <pc:sldMkLst>
          <pc:docMk/>
          <pc:sldMk cId="1637363872" sldId="269"/>
        </pc:sldMkLst>
        <pc:spChg chg="add del mod">
          <ac:chgData name="Berg, Dirk van den" userId="035ecb32-01d9-4b47-a105-eacf059a4647" providerId="ADAL" clId="{F7FF961E-CF96-44AC-93C2-93612F62D46D}" dt="2026-07-06T07:32:10.218" v="1184"/>
          <ac:spMkLst>
            <pc:docMk/>
            <pc:sldMk cId="1637363872" sldId="269"/>
            <ac:spMk id="3" creationId="{BCE75BB4-D84A-FBE8-1B1E-60245E514F11}"/>
          </ac:spMkLst>
        </pc:spChg>
        <pc:spChg chg="add del">
          <ac:chgData name="Berg, Dirk van den" userId="035ecb32-01d9-4b47-a105-eacf059a4647" providerId="ADAL" clId="{F7FF961E-CF96-44AC-93C2-93612F62D46D}" dt="2026-07-06T07:32:06.029" v="1182" actId="22"/>
          <ac:spMkLst>
            <pc:docMk/>
            <pc:sldMk cId="1637363872" sldId="269"/>
            <ac:spMk id="7" creationId="{D94ABAE6-21C0-F15A-312B-097B8F8E3E1D}"/>
          </ac:spMkLst>
        </pc:spChg>
        <pc:picChg chg="add del mod ord">
          <ac:chgData name="Berg, Dirk van den" userId="035ecb32-01d9-4b47-a105-eacf059a4647" providerId="ADAL" clId="{F7FF961E-CF96-44AC-93C2-93612F62D46D}" dt="2026-07-06T07:31:52.601" v="1158" actId="931"/>
          <ac:picMkLst>
            <pc:docMk/>
            <pc:sldMk cId="1637363872" sldId="269"/>
            <ac:picMk id="5" creationId="{AFE30540-2C18-EB1A-52AE-D47C01A1CDD1}"/>
          </ac:picMkLst>
        </pc:picChg>
        <pc:picChg chg="add mod ord">
          <ac:chgData name="Berg, Dirk van den" userId="035ecb32-01d9-4b47-a105-eacf059a4647" providerId="ADAL" clId="{F7FF961E-CF96-44AC-93C2-93612F62D46D}" dt="2026-07-06T07:33:23.229" v="1189" actId="1076"/>
          <ac:picMkLst>
            <pc:docMk/>
            <pc:sldMk cId="1637363872" sldId="269"/>
            <ac:picMk id="9" creationId="{776EF2DA-8E38-5CCE-7EBA-17F79BFEC152}"/>
          </ac:picMkLst>
        </pc:picChg>
      </pc:sldChg>
      <pc:sldChg chg="addSp delSp modSp add del mod">
        <pc:chgData name="Berg, Dirk van den" userId="035ecb32-01d9-4b47-a105-eacf059a4647" providerId="ADAL" clId="{F7FF961E-CF96-44AC-93C2-93612F62D46D}" dt="2026-07-06T07:30:32.895" v="1148" actId="47"/>
        <pc:sldMkLst>
          <pc:docMk/>
          <pc:sldMk cId="1909635197" sldId="269"/>
        </pc:sldMkLst>
        <pc:spChg chg="del">
          <ac:chgData name="Berg, Dirk van den" userId="035ecb32-01d9-4b47-a105-eacf059a4647" providerId="ADAL" clId="{F7FF961E-CF96-44AC-93C2-93612F62D46D}" dt="2026-07-06T07:29:42.129" v="1098" actId="478"/>
          <ac:spMkLst>
            <pc:docMk/>
            <pc:sldMk cId="1909635197" sldId="269"/>
            <ac:spMk id="3" creationId="{C9453FFD-33C0-BE4B-4DDE-4F1BC52F6C2A}"/>
          </ac:spMkLst>
        </pc:spChg>
        <pc:spChg chg="mod">
          <ac:chgData name="Berg, Dirk van den" userId="035ecb32-01d9-4b47-a105-eacf059a4647" providerId="ADAL" clId="{F7FF961E-CF96-44AC-93C2-93612F62D46D}" dt="2026-07-06T07:29:51.411" v="1103" actId="20577"/>
          <ac:spMkLst>
            <pc:docMk/>
            <pc:sldMk cId="1909635197" sldId="269"/>
            <ac:spMk id="5" creationId="{FE9BBBB7-E43A-F19C-B58B-6627703AD086}"/>
          </ac:spMkLst>
        </pc:spChg>
        <pc:spChg chg="add mod">
          <ac:chgData name="Berg, Dirk van den" userId="035ecb32-01d9-4b47-a105-eacf059a4647" providerId="ADAL" clId="{F7FF961E-CF96-44AC-93C2-93612F62D46D}" dt="2026-07-06T07:29:36.647" v="1097" actId="1076"/>
          <ac:spMkLst>
            <pc:docMk/>
            <pc:sldMk cId="1909635197" sldId="269"/>
            <ac:spMk id="6" creationId="{B862871F-DC33-1574-9787-240FCAB455F0}"/>
          </ac:spMkLst>
        </pc:spChg>
        <pc:spChg chg="add del mod">
          <ac:chgData name="Berg, Dirk van den" userId="035ecb32-01d9-4b47-a105-eacf059a4647" providerId="ADAL" clId="{F7FF961E-CF96-44AC-93C2-93612F62D46D}" dt="2026-07-06T07:30:24.963" v="1147" actId="478"/>
          <ac:spMkLst>
            <pc:docMk/>
            <pc:sldMk cId="1909635197" sldId="269"/>
            <ac:spMk id="7" creationId="{8A60C7A9-08D4-F0C0-49BF-2888461F4B31}"/>
          </ac:spMkLst>
        </pc:spChg>
      </pc:sldChg>
      <pc:sldChg chg="addSp modSp add mod">
        <pc:chgData name="Berg, Dirk van den" userId="035ecb32-01d9-4b47-a105-eacf059a4647" providerId="ADAL" clId="{F7FF961E-CF96-44AC-93C2-93612F62D46D}" dt="2026-07-06T07:34:16.632" v="1197" actId="1076"/>
        <pc:sldMkLst>
          <pc:docMk/>
          <pc:sldMk cId="2015209047" sldId="270"/>
        </pc:sldMkLst>
        <pc:spChg chg="add mod">
          <ac:chgData name="Berg, Dirk van den" userId="035ecb32-01d9-4b47-a105-eacf059a4647" providerId="ADAL" clId="{F7FF961E-CF96-44AC-93C2-93612F62D46D}" dt="2026-07-06T07:33:29.747" v="1192" actId="1076"/>
          <ac:spMkLst>
            <pc:docMk/>
            <pc:sldMk cId="2015209047" sldId="270"/>
            <ac:spMk id="4" creationId="{5265BC8C-BEFA-D6AD-4BCF-544CB9FC256A}"/>
          </ac:spMkLst>
        </pc:spChg>
        <pc:spChg chg="add mod">
          <ac:chgData name="Berg, Dirk van den" userId="035ecb32-01d9-4b47-a105-eacf059a4647" providerId="ADAL" clId="{F7FF961E-CF96-44AC-93C2-93612F62D46D}" dt="2026-07-06T07:34:14.131" v="1196" actId="1076"/>
          <ac:spMkLst>
            <pc:docMk/>
            <pc:sldMk cId="2015209047" sldId="270"/>
            <ac:spMk id="6" creationId="{46CE729B-C920-612B-EEA5-53B249A3BD53}"/>
          </ac:spMkLst>
        </pc:spChg>
        <pc:spChg chg="add mod">
          <ac:chgData name="Berg, Dirk van den" userId="035ecb32-01d9-4b47-a105-eacf059a4647" providerId="ADAL" clId="{F7FF961E-CF96-44AC-93C2-93612F62D46D}" dt="2026-07-06T07:34:16.632" v="1197" actId="1076"/>
          <ac:spMkLst>
            <pc:docMk/>
            <pc:sldMk cId="2015209047" sldId="270"/>
            <ac:spMk id="8" creationId="{912090CE-A33B-C44C-5750-369E085AFAA2}"/>
          </ac:spMkLst>
        </pc:spChg>
      </pc:sldChg>
      <pc:sldChg chg="addSp delSp modSp new mod modNotesTx">
        <pc:chgData name="Berg, Dirk van den" userId="035ecb32-01d9-4b47-a105-eacf059a4647" providerId="ADAL" clId="{F7FF961E-CF96-44AC-93C2-93612F62D46D}" dt="2026-07-06T07:36:16.562" v="1249" actId="1076"/>
        <pc:sldMkLst>
          <pc:docMk/>
          <pc:sldMk cId="1399300461" sldId="271"/>
        </pc:sldMkLst>
        <pc:spChg chg="del">
          <ac:chgData name="Berg, Dirk van den" userId="035ecb32-01d9-4b47-a105-eacf059a4647" providerId="ADAL" clId="{F7FF961E-CF96-44AC-93C2-93612F62D46D}" dt="2026-07-06T07:35:07.612" v="1200"/>
          <ac:spMkLst>
            <pc:docMk/>
            <pc:sldMk cId="1399300461" sldId="271"/>
            <ac:spMk id="3" creationId="{F06310BD-E60E-FBD7-2E3C-9EF9496D0A00}"/>
          </ac:spMkLst>
        </pc:spChg>
        <pc:picChg chg="add mod ord">
          <ac:chgData name="Berg, Dirk van den" userId="035ecb32-01d9-4b47-a105-eacf059a4647" providerId="ADAL" clId="{F7FF961E-CF96-44AC-93C2-93612F62D46D}" dt="2026-07-06T07:36:16.562" v="1249" actId="1076"/>
          <ac:picMkLst>
            <pc:docMk/>
            <pc:sldMk cId="1399300461" sldId="271"/>
            <ac:picMk id="5" creationId="{68717D79-1926-17BF-5833-E759C856B30D}"/>
          </ac:picMkLst>
        </pc:picChg>
      </pc:sldChg>
      <pc:sldChg chg="addSp modSp add mod">
        <pc:chgData name="Berg, Dirk van den" userId="035ecb32-01d9-4b47-a105-eacf059a4647" providerId="ADAL" clId="{F7FF961E-CF96-44AC-93C2-93612F62D46D}" dt="2026-07-06T07:37:30.420" v="1372" actId="1076"/>
        <pc:sldMkLst>
          <pc:docMk/>
          <pc:sldMk cId="736897819" sldId="272"/>
        </pc:sldMkLst>
        <pc:spChg chg="add mod">
          <ac:chgData name="Berg, Dirk van den" userId="035ecb32-01d9-4b47-a105-eacf059a4647" providerId="ADAL" clId="{F7FF961E-CF96-44AC-93C2-93612F62D46D}" dt="2026-07-06T07:37:30.420" v="1372" actId="1076"/>
          <ac:spMkLst>
            <pc:docMk/>
            <pc:sldMk cId="736897819" sldId="272"/>
            <ac:spMk id="3" creationId="{5D9AD158-4B8E-8A04-34BE-0BF5614FB345}"/>
          </ac:spMkLst>
        </pc:spChg>
      </pc:sldChg>
      <pc:sldChg chg="addSp delSp modSp new mod modShow">
        <pc:chgData name="Berg, Dirk van den" userId="035ecb32-01d9-4b47-a105-eacf059a4647" providerId="ADAL" clId="{F7FF961E-CF96-44AC-93C2-93612F62D46D}" dt="2026-07-07T07:48:09.978" v="3407" actId="729"/>
        <pc:sldMkLst>
          <pc:docMk/>
          <pc:sldMk cId="1237139605" sldId="273"/>
        </pc:sldMkLst>
        <pc:spChg chg="mod">
          <ac:chgData name="Berg, Dirk van den" userId="035ecb32-01d9-4b47-a105-eacf059a4647" providerId="ADAL" clId="{F7FF961E-CF96-44AC-93C2-93612F62D46D}" dt="2026-07-06T07:38:50.472" v="1413" actId="20577"/>
          <ac:spMkLst>
            <pc:docMk/>
            <pc:sldMk cId="1237139605" sldId="273"/>
            <ac:spMk id="2" creationId="{E1BF028E-04D0-FD20-68B1-B8479A2B1302}"/>
          </ac:spMkLst>
        </pc:spChg>
        <pc:spChg chg="del">
          <ac:chgData name="Berg, Dirk van den" userId="035ecb32-01d9-4b47-a105-eacf059a4647" providerId="ADAL" clId="{F7FF961E-CF96-44AC-93C2-93612F62D46D}" dt="2026-07-06T07:38:09.881" v="1375"/>
          <ac:spMkLst>
            <pc:docMk/>
            <pc:sldMk cId="1237139605" sldId="273"/>
            <ac:spMk id="3" creationId="{4F14A483-F6DE-096C-6AC3-E01D15FC810C}"/>
          </ac:spMkLst>
        </pc:spChg>
        <pc:picChg chg="add mod ord">
          <ac:chgData name="Berg, Dirk van den" userId="035ecb32-01d9-4b47-a105-eacf059a4647" providerId="ADAL" clId="{F7FF961E-CF96-44AC-93C2-93612F62D46D}" dt="2026-07-06T07:38:09.881" v="1375"/>
          <ac:picMkLst>
            <pc:docMk/>
            <pc:sldMk cId="1237139605" sldId="273"/>
            <ac:picMk id="5" creationId="{56AD5025-5BF3-59FE-7B94-2DED3C10E7A0}"/>
          </ac:picMkLst>
        </pc:picChg>
      </pc:sldChg>
      <pc:sldChg chg="modSp new mod">
        <pc:chgData name="Berg, Dirk van den" userId="035ecb32-01d9-4b47-a105-eacf059a4647" providerId="ADAL" clId="{F7FF961E-CF96-44AC-93C2-93612F62D46D}" dt="2026-07-06T07:43:31.260" v="1761" actId="20577"/>
        <pc:sldMkLst>
          <pc:docMk/>
          <pc:sldMk cId="798605934" sldId="274"/>
        </pc:sldMkLst>
        <pc:spChg chg="mod">
          <ac:chgData name="Berg, Dirk van den" userId="035ecb32-01d9-4b47-a105-eacf059a4647" providerId="ADAL" clId="{F7FF961E-CF96-44AC-93C2-93612F62D46D}" dt="2026-07-06T07:41:48.019" v="1440" actId="20577"/>
          <ac:spMkLst>
            <pc:docMk/>
            <pc:sldMk cId="798605934" sldId="274"/>
            <ac:spMk id="2" creationId="{19695E9D-1E66-41E0-06F6-44D53EC49B15}"/>
          </ac:spMkLst>
        </pc:spChg>
        <pc:spChg chg="mod">
          <ac:chgData name="Berg, Dirk van den" userId="035ecb32-01d9-4b47-a105-eacf059a4647" providerId="ADAL" clId="{F7FF961E-CF96-44AC-93C2-93612F62D46D}" dt="2026-07-06T07:43:31.260" v="1761" actId="20577"/>
          <ac:spMkLst>
            <pc:docMk/>
            <pc:sldMk cId="798605934" sldId="274"/>
            <ac:spMk id="3" creationId="{4EDE4DA9-A8E5-966D-7E95-DC48B9EAF8A8}"/>
          </ac:spMkLst>
        </pc:spChg>
      </pc:sldChg>
      <pc:sldChg chg="new del">
        <pc:chgData name="Berg, Dirk van den" userId="035ecb32-01d9-4b47-a105-eacf059a4647" providerId="ADAL" clId="{F7FF961E-CF96-44AC-93C2-93612F62D46D}" dt="2026-07-06T07:47:42.368" v="1763" actId="47"/>
        <pc:sldMkLst>
          <pc:docMk/>
          <pc:sldMk cId="2599261593" sldId="275"/>
        </pc:sldMkLst>
      </pc:sldChg>
      <pc:sldChg chg="addSp modSp new mod">
        <pc:chgData name="Berg, Dirk van den" userId="035ecb32-01d9-4b47-a105-eacf059a4647" providerId="ADAL" clId="{F7FF961E-CF96-44AC-93C2-93612F62D46D}" dt="2026-07-06T07:50:32.581" v="2003" actId="1076"/>
        <pc:sldMkLst>
          <pc:docMk/>
          <pc:sldMk cId="3985439592" sldId="275"/>
        </pc:sldMkLst>
        <pc:spChg chg="add mod">
          <ac:chgData name="Berg, Dirk van den" userId="035ecb32-01d9-4b47-a105-eacf059a4647" providerId="ADAL" clId="{F7FF961E-CF96-44AC-93C2-93612F62D46D}" dt="2026-07-06T07:47:50.763" v="1767" actId="1076"/>
          <ac:spMkLst>
            <pc:docMk/>
            <pc:sldMk cId="3985439592" sldId="275"/>
            <ac:spMk id="5" creationId="{A9916CF4-C591-DC71-B8D6-224194530F62}"/>
          </ac:spMkLst>
        </pc:spChg>
        <pc:spChg chg="add mod">
          <ac:chgData name="Berg, Dirk van den" userId="035ecb32-01d9-4b47-a105-eacf059a4647" providerId="ADAL" clId="{F7FF961E-CF96-44AC-93C2-93612F62D46D}" dt="2026-07-06T07:50:25.330" v="2001" actId="1076"/>
          <ac:spMkLst>
            <pc:docMk/>
            <pc:sldMk cId="3985439592" sldId="275"/>
            <ac:spMk id="7" creationId="{0425D1F7-9799-186B-DCB9-19FC10C37CF3}"/>
          </ac:spMkLst>
        </pc:spChg>
        <pc:spChg chg="add mod">
          <ac:chgData name="Berg, Dirk van den" userId="035ecb32-01d9-4b47-a105-eacf059a4647" providerId="ADAL" clId="{F7FF961E-CF96-44AC-93C2-93612F62D46D}" dt="2026-07-06T07:50:32.581" v="2003" actId="1076"/>
          <ac:spMkLst>
            <pc:docMk/>
            <pc:sldMk cId="3985439592" sldId="275"/>
            <ac:spMk id="9" creationId="{10913F37-B4F1-1D43-3C25-318F20D465D8}"/>
          </ac:spMkLst>
        </pc:spChg>
      </pc:sldChg>
      <pc:sldChg chg="modSp add mod">
        <pc:chgData name="Berg, Dirk van den" userId="035ecb32-01d9-4b47-a105-eacf059a4647" providerId="ADAL" clId="{F7FF961E-CF96-44AC-93C2-93612F62D46D}" dt="2026-07-06T07:49:54.442" v="1995" actId="20577"/>
        <pc:sldMkLst>
          <pc:docMk/>
          <pc:sldMk cId="3570835419" sldId="276"/>
        </pc:sldMkLst>
        <pc:spChg chg="mod">
          <ac:chgData name="Berg, Dirk van den" userId="035ecb32-01d9-4b47-a105-eacf059a4647" providerId="ADAL" clId="{F7FF961E-CF96-44AC-93C2-93612F62D46D}" dt="2026-07-06T07:49:54.442" v="1995" actId="20577"/>
          <ac:spMkLst>
            <pc:docMk/>
            <pc:sldMk cId="3570835419" sldId="276"/>
            <ac:spMk id="3" creationId="{6B2FAC40-80A5-9C7A-279A-D395C8A19408}"/>
          </ac:spMkLst>
        </pc:spChg>
      </pc:sldChg>
      <pc:sldChg chg="addSp delSp modSp new mod">
        <pc:chgData name="Berg, Dirk van den" userId="035ecb32-01d9-4b47-a105-eacf059a4647" providerId="ADAL" clId="{F7FF961E-CF96-44AC-93C2-93612F62D46D}" dt="2026-07-06T07:51:47.536" v="2012" actId="1076"/>
        <pc:sldMkLst>
          <pc:docMk/>
          <pc:sldMk cId="570481856" sldId="277"/>
        </pc:sldMkLst>
        <pc:spChg chg="del">
          <ac:chgData name="Berg, Dirk van den" userId="035ecb32-01d9-4b47-a105-eacf059a4647" providerId="ADAL" clId="{F7FF961E-CF96-44AC-93C2-93612F62D46D}" dt="2026-07-06T07:51:38.077" v="2006"/>
          <ac:spMkLst>
            <pc:docMk/>
            <pc:sldMk cId="570481856" sldId="277"/>
            <ac:spMk id="3" creationId="{3F0462BF-F354-9CF5-5964-605A66F973E5}"/>
          </ac:spMkLst>
        </pc:spChg>
        <pc:picChg chg="add mod ord">
          <ac:chgData name="Berg, Dirk van den" userId="035ecb32-01d9-4b47-a105-eacf059a4647" providerId="ADAL" clId="{F7FF961E-CF96-44AC-93C2-93612F62D46D}" dt="2026-07-06T07:51:47.536" v="2012" actId="1076"/>
          <ac:picMkLst>
            <pc:docMk/>
            <pc:sldMk cId="570481856" sldId="277"/>
            <ac:picMk id="5" creationId="{FBB5FAE2-2437-BCFB-A5CD-D1BA96CA0FF1}"/>
          </ac:picMkLst>
        </pc:picChg>
      </pc:sldChg>
      <pc:sldChg chg="addSp delSp modSp new mod">
        <pc:chgData name="Berg, Dirk van den" userId="035ecb32-01d9-4b47-a105-eacf059a4647" providerId="ADAL" clId="{F7FF961E-CF96-44AC-93C2-93612F62D46D}" dt="2026-07-06T07:52:06.185" v="2019" actId="1076"/>
        <pc:sldMkLst>
          <pc:docMk/>
          <pc:sldMk cId="3141894358" sldId="278"/>
        </pc:sldMkLst>
        <pc:spChg chg="del">
          <ac:chgData name="Berg, Dirk van den" userId="035ecb32-01d9-4b47-a105-eacf059a4647" providerId="ADAL" clId="{F7FF961E-CF96-44AC-93C2-93612F62D46D}" dt="2026-07-06T07:51:59.214" v="2015"/>
          <ac:spMkLst>
            <pc:docMk/>
            <pc:sldMk cId="3141894358" sldId="278"/>
            <ac:spMk id="3" creationId="{5A39B736-4BAE-A331-6D41-1C7ACAB22F41}"/>
          </ac:spMkLst>
        </pc:spChg>
        <pc:picChg chg="add mod ord">
          <ac:chgData name="Berg, Dirk van den" userId="035ecb32-01d9-4b47-a105-eacf059a4647" providerId="ADAL" clId="{F7FF961E-CF96-44AC-93C2-93612F62D46D}" dt="2026-07-06T07:52:06.185" v="2019" actId="1076"/>
          <ac:picMkLst>
            <pc:docMk/>
            <pc:sldMk cId="3141894358" sldId="278"/>
            <ac:picMk id="5" creationId="{81A5B547-BB14-EE47-3939-47A0C6C6F24F}"/>
          </ac:picMkLst>
        </pc:picChg>
      </pc:sldChg>
      <pc:sldChg chg="addSp delSp modSp new del mod">
        <pc:chgData name="Berg, Dirk van den" userId="035ecb32-01d9-4b47-a105-eacf059a4647" providerId="ADAL" clId="{F7FF961E-CF96-44AC-93C2-93612F62D46D}" dt="2026-07-07T08:02:09.275" v="3938" actId="47"/>
        <pc:sldMkLst>
          <pc:docMk/>
          <pc:sldMk cId="882665819" sldId="279"/>
        </pc:sldMkLst>
        <pc:spChg chg="del">
          <ac:chgData name="Berg, Dirk van den" userId="035ecb32-01d9-4b47-a105-eacf059a4647" providerId="ADAL" clId="{F7FF961E-CF96-44AC-93C2-93612F62D46D}" dt="2026-07-06T07:53:04.148" v="2022"/>
          <ac:spMkLst>
            <pc:docMk/>
            <pc:sldMk cId="882665819" sldId="279"/>
            <ac:spMk id="3" creationId="{658882B3-A800-0B38-025C-E53DFB4595DC}"/>
          </ac:spMkLst>
        </pc:spChg>
        <pc:picChg chg="add mod ord">
          <ac:chgData name="Berg, Dirk van den" userId="035ecb32-01d9-4b47-a105-eacf059a4647" providerId="ADAL" clId="{F7FF961E-CF96-44AC-93C2-93612F62D46D}" dt="2026-07-06T07:53:04.148" v="2022"/>
          <ac:picMkLst>
            <pc:docMk/>
            <pc:sldMk cId="882665819" sldId="279"/>
            <ac:picMk id="5" creationId="{49BEED97-64F4-E3AE-0285-29FFD1755400}"/>
          </ac:picMkLst>
        </pc:picChg>
      </pc:sldChg>
      <pc:sldChg chg="addSp delSp modSp new mod">
        <pc:chgData name="Berg, Dirk van den" userId="035ecb32-01d9-4b47-a105-eacf059a4647" providerId="ADAL" clId="{F7FF961E-CF96-44AC-93C2-93612F62D46D}" dt="2026-07-06T07:59:48.742" v="2213" actId="1076"/>
        <pc:sldMkLst>
          <pc:docMk/>
          <pc:sldMk cId="3681603388" sldId="280"/>
        </pc:sldMkLst>
        <pc:spChg chg="mod">
          <ac:chgData name="Berg, Dirk van den" userId="035ecb32-01d9-4b47-a105-eacf059a4647" providerId="ADAL" clId="{F7FF961E-CF96-44AC-93C2-93612F62D46D}" dt="2026-07-06T07:59:30.861" v="2194" actId="20577"/>
          <ac:spMkLst>
            <pc:docMk/>
            <pc:sldMk cId="3681603388" sldId="280"/>
            <ac:spMk id="2" creationId="{7CA7A7A1-4B63-9D0A-71BC-D4D53FFC8955}"/>
          </ac:spMkLst>
        </pc:spChg>
        <pc:spChg chg="del">
          <ac:chgData name="Berg, Dirk van den" userId="035ecb32-01d9-4b47-a105-eacf059a4647" providerId="ADAL" clId="{F7FF961E-CF96-44AC-93C2-93612F62D46D}" dt="2026-07-06T07:58:28.415" v="2173"/>
          <ac:spMkLst>
            <pc:docMk/>
            <pc:sldMk cId="3681603388" sldId="280"/>
            <ac:spMk id="3" creationId="{90926211-01F7-C048-2A3F-6C5C59698794}"/>
          </ac:spMkLst>
        </pc:spChg>
        <pc:spChg chg="add del mod">
          <ac:chgData name="Berg, Dirk van den" userId="035ecb32-01d9-4b47-a105-eacf059a4647" providerId="ADAL" clId="{F7FF961E-CF96-44AC-93C2-93612F62D46D}" dt="2026-07-06T07:59:22.116" v="2179"/>
          <ac:spMkLst>
            <pc:docMk/>
            <pc:sldMk cId="3681603388" sldId="280"/>
            <ac:spMk id="7" creationId="{136B5C48-5170-528E-86CE-CF1CC0F6B8A5}"/>
          </ac:spMkLst>
        </pc:spChg>
        <pc:spChg chg="add mod">
          <ac:chgData name="Berg, Dirk van den" userId="035ecb32-01d9-4b47-a105-eacf059a4647" providerId="ADAL" clId="{F7FF961E-CF96-44AC-93C2-93612F62D46D}" dt="2026-07-06T07:59:48.742" v="2213" actId="1076"/>
          <ac:spMkLst>
            <pc:docMk/>
            <pc:sldMk cId="3681603388" sldId="280"/>
            <ac:spMk id="10" creationId="{59167C46-D234-732E-0AD5-90624B8992BA}"/>
          </ac:spMkLst>
        </pc:spChg>
        <pc:picChg chg="add del mod ord">
          <ac:chgData name="Berg, Dirk van den" userId="035ecb32-01d9-4b47-a105-eacf059a4647" providerId="ADAL" clId="{F7FF961E-CF96-44AC-93C2-93612F62D46D}" dt="2026-07-06T07:58:38.332" v="2177" actId="478"/>
          <ac:picMkLst>
            <pc:docMk/>
            <pc:sldMk cId="3681603388" sldId="280"/>
            <ac:picMk id="5" creationId="{E78FFC1A-2882-D7C9-6D55-5A93851B67D0}"/>
          </ac:picMkLst>
        </pc:picChg>
        <pc:picChg chg="add mod ord modCrop">
          <ac:chgData name="Berg, Dirk van den" userId="035ecb32-01d9-4b47-a105-eacf059a4647" providerId="ADAL" clId="{F7FF961E-CF96-44AC-93C2-93612F62D46D}" dt="2026-07-06T07:59:34.583" v="2197" actId="1076"/>
          <ac:picMkLst>
            <pc:docMk/>
            <pc:sldMk cId="3681603388" sldId="280"/>
            <ac:picMk id="9" creationId="{1C364EBD-7B38-19F9-D9AB-C12CCCD2E710}"/>
          </ac:picMkLst>
        </pc:picChg>
      </pc:sldChg>
      <pc:sldChg chg="add del">
        <pc:chgData name="Berg, Dirk van den" userId="035ecb32-01d9-4b47-a105-eacf059a4647" providerId="ADAL" clId="{F7FF961E-CF96-44AC-93C2-93612F62D46D}" dt="2026-07-07T07:59:42.643" v="3775" actId="2696"/>
        <pc:sldMkLst>
          <pc:docMk/>
          <pc:sldMk cId="1744048149" sldId="457"/>
        </pc:sldMkLst>
      </pc:sldChg>
      <pc:sldChg chg="add">
        <pc:chgData name="Berg, Dirk van den" userId="035ecb32-01d9-4b47-a105-eacf059a4647" providerId="ADAL" clId="{F7FF961E-CF96-44AC-93C2-93612F62D46D}" dt="2026-07-07T07:59:46.806" v="3776"/>
        <pc:sldMkLst>
          <pc:docMk/>
          <pc:sldMk cId="1924148658" sldId="457"/>
        </pc:sldMkLst>
      </pc:sldChg>
      <pc:sldChg chg="add">
        <pc:chgData name="Berg, Dirk van den" userId="035ecb32-01d9-4b47-a105-eacf059a4647" providerId="ADAL" clId="{F7FF961E-CF96-44AC-93C2-93612F62D46D}" dt="2026-07-07T07:59:46.806" v="3776"/>
        <pc:sldMkLst>
          <pc:docMk/>
          <pc:sldMk cId="776496871" sldId="468"/>
        </pc:sldMkLst>
      </pc:sldChg>
      <pc:sldChg chg="add del">
        <pc:chgData name="Berg, Dirk van den" userId="035ecb32-01d9-4b47-a105-eacf059a4647" providerId="ADAL" clId="{F7FF961E-CF96-44AC-93C2-93612F62D46D}" dt="2026-07-07T07:59:42.643" v="3775" actId="2696"/>
        <pc:sldMkLst>
          <pc:docMk/>
          <pc:sldMk cId="1042286521" sldId="468"/>
        </pc:sldMkLst>
      </pc:sldChg>
      <pc:sldChg chg="modSp new mod ord">
        <pc:chgData name="Berg, Dirk van den" userId="035ecb32-01d9-4b47-a105-eacf059a4647" providerId="ADAL" clId="{F7FF961E-CF96-44AC-93C2-93612F62D46D}" dt="2026-07-07T07:43:39.538" v="3158" actId="20577"/>
        <pc:sldMkLst>
          <pc:docMk/>
          <pc:sldMk cId="4280157555" sldId="469"/>
        </pc:sldMkLst>
        <pc:spChg chg="mod">
          <ac:chgData name="Berg, Dirk van den" userId="035ecb32-01d9-4b47-a105-eacf059a4647" providerId="ADAL" clId="{F7FF961E-CF96-44AC-93C2-93612F62D46D}" dt="2026-07-07T07:24:26.621" v="2809" actId="20577"/>
          <ac:spMkLst>
            <pc:docMk/>
            <pc:sldMk cId="4280157555" sldId="469"/>
            <ac:spMk id="2" creationId="{E2F882BA-7F45-EF41-6BE0-36F6943DF1C4}"/>
          </ac:spMkLst>
        </pc:spChg>
        <pc:spChg chg="mod">
          <ac:chgData name="Berg, Dirk van den" userId="035ecb32-01d9-4b47-a105-eacf059a4647" providerId="ADAL" clId="{F7FF961E-CF96-44AC-93C2-93612F62D46D}" dt="2026-07-07T07:43:39.538" v="3158" actId="20577"/>
          <ac:spMkLst>
            <pc:docMk/>
            <pc:sldMk cId="4280157555" sldId="469"/>
            <ac:spMk id="3" creationId="{7D756608-F586-2D0E-F78C-9EA549AF20BE}"/>
          </ac:spMkLst>
        </pc:spChg>
      </pc:sldChg>
      <pc:sldChg chg="add mod modShow">
        <pc:chgData name="Berg, Dirk van den" userId="035ecb32-01d9-4b47-a105-eacf059a4647" providerId="ADAL" clId="{F7FF961E-CF96-44AC-93C2-93612F62D46D}" dt="2026-07-07T08:09:14.020" v="3999" actId="729"/>
        <pc:sldMkLst>
          <pc:docMk/>
          <pc:sldMk cId="2708884561" sldId="470"/>
        </pc:sldMkLst>
      </pc:sldChg>
      <pc:sldChg chg="addSp new del mod">
        <pc:chgData name="Berg, Dirk van den" userId="035ecb32-01d9-4b47-a105-eacf059a4647" providerId="ADAL" clId="{F7FF961E-CF96-44AC-93C2-93612F62D46D}" dt="2026-07-07T07:49:49.625" v="3415" actId="2696"/>
        <pc:sldMkLst>
          <pc:docMk/>
          <pc:sldMk cId="3483310045" sldId="470"/>
        </pc:sldMkLst>
        <pc:spChg chg="add">
          <ac:chgData name="Berg, Dirk van den" userId="035ecb32-01d9-4b47-a105-eacf059a4647" providerId="ADAL" clId="{F7FF961E-CF96-44AC-93C2-93612F62D46D}" dt="2026-07-07T06:56:21.736" v="2498" actId="22"/>
          <ac:spMkLst>
            <pc:docMk/>
            <pc:sldMk cId="3483310045" sldId="470"/>
            <ac:spMk id="5" creationId="{A62901EB-42B9-A846-FCB0-0C3FF84C46E4}"/>
          </ac:spMkLst>
        </pc:spChg>
      </pc:sldChg>
      <pc:sldChg chg="modSp new mod ord">
        <pc:chgData name="Berg, Dirk van den" userId="035ecb32-01d9-4b47-a105-eacf059a4647" providerId="ADAL" clId="{F7FF961E-CF96-44AC-93C2-93612F62D46D}" dt="2026-07-07T07:49:32.705" v="3414"/>
        <pc:sldMkLst>
          <pc:docMk/>
          <pc:sldMk cId="1128305235" sldId="471"/>
        </pc:sldMkLst>
        <pc:spChg chg="mod">
          <ac:chgData name="Berg, Dirk van den" userId="035ecb32-01d9-4b47-a105-eacf059a4647" providerId="ADAL" clId="{F7FF961E-CF96-44AC-93C2-93612F62D46D}" dt="2026-07-07T06:57:00.369" v="2513" actId="20577"/>
          <ac:spMkLst>
            <pc:docMk/>
            <pc:sldMk cId="1128305235" sldId="471"/>
            <ac:spMk id="2" creationId="{ED82600D-451F-13CF-D328-F5853B575AE2}"/>
          </ac:spMkLst>
        </pc:spChg>
        <pc:spChg chg="mod">
          <ac:chgData name="Berg, Dirk van den" userId="035ecb32-01d9-4b47-a105-eacf059a4647" providerId="ADAL" clId="{F7FF961E-CF96-44AC-93C2-93612F62D46D}" dt="2026-07-07T06:57:50.501" v="2591" actId="20577"/>
          <ac:spMkLst>
            <pc:docMk/>
            <pc:sldMk cId="1128305235" sldId="471"/>
            <ac:spMk id="3" creationId="{C374AC7B-129D-6AD5-F67B-9A8BEA2DF36A}"/>
          </ac:spMkLst>
        </pc:spChg>
      </pc:sldChg>
      <pc:sldChg chg="modSp new del mod">
        <pc:chgData name="Berg, Dirk van den" userId="035ecb32-01d9-4b47-a105-eacf059a4647" providerId="ADAL" clId="{F7FF961E-CF96-44AC-93C2-93612F62D46D}" dt="2026-07-07T07:48:25.804" v="3408" actId="2696"/>
        <pc:sldMkLst>
          <pc:docMk/>
          <pc:sldMk cId="871528097" sldId="472"/>
        </pc:sldMkLst>
        <pc:spChg chg="mod">
          <ac:chgData name="Berg, Dirk van den" userId="035ecb32-01d9-4b47-a105-eacf059a4647" providerId="ADAL" clId="{F7FF961E-CF96-44AC-93C2-93612F62D46D}" dt="2026-07-07T06:59:18.887" v="2608" actId="20577"/>
          <ac:spMkLst>
            <pc:docMk/>
            <pc:sldMk cId="871528097" sldId="472"/>
            <ac:spMk id="2" creationId="{A8B6425B-1E67-B16E-0D69-0BF52E8E00B2}"/>
          </ac:spMkLst>
        </pc:spChg>
        <pc:spChg chg="mod">
          <ac:chgData name="Berg, Dirk van den" userId="035ecb32-01d9-4b47-a105-eacf059a4647" providerId="ADAL" clId="{F7FF961E-CF96-44AC-93C2-93612F62D46D}" dt="2026-07-07T07:38:39.940" v="3086" actId="20577"/>
          <ac:spMkLst>
            <pc:docMk/>
            <pc:sldMk cId="871528097" sldId="472"/>
            <ac:spMk id="3" creationId="{E730ECAE-7C45-3AC2-93D2-629F3F6A446E}"/>
          </ac:spMkLst>
        </pc:spChg>
      </pc:sldChg>
      <pc:sldChg chg="add">
        <pc:chgData name="Berg, Dirk van den" userId="035ecb32-01d9-4b47-a105-eacf059a4647" providerId="ADAL" clId="{F7FF961E-CF96-44AC-93C2-93612F62D46D}" dt="2026-07-07T07:48:32.118" v="3409"/>
        <pc:sldMkLst>
          <pc:docMk/>
          <pc:sldMk cId="3728425345" sldId="472"/>
        </pc:sldMkLst>
      </pc:sldChg>
      <pc:sldChg chg="addSp delSp modSp new mod">
        <pc:chgData name="Berg, Dirk van den" userId="035ecb32-01d9-4b47-a105-eacf059a4647" providerId="ADAL" clId="{F7FF961E-CF96-44AC-93C2-93612F62D46D}" dt="2026-07-07T07:12:19.663" v="2765" actId="20577"/>
        <pc:sldMkLst>
          <pc:docMk/>
          <pc:sldMk cId="1005423763" sldId="473"/>
        </pc:sldMkLst>
        <pc:spChg chg="del">
          <ac:chgData name="Berg, Dirk van den" userId="035ecb32-01d9-4b47-a105-eacf059a4647" providerId="ADAL" clId="{F7FF961E-CF96-44AC-93C2-93612F62D46D}" dt="2026-07-07T07:03:12.405" v="2627" actId="478"/>
          <ac:spMkLst>
            <pc:docMk/>
            <pc:sldMk cId="1005423763" sldId="473"/>
            <ac:spMk id="2" creationId="{2DFE37B2-F178-2A39-B7F6-09E8BCE9960D}"/>
          </ac:spMkLst>
        </pc:spChg>
        <pc:spChg chg="add del mod">
          <ac:chgData name="Berg, Dirk van den" userId="035ecb32-01d9-4b47-a105-eacf059a4647" providerId="ADAL" clId="{F7FF961E-CF96-44AC-93C2-93612F62D46D}" dt="2026-07-07T07:12:19.663" v="2765" actId="20577"/>
          <ac:spMkLst>
            <pc:docMk/>
            <pc:sldMk cId="1005423763" sldId="473"/>
            <ac:spMk id="3" creationId="{EB230595-08F1-C954-370E-062BB874CEB3}"/>
          </ac:spMkLst>
        </pc:spChg>
        <pc:picChg chg="add del mod ord">
          <ac:chgData name="Berg, Dirk van den" userId="035ecb32-01d9-4b47-a105-eacf059a4647" providerId="ADAL" clId="{F7FF961E-CF96-44AC-93C2-93612F62D46D}" dt="2026-07-07T07:02:39.529" v="2618" actId="931"/>
          <ac:picMkLst>
            <pc:docMk/>
            <pc:sldMk cId="1005423763" sldId="473"/>
            <ac:picMk id="5" creationId="{C4A05FB1-0DC4-CC64-B255-2DD989F93D1D}"/>
          </ac:picMkLst>
        </pc:picChg>
        <pc:picChg chg="add mod">
          <ac:chgData name="Berg, Dirk van den" userId="035ecb32-01d9-4b47-a105-eacf059a4647" providerId="ADAL" clId="{F7FF961E-CF96-44AC-93C2-93612F62D46D}" dt="2026-07-07T07:02:47.361" v="2624" actId="1076"/>
          <ac:picMkLst>
            <pc:docMk/>
            <pc:sldMk cId="1005423763" sldId="473"/>
            <ac:picMk id="7" creationId="{8A59367C-4D76-8ED9-9E77-EC0B074B3E42}"/>
          </ac:picMkLst>
        </pc:picChg>
      </pc:sldChg>
      <pc:sldChg chg="addSp delSp modSp new mod">
        <pc:chgData name="Berg, Dirk van den" userId="035ecb32-01d9-4b47-a105-eacf059a4647" providerId="ADAL" clId="{F7FF961E-CF96-44AC-93C2-93612F62D46D}" dt="2026-07-07T07:07:09.924" v="2636" actId="14100"/>
        <pc:sldMkLst>
          <pc:docMk/>
          <pc:sldMk cId="328541173" sldId="474"/>
        </pc:sldMkLst>
        <pc:spChg chg="del">
          <ac:chgData name="Berg, Dirk van den" userId="035ecb32-01d9-4b47-a105-eacf059a4647" providerId="ADAL" clId="{F7FF961E-CF96-44AC-93C2-93612F62D46D}" dt="2026-07-07T07:06:58.803" v="2633" actId="478"/>
          <ac:spMkLst>
            <pc:docMk/>
            <pc:sldMk cId="328541173" sldId="474"/>
            <ac:spMk id="2" creationId="{9654D1CD-955D-F047-B8E0-A1A7B30193D4}"/>
          </ac:spMkLst>
        </pc:spChg>
        <pc:spChg chg="mod ord">
          <ac:chgData name="Berg, Dirk van den" userId="035ecb32-01d9-4b47-a105-eacf059a4647" providerId="ADAL" clId="{F7FF961E-CF96-44AC-93C2-93612F62D46D}" dt="2026-07-07T07:07:09.924" v="2636" actId="14100"/>
          <ac:spMkLst>
            <pc:docMk/>
            <pc:sldMk cId="328541173" sldId="474"/>
            <ac:spMk id="3" creationId="{EF4D48A1-DE61-391F-CC66-4973039BE26B}"/>
          </ac:spMkLst>
        </pc:spChg>
        <pc:picChg chg="add mod">
          <ac:chgData name="Berg, Dirk van den" userId="035ecb32-01d9-4b47-a105-eacf059a4647" providerId="ADAL" clId="{F7FF961E-CF96-44AC-93C2-93612F62D46D}" dt="2026-07-07T07:06:53.436" v="2632" actId="1076"/>
          <ac:picMkLst>
            <pc:docMk/>
            <pc:sldMk cId="328541173" sldId="474"/>
            <ac:picMk id="5" creationId="{958B8AEB-9959-B8BC-B44D-5DB4F841361E}"/>
          </ac:picMkLst>
        </pc:picChg>
      </pc:sldChg>
      <pc:sldChg chg="modSp new del mod">
        <pc:chgData name="Berg, Dirk van den" userId="035ecb32-01d9-4b47-a105-eacf059a4647" providerId="ADAL" clId="{F7FF961E-CF96-44AC-93C2-93612F62D46D}" dt="2026-07-07T07:49:49.625" v="3415" actId="2696"/>
        <pc:sldMkLst>
          <pc:docMk/>
          <pc:sldMk cId="1951701544" sldId="475"/>
        </pc:sldMkLst>
        <pc:spChg chg="mod">
          <ac:chgData name="Berg, Dirk van den" userId="035ecb32-01d9-4b47-a105-eacf059a4647" providerId="ADAL" clId="{F7FF961E-CF96-44AC-93C2-93612F62D46D}" dt="2026-07-07T07:31:40.205" v="2818" actId="20577"/>
          <ac:spMkLst>
            <pc:docMk/>
            <pc:sldMk cId="1951701544" sldId="475"/>
            <ac:spMk id="2" creationId="{91398EEF-16A5-BD2F-D01E-C542A970A4AF}"/>
          </ac:spMkLst>
        </pc:spChg>
        <pc:spChg chg="mod">
          <ac:chgData name="Berg, Dirk van den" userId="035ecb32-01d9-4b47-a105-eacf059a4647" providerId="ADAL" clId="{F7FF961E-CF96-44AC-93C2-93612F62D46D}" dt="2026-07-07T07:32:20.219" v="2971" actId="20577"/>
          <ac:spMkLst>
            <pc:docMk/>
            <pc:sldMk cId="1951701544" sldId="475"/>
            <ac:spMk id="3" creationId="{697C982E-2649-D888-4B92-6248797A6CF6}"/>
          </ac:spMkLst>
        </pc:spChg>
      </pc:sldChg>
      <pc:sldChg chg="add ord">
        <pc:chgData name="Berg, Dirk van den" userId="035ecb32-01d9-4b47-a105-eacf059a4647" providerId="ADAL" clId="{F7FF961E-CF96-44AC-93C2-93612F62D46D}" dt="2026-07-07T07:57:59.457" v="3660"/>
        <pc:sldMkLst>
          <pc:docMk/>
          <pc:sldMk cId="3089952704" sldId="475"/>
        </pc:sldMkLst>
      </pc:sldChg>
      <pc:sldChg chg="add">
        <pc:chgData name="Berg, Dirk van den" userId="035ecb32-01d9-4b47-a105-eacf059a4647" providerId="ADAL" clId="{F7FF961E-CF96-44AC-93C2-93612F62D46D}" dt="2026-07-07T07:48:32.118" v="3409"/>
        <pc:sldMkLst>
          <pc:docMk/>
          <pc:sldMk cId="661606324" sldId="476"/>
        </pc:sldMkLst>
      </pc:sldChg>
      <pc:sldChg chg="addSp delSp modSp new del mod">
        <pc:chgData name="Berg, Dirk van den" userId="035ecb32-01d9-4b47-a105-eacf059a4647" providerId="ADAL" clId="{F7FF961E-CF96-44AC-93C2-93612F62D46D}" dt="2026-07-07T07:48:25.804" v="3408" actId="2696"/>
        <pc:sldMkLst>
          <pc:docMk/>
          <pc:sldMk cId="4008047687" sldId="476"/>
        </pc:sldMkLst>
        <pc:spChg chg="del">
          <ac:chgData name="Berg, Dirk van den" userId="035ecb32-01d9-4b47-a105-eacf059a4647" providerId="ADAL" clId="{F7FF961E-CF96-44AC-93C2-93612F62D46D}" dt="2026-07-07T07:41:24.647" v="3089"/>
          <ac:spMkLst>
            <pc:docMk/>
            <pc:sldMk cId="4008047687" sldId="476"/>
            <ac:spMk id="3" creationId="{3D9BC104-E3E1-655E-00CE-778584560C95}"/>
          </ac:spMkLst>
        </pc:spChg>
        <pc:picChg chg="add mod ord">
          <ac:chgData name="Berg, Dirk van den" userId="035ecb32-01d9-4b47-a105-eacf059a4647" providerId="ADAL" clId="{F7FF961E-CF96-44AC-93C2-93612F62D46D}" dt="2026-07-07T07:41:48.546" v="3094" actId="1076"/>
          <ac:picMkLst>
            <pc:docMk/>
            <pc:sldMk cId="4008047687" sldId="476"/>
            <ac:picMk id="5" creationId="{9BECD115-31D7-5577-D811-335D6DB5AEC9}"/>
          </ac:picMkLst>
        </pc:picChg>
      </pc:sldChg>
      <pc:sldChg chg="addSp delSp modSp new del mod">
        <pc:chgData name="Berg, Dirk van den" userId="035ecb32-01d9-4b47-a105-eacf059a4647" providerId="ADAL" clId="{F7FF961E-CF96-44AC-93C2-93612F62D46D}" dt="2026-07-07T07:48:25.804" v="3408" actId="2696"/>
        <pc:sldMkLst>
          <pc:docMk/>
          <pc:sldMk cId="594726169" sldId="477"/>
        </pc:sldMkLst>
        <pc:spChg chg="del">
          <ac:chgData name="Berg, Dirk van den" userId="035ecb32-01d9-4b47-a105-eacf059a4647" providerId="ADAL" clId="{F7FF961E-CF96-44AC-93C2-93612F62D46D}" dt="2026-07-07T07:42:03.048" v="3097"/>
          <ac:spMkLst>
            <pc:docMk/>
            <pc:sldMk cId="594726169" sldId="477"/>
            <ac:spMk id="3" creationId="{274CA930-CF52-88F8-1CD5-5389D067BAEE}"/>
          </ac:spMkLst>
        </pc:spChg>
        <pc:picChg chg="add mod ord">
          <ac:chgData name="Berg, Dirk van den" userId="035ecb32-01d9-4b47-a105-eacf059a4647" providerId="ADAL" clId="{F7FF961E-CF96-44AC-93C2-93612F62D46D}" dt="2026-07-07T07:42:07.634" v="3100" actId="1076"/>
          <ac:picMkLst>
            <pc:docMk/>
            <pc:sldMk cId="594726169" sldId="477"/>
            <ac:picMk id="5" creationId="{9B28957F-D7DC-C073-9660-651AC8C26CD2}"/>
          </ac:picMkLst>
        </pc:picChg>
      </pc:sldChg>
      <pc:sldChg chg="add">
        <pc:chgData name="Berg, Dirk van den" userId="035ecb32-01d9-4b47-a105-eacf059a4647" providerId="ADAL" clId="{F7FF961E-CF96-44AC-93C2-93612F62D46D}" dt="2026-07-07T07:48:32.118" v="3409"/>
        <pc:sldMkLst>
          <pc:docMk/>
          <pc:sldMk cId="2435084167" sldId="477"/>
        </pc:sldMkLst>
      </pc:sldChg>
      <pc:sldChg chg="addSp delSp modSp new del mod">
        <pc:chgData name="Berg, Dirk van den" userId="035ecb32-01d9-4b47-a105-eacf059a4647" providerId="ADAL" clId="{F7FF961E-CF96-44AC-93C2-93612F62D46D}" dt="2026-07-07T07:48:25.804" v="3408" actId="2696"/>
        <pc:sldMkLst>
          <pc:docMk/>
          <pc:sldMk cId="425434419" sldId="478"/>
        </pc:sldMkLst>
        <pc:spChg chg="del">
          <ac:chgData name="Berg, Dirk van den" userId="035ecb32-01d9-4b47-a105-eacf059a4647" providerId="ADAL" clId="{F7FF961E-CF96-44AC-93C2-93612F62D46D}" dt="2026-07-07T07:42:24.877" v="3103"/>
          <ac:spMkLst>
            <pc:docMk/>
            <pc:sldMk cId="425434419" sldId="478"/>
            <ac:spMk id="3" creationId="{9BE10C3D-9355-320D-613F-C308C5FE9A87}"/>
          </ac:spMkLst>
        </pc:spChg>
        <pc:picChg chg="add mod ord">
          <ac:chgData name="Berg, Dirk van den" userId="035ecb32-01d9-4b47-a105-eacf059a4647" providerId="ADAL" clId="{F7FF961E-CF96-44AC-93C2-93612F62D46D}" dt="2026-07-07T07:42:34.477" v="3109" actId="14100"/>
          <ac:picMkLst>
            <pc:docMk/>
            <pc:sldMk cId="425434419" sldId="478"/>
            <ac:picMk id="5" creationId="{7BE3E1FA-4B91-A75F-96C9-43D310122FEB}"/>
          </ac:picMkLst>
        </pc:picChg>
      </pc:sldChg>
      <pc:sldChg chg="add">
        <pc:chgData name="Berg, Dirk van den" userId="035ecb32-01d9-4b47-a105-eacf059a4647" providerId="ADAL" clId="{F7FF961E-CF96-44AC-93C2-93612F62D46D}" dt="2026-07-07T07:48:32.118" v="3409"/>
        <pc:sldMkLst>
          <pc:docMk/>
          <pc:sldMk cId="1259004908" sldId="478"/>
        </pc:sldMkLst>
      </pc:sldChg>
      <pc:sldChg chg="modSp new del mod">
        <pc:chgData name="Berg, Dirk van den" userId="035ecb32-01d9-4b47-a105-eacf059a4647" providerId="ADAL" clId="{F7FF961E-CF96-44AC-93C2-93612F62D46D}" dt="2026-07-07T07:59:10.695" v="3772" actId="47"/>
        <pc:sldMkLst>
          <pc:docMk/>
          <pc:sldMk cId="925741212" sldId="479"/>
        </pc:sldMkLst>
        <pc:spChg chg="mod">
          <ac:chgData name="Berg, Dirk van den" userId="035ecb32-01d9-4b47-a105-eacf059a4647" providerId="ADAL" clId="{F7FF961E-CF96-44AC-93C2-93612F62D46D}" dt="2026-07-07T07:44:48.866" v="3171" actId="20577"/>
          <ac:spMkLst>
            <pc:docMk/>
            <pc:sldMk cId="925741212" sldId="479"/>
            <ac:spMk id="2" creationId="{57BAD431-A56F-B8C5-39B0-C0405A5D460D}"/>
          </ac:spMkLst>
        </pc:spChg>
        <pc:spChg chg="mod">
          <ac:chgData name="Berg, Dirk van den" userId="035ecb32-01d9-4b47-a105-eacf059a4647" providerId="ADAL" clId="{F7FF961E-CF96-44AC-93C2-93612F62D46D}" dt="2026-07-07T07:47:31.104" v="3406" actId="20577"/>
          <ac:spMkLst>
            <pc:docMk/>
            <pc:sldMk cId="925741212" sldId="479"/>
            <ac:spMk id="3" creationId="{1403AD20-675E-217A-696F-53EBC54A5688}"/>
          </ac:spMkLst>
        </pc:spChg>
      </pc:sldChg>
      <pc:sldChg chg="modSp new mod ord">
        <pc:chgData name="Berg, Dirk van den" userId="035ecb32-01d9-4b47-a105-eacf059a4647" providerId="ADAL" clId="{F7FF961E-CF96-44AC-93C2-93612F62D46D}" dt="2026-07-07T08:02:06.757" v="3937"/>
        <pc:sldMkLst>
          <pc:docMk/>
          <pc:sldMk cId="158100013" sldId="480"/>
        </pc:sldMkLst>
        <pc:spChg chg="mod">
          <ac:chgData name="Berg, Dirk van den" userId="035ecb32-01d9-4b47-a105-eacf059a4647" providerId="ADAL" clId="{F7FF961E-CF96-44AC-93C2-93612F62D46D}" dt="2026-07-07T07:45:09.112" v="3218" actId="20577"/>
          <ac:spMkLst>
            <pc:docMk/>
            <pc:sldMk cId="158100013" sldId="480"/>
            <ac:spMk id="2" creationId="{7E6C7C94-9C9E-32BA-2567-988DEA8E78B7}"/>
          </ac:spMkLst>
        </pc:spChg>
        <pc:spChg chg="mod">
          <ac:chgData name="Berg, Dirk van den" userId="035ecb32-01d9-4b47-a105-eacf059a4647" providerId="ADAL" clId="{F7FF961E-CF96-44AC-93C2-93612F62D46D}" dt="2026-07-07T07:46:12.222" v="3404" actId="20577"/>
          <ac:spMkLst>
            <pc:docMk/>
            <pc:sldMk cId="158100013" sldId="480"/>
            <ac:spMk id="3" creationId="{B78C253B-F911-16CD-4F96-79DB47A7FBB9}"/>
          </ac:spMkLst>
        </pc:spChg>
      </pc:sldChg>
      <pc:sldChg chg="addSp modSp add mod">
        <pc:chgData name="Berg, Dirk van den" userId="035ecb32-01d9-4b47-a105-eacf059a4647" providerId="ADAL" clId="{F7FF961E-CF96-44AC-93C2-93612F62D46D}" dt="2026-07-07T07:51:29.349" v="3529" actId="1076"/>
        <pc:sldMkLst>
          <pc:docMk/>
          <pc:sldMk cId="332973560" sldId="481"/>
        </pc:sldMkLst>
        <pc:spChg chg="add mod">
          <ac:chgData name="Berg, Dirk van den" userId="035ecb32-01d9-4b47-a105-eacf059a4647" providerId="ADAL" clId="{F7FF961E-CF96-44AC-93C2-93612F62D46D}" dt="2026-07-07T07:51:29.349" v="3529" actId="1076"/>
          <ac:spMkLst>
            <pc:docMk/>
            <pc:sldMk cId="332973560" sldId="481"/>
            <ac:spMk id="3" creationId="{CF1C74AB-F2B8-159B-7D37-8C797E893D7B}"/>
          </ac:spMkLst>
        </pc:spChg>
      </pc:sldChg>
      <pc:sldChg chg="addSp delSp modSp new mod">
        <pc:chgData name="Berg, Dirk van den" userId="035ecb32-01d9-4b47-a105-eacf059a4647" providerId="ADAL" clId="{F7FF961E-CF96-44AC-93C2-93612F62D46D}" dt="2026-07-07T07:54:02.724" v="3535" actId="1076"/>
        <pc:sldMkLst>
          <pc:docMk/>
          <pc:sldMk cId="1585375445" sldId="482"/>
        </pc:sldMkLst>
        <pc:spChg chg="del">
          <ac:chgData name="Berg, Dirk van den" userId="035ecb32-01d9-4b47-a105-eacf059a4647" providerId="ADAL" clId="{F7FF961E-CF96-44AC-93C2-93612F62D46D}" dt="2026-07-07T07:53:51.965" v="3532"/>
          <ac:spMkLst>
            <pc:docMk/>
            <pc:sldMk cId="1585375445" sldId="482"/>
            <ac:spMk id="3" creationId="{189E4C28-7277-6CFB-0296-4C6C39449CCA}"/>
          </ac:spMkLst>
        </pc:spChg>
        <pc:picChg chg="add mod ord">
          <ac:chgData name="Berg, Dirk van den" userId="035ecb32-01d9-4b47-a105-eacf059a4647" providerId="ADAL" clId="{F7FF961E-CF96-44AC-93C2-93612F62D46D}" dt="2026-07-07T07:54:02.724" v="3535" actId="1076"/>
          <ac:picMkLst>
            <pc:docMk/>
            <pc:sldMk cId="1585375445" sldId="482"/>
            <ac:picMk id="5" creationId="{F06476CD-A75F-EAAD-BB76-F4BB7B2676E8}"/>
          </ac:picMkLst>
        </pc:picChg>
      </pc:sldChg>
      <pc:sldChg chg="addSp delSp modSp new mod">
        <pc:chgData name="Berg, Dirk van den" userId="035ecb32-01d9-4b47-a105-eacf059a4647" providerId="ADAL" clId="{F7FF961E-CF96-44AC-93C2-93612F62D46D}" dt="2026-07-07T07:56:54.828" v="3621" actId="20577"/>
        <pc:sldMkLst>
          <pc:docMk/>
          <pc:sldMk cId="4208469390" sldId="483"/>
        </pc:sldMkLst>
        <pc:spChg chg="del">
          <ac:chgData name="Berg, Dirk van den" userId="035ecb32-01d9-4b47-a105-eacf059a4647" providerId="ADAL" clId="{F7FF961E-CF96-44AC-93C2-93612F62D46D}" dt="2026-07-07T07:54:52.881" v="3538"/>
          <ac:spMkLst>
            <pc:docMk/>
            <pc:sldMk cId="4208469390" sldId="483"/>
            <ac:spMk id="3" creationId="{AC4C18CA-FDE0-BCA7-9EEF-DAC4447FC6FC}"/>
          </ac:spMkLst>
        </pc:spChg>
        <pc:spChg chg="add mod">
          <ac:chgData name="Berg, Dirk van den" userId="035ecb32-01d9-4b47-a105-eacf059a4647" providerId="ADAL" clId="{F7FF961E-CF96-44AC-93C2-93612F62D46D}" dt="2026-07-07T07:56:54.828" v="3621" actId="20577"/>
          <ac:spMkLst>
            <pc:docMk/>
            <pc:sldMk cId="4208469390" sldId="483"/>
            <ac:spMk id="6" creationId="{8EE29201-38B5-45BD-5252-621110EE2110}"/>
          </ac:spMkLst>
        </pc:spChg>
        <pc:picChg chg="add mod ord">
          <ac:chgData name="Berg, Dirk van den" userId="035ecb32-01d9-4b47-a105-eacf059a4647" providerId="ADAL" clId="{F7FF961E-CF96-44AC-93C2-93612F62D46D}" dt="2026-07-07T07:55:27.013" v="3542" actId="1076"/>
          <ac:picMkLst>
            <pc:docMk/>
            <pc:sldMk cId="4208469390" sldId="483"/>
            <ac:picMk id="5" creationId="{633BF9E2-6CE6-34A7-4D9B-2C41499BAE81}"/>
          </ac:picMkLst>
        </pc:picChg>
      </pc:sldChg>
      <pc:sldChg chg="addSp modSp new mod">
        <pc:chgData name="Berg, Dirk van den" userId="035ecb32-01d9-4b47-a105-eacf059a4647" providerId="ADAL" clId="{F7FF961E-CF96-44AC-93C2-93612F62D46D}" dt="2026-07-07T07:57:49.348" v="3658" actId="14100"/>
        <pc:sldMkLst>
          <pc:docMk/>
          <pc:sldMk cId="1536252404" sldId="484"/>
        </pc:sldMkLst>
        <pc:spChg chg="mod">
          <ac:chgData name="Berg, Dirk van den" userId="035ecb32-01d9-4b47-a105-eacf059a4647" providerId="ADAL" clId="{F7FF961E-CF96-44AC-93C2-93612F62D46D}" dt="2026-07-07T07:57:43.929" v="3656" actId="20577"/>
          <ac:spMkLst>
            <pc:docMk/>
            <pc:sldMk cId="1536252404" sldId="484"/>
            <ac:spMk id="2" creationId="{6309DB48-743E-0067-4481-7AC312851F65}"/>
          </ac:spMkLst>
        </pc:spChg>
        <pc:spChg chg="add mod">
          <ac:chgData name="Berg, Dirk van den" userId="035ecb32-01d9-4b47-a105-eacf059a4647" providerId="ADAL" clId="{F7FF961E-CF96-44AC-93C2-93612F62D46D}" dt="2026-07-07T07:57:49.348" v="3658" actId="14100"/>
          <ac:spMkLst>
            <pc:docMk/>
            <pc:sldMk cId="1536252404" sldId="484"/>
            <ac:spMk id="5" creationId="{5DD4BC82-3213-1308-76EE-F4B67F7F429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B391D-AF3A-4FDA-A3C0-D4070599A46C}" type="datetimeFigureOut">
              <a:rPr lang="en-NL" smtClean="0"/>
              <a:t>07/07/2026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E6551E-1EE6-4D94-8271-1384B124F86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00249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7A217-BC89-726B-76DF-585CDAEED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40155-7E3A-B87B-F56C-1D0F1D7E5F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A85D9-4E1B-DC51-2F18-D089891E1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1E455-120B-73CE-D460-715383EB26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437235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32CD2-6902-08E7-94CA-936CAFB07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64DC70-BB1B-8C44-08E9-FB8FD7079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CF582A-D2B6-34BB-FE02-6DE5FDA911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A60CF-0494-FE42-03A0-669934B141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26525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Run:= 68676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6551E-1EE6-4D94-8271-1384B124F865}" type="slidenum">
              <a:rPr lang="en-NL" smtClean="0"/>
              <a:t>13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627626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6F52B-F41A-017A-74DE-B8DC3AFDD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F52F38-E4D5-C862-FDB4-C195EAD3B1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6C3981-6598-59EE-91EF-8C5FF81A16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Run:= 68676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1AE5E-C401-C7AC-2E3A-831A168C29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6551E-1EE6-4D94-8271-1384B124F865}" type="slidenum">
              <a:rPr lang="en-NL" smtClean="0"/>
              <a:t>14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044390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Use the baseline model error to determine the noise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6551E-1EE6-4D94-8271-1384B124F865}" type="slidenum">
              <a:rPr lang="en-NL" smtClean="0"/>
              <a:t>29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08304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A33B0-9DBE-8A93-E91D-B9FA17C92B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77D276-022C-ABA7-914D-42ABE000DB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66985-A601-9280-C41F-D872FA10D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D5C8A-1F8E-48EB-88CC-2AA50994D440}" type="datetimeFigureOut">
              <a:rPr lang="en-NL" smtClean="0"/>
              <a:t>07/07/2026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C3F37-05DD-1DEB-D52B-629CA2A57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2DC40-268F-2771-BC66-51A8F499D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021B-08B5-4C6A-B6E6-DC2F62D0A85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86219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0CCB4-F7CB-1B36-98EB-3D83820C7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473A3-1A4D-6ADE-DBAF-FAEF0A74D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90D95-5901-BC80-BC63-24418011F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D5C8A-1F8E-48EB-88CC-2AA50994D440}" type="datetimeFigureOut">
              <a:rPr lang="en-NL" smtClean="0"/>
              <a:t>07/07/2026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5DC28-2B5F-B92A-EE9E-6C171AF7D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53063-40BC-2965-800A-904E9E4F7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021B-08B5-4C6A-B6E6-DC2F62D0A85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70086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9A727-1C34-EB58-E625-7EDC1FE13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69004-026F-8D16-4E68-9E2A32053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C9657-41D4-92A4-EF30-D47B06D3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D5C8A-1F8E-48EB-88CC-2AA50994D440}" type="datetimeFigureOut">
              <a:rPr lang="en-NL" smtClean="0"/>
              <a:t>07/07/2026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90BF0-459A-C654-83B4-E65226D3A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70E88-8086-B004-8510-6D74174E1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021B-08B5-4C6A-B6E6-DC2F62D0A85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99310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7F5F8-68A3-8C20-6A12-4FCEE7B3A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325F6-1F6D-D9E7-DCD5-F6E5FE1EA7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BBB7A0-1C3F-71D1-ACC2-0B02102A0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2B2F62-51ED-B08D-2590-4AB693CAE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D5C8A-1F8E-48EB-88CC-2AA50994D440}" type="datetimeFigureOut">
              <a:rPr lang="en-NL" smtClean="0"/>
              <a:t>07/07/2026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1FFB3-269C-A560-AD9A-0E12A6639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F7FB09-98AE-A5F1-27CD-2F37C686F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021B-08B5-4C6A-B6E6-DC2F62D0A85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58153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04E51-1BCE-2108-75BE-E33D45B63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85DAF-39C7-551A-BEF2-0E221F536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A61CE-5C12-BBE5-8285-CEC119A07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C7AF64-B4E2-27EC-2036-8182BB539E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BE4735-1031-6ED9-0D8F-A595B7A649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8F9888-60EE-6EBC-3DEF-3C54B2A32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D5C8A-1F8E-48EB-88CC-2AA50994D440}" type="datetimeFigureOut">
              <a:rPr lang="en-NL" smtClean="0"/>
              <a:t>07/07/2026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646299-95E2-E243-C3BF-270F79C50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182BCE-4E57-4FF6-ACA3-D1B68B408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021B-08B5-4C6A-B6E6-DC2F62D0A85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29200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6E1BB-611B-6183-9F03-A7B03EBEA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C5DFA7-385B-4034-1A31-9033579BB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D5C8A-1F8E-48EB-88CC-2AA50994D440}" type="datetimeFigureOut">
              <a:rPr lang="en-NL" smtClean="0"/>
              <a:t>07/07/2026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4ACD0C-C7B2-14D6-20E5-FD05A7689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63D1C-F958-5823-3EE5-3A7ACA2C2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021B-08B5-4C6A-B6E6-DC2F62D0A85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25585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0969F8-9AE2-694B-9838-790296C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D5C8A-1F8E-48EB-88CC-2AA50994D440}" type="datetimeFigureOut">
              <a:rPr lang="en-NL" smtClean="0"/>
              <a:t>07/07/2026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697876-D311-57B5-314D-31D0EACC5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E665A-294C-2B70-67BB-5A76DE90E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021B-08B5-4C6A-B6E6-DC2F62D0A85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07658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FF13F-5D1D-1C47-0D8B-94C6C2FB6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D474B-2EB0-4F8D-4328-5B0F06B4B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47DB62-4D03-05D1-AE6B-5A0AB0C05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8AA657-DF38-4A6A-9B8B-94EEA2806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D5C8A-1F8E-48EB-88CC-2AA50994D440}" type="datetimeFigureOut">
              <a:rPr lang="en-NL" smtClean="0"/>
              <a:t>07/07/2026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51BB0A-B70F-0664-8A50-D65DD03AA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C5109-C0F3-B95C-5A6A-BCFE1F7E4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021B-08B5-4C6A-B6E6-DC2F62D0A85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56409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CD778-F697-8176-2B5A-47AABAF42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7A81C-85CA-092A-2838-F7950B6F1D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D45DAA-874F-DA28-BC7F-20DAD57815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F35EAD-7994-5610-2813-E221F7390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D5C8A-1F8E-48EB-88CC-2AA50994D440}" type="datetimeFigureOut">
              <a:rPr lang="en-NL" smtClean="0"/>
              <a:t>07/07/2026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7FD8B4-8EF1-43F7-4743-DEFB04E37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94006C-1805-3A4E-5089-69C43A907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021B-08B5-4C6A-B6E6-DC2F62D0A85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58412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2A4EA-7614-DB43-397C-98C422D82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F5362C-9E26-3F13-A23A-D9A5BF0ED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F6E68-F68D-34C5-43EE-6223561AC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D5C8A-1F8E-48EB-88CC-2AA50994D440}" type="datetimeFigureOut">
              <a:rPr lang="en-NL" smtClean="0"/>
              <a:t>07/07/2026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C1DC6-A477-7312-FA08-7C2779D41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DCD0F-67CB-59B3-FC1F-8DE873E8C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021B-08B5-4C6A-B6E6-DC2F62D0A85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53980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8294EB-B791-81FF-91C3-45D9958B87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AF34B6-8815-1B8A-A214-0568A4C0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652C0-4B27-DFFF-7CCA-1CEEE8519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D5C8A-1F8E-48EB-88CC-2AA50994D440}" type="datetimeFigureOut">
              <a:rPr lang="en-NL" smtClean="0"/>
              <a:t>07/07/2026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8EACE-1CD8-8F21-28C8-27F136E53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E526A-4BF6-7B77-60BC-DB05880C4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021B-08B5-4C6A-B6E6-DC2F62D0A85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88225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FE1AFE-B7A1-BD86-4DBC-7D9F5BD8F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B8172-5975-8571-0B0C-80D4C6257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C072E-B655-7145-BE46-E3ABCF8DA9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9D5C8A-1F8E-48EB-88CC-2AA50994D440}" type="datetimeFigureOut">
              <a:rPr lang="en-NL" smtClean="0"/>
              <a:t>07/07/2026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42DE0-B0D8-8039-242C-6E50F3F989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86036-5CED-00D2-7B4D-D6879876C6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36021B-08B5-4C6A-B6E6-DC2F62D0A85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76493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58346-11EF-AF16-3F7E-D4AE642D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Week 23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EF679-3C39-E36C-B710-9B50CBAE4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 week summary</a:t>
            </a:r>
          </a:p>
          <a:p>
            <a:pPr lvl="1"/>
            <a:r>
              <a:rPr lang="en-US" dirty="0"/>
              <a:t>System, model</a:t>
            </a:r>
          </a:p>
          <a:p>
            <a:r>
              <a:rPr lang="en-US" dirty="0"/>
              <a:t>Augmentation</a:t>
            </a:r>
          </a:p>
          <a:p>
            <a:pPr lvl="1"/>
            <a:r>
              <a:rPr lang="en-US" dirty="0"/>
              <a:t>Issue stiffness matrix</a:t>
            </a:r>
          </a:p>
          <a:p>
            <a:pPr lvl="1"/>
            <a:r>
              <a:rPr lang="en-US" dirty="0"/>
              <a:t>Description implementation</a:t>
            </a:r>
          </a:p>
          <a:p>
            <a:pPr lvl="1"/>
            <a:r>
              <a:rPr lang="en-US" dirty="0"/>
              <a:t>New data</a:t>
            </a:r>
          </a:p>
          <a:p>
            <a:pPr lvl="1"/>
            <a:r>
              <a:rPr lang="en-US" dirty="0"/>
              <a:t>Open-loop problem?</a:t>
            </a:r>
          </a:p>
          <a:p>
            <a:pPr lvl="1"/>
            <a:r>
              <a:rPr lang="en-US" dirty="0"/>
              <a:t>Joint estimation</a:t>
            </a:r>
          </a:p>
          <a:p>
            <a:r>
              <a:rPr lang="en-US" dirty="0"/>
              <a:t>Outline </a:t>
            </a:r>
            <a:r>
              <a:rPr lang="en-US" dirty="0" err="1"/>
              <a:t>ToDo</a:t>
            </a:r>
            <a:r>
              <a:rPr lang="en-US" dirty="0"/>
              <a:t> next week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7959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7EA98-8D1B-6CE2-E115-DA1A87D3A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0950-7F8C-D5A6-B65B-87476C8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C759E-3ACF-EF89-6CE3-7927E207E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63C349-FF01-6CFE-81A2-DDA64151B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148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E3484-94F2-14D6-31CA-9FAE07C6B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ACE78-B9D1-45C7-4074-CA9FD738A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74970-240D-E8B5-D9FB-7F973C49B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9F7AEE-FE93-C857-4A68-4D907138D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C86B106-CFF8-302B-FE52-85E0AD584BA7}"/>
              </a:ext>
            </a:extLst>
          </p:cNvPr>
          <p:cNvGrpSpPr/>
          <p:nvPr/>
        </p:nvGrpSpPr>
        <p:grpSpPr>
          <a:xfrm rot="21112073">
            <a:off x="2534792" y="1771677"/>
            <a:ext cx="2059703" cy="1991011"/>
            <a:chOff x="7399251" y="4167670"/>
            <a:chExt cx="2059703" cy="199101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55DC95B-5EFB-972A-3B1B-33CE8266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3509" t="15263" r="6139" b="34017"/>
            <a:stretch>
              <a:fillRect/>
            </a:stretch>
          </p:blipFill>
          <p:spPr>
            <a:xfrm>
              <a:off x="7399251" y="4170244"/>
              <a:ext cx="1645516" cy="198843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B0D30DC-25C2-1DFF-F1F4-D297D6260F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5482" t="15263" r="26057" b="42014"/>
            <a:stretch>
              <a:fillRect/>
            </a:stretch>
          </p:blipFill>
          <p:spPr>
            <a:xfrm>
              <a:off x="8774874" y="4167670"/>
              <a:ext cx="684080" cy="16749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76496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9631A-D804-6081-6747-3C1240E0B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problem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C91D9-FB4E-1DBA-AA35-574B91B84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initialization immediate blow up </a:t>
            </a:r>
            <a:r>
              <a:rPr lang="en-US" dirty="0">
                <a:sym typeface="Wingdings" panose="05000000000000000000" pitchFamily="2" charset="2"/>
              </a:rPr>
              <a:t> factor 100 worse</a:t>
            </a:r>
          </a:p>
          <a:p>
            <a:r>
              <a:rPr lang="en-US" dirty="0">
                <a:sym typeface="Wingdings" panose="05000000000000000000" pitchFamily="2" charset="2"/>
              </a:rPr>
              <a:t>Issue stiffness matrix K only positions for Theta (X, Theta, Y)</a:t>
            </a:r>
          </a:p>
          <a:p>
            <a:pPr marL="0" indent="0">
              <a:buNone/>
            </a:pPr>
            <a:r>
              <a:rPr lang="nl-NL" dirty="0"/>
              <a:t>K = [0,  0,       0;</a:t>
            </a:r>
            <a:endParaRPr lang="en-NL" dirty="0"/>
          </a:p>
          <a:p>
            <a:pPr marL="0" indent="0">
              <a:buNone/>
            </a:pPr>
            <a:r>
              <a:rPr lang="nl-NL" dirty="0"/>
              <a:t>         0,  kb1+kb2, 0;</a:t>
            </a:r>
            <a:endParaRPr lang="en-NL" dirty="0"/>
          </a:p>
          <a:p>
            <a:pPr marL="0" indent="0">
              <a:buNone/>
            </a:pPr>
            <a:r>
              <a:rPr lang="nl-NL" dirty="0"/>
              <a:t>        0,  0,       0]</a:t>
            </a:r>
          </a:p>
          <a:p>
            <a:r>
              <a:rPr lang="nl-NL" dirty="0" err="1"/>
              <a:t>Resulted</a:t>
            </a:r>
            <a:r>
              <a:rPr lang="nl-NL" dirty="0"/>
              <a:t> in ANN </a:t>
            </a:r>
            <a:r>
              <a:rPr lang="nl-NL" dirty="0" err="1"/>
              <a:t>correction</a:t>
            </a:r>
            <a:r>
              <a:rPr lang="nl-NL" dirty="0"/>
              <a:t> </a:t>
            </a:r>
            <a:r>
              <a:rPr lang="nl-NL" dirty="0" err="1"/>
              <a:t>accumulating</a:t>
            </a:r>
            <a:r>
              <a:rPr lang="nl-NL" dirty="0"/>
              <a:t> over </a:t>
            </a:r>
            <a:r>
              <a:rPr lang="nl-NL" dirty="0" err="1"/>
              <a:t>my</a:t>
            </a:r>
            <a:r>
              <a:rPr lang="nl-NL" dirty="0"/>
              <a:t> </a:t>
            </a:r>
            <a:r>
              <a:rPr lang="nl-NL" dirty="0" err="1"/>
              <a:t>simulation</a:t>
            </a:r>
            <a:r>
              <a:rPr lang="nl-NL" dirty="0"/>
              <a:t> steps without demping</a:t>
            </a:r>
            <a:endParaRPr lang="en-NL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553031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30595-08F1-C954-370E-062BB874C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923" y="365125"/>
            <a:ext cx="3292577" cy="61277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nl-NL" dirty="0"/>
              <a:t>K = [0,  0,       0;</a:t>
            </a:r>
            <a:endParaRPr lang="en-NL" dirty="0"/>
          </a:p>
          <a:p>
            <a:pPr marL="0" indent="0">
              <a:buNone/>
            </a:pPr>
            <a:r>
              <a:rPr lang="nl-NL" dirty="0"/>
              <a:t>         0,  kb1+kb2, 0;</a:t>
            </a:r>
            <a:endParaRPr lang="en-NL" dirty="0"/>
          </a:p>
          <a:p>
            <a:pPr marL="0" indent="0">
              <a:buNone/>
            </a:pPr>
            <a:r>
              <a:rPr lang="nl-NL" dirty="0"/>
              <a:t>        0,  0,       0]</a:t>
            </a:r>
          </a:p>
          <a:p>
            <a:pPr marL="0" indent="0">
              <a:buNone/>
            </a:pPr>
            <a:r>
              <a:rPr lang="nl-NL" dirty="0"/>
              <a:t>Kb1+kb2 = 3975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 err="1"/>
              <a:t>Comparison</a:t>
            </a:r>
            <a:r>
              <a:rPr lang="nl-NL" dirty="0"/>
              <a:t>:</a:t>
            </a:r>
          </a:p>
          <a:p>
            <a:pPr marL="0" indent="0">
              <a:buNone/>
            </a:pPr>
            <a:r>
              <a:rPr lang="nl-NL" dirty="0"/>
              <a:t>K = [1000,  0,       0;</a:t>
            </a:r>
            <a:endParaRPr lang="en-NL" dirty="0"/>
          </a:p>
          <a:p>
            <a:pPr marL="0" indent="0">
              <a:buNone/>
            </a:pPr>
            <a:r>
              <a:rPr lang="nl-NL" dirty="0"/>
              <a:t>         0,  kb1+kb2, 0;</a:t>
            </a:r>
            <a:endParaRPr lang="en-NL" dirty="0"/>
          </a:p>
          <a:p>
            <a:pPr marL="0" indent="0">
              <a:buNone/>
            </a:pPr>
            <a:r>
              <a:rPr lang="nl-NL" dirty="0"/>
              <a:t>        0,  0,       1000]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 err="1"/>
              <a:t>Open-loop</a:t>
            </a:r>
            <a:r>
              <a:rPr lang="nl-NL" dirty="0"/>
              <a:t> run over full </a:t>
            </a:r>
            <a:r>
              <a:rPr lang="nl-NL" dirty="0" err="1"/>
              <a:t>trajectory</a:t>
            </a:r>
            <a:r>
              <a:rPr lang="nl-NL" dirty="0"/>
              <a:t>: sim-RMS</a:t>
            </a:r>
          </a:p>
          <a:p>
            <a:pPr marL="0" indent="0">
              <a:buNone/>
            </a:pPr>
            <a:r>
              <a:rPr lang="nl-NL" dirty="0">
                <a:sym typeface="Wingdings" panose="05000000000000000000" pitchFamily="2" charset="2"/>
              </a:rPr>
              <a:t> </a:t>
            </a:r>
            <a:r>
              <a:rPr lang="nl-NL" dirty="0" err="1">
                <a:sym typeface="Wingdings" panose="05000000000000000000" pitchFamily="2" charset="2"/>
              </a:rPr>
              <a:t>So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only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initial</a:t>
            </a:r>
            <a:r>
              <a:rPr lang="nl-NL" dirty="0">
                <a:sym typeface="Wingdings" panose="05000000000000000000" pitchFamily="2" charset="2"/>
              </a:rPr>
              <a:t> state</a:t>
            </a:r>
            <a:endParaRPr lang="nl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59367C-4D76-8ED9-9E77-EC0B074B3E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423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44A73-61A7-79A5-D4E1-06B369AF5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D8660-87B3-7DAF-8728-5690CCAE1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Previously I solved this with a trainable C matrix for augmentation (</a:t>
            </a:r>
            <a:r>
              <a:rPr lang="en-US" dirty="0" err="1"/>
              <a:t>C_aug</a:t>
            </a:r>
            <a:r>
              <a:rPr lang="en-US" dirty="0"/>
              <a:t>) for the output (</a:t>
            </a:r>
            <a:r>
              <a:rPr lang="fr-FR" dirty="0"/>
              <a:t>y = Cd @ </a:t>
            </a:r>
            <a:r>
              <a:rPr lang="fr-FR" dirty="0" err="1"/>
              <a:t>x_phys</a:t>
            </a:r>
            <a:r>
              <a:rPr lang="fr-FR" dirty="0"/>
              <a:t> + </a:t>
            </a:r>
            <a:r>
              <a:rPr lang="fr-FR" dirty="0" err="1"/>
              <a:t>C_aug</a:t>
            </a:r>
            <a:r>
              <a:rPr lang="fr-FR" dirty="0"/>
              <a:t> @ </a:t>
            </a:r>
            <a:r>
              <a:rPr lang="fr-FR" dirty="0" err="1"/>
              <a:t>x_aug</a:t>
            </a:r>
            <a:r>
              <a:rPr lang="fr-FR" dirty="0"/>
              <a:t>)</a:t>
            </a:r>
            <a:endParaRPr lang="en-US" dirty="0"/>
          </a:p>
          <a:p>
            <a:pPr lvl="1"/>
            <a:r>
              <a:rPr lang="en-US" dirty="0"/>
              <a:t>Didn’t blow up, but states also didn’t learn anything</a:t>
            </a:r>
          </a:p>
          <a:p>
            <a:r>
              <a:rPr lang="en-US" dirty="0"/>
              <a:t>Asked Jan for advice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 Only augment states with a spring  Theta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462314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8B8AEB-9959-B8BC-B44D-5DB4F8413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527" y="0"/>
            <a:ext cx="9784473" cy="689360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D48A1-DE61-391F-CC66-4973039BE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7356"/>
            <a:ext cx="4059534" cy="6243201"/>
          </a:xfrm>
        </p:spPr>
        <p:txBody>
          <a:bodyPr/>
          <a:lstStyle/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28541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882BA-7F45-EF41-6BE0-36F6943DF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56608-F586-2D0E-F78C-9EA549AF2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correct augmentation the ANN needs to be able to enter X and Y, how do I work around this stiffness matrix K issue?</a:t>
            </a:r>
          </a:p>
          <a:p>
            <a:pPr lvl="1"/>
            <a:r>
              <a:rPr lang="en-US" dirty="0"/>
              <a:t>Due to coupling I need to be able to route the ANN through X and Y </a:t>
            </a:r>
            <a:r>
              <a:rPr lang="en-US" dirty="0" err="1"/>
              <a:t>aswell</a:t>
            </a:r>
            <a:r>
              <a:rPr lang="en-US" dirty="0"/>
              <a:t> (off-diagonal terms)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280157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68EEE-68C0-34F7-7270-230DB1742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2FDE87-17D1-69B8-1F03-A7F5DD2542A7}"/>
              </a:ext>
            </a:extLst>
          </p:cNvPr>
          <p:cNvSpPr txBox="1"/>
          <p:nvPr/>
        </p:nvSpPr>
        <p:spPr>
          <a:xfrm>
            <a:off x="838200" y="1825625"/>
            <a:ext cx="909599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=== Test-set sim-NRMS + RMS </a:t>
            </a:r>
            <a:r>
              <a:rPr lang="en-US" dirty="0"/>
              <a:t>-</a:t>
            </a:r>
            <a:r>
              <a:rPr lang="en-NL" dirty="0"/>
              <a:t> generalization to unseen excitation ===</a:t>
            </a:r>
          </a:p>
          <a:p>
            <a:r>
              <a:rPr lang="en-NL" dirty="0"/>
              <a:t>                     augmented             baseline FP   improve</a:t>
            </a:r>
          </a:p>
          <a:p>
            <a:r>
              <a:rPr lang="en-NL" dirty="0"/>
              <a:t>              (NRMS    RMS [m])        (NRMS    RMS [m])</a:t>
            </a:r>
          </a:p>
          <a:p>
            <a:r>
              <a:rPr lang="en-NL" dirty="0"/>
              <a:t>  X1:  0.0023  1.376e-04 m    0.0047  2.816e-04 m    +51.1%</a:t>
            </a:r>
          </a:p>
          <a:p>
            <a:r>
              <a:rPr lang="en-NL" dirty="0"/>
              <a:t>  X2:  0.0018  1.162e-04 m    0.0044  2.803e-04 m    +58.5%</a:t>
            </a:r>
          </a:p>
          <a:p>
            <a:r>
              <a:rPr lang="en-NL" dirty="0"/>
              <a:t>  Y :  0.0023  5.225e-04 m    0.0080  1.853e-03 m    +71.8%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876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573DE-8D2F-3390-C521-D41DF4327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76EF2DA-8E38-5CCE-7EBA-17F79BFEC1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0"/>
            <a:ext cx="9925050" cy="496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63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9EC50-8FC3-E7DE-19C3-B1966F35C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E6448-A141-201C-2D6A-C09E7DFB0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C8B52DF-3CE7-4B65-E9AE-6EF5185387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0"/>
            <a:ext cx="9925050" cy="49625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1C74AB-F2B8-159B-7D37-8C797E893D7B}"/>
              </a:ext>
            </a:extLst>
          </p:cNvPr>
          <p:cNvSpPr txBox="1"/>
          <p:nvPr/>
        </p:nvSpPr>
        <p:spPr>
          <a:xfrm>
            <a:off x="294968" y="6044444"/>
            <a:ext cx="6774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validation sim-RMS so only initial state, but doesn’t converge</a:t>
            </a:r>
          </a:p>
        </p:txBody>
      </p:sp>
    </p:spTree>
    <p:extLst>
      <p:ext uri="{BB962C8B-B14F-4D97-AF65-F5344CB8AC3E}">
        <p14:creationId xmlns:p14="http://schemas.microsoft.com/office/powerpoint/2010/main" val="332973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479E0-FACC-19D4-E863-7B4C10651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828A9-6A59-1B48-EB3B-A459DCD16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0A419F1-A927-1260-EF4D-2BAC90D3CB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0"/>
            <a:ext cx="9925050" cy="49625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65BC8C-BEFA-D6AD-4BCF-544CB9FC256A}"/>
              </a:ext>
            </a:extLst>
          </p:cNvPr>
          <p:cNvSpPr txBox="1"/>
          <p:nvPr/>
        </p:nvSpPr>
        <p:spPr>
          <a:xfrm>
            <a:off x="204216" y="4844116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=== Sim-NRMS + RMS: augmented vs baseline FP ===</a:t>
            </a:r>
          </a:p>
          <a:p>
            <a:r>
              <a:rPr lang="en-NL" dirty="0"/>
              <a:t>                     augmented             baseline FP   improve</a:t>
            </a:r>
          </a:p>
          <a:p>
            <a:r>
              <a:rPr lang="en-NL" dirty="0"/>
              <a:t>              (NRMS    RMS [m])        (NRMS    RMS [m])</a:t>
            </a:r>
          </a:p>
          <a:p>
            <a:r>
              <a:rPr lang="en-NL" dirty="0"/>
              <a:t>  X1:  0.0036  2.114e-04 m    0.0034  2.050e-04 m    -3.1%</a:t>
            </a:r>
          </a:p>
          <a:p>
            <a:r>
              <a:rPr lang="en-NL" dirty="0"/>
              <a:t>  X2:  0.0036  2.325e-04 m    0.0031  2.005e-04 m    -15.9%</a:t>
            </a:r>
          </a:p>
          <a:p>
            <a:r>
              <a:rPr lang="en-NL" dirty="0"/>
              <a:t>  Y :  0.0017  3.999e-04 m    0.0037  8.492e-04 m    +52.9%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CE729B-C920-612B-EEA5-53B249A3BD53}"/>
              </a:ext>
            </a:extLst>
          </p:cNvPr>
          <p:cNvSpPr txBox="1"/>
          <p:nvPr/>
        </p:nvSpPr>
        <p:spPr>
          <a:xfrm>
            <a:off x="6604254" y="6123543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Training complete. Best validation sim-RMS: 0.000294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2090CE-A33B-C44C-5750-369E085AFAA2}"/>
              </a:ext>
            </a:extLst>
          </p:cNvPr>
          <p:cNvSpPr txBox="1"/>
          <p:nvPr/>
        </p:nvSpPr>
        <p:spPr>
          <a:xfrm>
            <a:off x="6604254" y="5754211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Initial Validation sim-RMS= 0.0006494843</a:t>
            </a:r>
          </a:p>
        </p:txBody>
      </p:sp>
    </p:spTree>
    <p:extLst>
      <p:ext uri="{BB962C8B-B14F-4D97-AF65-F5344CB8AC3E}">
        <p14:creationId xmlns:p14="http://schemas.microsoft.com/office/powerpoint/2010/main" val="2015209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0346A-7D8E-2930-5D8B-B2AD68A57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717D79-1926-17BF-5833-E759C856B3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6" y="117475"/>
            <a:ext cx="11353800" cy="662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300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883B3-6868-798A-D433-F9382348F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AA176-DB18-B955-F03F-5929E36A6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DCD91D-6B0E-03C2-D941-B5909AED64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6" y="117475"/>
            <a:ext cx="11353800" cy="66230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9AD158-4B8E-8A04-34BE-0BF5614FB345}"/>
              </a:ext>
            </a:extLst>
          </p:cNvPr>
          <p:cNvSpPr txBox="1"/>
          <p:nvPr/>
        </p:nvSpPr>
        <p:spPr>
          <a:xfrm>
            <a:off x="7434072" y="5129784"/>
            <a:ext cx="42885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X_logical</a:t>
            </a:r>
            <a:r>
              <a:rPr lang="en-US" b="1" dirty="0"/>
              <a:t> </a:t>
            </a:r>
            <a:r>
              <a:rPr lang="en-US" b="1" dirty="0" err="1"/>
              <a:t>init</a:t>
            </a:r>
            <a:r>
              <a:rPr lang="en-US" b="1" dirty="0"/>
              <a:t> was only for reference</a:t>
            </a:r>
          </a:p>
          <a:p>
            <a:r>
              <a:rPr lang="en-US" b="1" dirty="0"/>
              <a:t>Used the true initial states instead of the encoder for initialization</a:t>
            </a:r>
            <a:endParaRPr lang="en-NL" b="1" dirty="0"/>
          </a:p>
        </p:txBody>
      </p:sp>
    </p:spTree>
    <p:extLst>
      <p:ext uri="{BB962C8B-B14F-4D97-AF65-F5344CB8AC3E}">
        <p14:creationId xmlns:p14="http://schemas.microsoft.com/office/powerpoint/2010/main" val="736897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F028E-04D0-FD20-68B1-B8479A2B1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the states identifiable?</a:t>
            </a:r>
            <a:endParaRPr lang="en-N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AD5025-5BF3-59FE-7B94-2DED3C10E7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48694"/>
            <a:ext cx="105156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139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6425B-1E67-B16E-0D69-0BF52E8E0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data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0ECAE-7C45-3AC2-93D2-629F3F6A4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Frozen-Y standstills, Y-sweeps, randomized jerk-limited setpoint sequences (amplitude ladder), Lissajous</a:t>
            </a:r>
          </a:p>
          <a:p>
            <a:endParaRPr lang="en-US" dirty="0"/>
          </a:p>
          <a:p>
            <a:r>
              <a:rPr lang="en-US" dirty="0"/>
              <a:t>Excitation: reference trajectories (operating-range coverage) + injected random-phase </a:t>
            </a:r>
            <a:r>
              <a:rPr lang="en-US" dirty="0" err="1"/>
              <a:t>multisine</a:t>
            </a:r>
            <a:r>
              <a:rPr lang="en-US" dirty="0"/>
              <a:t> force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728425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ADC27-49E6-B803-91D1-3A8C2575B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ECD115-31D7-5577-D811-335D6DB5AE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6541"/>
            <a:ext cx="10238254" cy="6811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6063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E45A2-974E-2B4B-BB97-ABA41CED1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28957F-D7DC-C073-9660-651AC8C26C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619" y="0"/>
            <a:ext cx="10361646" cy="690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0841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1D90E-BE30-92FB-DDC5-9E3453E10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E3E1FA-4B91-A75F-96C9-43D310122F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252" y="85315"/>
            <a:ext cx="9995496" cy="6649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004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2600D-451F-13CF-D328-F5853B575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Runtime</a:t>
            </a:r>
            <a:br>
              <a:rPr lang="en-US" dirty="0"/>
            </a:br>
            <a:r>
              <a:rPr lang="en-US" dirty="0"/>
              <a:t>Stride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4AC7B-129D-6AD5-F67B-9A8BEA2DF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DeepSI</a:t>
            </a:r>
            <a:r>
              <a:rPr lang="en-US" dirty="0"/>
              <a:t> allows to pass stride</a:t>
            </a:r>
          </a:p>
          <a:p>
            <a:pPr lvl="1"/>
            <a:r>
              <a:rPr lang="en-US" dirty="0"/>
              <a:t>So we see all the data but with less overlap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1283052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9DB48-743E-0067-4481-7AC312851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new data</a:t>
            </a:r>
            <a:br>
              <a:rPr lang="en-US" dirty="0"/>
            </a:br>
            <a:r>
              <a:rPr lang="en-US" dirty="0"/>
              <a:t>validation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CF50E-E146-140A-8417-95D29CBE3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D4BC82-3213-1308-76EE-F4B67F7F4294}"/>
              </a:ext>
            </a:extLst>
          </p:cNvPr>
          <p:cNvSpPr txBox="1"/>
          <p:nvPr/>
        </p:nvSpPr>
        <p:spPr>
          <a:xfrm>
            <a:off x="3048000" y="25518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=== Sim-NRMS + RMS: augmented vs baseline FP ===</a:t>
            </a:r>
          </a:p>
          <a:p>
            <a:r>
              <a:rPr lang="en-NL" dirty="0"/>
              <a:t>                     augmented             baseline FP   improve</a:t>
            </a:r>
          </a:p>
          <a:p>
            <a:r>
              <a:rPr lang="en-NL" dirty="0"/>
              <a:t>              (NRMS    RMS [m])        (NRMS    RMS [m])</a:t>
            </a:r>
          </a:p>
          <a:p>
            <a:r>
              <a:rPr lang="en-NL" dirty="0"/>
              <a:t>  X1:  0.0009  2.848e-05 m    0.0022  6.959e-05 m    +59.1%</a:t>
            </a:r>
          </a:p>
          <a:p>
            <a:r>
              <a:rPr lang="en-NL" dirty="0"/>
              <a:t>  X2:  0.0009  2.848e-05 m    0.0022  6.958e-05 m    +59.1%</a:t>
            </a:r>
          </a:p>
          <a:p>
            <a:r>
              <a:rPr lang="en-NL" dirty="0"/>
              <a:t>  Y :  0.0022  4.108e-04 m    0.0022  4.180e-04 m    +1.7%</a:t>
            </a:r>
          </a:p>
        </p:txBody>
      </p:sp>
    </p:spTree>
    <p:extLst>
      <p:ext uri="{BB962C8B-B14F-4D97-AF65-F5344CB8AC3E}">
        <p14:creationId xmlns:p14="http://schemas.microsoft.com/office/powerpoint/2010/main" val="15362524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01C5E-BD2C-C121-E461-135ED97A3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6476CD-A75F-EAAD-BB76-F4BB7B2676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374" y="708894"/>
            <a:ext cx="10880426" cy="544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3754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F1C45-8F0D-6F4C-07F0-421F91432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3BF9E2-6CE6-34A7-4D9B-2C41499BAE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8081"/>
            <a:ext cx="9669087" cy="56403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E29201-38B5-45BD-5252-621110EE2110}"/>
              </a:ext>
            </a:extLst>
          </p:cNvPr>
          <p:cNvSpPr txBox="1"/>
          <p:nvPr/>
        </p:nvSpPr>
        <p:spPr>
          <a:xfrm>
            <a:off x="657666" y="6230587"/>
            <a:ext cx="3914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 this an open-loop problem? Same for the validation loss issue?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2084693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825E0-B275-B317-81BF-8438DF253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C4D29-F143-2C4A-4789-284035C07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2901EB-42B9-A846-FCB0-0C3FF84C46E4}"/>
              </a:ext>
            </a:extLst>
          </p:cNvPr>
          <p:cNvSpPr txBox="1"/>
          <p:nvPr/>
        </p:nvSpPr>
        <p:spPr>
          <a:xfrm>
            <a:off x="3048000" y="1446299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=== State recovery diagnostic (D-053) ===</a:t>
            </a:r>
          </a:p>
          <a:p>
            <a:r>
              <a:rPr lang="en-NL" dirty="0"/>
              <a:t>  2087 windows (stride 23), </a:t>
            </a:r>
            <a:r>
              <a:rPr lang="en-NL" dirty="0" err="1"/>
              <a:t>na</a:t>
            </a:r>
            <a:r>
              <a:rPr lang="en-NL" dirty="0"/>
              <a:t>=</a:t>
            </a:r>
            <a:r>
              <a:rPr lang="en-NL" dirty="0" err="1"/>
              <a:t>nb</a:t>
            </a:r>
            <a:r>
              <a:rPr lang="en-NL" dirty="0"/>
              <a:t>=17, encoder=</a:t>
            </a:r>
            <a:r>
              <a:rPr lang="en-NL" dirty="0" err="1"/>
              <a:t>linear_map</a:t>
            </a:r>
            <a:endParaRPr lang="en-NL" dirty="0"/>
          </a:p>
          <a:p>
            <a:r>
              <a:rPr lang="en-NL" dirty="0"/>
              <a:t>  channel   R2_raw      R2_linmap   R2_raw_lag1</a:t>
            </a:r>
          </a:p>
          <a:p>
            <a:r>
              <a:rPr lang="en-NL" dirty="0"/>
              <a:t>  q1         +0.9804     +0.9996     +0.9384</a:t>
            </a:r>
          </a:p>
          <a:p>
            <a:r>
              <a:rPr lang="en-NL" dirty="0"/>
              <a:t>  q2         +0.9907     +0.9998     +0.9262</a:t>
            </a:r>
          </a:p>
          <a:p>
            <a:r>
              <a:rPr lang="en-NL" dirty="0"/>
              <a:t>  q3         +0.7478     +0.8994     +0.8010</a:t>
            </a:r>
          </a:p>
          <a:p>
            <a:r>
              <a:rPr lang="en-NL" dirty="0"/>
              <a:t>  dq1        +0.9506     +0.9994     +0.9599</a:t>
            </a:r>
          </a:p>
          <a:p>
            <a:r>
              <a:rPr lang="en-NL" dirty="0"/>
              <a:t>  dq2        +0.9765     +0.9996     +0.9681</a:t>
            </a:r>
          </a:p>
          <a:p>
            <a:r>
              <a:rPr lang="en-NL" dirty="0"/>
              <a:t>  dq3        +0.4277     +0.8954     +0.6418</a:t>
            </a:r>
          </a:p>
          <a:p>
            <a:r>
              <a:rPr lang="en-NL" dirty="0"/>
              <a:t>  R2_linmap ~ 1 &amp; R2_raw low -&gt; basis rotation;</a:t>
            </a:r>
          </a:p>
          <a:p>
            <a:r>
              <a:rPr lang="en-NL" dirty="0"/>
              <a:t>  R2_linmap low              -&gt; information absent from encoder state;</a:t>
            </a:r>
          </a:p>
          <a:p>
            <a:r>
              <a:rPr lang="en-NL" dirty="0"/>
              <a:t>  R2_raw_lag1 &gt; R2_raw       -&gt; encoder aligned to k-1 (one-sample lag)</a:t>
            </a:r>
          </a:p>
        </p:txBody>
      </p:sp>
    </p:spTree>
    <p:extLst>
      <p:ext uri="{BB962C8B-B14F-4D97-AF65-F5344CB8AC3E}">
        <p14:creationId xmlns:p14="http://schemas.microsoft.com/office/powerpoint/2010/main" val="27088845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98EEF-16A5-BD2F-D01E-C542A970A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C982E-2649-D888-4B92-6248797A6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interpret augmented states?</a:t>
            </a:r>
          </a:p>
          <a:p>
            <a:pPr lvl="1"/>
            <a:r>
              <a:rPr lang="en-US" dirty="0"/>
              <a:t>Possible to determine performance?</a:t>
            </a:r>
          </a:p>
          <a:p>
            <a:pPr lvl="1"/>
            <a:r>
              <a:rPr lang="en-US" dirty="0"/>
              <a:t>Or only model error output and keep physical states interpretable?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0899527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75B65-C844-708C-114B-5D940A99F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Stiffness only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A3C36-A932-5C26-B694-C2C4E22A3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AE7A27-188A-6D9E-D577-668B9504C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4508" y="2276545"/>
            <a:ext cx="5624047" cy="465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335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57C52-2BB3-F43F-3635-3A004257C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05624-39DC-74C7-15B7-A8DE71235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Previous issue states didn’t learn</a:t>
            </a:r>
          </a:p>
          <a:p>
            <a:r>
              <a:rPr lang="en-US" dirty="0"/>
              <a:t>K matrix only for Theta rows</a:t>
            </a:r>
          </a:p>
          <a:p>
            <a:r>
              <a:rPr lang="en-US" dirty="0"/>
              <a:t>Immediate blow up</a:t>
            </a:r>
          </a:p>
          <a:p>
            <a:pPr lvl="1"/>
            <a:r>
              <a:rPr lang="en-US" dirty="0"/>
              <a:t>I solved this with alternative routing by </a:t>
            </a:r>
            <a:r>
              <a:rPr lang="en-US" dirty="0" err="1"/>
              <a:t>C_aug</a:t>
            </a:r>
            <a:r>
              <a:rPr lang="en-US" dirty="0"/>
              <a:t>. states didn’t learn anything</a:t>
            </a:r>
          </a:p>
          <a:p>
            <a:pPr lvl="1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3869866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54B72-220B-F511-B970-B9394C36B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6A1D5-E80F-405D-CCA5-813125F9D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to do about y-routing…</a:t>
            </a:r>
            <a:endParaRPr lang="en-NL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8868556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57C24-AF91-C6BD-F494-8C6369529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good enough?</a:t>
            </a:r>
            <a:br>
              <a:rPr lang="en-US" dirty="0"/>
            </a:br>
            <a:r>
              <a:rPr lang="en-US" dirty="0">
                <a:sym typeface="Wingdings" panose="05000000000000000000" pitchFamily="2" charset="2"/>
              </a:rPr>
              <a:t> Reach </a:t>
            </a:r>
            <a:r>
              <a:rPr lang="en-US" dirty="0" err="1">
                <a:sym typeface="Wingdings" panose="05000000000000000000" pitchFamily="2" charset="2"/>
              </a:rPr>
              <a:t>n</a:t>
            </a:r>
            <a:r>
              <a:rPr lang="en-US" dirty="0" err="1"/>
              <a:t>oisefloor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7DF56-FB78-1DCA-7D92-84FC21635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Advice from Jan add noise and if you reach the noise floor good enough</a:t>
            </a:r>
          </a:p>
          <a:p>
            <a:pPr lvl="1"/>
            <a:r>
              <a:rPr lang="pt-BR" dirty="0"/>
              <a:t>Do I determine the amount of noise based on the error the model without MSD is able to achieve?</a:t>
            </a:r>
          </a:p>
        </p:txBody>
      </p:sp>
    </p:spTree>
    <p:extLst>
      <p:ext uri="{BB962C8B-B14F-4D97-AF65-F5344CB8AC3E}">
        <p14:creationId xmlns:p14="http://schemas.microsoft.com/office/powerpoint/2010/main" val="18810879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B2AE8-D4B5-B50C-C28F-7FE00A1AD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estimation</a:t>
            </a:r>
            <a:br>
              <a:rPr lang="en-US" dirty="0"/>
            </a:br>
            <a:r>
              <a:rPr lang="en-US" dirty="0"/>
              <a:t>Reused slides from meeting yesterday ASMPT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14AF1-19E4-EFB3-2FD4-CC9F5F272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Implemented</a:t>
            </a:r>
          </a:p>
          <a:p>
            <a:r>
              <a:rPr lang="en-US" dirty="0"/>
              <a:t>Currently have only run it for a couple parameters</a:t>
            </a:r>
          </a:p>
          <a:p>
            <a:pPr lvl="1"/>
            <a:r>
              <a:rPr lang="en-US" dirty="0"/>
              <a:t>All parameters still currently running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4373555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4AA98-7DA9-8C15-B040-77B99D27D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B7E12-9D22-B6B9-7670-430C4B166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estimation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FAC40-80A5-9C7A-279A-D395C8A19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Implemented</a:t>
            </a:r>
          </a:p>
          <a:p>
            <a:r>
              <a:rPr lang="en-US" dirty="0"/>
              <a:t>Currently have only run it for a couple parameters</a:t>
            </a:r>
          </a:p>
          <a:p>
            <a:pPr lvl="1"/>
            <a:r>
              <a:rPr lang="en-US" dirty="0"/>
              <a:t>All parameters still currently running</a:t>
            </a:r>
          </a:p>
          <a:p>
            <a:r>
              <a:rPr lang="en-US" dirty="0"/>
              <a:t>Parameters were identifiable, but error got worse than baseline model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5708354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C858F-BDF9-2A8B-993B-EB028F584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8EE84-8235-7103-D5B2-5FA330EDF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916CF4-C591-DC71-B8D6-224194530F62}"/>
              </a:ext>
            </a:extLst>
          </p:cNvPr>
          <p:cNvSpPr txBox="1"/>
          <p:nvPr/>
        </p:nvSpPr>
        <p:spPr>
          <a:xfrm>
            <a:off x="838200" y="1804162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=== Joint estimation: physical parameters (best checkpoint) ===</a:t>
            </a:r>
          </a:p>
          <a:p>
            <a:r>
              <a:rPr lang="en-NL" dirty="0"/>
              <a:t>  param            </a:t>
            </a:r>
            <a:r>
              <a:rPr lang="en-NL" dirty="0" err="1"/>
              <a:t>init</a:t>
            </a:r>
            <a:r>
              <a:rPr lang="en-NL" dirty="0"/>
              <a:t>      learned     delta</a:t>
            </a:r>
          </a:p>
          <a:p>
            <a:r>
              <a:rPr lang="en-NL" dirty="0"/>
              <a:t>  </a:t>
            </a:r>
            <a:r>
              <a:rPr lang="en-NL" dirty="0" err="1"/>
              <a:t>kb_sum</a:t>
            </a:r>
            <a:r>
              <a:rPr lang="en-NL" dirty="0"/>
              <a:t>      4372.5000    4102.0200    -6.19%</a:t>
            </a:r>
          </a:p>
          <a:p>
            <a:r>
              <a:rPr lang="en-NL" dirty="0"/>
              <a:t>  cg1           15.9500      15.9632    +0.08%</a:t>
            </a:r>
          </a:p>
          <a:p>
            <a:r>
              <a:rPr lang="en-NL" dirty="0"/>
              <a:t>  cg2           18.2700      18.2941    +0.13%</a:t>
            </a:r>
          </a:p>
          <a:p>
            <a:r>
              <a:rPr lang="en-NL" dirty="0"/>
              <a:t>  cy            11.0000      10.9747    -0.23%</a:t>
            </a:r>
          </a:p>
          <a:p>
            <a:r>
              <a:rPr lang="en-NL" dirty="0"/>
              <a:t>  </a:t>
            </a:r>
            <a:r>
              <a:rPr lang="en-NL" dirty="0" err="1"/>
              <a:t>cb_sum</a:t>
            </a:r>
            <a:r>
              <a:rPr lang="en-NL" dirty="0"/>
              <a:t>        16.2000      16.0853    -0.71%</a:t>
            </a:r>
          </a:p>
          <a:p>
            <a:endParaRPr lang="en-NL" dirty="0"/>
          </a:p>
          <a:p>
            <a:r>
              <a:rPr lang="en-NL" dirty="0"/>
              <a:t>=== Sim-NRMS + RMS: augmented vs baseline FP ===</a:t>
            </a:r>
          </a:p>
          <a:p>
            <a:r>
              <a:rPr lang="en-NL" dirty="0"/>
              <a:t>                     augmented             baseline FP   improve</a:t>
            </a:r>
          </a:p>
          <a:p>
            <a:r>
              <a:rPr lang="en-NL" dirty="0"/>
              <a:t>              (NRMS    RMS [m])        (NRMS    RMS [m])</a:t>
            </a:r>
          </a:p>
          <a:p>
            <a:r>
              <a:rPr lang="en-NL" dirty="0"/>
              <a:t>  X1:  0.1073  6.386e-03 m    0.0034  2.050e-04 m    -3014.7%</a:t>
            </a:r>
          </a:p>
          <a:p>
            <a:r>
              <a:rPr lang="en-NL" dirty="0"/>
              <a:t>  X2:  0.0991  6.347e-03 m    0.0031  2.005e-04 m    -3065.4%</a:t>
            </a:r>
          </a:p>
          <a:p>
            <a:r>
              <a:rPr lang="en-NL" dirty="0"/>
              <a:t>  Y :  0.0139  3.196e-03 m    0.0037  8.492e-04 m    -276.4%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25D1F7-9799-186B-DCB9-19FC10C37CF3}"/>
              </a:ext>
            </a:extLst>
          </p:cNvPr>
          <p:cNvSpPr txBox="1"/>
          <p:nvPr/>
        </p:nvSpPr>
        <p:spPr>
          <a:xfrm>
            <a:off x="7825740" y="427255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Initial Validation sim-RMS= 0.0058515198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913F37-B4F1-1D43-3C25-318F20D465D8}"/>
              </a:ext>
            </a:extLst>
          </p:cNvPr>
          <p:cNvSpPr txBox="1"/>
          <p:nvPr/>
        </p:nvSpPr>
        <p:spPr>
          <a:xfrm>
            <a:off x="7825740" y="4641890"/>
            <a:ext cx="66979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Best validation sim-RMS: 0.005516</a:t>
            </a:r>
          </a:p>
        </p:txBody>
      </p:sp>
    </p:spTree>
    <p:extLst>
      <p:ext uri="{BB962C8B-B14F-4D97-AF65-F5344CB8AC3E}">
        <p14:creationId xmlns:p14="http://schemas.microsoft.com/office/powerpoint/2010/main" val="39854395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30CD6-BC5A-AF88-1C05-76BCAC57C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B5FAE2-2437-BCFB-A5CD-D1BA96CA0F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981" y="1495425"/>
            <a:ext cx="9810751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4818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59201-5951-7982-07A6-2EC6DF71F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A5B547-BB14-EE47-3939-47A0C6C6F2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799" y="797718"/>
            <a:ext cx="9763125" cy="569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8943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C7C94-9C9E-32BA-2567-988DEA8E7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C253B-F911-16CD-4F96-79DB47A7F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Multisine</a:t>
            </a:r>
            <a:r>
              <a:rPr lang="en-US" dirty="0"/>
              <a:t> range for augmentation I use 130-180hz, resonance at 157hz</a:t>
            </a:r>
          </a:p>
          <a:p>
            <a:r>
              <a:rPr lang="en-US" dirty="0"/>
              <a:t>Should I use for joint estimation 1-200hz due to lower frequent dynamics? (Around 5hz)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581000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F81B9-A73B-CFA9-33A3-917A9BAA1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data verification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23A70-E722-B9C3-3EBD-ECF2A2F9E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91050" cy="4351338"/>
          </a:xfrm>
        </p:spPr>
        <p:txBody>
          <a:bodyPr/>
          <a:lstStyle/>
          <a:p>
            <a:r>
              <a:rPr lang="en-US" dirty="0"/>
              <a:t>Previously drift off</a:t>
            </a:r>
          </a:p>
          <a:p>
            <a:pPr lvl="1"/>
            <a:r>
              <a:rPr lang="en-US" dirty="0"/>
              <a:t>Open-loop issue</a:t>
            </a:r>
          </a:p>
          <a:p>
            <a:r>
              <a:rPr lang="en-US" dirty="0"/>
              <a:t>Solution:</a:t>
            </a:r>
          </a:p>
          <a:p>
            <a:pPr lvl="1"/>
            <a:r>
              <a:rPr lang="en-US" dirty="0"/>
              <a:t>Re-run fitted model in closed-loop</a:t>
            </a:r>
            <a:endParaRPr lang="en-NL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E0D03E1-AF7D-B9BC-DD9F-F3DCE69498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4047" y="1470126"/>
            <a:ext cx="6569378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6734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CD7A4-064C-85EC-A4F3-C58177A47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A72EB-D013-A883-3422-019158468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data verification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186BE-2F97-AC2C-EC76-BFC62DDFF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91050" cy="4351338"/>
          </a:xfrm>
        </p:spPr>
        <p:txBody>
          <a:bodyPr/>
          <a:lstStyle/>
          <a:p>
            <a:r>
              <a:rPr lang="en-US" dirty="0"/>
              <a:t>Previously drift off</a:t>
            </a:r>
          </a:p>
          <a:p>
            <a:pPr lvl="1"/>
            <a:r>
              <a:rPr lang="en-US" dirty="0"/>
              <a:t>Open-loop issue</a:t>
            </a:r>
          </a:p>
          <a:p>
            <a:r>
              <a:rPr lang="en-US" dirty="0"/>
              <a:t>Solution:</a:t>
            </a:r>
          </a:p>
          <a:p>
            <a:pPr lvl="1"/>
            <a:r>
              <a:rPr lang="en-US" dirty="0"/>
              <a:t>Re-run fitted model in closed-loop</a:t>
            </a:r>
          </a:p>
          <a:p>
            <a:pPr lvl="1"/>
            <a:r>
              <a:rPr lang="en-US" dirty="0"/>
              <a:t>Longer horizon</a:t>
            </a:r>
            <a:endParaRPr lang="en-NL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CB705543-3095-A460-4B1D-4DE3042C44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4047" y="1470126"/>
            <a:ext cx="6569378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6431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7A7A1-4B63-9D0A-71BC-D4D53FFC8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loss</a:t>
            </a:r>
            <a:endParaRPr lang="en-NL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C364EBD-7B38-19F9-D9AB-C12CCCD2E7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66"/>
          <a:stretch>
            <a:fillRect/>
          </a:stretch>
        </p:blipFill>
        <p:spPr>
          <a:xfrm>
            <a:off x="1490389" y="1833563"/>
            <a:ext cx="8614974" cy="39481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167C46-D234-732E-0AD5-90624B8992BA}"/>
              </a:ext>
            </a:extLst>
          </p:cNvPr>
          <p:cNvSpPr txBox="1"/>
          <p:nvPr/>
        </p:nvSpPr>
        <p:spPr>
          <a:xfrm>
            <a:off x="381000" y="5597009"/>
            <a:ext cx="1528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Barely moved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6816033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95E9D-1E66-41E0-06F6-44D53EC49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next week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E4DA9-A8E5-966D-7E95-DC48B9EAF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fix that I reach the noise floor for augmentation without joint estimation</a:t>
            </a:r>
          </a:p>
          <a:p>
            <a:pPr lvl="1"/>
            <a:r>
              <a:rPr lang="en-US" dirty="0"/>
              <a:t>Then with joint estimation</a:t>
            </a:r>
          </a:p>
          <a:p>
            <a:r>
              <a:rPr lang="en-US" dirty="0"/>
              <a:t>Look into adding orthogonality</a:t>
            </a:r>
          </a:p>
          <a:p>
            <a:pPr lvl="1"/>
            <a:r>
              <a:rPr lang="en-US" dirty="0"/>
              <a:t>First augmentation needs to be working</a:t>
            </a:r>
          </a:p>
          <a:p>
            <a:pPr lvl="1"/>
            <a:r>
              <a:rPr lang="en-US" dirty="0"/>
              <a:t>But runs take a long time so before I see results prefer working in parallel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7986059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52A06-E8B8-1CEE-D6D9-28386F985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23F082-0A1C-4655-7541-14712F3B65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67" y="139316"/>
            <a:ext cx="9591608" cy="6579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026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6186</TotalTime>
  <Words>1118</Words>
  <Application>Microsoft Office PowerPoint</Application>
  <PresentationFormat>Widescreen</PresentationFormat>
  <Paragraphs>150</Paragraphs>
  <Slides>40</Slides>
  <Notes>5</Notes>
  <HiddenSlides>6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Aptos</vt:lpstr>
      <vt:lpstr>Aptos Display</vt:lpstr>
      <vt:lpstr>Arial</vt:lpstr>
      <vt:lpstr>Wingdings</vt:lpstr>
      <vt:lpstr>Office Theme</vt:lpstr>
      <vt:lpstr>Meeting Week 23</vt:lpstr>
      <vt:lpstr>PowerPoint Presentation</vt:lpstr>
      <vt:lpstr>PowerPoint Presentation</vt:lpstr>
      <vt:lpstr>Initial problem</vt:lpstr>
      <vt:lpstr>PowerPoint Presentation</vt:lpstr>
      <vt:lpstr>PowerPoint Presentation</vt:lpstr>
      <vt:lpstr>PowerPoint Presentation</vt:lpstr>
      <vt:lpstr>Question</vt:lpstr>
      <vt:lpstr>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Are the states identifiable?</vt:lpstr>
      <vt:lpstr>New data</vt:lpstr>
      <vt:lpstr>PowerPoint Presentation</vt:lpstr>
      <vt:lpstr>PowerPoint Presentation</vt:lpstr>
      <vt:lpstr>PowerPoint Presentation</vt:lpstr>
      <vt:lpstr>Runtime Stride</vt:lpstr>
      <vt:lpstr>Results new data validation</vt:lpstr>
      <vt:lpstr>PowerPoint Presentation</vt:lpstr>
      <vt:lpstr>PowerPoint Presentation</vt:lpstr>
      <vt:lpstr>PowerPoint Presentation</vt:lpstr>
      <vt:lpstr>Question</vt:lpstr>
      <vt:lpstr>Stiffness only</vt:lpstr>
      <vt:lpstr>PowerPoint Presentation</vt:lpstr>
      <vt:lpstr>PowerPoint Presentation</vt:lpstr>
      <vt:lpstr>When good enough?  Reach noisefloor</vt:lpstr>
      <vt:lpstr>Joint estimation Reused slides from meeting yesterday ASMPT</vt:lpstr>
      <vt:lpstr>Joint estimation</vt:lpstr>
      <vt:lpstr>PowerPoint Presentation</vt:lpstr>
      <vt:lpstr>PowerPoint Presentation</vt:lpstr>
      <vt:lpstr>PowerPoint Presentation</vt:lpstr>
      <vt:lpstr>Question</vt:lpstr>
      <vt:lpstr>Real data verification</vt:lpstr>
      <vt:lpstr>Real data verification</vt:lpstr>
      <vt:lpstr>Training loss</vt:lpstr>
      <vt:lpstr>Outline next week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Berg, Dirk van den</dc:creator>
  <cp:lastModifiedBy>Berg, Dirk van den</cp:lastModifiedBy>
  <cp:revision>1</cp:revision>
  <dcterms:created xsi:type="dcterms:W3CDTF">2026-07-02T09:37:00Z</dcterms:created>
  <dcterms:modified xsi:type="dcterms:W3CDTF">2026-07-07T08:09:15Z</dcterms:modified>
</cp:coreProperties>
</file>