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86" r:id="rId2"/>
    <p:sldId id="689" r:id="rId3"/>
    <p:sldId id="691" r:id="rId4"/>
    <p:sldId id="652" r:id="rId5"/>
    <p:sldId id="655" r:id="rId6"/>
    <p:sldId id="656" r:id="rId7"/>
    <p:sldId id="657" r:id="rId8"/>
    <p:sldId id="602" r:id="rId9"/>
    <p:sldId id="604" r:id="rId10"/>
    <p:sldId id="605" r:id="rId11"/>
    <p:sldId id="603" r:id="rId12"/>
    <p:sldId id="606" r:id="rId13"/>
    <p:sldId id="647" r:id="rId14"/>
    <p:sldId id="614" r:id="rId15"/>
    <p:sldId id="708" r:id="rId16"/>
    <p:sldId id="615" r:id="rId17"/>
    <p:sldId id="616" r:id="rId18"/>
    <p:sldId id="257" r:id="rId19"/>
    <p:sldId id="713" r:id="rId20"/>
    <p:sldId id="692" r:id="rId21"/>
    <p:sldId id="690" r:id="rId22"/>
    <p:sldId id="709" r:id="rId23"/>
    <p:sldId id="710" r:id="rId24"/>
    <p:sldId id="653" r:id="rId25"/>
    <p:sldId id="659" r:id="rId26"/>
    <p:sldId id="660" r:id="rId27"/>
    <p:sldId id="699" r:id="rId28"/>
    <p:sldId id="711" r:id="rId29"/>
    <p:sldId id="702" r:id="rId30"/>
    <p:sldId id="693" r:id="rId31"/>
    <p:sldId id="715" r:id="rId32"/>
    <p:sldId id="714" r:id="rId33"/>
    <p:sldId id="703" r:id="rId34"/>
    <p:sldId id="696" r:id="rId35"/>
    <p:sldId id="701" r:id="rId36"/>
    <p:sldId id="695" r:id="rId37"/>
    <p:sldId id="700" r:id="rId38"/>
    <p:sldId id="694" r:id="rId39"/>
    <p:sldId id="648" r:id="rId40"/>
    <p:sldId id="649" r:id="rId41"/>
    <p:sldId id="668" r:id="rId42"/>
    <p:sldId id="712" r:id="rId43"/>
    <p:sldId id="548" r:id="rId44"/>
    <p:sldId id="549" r:id="rId45"/>
    <p:sldId id="569" r:id="rId46"/>
    <p:sldId id="654" r:id="rId47"/>
    <p:sldId id="697" r:id="rId48"/>
    <p:sldId id="675" r:id="rId49"/>
    <p:sldId id="707" r:id="rId50"/>
    <p:sldId id="678" r:id="rId51"/>
    <p:sldId id="677" r:id="rId52"/>
    <p:sldId id="679" r:id="rId53"/>
    <p:sldId id="704" r:id="rId54"/>
    <p:sldId id="705" r:id="rId55"/>
    <p:sldId id="663" r:id="rId56"/>
    <p:sldId id="641" r:id="rId57"/>
    <p:sldId id="639" r:id="rId58"/>
    <p:sldId id="664" r:id="rId59"/>
    <p:sldId id="618" r:id="rId60"/>
    <p:sldId id="644" r:id="rId61"/>
    <p:sldId id="665" r:id="rId62"/>
    <p:sldId id="666" r:id="rId63"/>
    <p:sldId id="667" r:id="rId64"/>
    <p:sldId id="672" r:id="rId65"/>
    <p:sldId id="673" r:id="rId66"/>
    <p:sldId id="706" r:id="rId67"/>
    <p:sldId id="674" r:id="rId68"/>
    <p:sldId id="676" r:id="rId69"/>
    <p:sldId id="680" r:id="rId70"/>
    <p:sldId id="681" r:id="rId71"/>
    <p:sldId id="682" r:id="rId72"/>
    <p:sldId id="684" r:id="rId73"/>
    <p:sldId id="685" r:id="rId74"/>
    <p:sldId id="686" r:id="rId75"/>
    <p:sldId id="687" r:id="rId76"/>
    <p:sldId id="688" r:id="rId77"/>
    <p:sldId id="683" r:id="rId7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D8D154-9F54-4A65-945A-9CD0592A539B}" v="10" dt="2026-09-02T07:21:40.197"/>
    <p1510:client id="{C6A7E043-F7F3-401B-8678-C298C70569A9}" v="15" dt="2026-09-02T13:55:35.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4" autoAdjust="0"/>
    <p:restoredTop sz="90173" autoAdjust="0"/>
  </p:normalViewPr>
  <p:slideViewPr>
    <p:cSldViewPr snapToGrid="0">
      <p:cViewPr varScale="1">
        <p:scale>
          <a:sx n="73" d="100"/>
          <a:sy n="73" d="100"/>
        </p:scale>
        <p:origin x="101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9-02T13:55:53.151" v="6845" actId="1076"/>
      <pc:docMkLst>
        <pc:docMk/>
      </pc:docMkLst>
      <pc:sldChg chg="modSp new mod modNotesTx">
        <pc:chgData name="Berg, Dirk van den" userId="035ecb32-01d9-4b47-a105-eacf059a4647" providerId="ADAL" clId="{F7FF961E-CF96-44AC-93C2-93612F62D46D}" dt="2026-08-31T07:28:11.696" v="2440" actId="20577"/>
        <pc:sldMkLst>
          <pc:docMk/>
          <pc:sldMk cId="4290128784" sldId="257"/>
        </pc:sldMkLst>
        <pc:spChg chg="mod">
          <ac:chgData name="Berg, Dirk van den" userId="035ecb32-01d9-4b47-a105-eacf059a4647" providerId="ADAL" clId="{F7FF961E-CF96-44AC-93C2-93612F62D46D}" dt="2026-08-31T06:32:00.006" v="195" actId="20577"/>
          <ac:spMkLst>
            <pc:docMk/>
            <pc:sldMk cId="4290128784" sldId="257"/>
            <ac:spMk id="2" creationId="{14A98A5D-1141-7FE0-083A-3A21CF72AD28}"/>
          </ac:spMkLst>
        </pc:spChg>
        <pc:spChg chg="mod">
          <ac:chgData name="Berg, Dirk van den" userId="035ecb32-01d9-4b47-a105-eacf059a4647" providerId="ADAL" clId="{F7FF961E-CF96-44AC-93C2-93612F62D46D}" dt="2026-08-31T07:25:49.389" v="2369" actId="20577"/>
          <ac:spMkLst>
            <pc:docMk/>
            <pc:sldMk cId="4290128784" sldId="257"/>
            <ac:spMk id="3" creationId="{1F3C35F5-A756-841B-47F2-5D6764F32A04}"/>
          </ac:spMkLst>
        </pc:spChg>
      </pc:sldChg>
      <pc:sldChg chg="addSp delSp modSp new del mod">
        <pc:chgData name="Berg, Dirk van den" userId="035ecb32-01d9-4b47-a105-eacf059a4647" providerId="ADAL" clId="{F7FF961E-CF96-44AC-93C2-93612F62D46D}" dt="2026-09-02T12:47:42.874" v="6231" actId="47"/>
        <pc:sldMkLst>
          <pc:docMk/>
          <pc:sldMk cId="2570399880" sldId="258"/>
        </pc:sldMkLst>
      </pc:sldChg>
      <pc:sldChg chg="modSp add mod ord">
        <pc:chgData name="Berg, Dirk van den" userId="035ecb32-01d9-4b47-a105-eacf059a4647" providerId="ADAL" clId="{F7FF961E-CF96-44AC-93C2-93612F62D46D}" dt="2026-09-02T13:26:47.758" v="6770"/>
        <pc:sldMkLst>
          <pc:docMk/>
          <pc:sldMk cId="1102904052" sldId="286"/>
        </pc:sldMkLst>
        <pc:spChg chg="mod">
          <ac:chgData name="Berg, Dirk van den" userId="035ecb32-01d9-4b47-a105-eacf059a4647" providerId="ADAL" clId="{F7FF961E-CF96-44AC-93C2-93612F62D46D}" dt="2026-09-02T13:26:30.348" v="6767" actId="20577"/>
          <ac:spMkLst>
            <pc:docMk/>
            <pc:sldMk cId="1102904052" sldId="286"/>
            <ac:spMk id="3" creationId="{A397E29C-EA55-3CD2-9E0C-4507D5578F3D}"/>
          </ac:spMkLst>
        </pc:spChg>
      </pc:sldChg>
      <pc:sldChg chg="add del">
        <pc:chgData name="Berg, Dirk van den" userId="035ecb32-01d9-4b47-a105-eacf059a4647" providerId="ADAL" clId="{F7FF961E-CF96-44AC-93C2-93612F62D46D}" dt="2026-09-02T13:27:00.234" v="6771" actId="2696"/>
        <pc:sldMkLst>
          <pc:docMk/>
          <pc:sldMk cId="2295758840" sldId="548"/>
        </pc:sldMkLst>
      </pc:sldChg>
      <pc:sldChg chg="add">
        <pc:chgData name="Berg, Dirk van den" userId="035ecb32-01d9-4b47-a105-eacf059a4647" providerId="ADAL" clId="{F7FF961E-CF96-44AC-93C2-93612F62D46D}" dt="2026-09-02T13:27:11.352" v="6772"/>
        <pc:sldMkLst>
          <pc:docMk/>
          <pc:sldMk cId="2864597027" sldId="548"/>
        </pc:sldMkLst>
      </pc:sldChg>
      <pc:sldChg chg="add">
        <pc:chgData name="Berg, Dirk van den" userId="035ecb32-01d9-4b47-a105-eacf059a4647" providerId="ADAL" clId="{F7FF961E-CF96-44AC-93C2-93612F62D46D}" dt="2026-09-02T13:27:11.352" v="6772"/>
        <pc:sldMkLst>
          <pc:docMk/>
          <pc:sldMk cId="3223135088" sldId="549"/>
        </pc:sldMkLst>
      </pc:sldChg>
      <pc:sldChg chg="add del">
        <pc:chgData name="Berg, Dirk van den" userId="035ecb32-01d9-4b47-a105-eacf059a4647" providerId="ADAL" clId="{F7FF961E-CF96-44AC-93C2-93612F62D46D}" dt="2026-09-02T13:27:00.234" v="6771" actId="2696"/>
        <pc:sldMkLst>
          <pc:docMk/>
          <pc:sldMk cId="3709291635" sldId="549"/>
        </pc:sldMkLst>
      </pc:sldChg>
      <pc:sldChg chg="add">
        <pc:chgData name="Berg, Dirk van den" userId="035ecb32-01d9-4b47-a105-eacf059a4647" providerId="ADAL" clId="{F7FF961E-CF96-44AC-93C2-93612F62D46D}" dt="2026-09-02T13:27:11.352" v="6772"/>
        <pc:sldMkLst>
          <pc:docMk/>
          <pc:sldMk cId="458560000" sldId="569"/>
        </pc:sldMkLst>
      </pc:sldChg>
      <pc:sldChg chg="add del">
        <pc:chgData name="Berg, Dirk van den" userId="035ecb32-01d9-4b47-a105-eacf059a4647" providerId="ADAL" clId="{F7FF961E-CF96-44AC-93C2-93612F62D46D}" dt="2026-09-02T13:27:00.234" v="6771" actId="2696"/>
        <pc:sldMkLst>
          <pc:docMk/>
          <pc:sldMk cId="2660318520" sldId="569"/>
        </pc:sldMkLst>
      </pc:sldChg>
      <pc:sldChg chg="add">
        <pc:chgData name="Berg, Dirk van den" userId="035ecb32-01d9-4b47-a105-eacf059a4647" providerId="ADAL" clId="{F7FF961E-CF96-44AC-93C2-93612F62D46D}" dt="2026-08-31T06:32:42.392" v="196"/>
        <pc:sldMkLst>
          <pc:docMk/>
          <pc:sldMk cId="3317426183" sldId="602"/>
        </pc:sldMkLst>
      </pc:sldChg>
      <pc:sldChg chg="add">
        <pc:chgData name="Berg, Dirk van den" userId="035ecb32-01d9-4b47-a105-eacf059a4647" providerId="ADAL" clId="{F7FF961E-CF96-44AC-93C2-93612F62D46D}" dt="2026-08-31T06:32:42.392" v="196"/>
        <pc:sldMkLst>
          <pc:docMk/>
          <pc:sldMk cId="3511392750" sldId="603"/>
        </pc:sldMkLst>
      </pc:sldChg>
      <pc:sldChg chg="add">
        <pc:chgData name="Berg, Dirk van den" userId="035ecb32-01d9-4b47-a105-eacf059a4647" providerId="ADAL" clId="{F7FF961E-CF96-44AC-93C2-93612F62D46D}" dt="2026-08-31T06:32:42.392" v="196"/>
        <pc:sldMkLst>
          <pc:docMk/>
          <pc:sldMk cId="4019506257" sldId="604"/>
        </pc:sldMkLst>
      </pc:sldChg>
      <pc:sldChg chg="add">
        <pc:chgData name="Berg, Dirk van den" userId="035ecb32-01d9-4b47-a105-eacf059a4647" providerId="ADAL" clId="{F7FF961E-CF96-44AC-93C2-93612F62D46D}" dt="2026-08-31T06:32:42.392" v="196"/>
        <pc:sldMkLst>
          <pc:docMk/>
          <pc:sldMk cId="1068213278" sldId="605"/>
        </pc:sldMkLst>
      </pc:sldChg>
      <pc:sldChg chg="add">
        <pc:chgData name="Berg, Dirk van den" userId="035ecb32-01d9-4b47-a105-eacf059a4647" providerId="ADAL" clId="{F7FF961E-CF96-44AC-93C2-93612F62D46D}" dt="2026-08-31T06:32:42.392" v="196"/>
        <pc:sldMkLst>
          <pc:docMk/>
          <pc:sldMk cId="1292336844" sldId="606"/>
        </pc:sldMkLst>
      </pc:sldChg>
      <pc:sldChg chg="modSp add mod ord">
        <pc:chgData name="Berg, Dirk van den" userId="035ecb32-01d9-4b47-a105-eacf059a4647" providerId="ADAL" clId="{F7FF961E-CF96-44AC-93C2-93612F62D46D}" dt="2026-08-31T06:33:17.163" v="232" actId="15"/>
        <pc:sldMkLst>
          <pc:docMk/>
          <pc:sldMk cId="286817625" sldId="614"/>
        </pc:sldMkLst>
        <pc:spChg chg="mod">
          <ac:chgData name="Berg, Dirk van den" userId="035ecb32-01d9-4b47-a105-eacf059a4647" providerId="ADAL" clId="{F7FF961E-CF96-44AC-93C2-93612F62D46D}" dt="2026-08-31T06:33:17.163" v="232" actId="15"/>
          <ac:spMkLst>
            <pc:docMk/>
            <pc:sldMk cId="286817625" sldId="614"/>
            <ac:spMk id="3" creationId="{87153271-27CC-1D3A-FA17-E375B614C5E1}"/>
          </ac:spMkLst>
        </pc:spChg>
      </pc:sldChg>
      <pc:sldChg chg="add mod modShow">
        <pc:chgData name="Berg, Dirk van den" userId="035ecb32-01d9-4b47-a105-eacf059a4647" providerId="ADAL" clId="{F7FF961E-CF96-44AC-93C2-93612F62D46D}" dt="2026-09-02T12:47:12.227" v="6224" actId="729"/>
        <pc:sldMkLst>
          <pc:docMk/>
          <pc:sldMk cId="3246616676" sldId="615"/>
        </pc:sldMkLst>
      </pc:sldChg>
      <pc:sldChg chg="add mod modShow">
        <pc:chgData name="Berg, Dirk van den" userId="035ecb32-01d9-4b47-a105-eacf059a4647" providerId="ADAL" clId="{F7FF961E-CF96-44AC-93C2-93612F62D46D}" dt="2026-09-02T12:47:12.227" v="6224" actId="729"/>
        <pc:sldMkLst>
          <pc:docMk/>
          <pc:sldMk cId="2251935469" sldId="616"/>
        </pc:sldMkLst>
      </pc:sldChg>
      <pc:sldChg chg="add del">
        <pc:chgData name="Berg, Dirk van den" userId="035ecb32-01d9-4b47-a105-eacf059a4647" providerId="ADAL" clId="{F7FF961E-CF96-44AC-93C2-93612F62D46D}" dt="2026-09-02T09:51:24.010" v="4815" actId="2696"/>
        <pc:sldMkLst>
          <pc:docMk/>
          <pc:sldMk cId="924506200" sldId="618"/>
        </pc:sldMkLst>
      </pc:sldChg>
      <pc:sldChg chg="add">
        <pc:chgData name="Berg, Dirk van den" userId="035ecb32-01d9-4b47-a105-eacf059a4647" providerId="ADAL" clId="{F7FF961E-CF96-44AC-93C2-93612F62D46D}" dt="2026-09-02T09:51:28.834" v="4818"/>
        <pc:sldMkLst>
          <pc:docMk/>
          <pc:sldMk cId="3457249544" sldId="618"/>
        </pc:sldMkLst>
      </pc:sldChg>
      <pc:sldChg chg="add del">
        <pc:chgData name="Berg, Dirk van den" userId="035ecb32-01d9-4b47-a105-eacf059a4647" providerId="ADAL" clId="{F7FF961E-CF96-44AC-93C2-93612F62D46D}" dt="2026-09-02T09:51:24.010" v="4815" actId="2696"/>
        <pc:sldMkLst>
          <pc:docMk/>
          <pc:sldMk cId="1257126585" sldId="639"/>
        </pc:sldMkLst>
      </pc:sldChg>
      <pc:sldChg chg="add">
        <pc:chgData name="Berg, Dirk van den" userId="035ecb32-01d9-4b47-a105-eacf059a4647" providerId="ADAL" clId="{F7FF961E-CF96-44AC-93C2-93612F62D46D}" dt="2026-09-02T09:51:28.834" v="4818"/>
        <pc:sldMkLst>
          <pc:docMk/>
          <pc:sldMk cId="1352069343" sldId="639"/>
        </pc:sldMkLst>
      </pc:sldChg>
      <pc:sldChg chg="add">
        <pc:chgData name="Berg, Dirk van den" userId="035ecb32-01d9-4b47-a105-eacf059a4647" providerId="ADAL" clId="{F7FF961E-CF96-44AC-93C2-93612F62D46D}" dt="2026-09-02T09:51:28.834" v="4818"/>
        <pc:sldMkLst>
          <pc:docMk/>
          <pc:sldMk cId="1174158119" sldId="641"/>
        </pc:sldMkLst>
      </pc:sldChg>
      <pc:sldChg chg="add del">
        <pc:chgData name="Berg, Dirk van den" userId="035ecb32-01d9-4b47-a105-eacf059a4647" providerId="ADAL" clId="{F7FF961E-CF96-44AC-93C2-93612F62D46D}" dt="2026-09-02T09:51:24.010" v="4815" actId="2696"/>
        <pc:sldMkLst>
          <pc:docMk/>
          <pc:sldMk cId="1647486881" sldId="641"/>
        </pc:sldMkLst>
      </pc:sldChg>
      <pc:sldChg chg="add">
        <pc:chgData name="Berg, Dirk van den" userId="035ecb32-01d9-4b47-a105-eacf059a4647" providerId="ADAL" clId="{F7FF961E-CF96-44AC-93C2-93612F62D46D}" dt="2026-09-02T09:51:28.834" v="4818"/>
        <pc:sldMkLst>
          <pc:docMk/>
          <pc:sldMk cId="892090978" sldId="644"/>
        </pc:sldMkLst>
      </pc:sldChg>
      <pc:sldChg chg="add del">
        <pc:chgData name="Berg, Dirk van den" userId="035ecb32-01d9-4b47-a105-eacf059a4647" providerId="ADAL" clId="{F7FF961E-CF96-44AC-93C2-93612F62D46D}" dt="2026-09-02T09:51:24.010" v="4815" actId="2696"/>
        <pc:sldMkLst>
          <pc:docMk/>
          <pc:sldMk cId="1310708566" sldId="644"/>
        </pc:sldMkLst>
      </pc:sldChg>
      <pc:sldChg chg="modSp add mod">
        <pc:chgData name="Berg, Dirk van den" userId="035ecb32-01d9-4b47-a105-eacf059a4647" providerId="ADAL" clId="{F7FF961E-CF96-44AC-93C2-93612F62D46D}" dt="2026-08-31T06:35:00.472" v="268" actId="27636"/>
        <pc:sldMkLst>
          <pc:docMk/>
          <pc:sldMk cId="2500691313" sldId="647"/>
        </pc:sldMkLst>
        <pc:spChg chg="mod">
          <ac:chgData name="Berg, Dirk van den" userId="035ecb32-01d9-4b47-a105-eacf059a4647" providerId="ADAL" clId="{F7FF961E-CF96-44AC-93C2-93612F62D46D}" dt="2026-08-31T06:35:00.472" v="268" actId="27636"/>
          <ac:spMkLst>
            <pc:docMk/>
            <pc:sldMk cId="2500691313" sldId="647"/>
            <ac:spMk id="6" creationId="{6ED3E7E9-EA47-53EB-7282-CCAD461391E8}"/>
          </ac:spMkLst>
        </pc:spChg>
      </pc:sldChg>
      <pc:sldChg chg="modSp new mod modShow">
        <pc:chgData name="Berg, Dirk van den" userId="035ecb32-01d9-4b47-a105-eacf059a4647" providerId="ADAL" clId="{F7FF961E-CF96-44AC-93C2-93612F62D46D}" dt="2026-08-31T08:34:38.370" v="2455" actId="729"/>
        <pc:sldMkLst>
          <pc:docMk/>
          <pc:sldMk cId="1242425771" sldId="648"/>
        </pc:sldMkLst>
        <pc:spChg chg="mod">
          <ac:chgData name="Berg, Dirk van den" userId="035ecb32-01d9-4b47-a105-eacf059a4647" providerId="ADAL" clId="{F7FF961E-CF96-44AC-93C2-93612F62D46D}" dt="2026-08-31T06:34:30.558" v="266" actId="313"/>
          <ac:spMkLst>
            <pc:docMk/>
            <pc:sldMk cId="1242425771" sldId="648"/>
            <ac:spMk id="2" creationId="{CC614C09-8B74-2B6D-9A65-AFAB4B29780D}"/>
          </ac:spMkLst>
        </pc:spChg>
      </pc:sldChg>
      <pc:sldChg chg="modSp new mod ord modShow modNotesTx">
        <pc:chgData name="Berg, Dirk van den" userId="035ecb32-01d9-4b47-a105-eacf059a4647" providerId="ADAL" clId="{F7FF961E-CF96-44AC-93C2-93612F62D46D}" dt="2026-09-02T13:39:43.977" v="6783" actId="729"/>
        <pc:sldMkLst>
          <pc:docMk/>
          <pc:sldMk cId="1056787071" sldId="649"/>
        </pc:sldMkLst>
        <pc:spChg chg="mod">
          <ac:chgData name="Berg, Dirk van den" userId="035ecb32-01d9-4b47-a105-eacf059a4647" providerId="ADAL" clId="{F7FF961E-CF96-44AC-93C2-93612F62D46D}" dt="2026-08-31T06:35:23.233" v="287" actId="20577"/>
          <ac:spMkLst>
            <pc:docMk/>
            <pc:sldMk cId="1056787071" sldId="649"/>
            <ac:spMk id="2" creationId="{CFB356C2-FA26-9074-9FA4-7595452B0D03}"/>
          </ac:spMkLst>
        </pc:spChg>
        <pc:spChg chg="mod">
          <ac:chgData name="Berg, Dirk van den" userId="035ecb32-01d9-4b47-a105-eacf059a4647" providerId="ADAL" clId="{F7FF961E-CF96-44AC-93C2-93612F62D46D}" dt="2026-08-31T08:53:00.563" v="2481" actId="20577"/>
          <ac:spMkLst>
            <pc:docMk/>
            <pc:sldMk cId="1056787071" sldId="649"/>
            <ac:spMk id="3" creationId="{CF431CCD-9DF7-371D-686E-958108486BC9}"/>
          </ac:spMkLst>
        </pc:spChg>
      </pc:sldChg>
      <pc:sldChg chg="modSp new del mod modShow">
        <pc:chgData name="Berg, Dirk van den" userId="035ecb32-01d9-4b47-a105-eacf059a4647" providerId="ADAL" clId="{F7FF961E-CF96-44AC-93C2-93612F62D46D}" dt="2026-09-02T12:24:23.144" v="6199" actId="47"/>
        <pc:sldMkLst>
          <pc:docMk/>
          <pc:sldMk cId="4282912790" sldId="650"/>
        </pc:sldMkLst>
      </pc:sldChg>
      <pc:sldChg chg="addSp new del mod">
        <pc:chgData name="Berg, Dirk van den" userId="035ecb32-01d9-4b47-a105-eacf059a4647" providerId="ADAL" clId="{F7FF961E-CF96-44AC-93C2-93612F62D46D}" dt="2026-09-02T12:47:20.034" v="6227" actId="47"/>
        <pc:sldMkLst>
          <pc:docMk/>
          <pc:sldMk cId="2866138678" sldId="651"/>
        </pc:sldMkLst>
      </pc:sldChg>
      <pc:sldChg chg="addSp delSp modSp new mod">
        <pc:chgData name="Berg, Dirk van den" userId="035ecb32-01d9-4b47-a105-eacf059a4647" providerId="ADAL" clId="{F7FF961E-CF96-44AC-93C2-93612F62D46D}" dt="2026-08-31T07:02:18.014" v="1617" actId="20577"/>
        <pc:sldMkLst>
          <pc:docMk/>
          <pc:sldMk cId="186536712" sldId="652"/>
        </pc:sldMkLst>
        <pc:spChg chg="mod">
          <ac:chgData name="Berg, Dirk van den" userId="035ecb32-01d9-4b47-a105-eacf059a4647" providerId="ADAL" clId="{F7FF961E-CF96-44AC-93C2-93612F62D46D}" dt="2026-08-31T07:00:52.384" v="1469" actId="20577"/>
          <ac:spMkLst>
            <pc:docMk/>
            <pc:sldMk cId="186536712" sldId="652"/>
            <ac:spMk id="2" creationId="{0F2F4A7B-1EDE-E2F8-F859-3EC30A2112F3}"/>
          </ac:spMkLst>
        </pc:spChg>
        <pc:spChg chg="mod">
          <ac:chgData name="Berg, Dirk van den" userId="035ecb32-01d9-4b47-a105-eacf059a4647" providerId="ADAL" clId="{F7FF961E-CF96-44AC-93C2-93612F62D46D}" dt="2026-08-31T07:02:18.014" v="1617" actId="20577"/>
          <ac:spMkLst>
            <pc:docMk/>
            <pc:sldMk cId="186536712" sldId="652"/>
            <ac:spMk id="3" creationId="{3E1B2CFD-5800-1322-2A10-D3107A4C86E2}"/>
          </ac:spMkLst>
        </pc:spChg>
      </pc:sldChg>
      <pc:sldChg chg="addSp modSp new mod">
        <pc:chgData name="Berg, Dirk van den" userId="035ecb32-01d9-4b47-a105-eacf059a4647" providerId="ADAL" clId="{F7FF961E-CF96-44AC-93C2-93612F62D46D}" dt="2026-08-31T07:11:28.212" v="1814" actId="1076"/>
        <pc:sldMkLst>
          <pc:docMk/>
          <pc:sldMk cId="3512723474" sldId="653"/>
        </pc:sldMkLst>
        <pc:spChg chg="mod">
          <ac:chgData name="Berg, Dirk van den" userId="035ecb32-01d9-4b47-a105-eacf059a4647" providerId="ADAL" clId="{F7FF961E-CF96-44AC-93C2-93612F62D46D}" dt="2026-08-31T06:51:24.682" v="1191" actId="20577"/>
          <ac:spMkLst>
            <pc:docMk/>
            <pc:sldMk cId="3512723474" sldId="653"/>
            <ac:spMk id="2" creationId="{8AE70CA7-F038-8E5A-C43F-EDD31F40D26B}"/>
          </ac:spMkLst>
        </pc:spChg>
        <pc:picChg chg="add mod">
          <ac:chgData name="Berg, Dirk van den" userId="035ecb32-01d9-4b47-a105-eacf059a4647" providerId="ADAL" clId="{F7FF961E-CF96-44AC-93C2-93612F62D46D}" dt="2026-08-31T07:11:28.212" v="1814" actId="1076"/>
          <ac:picMkLst>
            <pc:docMk/>
            <pc:sldMk cId="3512723474" sldId="653"/>
            <ac:picMk id="5" creationId="{E4C272B8-61D7-00B9-E302-79AF722A3737}"/>
          </ac:picMkLst>
        </pc:picChg>
      </pc:sldChg>
      <pc:sldChg chg="modSp new mod modShow">
        <pc:chgData name="Berg, Dirk van den" userId="035ecb32-01d9-4b47-a105-eacf059a4647" providerId="ADAL" clId="{F7FF961E-CF96-44AC-93C2-93612F62D46D}" dt="2026-09-02T13:17:55.255" v="6370" actId="729"/>
        <pc:sldMkLst>
          <pc:docMk/>
          <pc:sldMk cId="165890522" sldId="654"/>
        </pc:sldMkLst>
        <pc:spChg chg="mod">
          <ac:chgData name="Berg, Dirk van den" userId="035ecb32-01d9-4b47-a105-eacf059a4647" providerId="ADAL" clId="{F7FF961E-CF96-44AC-93C2-93612F62D46D}" dt="2026-08-31T06:51:39.367" v="1200" actId="20577"/>
          <ac:spMkLst>
            <pc:docMk/>
            <pc:sldMk cId="165890522" sldId="654"/>
            <ac:spMk id="2" creationId="{898548B3-080C-535A-E431-D256C0909757}"/>
          </ac:spMkLst>
        </pc:spChg>
        <pc:spChg chg="mod">
          <ac:chgData name="Berg, Dirk van den" userId="035ecb32-01d9-4b47-a105-eacf059a4647" providerId="ADAL" clId="{F7FF961E-CF96-44AC-93C2-93612F62D46D}" dt="2026-08-31T07:10:52.183" v="1812" actId="20577"/>
          <ac:spMkLst>
            <pc:docMk/>
            <pc:sldMk cId="165890522" sldId="654"/>
            <ac:spMk id="3" creationId="{7E830EB9-6C0F-D5A4-0194-437741BDBC41}"/>
          </ac:spMkLst>
        </pc:spChg>
      </pc:sldChg>
      <pc:sldChg chg="addSp modSp new mod">
        <pc:chgData name="Berg, Dirk van den" userId="035ecb32-01d9-4b47-a105-eacf059a4647" providerId="ADAL" clId="{F7FF961E-CF96-44AC-93C2-93612F62D46D}" dt="2026-08-31T06:58:49.319" v="1463" actId="14100"/>
        <pc:sldMkLst>
          <pc:docMk/>
          <pc:sldMk cId="2588143863" sldId="655"/>
        </pc:sldMkLst>
        <pc:picChg chg="add mod">
          <ac:chgData name="Berg, Dirk van den" userId="035ecb32-01d9-4b47-a105-eacf059a4647" providerId="ADAL" clId="{F7FF961E-CF96-44AC-93C2-93612F62D46D}" dt="2026-08-31T06:58:49.319" v="1463" actId="14100"/>
          <ac:picMkLst>
            <pc:docMk/>
            <pc:sldMk cId="2588143863" sldId="655"/>
            <ac:picMk id="5" creationId="{C375AFA0-CC10-F1CB-3046-3ECC4943D51A}"/>
          </ac:picMkLst>
        </pc:picChg>
      </pc:sldChg>
      <pc:sldChg chg="addSp modSp new mod modNotesTx">
        <pc:chgData name="Berg, Dirk van den" userId="035ecb32-01d9-4b47-a105-eacf059a4647" providerId="ADAL" clId="{F7FF961E-CF96-44AC-93C2-93612F62D46D}" dt="2026-09-02T09:32:43.489" v="4304" actId="20577"/>
        <pc:sldMkLst>
          <pc:docMk/>
          <pc:sldMk cId="3080546448" sldId="656"/>
        </pc:sldMkLst>
        <pc:picChg chg="add mod">
          <ac:chgData name="Berg, Dirk van den" userId="035ecb32-01d9-4b47-a105-eacf059a4647" providerId="ADAL" clId="{F7FF961E-CF96-44AC-93C2-93612F62D46D}" dt="2026-08-31T07:00:00.121" v="1468" actId="14100"/>
          <ac:picMkLst>
            <pc:docMk/>
            <pc:sldMk cId="3080546448" sldId="656"/>
            <ac:picMk id="5" creationId="{A7A2D961-115D-FB8A-9D48-DAD813336C48}"/>
          </ac:picMkLst>
        </pc:picChg>
      </pc:sldChg>
      <pc:sldChg chg="modSp new mod">
        <pc:chgData name="Berg, Dirk van den" userId="035ecb32-01d9-4b47-a105-eacf059a4647" providerId="ADAL" clId="{F7FF961E-CF96-44AC-93C2-93612F62D46D}" dt="2026-09-02T09:34:44.088" v="4484" actId="20577"/>
        <pc:sldMkLst>
          <pc:docMk/>
          <pc:sldMk cId="3532047328" sldId="657"/>
        </pc:sldMkLst>
        <pc:spChg chg="mod">
          <ac:chgData name="Berg, Dirk van den" userId="035ecb32-01d9-4b47-a105-eacf059a4647" providerId="ADAL" clId="{F7FF961E-CF96-44AC-93C2-93612F62D46D}" dt="2026-08-31T07:01:46.296" v="1493" actId="20577"/>
          <ac:spMkLst>
            <pc:docMk/>
            <pc:sldMk cId="3532047328" sldId="657"/>
            <ac:spMk id="2" creationId="{C0F7A4C5-7ECC-766A-B826-2D2198CFB8A0}"/>
          </ac:spMkLst>
        </pc:spChg>
        <pc:spChg chg="mod">
          <ac:chgData name="Berg, Dirk van den" userId="035ecb32-01d9-4b47-a105-eacf059a4647" providerId="ADAL" clId="{F7FF961E-CF96-44AC-93C2-93612F62D46D}" dt="2026-09-02T09:34:44.088" v="4484" actId="20577"/>
          <ac:spMkLst>
            <pc:docMk/>
            <pc:sldMk cId="3532047328" sldId="657"/>
            <ac:spMk id="3" creationId="{618B2F65-088B-440C-8FBE-1DA34D7BCABD}"/>
          </ac:spMkLst>
        </pc:spChg>
      </pc:sldChg>
      <pc:sldChg chg="add del">
        <pc:chgData name="Berg, Dirk van den" userId="035ecb32-01d9-4b47-a105-eacf059a4647" providerId="ADAL" clId="{F7FF961E-CF96-44AC-93C2-93612F62D46D}" dt="2026-09-02T12:47:42.874" v="6231" actId="47"/>
        <pc:sldMkLst>
          <pc:docMk/>
          <pc:sldMk cId="1827780509" sldId="658"/>
        </pc:sldMkLst>
      </pc:sldChg>
      <pc:sldChg chg="addSp modSp new mod">
        <pc:chgData name="Berg, Dirk van den" userId="035ecb32-01d9-4b47-a105-eacf059a4647" providerId="ADAL" clId="{F7FF961E-CF96-44AC-93C2-93612F62D46D}" dt="2026-08-31T07:11:57.233" v="1818" actId="1076"/>
        <pc:sldMkLst>
          <pc:docMk/>
          <pc:sldMk cId="2437609839" sldId="659"/>
        </pc:sldMkLst>
        <pc:picChg chg="add mod">
          <ac:chgData name="Berg, Dirk van den" userId="035ecb32-01d9-4b47-a105-eacf059a4647" providerId="ADAL" clId="{F7FF961E-CF96-44AC-93C2-93612F62D46D}" dt="2026-08-31T07:11:57.233" v="1818" actId="1076"/>
          <ac:picMkLst>
            <pc:docMk/>
            <pc:sldMk cId="2437609839" sldId="659"/>
            <ac:picMk id="5" creationId="{88C64B0A-8D73-7D66-09C8-321EE6D05A4F}"/>
          </ac:picMkLst>
        </pc:picChg>
      </pc:sldChg>
      <pc:sldChg chg="addSp modSp new mod">
        <pc:chgData name="Berg, Dirk van den" userId="035ecb32-01d9-4b47-a105-eacf059a4647" providerId="ADAL" clId="{F7FF961E-CF96-44AC-93C2-93612F62D46D}" dt="2026-08-31T07:12:33.515" v="1854" actId="1076"/>
        <pc:sldMkLst>
          <pc:docMk/>
          <pc:sldMk cId="4145570771" sldId="660"/>
        </pc:sldMkLst>
        <pc:spChg chg="mod">
          <ac:chgData name="Berg, Dirk van den" userId="035ecb32-01d9-4b47-a105-eacf059a4647" providerId="ADAL" clId="{F7FF961E-CF96-44AC-93C2-93612F62D46D}" dt="2026-08-31T07:12:30.227" v="1853" actId="20577"/>
          <ac:spMkLst>
            <pc:docMk/>
            <pc:sldMk cId="4145570771" sldId="660"/>
            <ac:spMk id="2" creationId="{27A9D5B8-0956-8C1C-54A0-4D5A54CB8B3B}"/>
          </ac:spMkLst>
        </pc:spChg>
        <pc:picChg chg="add mod">
          <ac:chgData name="Berg, Dirk van den" userId="035ecb32-01d9-4b47-a105-eacf059a4647" providerId="ADAL" clId="{F7FF961E-CF96-44AC-93C2-93612F62D46D}" dt="2026-08-31T07:12:33.515" v="1854" actId="1076"/>
          <ac:picMkLst>
            <pc:docMk/>
            <pc:sldMk cId="4145570771" sldId="660"/>
            <ac:picMk id="5" creationId="{DB59E705-34BA-64A1-8FAE-EA27490CDD6F}"/>
          </ac:picMkLst>
        </pc:picChg>
      </pc:sldChg>
      <pc:sldChg chg="addSp modSp new del mod">
        <pc:chgData name="Berg, Dirk van den" userId="035ecb32-01d9-4b47-a105-eacf059a4647" providerId="ADAL" clId="{F7FF961E-CF96-44AC-93C2-93612F62D46D}" dt="2026-09-02T09:53:20.148" v="4819" actId="47"/>
        <pc:sldMkLst>
          <pc:docMk/>
          <pc:sldMk cId="2440113231" sldId="661"/>
        </pc:sldMkLst>
      </pc:sldChg>
      <pc:sldChg chg="add">
        <pc:chgData name="Berg, Dirk van den" userId="035ecb32-01d9-4b47-a105-eacf059a4647" providerId="ADAL" clId="{F7FF961E-CF96-44AC-93C2-93612F62D46D}" dt="2026-09-02T09:51:28.834" v="4818"/>
        <pc:sldMkLst>
          <pc:docMk/>
          <pc:sldMk cId="429565659" sldId="663"/>
        </pc:sldMkLst>
      </pc:sldChg>
      <pc:sldChg chg="modSp add del mod">
        <pc:chgData name="Berg, Dirk van den" userId="035ecb32-01d9-4b47-a105-eacf059a4647" providerId="ADAL" clId="{F7FF961E-CF96-44AC-93C2-93612F62D46D}" dt="2026-09-02T09:51:24.010" v="4815" actId="2696"/>
        <pc:sldMkLst>
          <pc:docMk/>
          <pc:sldMk cId="2054492270" sldId="663"/>
        </pc:sldMkLst>
      </pc:sldChg>
      <pc:sldChg chg="add del">
        <pc:chgData name="Berg, Dirk van den" userId="035ecb32-01d9-4b47-a105-eacf059a4647" providerId="ADAL" clId="{F7FF961E-CF96-44AC-93C2-93612F62D46D}" dt="2026-09-02T09:51:24.010" v="4815" actId="2696"/>
        <pc:sldMkLst>
          <pc:docMk/>
          <pc:sldMk cId="1273600437" sldId="664"/>
        </pc:sldMkLst>
      </pc:sldChg>
      <pc:sldChg chg="add">
        <pc:chgData name="Berg, Dirk van den" userId="035ecb32-01d9-4b47-a105-eacf059a4647" providerId="ADAL" clId="{F7FF961E-CF96-44AC-93C2-93612F62D46D}" dt="2026-09-02T09:51:28.834" v="4818"/>
        <pc:sldMkLst>
          <pc:docMk/>
          <pc:sldMk cId="2449490154" sldId="664"/>
        </pc:sldMkLst>
      </pc:sldChg>
      <pc:sldChg chg="add del">
        <pc:chgData name="Berg, Dirk van den" userId="035ecb32-01d9-4b47-a105-eacf059a4647" providerId="ADAL" clId="{F7FF961E-CF96-44AC-93C2-93612F62D46D}" dt="2026-09-02T09:51:24.010" v="4815" actId="2696"/>
        <pc:sldMkLst>
          <pc:docMk/>
          <pc:sldMk cId="231497265" sldId="665"/>
        </pc:sldMkLst>
      </pc:sldChg>
      <pc:sldChg chg="add">
        <pc:chgData name="Berg, Dirk van den" userId="035ecb32-01d9-4b47-a105-eacf059a4647" providerId="ADAL" clId="{F7FF961E-CF96-44AC-93C2-93612F62D46D}" dt="2026-09-02T09:51:28.834" v="4818"/>
        <pc:sldMkLst>
          <pc:docMk/>
          <pc:sldMk cId="736585894" sldId="665"/>
        </pc:sldMkLst>
      </pc:sldChg>
      <pc:sldChg chg="add">
        <pc:chgData name="Berg, Dirk van den" userId="035ecb32-01d9-4b47-a105-eacf059a4647" providerId="ADAL" clId="{F7FF961E-CF96-44AC-93C2-93612F62D46D}" dt="2026-09-02T09:51:28.834" v="4818"/>
        <pc:sldMkLst>
          <pc:docMk/>
          <pc:sldMk cId="833948412" sldId="666"/>
        </pc:sldMkLst>
      </pc:sldChg>
      <pc:sldChg chg="add del modNotesTx">
        <pc:chgData name="Berg, Dirk van den" userId="035ecb32-01d9-4b47-a105-eacf059a4647" providerId="ADAL" clId="{F7FF961E-CF96-44AC-93C2-93612F62D46D}" dt="2026-09-02T09:51:24.010" v="4815" actId="2696"/>
        <pc:sldMkLst>
          <pc:docMk/>
          <pc:sldMk cId="849155423" sldId="666"/>
        </pc:sldMkLst>
      </pc:sldChg>
      <pc:sldChg chg="add ord">
        <pc:chgData name="Berg, Dirk van den" userId="035ecb32-01d9-4b47-a105-eacf059a4647" providerId="ADAL" clId="{F7FF961E-CF96-44AC-93C2-93612F62D46D}" dt="2026-09-02T12:24:10.549" v="6197"/>
        <pc:sldMkLst>
          <pc:docMk/>
          <pc:sldMk cId="2666102808" sldId="667"/>
        </pc:sldMkLst>
      </pc:sldChg>
      <pc:sldChg chg="modSp new mod modShow">
        <pc:chgData name="Berg, Dirk van den" userId="035ecb32-01d9-4b47-a105-eacf059a4647" providerId="ADAL" clId="{F7FF961E-CF96-44AC-93C2-93612F62D46D}" dt="2026-08-31T08:34:41.153" v="2456" actId="729"/>
        <pc:sldMkLst>
          <pc:docMk/>
          <pc:sldMk cId="1365963717" sldId="668"/>
        </pc:sldMkLst>
        <pc:spChg chg="mod">
          <ac:chgData name="Berg, Dirk van den" userId="035ecb32-01d9-4b47-a105-eacf059a4647" providerId="ADAL" clId="{F7FF961E-CF96-44AC-93C2-93612F62D46D}" dt="2026-08-31T08:12:18.434" v="2454" actId="20577"/>
          <ac:spMkLst>
            <pc:docMk/>
            <pc:sldMk cId="1365963717" sldId="668"/>
            <ac:spMk id="2" creationId="{604EFF48-298C-F272-E6DC-42ACC86CDF62}"/>
          </ac:spMkLst>
        </pc:spChg>
      </pc:sldChg>
      <pc:sldChg chg="new del">
        <pc:chgData name="Berg, Dirk van den" userId="035ecb32-01d9-4b47-a105-eacf059a4647" providerId="ADAL" clId="{F7FF961E-CF96-44AC-93C2-93612F62D46D}" dt="2026-09-02T12:24:20.880" v="6198" actId="47"/>
        <pc:sldMkLst>
          <pc:docMk/>
          <pc:sldMk cId="2107886653" sldId="669"/>
        </pc:sldMkLst>
      </pc:sldChg>
      <pc:sldChg chg="new del">
        <pc:chgData name="Berg, Dirk van den" userId="035ecb32-01d9-4b47-a105-eacf059a4647" providerId="ADAL" clId="{F7FF961E-CF96-44AC-93C2-93612F62D46D}" dt="2026-09-02T12:24:24.250" v="6200" actId="47"/>
        <pc:sldMkLst>
          <pc:docMk/>
          <pc:sldMk cId="2136682819" sldId="670"/>
        </pc:sldMkLst>
      </pc:sldChg>
      <pc:sldChg chg="modSp new del">
        <pc:chgData name="Berg, Dirk van den" userId="035ecb32-01d9-4b47-a105-eacf059a4647" providerId="ADAL" clId="{F7FF961E-CF96-44AC-93C2-93612F62D46D}" dt="2026-09-02T12:24:29.617" v="6201" actId="47"/>
        <pc:sldMkLst>
          <pc:docMk/>
          <pc:sldMk cId="237859653" sldId="671"/>
        </pc:sldMkLst>
      </pc:sldChg>
      <pc:sldChg chg="addSp new mod">
        <pc:chgData name="Berg, Dirk van den" userId="035ecb32-01d9-4b47-a105-eacf059a4647" providerId="ADAL" clId="{F7FF961E-CF96-44AC-93C2-93612F62D46D}" dt="2026-08-31T13:23:57.396" v="2521" actId="22"/>
        <pc:sldMkLst>
          <pc:docMk/>
          <pc:sldMk cId="3281768563" sldId="672"/>
        </pc:sldMkLst>
        <pc:picChg chg="add">
          <ac:chgData name="Berg, Dirk van den" userId="035ecb32-01d9-4b47-a105-eacf059a4647" providerId="ADAL" clId="{F7FF961E-CF96-44AC-93C2-93612F62D46D}" dt="2026-08-31T13:23:57.396" v="2521" actId="22"/>
          <ac:picMkLst>
            <pc:docMk/>
            <pc:sldMk cId="3281768563" sldId="672"/>
            <ac:picMk id="5" creationId="{CEBEBA86-532E-B4F0-711D-A56BE7551B08}"/>
          </ac:picMkLst>
        </pc:picChg>
      </pc:sldChg>
      <pc:sldChg chg="addSp new mod">
        <pc:chgData name="Berg, Dirk van den" userId="035ecb32-01d9-4b47-a105-eacf059a4647" providerId="ADAL" clId="{F7FF961E-CF96-44AC-93C2-93612F62D46D}" dt="2026-08-31T13:24:10.940" v="2523" actId="22"/>
        <pc:sldMkLst>
          <pc:docMk/>
          <pc:sldMk cId="3568169537" sldId="673"/>
        </pc:sldMkLst>
        <pc:picChg chg="add">
          <ac:chgData name="Berg, Dirk van den" userId="035ecb32-01d9-4b47-a105-eacf059a4647" providerId="ADAL" clId="{F7FF961E-CF96-44AC-93C2-93612F62D46D}" dt="2026-08-31T13:24:10.940" v="2523" actId="22"/>
          <ac:picMkLst>
            <pc:docMk/>
            <pc:sldMk cId="3568169537" sldId="673"/>
            <ac:picMk id="5" creationId="{5A6123B4-18AE-562C-2E7B-2EBF5D117A83}"/>
          </ac:picMkLst>
        </pc:picChg>
      </pc:sldChg>
      <pc:sldChg chg="addSp modSp new mod">
        <pc:chgData name="Berg, Dirk van den" userId="035ecb32-01d9-4b47-a105-eacf059a4647" providerId="ADAL" clId="{F7FF961E-CF96-44AC-93C2-93612F62D46D}" dt="2026-08-31T14:53:57.244" v="2527" actId="1076"/>
        <pc:sldMkLst>
          <pc:docMk/>
          <pc:sldMk cId="3343518900" sldId="674"/>
        </pc:sldMkLst>
        <pc:spChg chg="mod">
          <ac:chgData name="Berg, Dirk van den" userId="035ecb32-01d9-4b47-a105-eacf059a4647" providerId="ADAL" clId="{F7FF961E-CF96-44AC-93C2-93612F62D46D}" dt="2026-08-31T14:52:27.520" v="2525"/>
          <ac:spMkLst>
            <pc:docMk/>
            <pc:sldMk cId="3343518900" sldId="674"/>
            <ac:spMk id="3" creationId="{F7600711-4030-2B88-829B-5E491F92A3B6}"/>
          </ac:spMkLst>
        </pc:spChg>
        <pc:spChg chg="add mod">
          <ac:chgData name="Berg, Dirk van den" userId="035ecb32-01d9-4b47-a105-eacf059a4647" providerId="ADAL" clId="{F7FF961E-CF96-44AC-93C2-93612F62D46D}" dt="2026-08-31T14:53:57.244" v="2527" actId="1076"/>
          <ac:spMkLst>
            <pc:docMk/>
            <pc:sldMk cId="3343518900" sldId="674"/>
            <ac:spMk id="5" creationId="{E2CC4CDF-8DEF-E4C1-173B-5D5002C77FA2}"/>
          </ac:spMkLst>
        </pc:spChg>
      </pc:sldChg>
      <pc:sldChg chg="addSp modSp new del mod">
        <pc:chgData name="Berg, Dirk van den" userId="035ecb32-01d9-4b47-a105-eacf059a4647" providerId="ADAL" clId="{F7FF961E-CF96-44AC-93C2-93612F62D46D}" dt="2026-09-02T12:23:26.992" v="6191" actId="2696"/>
        <pc:sldMkLst>
          <pc:docMk/>
          <pc:sldMk cId="447867102" sldId="675"/>
        </pc:sldMkLst>
        <pc:spChg chg="mod">
          <ac:chgData name="Berg, Dirk van den" userId="035ecb32-01d9-4b47-a105-eacf059a4647" providerId="ADAL" clId="{F7FF961E-CF96-44AC-93C2-93612F62D46D}" dt="2026-09-01T15:46:21.413" v="2540" actId="20577"/>
          <ac:spMkLst>
            <pc:docMk/>
            <pc:sldMk cId="447867102" sldId="675"/>
            <ac:spMk id="2" creationId="{89B19BBB-A666-0CB7-FAF1-3C68252560E5}"/>
          </ac:spMkLst>
        </pc:spChg>
        <pc:picChg chg="add">
          <ac:chgData name="Berg, Dirk van den" userId="035ecb32-01d9-4b47-a105-eacf059a4647" providerId="ADAL" clId="{F7FF961E-CF96-44AC-93C2-93612F62D46D}" dt="2026-09-01T15:46:32.189" v="2541" actId="22"/>
          <ac:picMkLst>
            <pc:docMk/>
            <pc:sldMk cId="447867102" sldId="675"/>
            <ac:picMk id="5" creationId="{E8FD338A-79F7-1841-C19A-A10287760EB5}"/>
          </ac:picMkLst>
        </pc:picChg>
      </pc:sldChg>
      <pc:sldChg chg="delSp modSp add mod">
        <pc:chgData name="Berg, Dirk van den" userId="035ecb32-01d9-4b47-a105-eacf059a4647" providerId="ADAL" clId="{F7FF961E-CF96-44AC-93C2-93612F62D46D}" dt="2026-09-02T12:26:26.544" v="6208" actId="478"/>
        <pc:sldMkLst>
          <pc:docMk/>
          <pc:sldMk cId="725174140" sldId="675"/>
        </pc:sldMkLst>
        <pc:picChg chg="del mod">
          <ac:chgData name="Berg, Dirk van den" userId="035ecb32-01d9-4b47-a105-eacf059a4647" providerId="ADAL" clId="{F7FF961E-CF96-44AC-93C2-93612F62D46D}" dt="2026-09-02T12:26:26.544" v="6208" actId="478"/>
          <ac:picMkLst>
            <pc:docMk/>
            <pc:sldMk cId="725174140" sldId="675"/>
            <ac:picMk id="5" creationId="{E8FD338A-79F7-1841-C19A-A10287760EB5}"/>
          </ac:picMkLst>
        </pc:picChg>
      </pc:sldChg>
      <pc:sldChg chg="modSp new mod">
        <pc:chgData name="Berg, Dirk van den" userId="035ecb32-01d9-4b47-a105-eacf059a4647" providerId="ADAL" clId="{F7FF961E-CF96-44AC-93C2-93612F62D46D}" dt="2026-09-01T15:47:06.775" v="2732" actId="5793"/>
        <pc:sldMkLst>
          <pc:docMk/>
          <pc:sldMk cId="2322197173" sldId="676"/>
        </pc:sldMkLst>
        <pc:spChg chg="mod">
          <ac:chgData name="Berg, Dirk van den" userId="035ecb32-01d9-4b47-a105-eacf059a4647" providerId="ADAL" clId="{F7FF961E-CF96-44AC-93C2-93612F62D46D}" dt="2026-09-01T15:47:06.775" v="2732" actId="5793"/>
          <ac:spMkLst>
            <pc:docMk/>
            <pc:sldMk cId="2322197173" sldId="676"/>
            <ac:spMk id="2" creationId="{931B318B-9070-9A7E-1489-DDCD5B00629E}"/>
          </ac:spMkLst>
        </pc:spChg>
      </pc:sldChg>
      <pc:sldChg chg="add">
        <pc:chgData name="Berg, Dirk van den" userId="035ecb32-01d9-4b47-a105-eacf059a4647" providerId="ADAL" clId="{F7FF961E-CF96-44AC-93C2-93612F62D46D}" dt="2026-09-02T12:23:46.923" v="6194"/>
        <pc:sldMkLst>
          <pc:docMk/>
          <pc:sldMk cId="777261301" sldId="677"/>
        </pc:sldMkLst>
      </pc:sldChg>
      <pc:sldChg chg="addSp delSp modSp new del mod ord">
        <pc:chgData name="Berg, Dirk van den" userId="035ecb32-01d9-4b47-a105-eacf059a4647" providerId="ADAL" clId="{F7FF961E-CF96-44AC-93C2-93612F62D46D}" dt="2026-09-02T12:23:26.992" v="6191" actId="2696"/>
        <pc:sldMkLst>
          <pc:docMk/>
          <pc:sldMk cId="1622013325" sldId="677"/>
        </pc:sldMkLst>
        <pc:spChg chg="add del mod">
          <ac:chgData name="Berg, Dirk van den" userId="035ecb32-01d9-4b47-a105-eacf059a4647" providerId="ADAL" clId="{F7FF961E-CF96-44AC-93C2-93612F62D46D}" dt="2026-09-01T16:09:56.508" v="2739"/>
          <ac:spMkLst>
            <pc:docMk/>
            <pc:sldMk cId="1622013325" sldId="677"/>
            <ac:spMk id="5" creationId="{E76C8DBE-9491-960D-312D-3A75C8EEF4B4}"/>
          </ac:spMkLst>
        </pc:spChg>
        <pc:spChg chg="add del mod">
          <ac:chgData name="Berg, Dirk van den" userId="035ecb32-01d9-4b47-a105-eacf059a4647" providerId="ADAL" clId="{F7FF961E-CF96-44AC-93C2-93612F62D46D}" dt="2026-09-01T16:10:11.684" v="2745"/>
          <ac:spMkLst>
            <pc:docMk/>
            <pc:sldMk cId="1622013325" sldId="677"/>
            <ac:spMk id="7" creationId="{617DD5EE-324C-AFB6-A254-B5431D4AB995}"/>
          </ac:spMkLst>
        </pc:spChg>
        <pc:picChg chg="add">
          <ac:chgData name="Berg, Dirk van den" userId="035ecb32-01d9-4b47-a105-eacf059a4647" providerId="ADAL" clId="{F7FF961E-CF96-44AC-93C2-93612F62D46D}" dt="2026-09-01T16:10:10.135" v="2743" actId="22"/>
          <ac:picMkLst>
            <pc:docMk/>
            <pc:sldMk cId="1622013325" sldId="677"/>
            <ac:picMk id="9" creationId="{A36DBA59-492C-648B-DE1F-F68A100EA82F}"/>
          </ac:picMkLst>
        </pc:picChg>
      </pc:sldChg>
      <pc:sldChg chg="addSp new del mod">
        <pc:chgData name="Berg, Dirk van den" userId="035ecb32-01d9-4b47-a105-eacf059a4647" providerId="ADAL" clId="{F7FF961E-CF96-44AC-93C2-93612F62D46D}" dt="2026-09-02T12:23:26.992" v="6191" actId="2696"/>
        <pc:sldMkLst>
          <pc:docMk/>
          <pc:sldMk cId="2797894891" sldId="678"/>
        </pc:sldMkLst>
        <pc:picChg chg="add">
          <ac:chgData name="Berg, Dirk van den" userId="035ecb32-01d9-4b47-a105-eacf059a4647" providerId="ADAL" clId="{F7FF961E-CF96-44AC-93C2-93612F62D46D}" dt="2026-09-01T16:10:16.898" v="2748" actId="22"/>
          <ac:picMkLst>
            <pc:docMk/>
            <pc:sldMk cId="2797894891" sldId="678"/>
            <ac:picMk id="5" creationId="{F51795CF-ED96-8655-5F20-ED2F2F66880D}"/>
          </ac:picMkLst>
        </pc:picChg>
      </pc:sldChg>
      <pc:sldChg chg="add">
        <pc:chgData name="Berg, Dirk van den" userId="035ecb32-01d9-4b47-a105-eacf059a4647" providerId="ADAL" clId="{F7FF961E-CF96-44AC-93C2-93612F62D46D}" dt="2026-09-02T12:23:46.923" v="6194"/>
        <pc:sldMkLst>
          <pc:docMk/>
          <pc:sldMk cId="3903826317" sldId="678"/>
        </pc:sldMkLst>
      </pc:sldChg>
      <pc:sldChg chg="addSp delSp new del mod">
        <pc:chgData name="Berg, Dirk van den" userId="035ecb32-01d9-4b47-a105-eacf059a4647" providerId="ADAL" clId="{F7FF961E-CF96-44AC-93C2-93612F62D46D}" dt="2026-09-02T12:23:26.992" v="6191" actId="2696"/>
        <pc:sldMkLst>
          <pc:docMk/>
          <pc:sldMk cId="3249673051" sldId="679"/>
        </pc:sldMkLst>
        <pc:picChg chg="add del">
          <ac:chgData name="Berg, Dirk van den" userId="035ecb32-01d9-4b47-a105-eacf059a4647" providerId="ADAL" clId="{F7FF961E-CF96-44AC-93C2-93612F62D46D}" dt="2026-09-01T16:10:28.818" v="2750" actId="22"/>
          <ac:picMkLst>
            <pc:docMk/>
            <pc:sldMk cId="3249673051" sldId="679"/>
            <ac:picMk id="5" creationId="{916B10D0-E42B-0139-C75A-986653AC23D6}"/>
          </ac:picMkLst>
        </pc:picChg>
        <pc:picChg chg="add">
          <ac:chgData name="Berg, Dirk van den" userId="035ecb32-01d9-4b47-a105-eacf059a4647" providerId="ADAL" clId="{F7FF961E-CF96-44AC-93C2-93612F62D46D}" dt="2026-09-01T16:10:29.169" v="2751" actId="22"/>
          <ac:picMkLst>
            <pc:docMk/>
            <pc:sldMk cId="3249673051" sldId="679"/>
            <ac:picMk id="7" creationId="{423E5C3E-03A5-CD4F-9FFC-A9E49DDC9B9E}"/>
          </ac:picMkLst>
        </pc:picChg>
      </pc:sldChg>
      <pc:sldChg chg="add">
        <pc:chgData name="Berg, Dirk van den" userId="035ecb32-01d9-4b47-a105-eacf059a4647" providerId="ADAL" clId="{F7FF961E-CF96-44AC-93C2-93612F62D46D}" dt="2026-09-02T12:23:46.923" v="6194"/>
        <pc:sldMkLst>
          <pc:docMk/>
          <pc:sldMk cId="3372991387" sldId="679"/>
        </pc:sldMkLst>
      </pc:sldChg>
      <pc:sldChg chg="addSp modSp new mod">
        <pc:chgData name="Berg, Dirk van den" userId="035ecb32-01d9-4b47-a105-eacf059a4647" providerId="ADAL" clId="{F7FF961E-CF96-44AC-93C2-93612F62D46D}" dt="2026-09-02T08:37:27.192" v="3635" actId="1076"/>
        <pc:sldMkLst>
          <pc:docMk/>
          <pc:sldMk cId="3393059847" sldId="680"/>
        </pc:sldMkLst>
        <pc:spChg chg="mod">
          <ac:chgData name="Berg, Dirk van den" userId="035ecb32-01d9-4b47-a105-eacf059a4647" providerId="ADAL" clId="{F7FF961E-CF96-44AC-93C2-93612F62D46D}" dt="2026-09-01T16:37:18.347" v="2765" actId="20577"/>
          <ac:spMkLst>
            <pc:docMk/>
            <pc:sldMk cId="3393059847" sldId="680"/>
            <ac:spMk id="2" creationId="{F9C30602-41D6-2EE1-0389-E744536A29F6}"/>
          </ac:spMkLst>
        </pc:spChg>
        <pc:spChg chg="mod">
          <ac:chgData name="Berg, Dirk van den" userId="035ecb32-01d9-4b47-a105-eacf059a4647" providerId="ADAL" clId="{F7FF961E-CF96-44AC-93C2-93612F62D46D}" dt="2026-09-02T07:21:40.242" v="3165" actId="27636"/>
          <ac:spMkLst>
            <pc:docMk/>
            <pc:sldMk cId="3393059847" sldId="680"/>
            <ac:spMk id="3" creationId="{B288CBDB-A30B-5611-53FC-846139F75F08}"/>
          </ac:spMkLst>
        </pc:spChg>
        <pc:spChg chg="add mod">
          <ac:chgData name="Berg, Dirk van den" userId="035ecb32-01d9-4b47-a105-eacf059a4647" providerId="ADAL" clId="{F7FF961E-CF96-44AC-93C2-93612F62D46D}" dt="2026-09-02T08:37:27.192" v="3635" actId="1076"/>
          <ac:spMkLst>
            <pc:docMk/>
            <pc:sldMk cId="3393059847" sldId="680"/>
            <ac:spMk id="9" creationId="{E6387E0B-BA57-3660-C24F-990F95BAD264}"/>
          </ac:spMkLst>
        </pc:spChg>
        <pc:picChg chg="add mod">
          <ac:chgData name="Berg, Dirk van den" userId="035ecb32-01d9-4b47-a105-eacf059a4647" providerId="ADAL" clId="{F7FF961E-CF96-44AC-93C2-93612F62D46D}" dt="2026-09-02T08:37:20.279" v="3634" actId="1076"/>
          <ac:picMkLst>
            <pc:docMk/>
            <pc:sldMk cId="3393059847" sldId="680"/>
            <ac:picMk id="5" creationId="{F89B2E32-7D6E-0AB9-6901-3D9D6E421161}"/>
          </ac:picMkLst>
        </pc:picChg>
        <pc:picChg chg="add mod">
          <ac:chgData name="Berg, Dirk van den" userId="035ecb32-01d9-4b47-a105-eacf059a4647" providerId="ADAL" clId="{F7FF961E-CF96-44AC-93C2-93612F62D46D}" dt="2026-09-02T07:22:32.982" v="3167" actId="1076"/>
          <ac:picMkLst>
            <pc:docMk/>
            <pc:sldMk cId="3393059847" sldId="680"/>
            <ac:picMk id="7" creationId="{F0F7B210-B7E4-6099-0910-8647BBAEB24C}"/>
          </ac:picMkLst>
        </pc:picChg>
      </pc:sldChg>
      <pc:sldChg chg="modSp new">
        <pc:chgData name="Berg, Dirk van den" userId="035ecb32-01d9-4b47-a105-eacf059a4647" providerId="ADAL" clId="{F7FF961E-CF96-44AC-93C2-93612F62D46D}" dt="2026-09-01T16:42:54.072" v="2767"/>
        <pc:sldMkLst>
          <pc:docMk/>
          <pc:sldMk cId="2037916988" sldId="681"/>
        </pc:sldMkLst>
        <pc:spChg chg="mod">
          <ac:chgData name="Berg, Dirk van den" userId="035ecb32-01d9-4b47-a105-eacf059a4647" providerId="ADAL" clId="{F7FF961E-CF96-44AC-93C2-93612F62D46D}" dt="2026-09-01T16:42:54.072" v="2767"/>
          <ac:spMkLst>
            <pc:docMk/>
            <pc:sldMk cId="2037916988" sldId="681"/>
            <ac:spMk id="3" creationId="{C80236DB-7CAA-4101-F39E-A5C338D02479}"/>
          </ac:spMkLst>
        </pc:spChg>
      </pc:sldChg>
      <pc:sldChg chg="modSp new mod">
        <pc:chgData name="Berg, Dirk van den" userId="035ecb32-01d9-4b47-a105-eacf059a4647" providerId="ADAL" clId="{F7FF961E-CF96-44AC-93C2-93612F62D46D}" dt="2026-09-01T17:22:44.856" v="2956" actId="20577"/>
        <pc:sldMkLst>
          <pc:docMk/>
          <pc:sldMk cId="296721066" sldId="682"/>
        </pc:sldMkLst>
        <pc:spChg chg="mod">
          <ac:chgData name="Berg, Dirk van den" userId="035ecb32-01d9-4b47-a105-eacf059a4647" providerId="ADAL" clId="{F7FF961E-CF96-44AC-93C2-93612F62D46D}" dt="2026-09-01T17:22:18.782" v="2832" actId="5793"/>
          <ac:spMkLst>
            <pc:docMk/>
            <pc:sldMk cId="296721066" sldId="682"/>
            <ac:spMk id="2" creationId="{08A615A5-2570-4E8A-7D9F-69490EDA9BDF}"/>
          </ac:spMkLst>
        </pc:spChg>
        <pc:spChg chg="mod">
          <ac:chgData name="Berg, Dirk van den" userId="035ecb32-01d9-4b47-a105-eacf059a4647" providerId="ADAL" clId="{F7FF961E-CF96-44AC-93C2-93612F62D46D}" dt="2026-09-01T17:22:44.856" v="2956" actId="20577"/>
          <ac:spMkLst>
            <pc:docMk/>
            <pc:sldMk cId="296721066" sldId="682"/>
            <ac:spMk id="3" creationId="{D2F23B32-DCC3-6B2E-6FBF-0FF47D4F24AE}"/>
          </ac:spMkLst>
        </pc:spChg>
      </pc:sldChg>
      <pc:sldChg chg="modSp new mod ord">
        <pc:chgData name="Berg, Dirk van den" userId="035ecb32-01d9-4b47-a105-eacf059a4647" providerId="ADAL" clId="{F7FF961E-CF96-44AC-93C2-93612F62D46D}" dt="2026-09-02T08:51:46.452" v="3943" actId="20577"/>
        <pc:sldMkLst>
          <pc:docMk/>
          <pc:sldMk cId="89022879" sldId="683"/>
        </pc:sldMkLst>
        <pc:spChg chg="mod">
          <ac:chgData name="Berg, Dirk van den" userId="035ecb32-01d9-4b47-a105-eacf059a4647" providerId="ADAL" clId="{F7FF961E-CF96-44AC-93C2-93612F62D46D}" dt="2026-09-02T08:51:46.452" v="3943" actId="20577"/>
          <ac:spMkLst>
            <pc:docMk/>
            <pc:sldMk cId="89022879" sldId="683"/>
            <ac:spMk id="2" creationId="{0FF2EDB0-7347-1422-8C52-E204D80DE4B8}"/>
          </ac:spMkLst>
        </pc:spChg>
        <pc:spChg chg="mod">
          <ac:chgData name="Berg, Dirk van den" userId="035ecb32-01d9-4b47-a105-eacf059a4647" providerId="ADAL" clId="{F7FF961E-CF96-44AC-93C2-93612F62D46D}" dt="2026-09-01T17:46:22.463" v="2958"/>
          <ac:spMkLst>
            <pc:docMk/>
            <pc:sldMk cId="89022879" sldId="683"/>
            <ac:spMk id="3" creationId="{5FC87D8F-766E-0649-FEEB-BD95ABAE4318}"/>
          </ac:spMkLst>
        </pc:spChg>
      </pc:sldChg>
      <pc:sldChg chg="modSp new mod">
        <pc:chgData name="Berg, Dirk van den" userId="035ecb32-01d9-4b47-a105-eacf059a4647" providerId="ADAL" clId="{F7FF961E-CF96-44AC-93C2-93612F62D46D}" dt="2026-09-01T17:52:00.307" v="3018" actId="20577"/>
        <pc:sldMkLst>
          <pc:docMk/>
          <pc:sldMk cId="487649526" sldId="684"/>
        </pc:sldMkLst>
        <pc:spChg chg="mod">
          <ac:chgData name="Berg, Dirk van den" userId="035ecb32-01d9-4b47-a105-eacf059a4647" providerId="ADAL" clId="{F7FF961E-CF96-44AC-93C2-93612F62D46D}" dt="2026-09-01T17:52:00.307" v="3018" actId="20577"/>
          <ac:spMkLst>
            <pc:docMk/>
            <pc:sldMk cId="487649526" sldId="684"/>
            <ac:spMk id="2" creationId="{CC0A1201-89FB-12AD-B7AE-8BE23C8CDC8B}"/>
          </ac:spMkLst>
        </pc:spChg>
      </pc:sldChg>
      <pc:sldChg chg="modSp new mod">
        <pc:chgData name="Berg, Dirk van den" userId="035ecb32-01d9-4b47-a105-eacf059a4647" providerId="ADAL" clId="{F7FF961E-CF96-44AC-93C2-93612F62D46D}" dt="2026-09-01T17:55:44.812" v="3051" actId="20577"/>
        <pc:sldMkLst>
          <pc:docMk/>
          <pc:sldMk cId="564100688" sldId="685"/>
        </pc:sldMkLst>
        <pc:spChg chg="mod">
          <ac:chgData name="Berg, Dirk van den" userId="035ecb32-01d9-4b47-a105-eacf059a4647" providerId="ADAL" clId="{F7FF961E-CF96-44AC-93C2-93612F62D46D}" dt="2026-09-01T17:55:44.812" v="3051" actId="20577"/>
          <ac:spMkLst>
            <pc:docMk/>
            <pc:sldMk cId="564100688" sldId="685"/>
            <ac:spMk id="2" creationId="{A0CDBD86-9C1C-2B4D-698B-157336D41DA1}"/>
          </ac:spMkLst>
        </pc:spChg>
      </pc:sldChg>
      <pc:sldChg chg="modSp new mod">
        <pc:chgData name="Berg, Dirk van den" userId="035ecb32-01d9-4b47-a105-eacf059a4647" providerId="ADAL" clId="{F7FF961E-CF96-44AC-93C2-93612F62D46D}" dt="2026-09-01T18:00:16.210" v="3082"/>
        <pc:sldMkLst>
          <pc:docMk/>
          <pc:sldMk cId="3484096324" sldId="686"/>
        </pc:sldMkLst>
        <pc:spChg chg="mod">
          <ac:chgData name="Berg, Dirk van den" userId="035ecb32-01d9-4b47-a105-eacf059a4647" providerId="ADAL" clId="{F7FF961E-CF96-44AC-93C2-93612F62D46D}" dt="2026-09-01T17:59:51.390" v="3079" actId="20577"/>
          <ac:spMkLst>
            <pc:docMk/>
            <pc:sldMk cId="3484096324" sldId="686"/>
            <ac:spMk id="2" creationId="{D0AFE031-1D3D-BA27-3652-AAE2097D64F8}"/>
          </ac:spMkLst>
        </pc:spChg>
        <pc:spChg chg="mod">
          <ac:chgData name="Berg, Dirk van den" userId="035ecb32-01d9-4b47-a105-eacf059a4647" providerId="ADAL" clId="{F7FF961E-CF96-44AC-93C2-93612F62D46D}" dt="2026-09-01T18:00:16.210" v="3082"/>
          <ac:spMkLst>
            <pc:docMk/>
            <pc:sldMk cId="3484096324" sldId="686"/>
            <ac:spMk id="3" creationId="{66E7D5AD-A828-1E37-BCAB-315CC9C80442}"/>
          </ac:spMkLst>
        </pc:spChg>
      </pc:sldChg>
      <pc:sldChg chg="modSp new mod">
        <pc:chgData name="Berg, Dirk van den" userId="035ecb32-01d9-4b47-a105-eacf059a4647" providerId="ADAL" clId="{F7FF961E-CF96-44AC-93C2-93612F62D46D}" dt="2026-09-01T19:27:35.759" v="3104"/>
        <pc:sldMkLst>
          <pc:docMk/>
          <pc:sldMk cId="1305201811" sldId="687"/>
        </pc:sldMkLst>
        <pc:spChg chg="mod">
          <ac:chgData name="Berg, Dirk van den" userId="035ecb32-01d9-4b47-a105-eacf059a4647" providerId="ADAL" clId="{F7FF961E-CF96-44AC-93C2-93612F62D46D}" dt="2026-09-01T19:27:34.390" v="3103" actId="20577"/>
          <ac:spMkLst>
            <pc:docMk/>
            <pc:sldMk cId="1305201811" sldId="687"/>
            <ac:spMk id="2" creationId="{26FB6660-2B31-2F13-50D1-34A516702597}"/>
          </ac:spMkLst>
        </pc:spChg>
        <pc:spChg chg="mod">
          <ac:chgData name="Berg, Dirk van den" userId="035ecb32-01d9-4b47-a105-eacf059a4647" providerId="ADAL" clId="{F7FF961E-CF96-44AC-93C2-93612F62D46D}" dt="2026-09-01T19:27:35.759" v="3104"/>
          <ac:spMkLst>
            <pc:docMk/>
            <pc:sldMk cId="1305201811" sldId="687"/>
            <ac:spMk id="3" creationId="{934FF9FE-27EC-A2EE-7102-55674C829F0F}"/>
          </ac:spMkLst>
        </pc:spChg>
      </pc:sldChg>
      <pc:sldChg chg="modSp new mod">
        <pc:chgData name="Berg, Dirk van den" userId="035ecb32-01d9-4b47-a105-eacf059a4647" providerId="ADAL" clId="{F7FF961E-CF96-44AC-93C2-93612F62D46D}" dt="2026-09-01T19:48:54.793" v="3157" actId="20577"/>
        <pc:sldMkLst>
          <pc:docMk/>
          <pc:sldMk cId="2475682939" sldId="688"/>
        </pc:sldMkLst>
        <pc:spChg chg="mod">
          <ac:chgData name="Berg, Dirk van den" userId="035ecb32-01d9-4b47-a105-eacf059a4647" providerId="ADAL" clId="{F7FF961E-CF96-44AC-93C2-93612F62D46D}" dt="2026-09-01T19:48:54.793" v="3157" actId="20577"/>
          <ac:spMkLst>
            <pc:docMk/>
            <pc:sldMk cId="2475682939" sldId="688"/>
            <ac:spMk id="2" creationId="{2DA14986-8310-F7C7-F253-3DD8F6B21A23}"/>
          </ac:spMkLst>
        </pc:spChg>
      </pc:sldChg>
      <pc:sldChg chg="modSp new mod ord modShow">
        <pc:chgData name="Berg, Dirk van den" userId="035ecb32-01d9-4b47-a105-eacf059a4647" providerId="ADAL" clId="{F7FF961E-CF96-44AC-93C2-93612F62D46D}" dt="2026-09-02T13:26:45.676" v="6768" actId="729"/>
        <pc:sldMkLst>
          <pc:docMk/>
          <pc:sldMk cId="1410538201" sldId="689"/>
        </pc:sldMkLst>
        <pc:spChg chg="mod">
          <ac:chgData name="Berg, Dirk van den" userId="035ecb32-01d9-4b47-a105-eacf059a4647" providerId="ADAL" clId="{F7FF961E-CF96-44AC-93C2-93612F62D46D}" dt="2026-09-02T08:10:44.422" v="3632" actId="27636"/>
          <ac:spMkLst>
            <pc:docMk/>
            <pc:sldMk cId="1410538201" sldId="689"/>
            <ac:spMk id="3" creationId="{7B3BF701-982E-FFA4-770A-20E088D2F7CF}"/>
          </ac:spMkLst>
        </pc:spChg>
      </pc:sldChg>
      <pc:sldChg chg="addSp new mod ord">
        <pc:chgData name="Berg, Dirk van den" userId="035ecb32-01d9-4b47-a105-eacf059a4647" providerId="ADAL" clId="{F7FF961E-CF96-44AC-93C2-93612F62D46D}" dt="2026-09-02T09:08:05.114" v="4235"/>
        <pc:sldMkLst>
          <pc:docMk/>
          <pc:sldMk cId="1481302030" sldId="690"/>
        </pc:sldMkLst>
        <pc:picChg chg="add">
          <ac:chgData name="Berg, Dirk van den" userId="035ecb32-01d9-4b47-a105-eacf059a4647" providerId="ADAL" clId="{F7FF961E-CF96-44AC-93C2-93612F62D46D}" dt="2026-09-02T08:00:09.248" v="3450" actId="22"/>
          <ac:picMkLst>
            <pc:docMk/>
            <pc:sldMk cId="1481302030" sldId="690"/>
            <ac:picMk id="5" creationId="{EEEFC814-5605-0781-8CD4-4C9619F49B4C}"/>
          </ac:picMkLst>
        </pc:picChg>
      </pc:sldChg>
      <pc:sldChg chg="modSp new mod modShow">
        <pc:chgData name="Berg, Dirk van den" userId="035ecb32-01d9-4b47-a105-eacf059a4647" providerId="ADAL" clId="{F7FF961E-CF96-44AC-93C2-93612F62D46D}" dt="2026-09-02T13:26:45.676" v="6768" actId="729"/>
        <pc:sldMkLst>
          <pc:docMk/>
          <pc:sldMk cId="3793122539" sldId="691"/>
        </pc:sldMkLst>
        <pc:spChg chg="mod">
          <ac:chgData name="Berg, Dirk van den" userId="035ecb32-01d9-4b47-a105-eacf059a4647" providerId="ADAL" clId="{F7FF961E-CF96-44AC-93C2-93612F62D46D}" dt="2026-09-02T08:41:57.782" v="3645" actId="20577"/>
          <ac:spMkLst>
            <pc:docMk/>
            <pc:sldMk cId="3793122539" sldId="691"/>
            <ac:spMk id="2" creationId="{3DC0844F-5733-02AA-84C0-6DDC39B3AD82}"/>
          </ac:spMkLst>
        </pc:spChg>
        <pc:spChg chg="mod">
          <ac:chgData name="Berg, Dirk van den" userId="035ecb32-01d9-4b47-a105-eacf059a4647" providerId="ADAL" clId="{F7FF961E-CF96-44AC-93C2-93612F62D46D}" dt="2026-09-02T08:43:00.782" v="3942" actId="5793"/>
          <ac:spMkLst>
            <pc:docMk/>
            <pc:sldMk cId="3793122539" sldId="691"/>
            <ac:spMk id="3" creationId="{05C84D46-ED5F-F5E1-7CD0-045993A3EAA4}"/>
          </ac:spMkLst>
        </pc:spChg>
      </pc:sldChg>
      <pc:sldChg chg="modSp new mod ord">
        <pc:chgData name="Berg, Dirk van den" userId="035ecb32-01d9-4b47-a105-eacf059a4647" providerId="ADAL" clId="{F7FF961E-CF96-44AC-93C2-93612F62D46D}" dt="2026-09-02T13:16:44.985" v="6369" actId="20577"/>
        <pc:sldMkLst>
          <pc:docMk/>
          <pc:sldMk cId="2943574921" sldId="692"/>
        </pc:sldMkLst>
        <pc:spChg chg="mod">
          <ac:chgData name="Berg, Dirk van den" userId="035ecb32-01d9-4b47-a105-eacf059a4647" providerId="ADAL" clId="{F7FF961E-CF96-44AC-93C2-93612F62D46D}" dt="2026-09-02T08:53:10.851" v="3985" actId="20577"/>
          <ac:spMkLst>
            <pc:docMk/>
            <pc:sldMk cId="2943574921" sldId="692"/>
            <ac:spMk id="2" creationId="{7A903B1B-826D-26B8-A895-3A33768896D5}"/>
          </ac:spMkLst>
        </pc:spChg>
        <pc:spChg chg="mod">
          <ac:chgData name="Berg, Dirk van den" userId="035ecb32-01d9-4b47-a105-eacf059a4647" providerId="ADAL" clId="{F7FF961E-CF96-44AC-93C2-93612F62D46D}" dt="2026-09-02T13:16:44.985" v="6369" actId="20577"/>
          <ac:spMkLst>
            <pc:docMk/>
            <pc:sldMk cId="2943574921" sldId="692"/>
            <ac:spMk id="3" creationId="{4D721D95-0BED-2CDE-39DE-0C63305D2DC3}"/>
          </ac:spMkLst>
        </pc:spChg>
      </pc:sldChg>
      <pc:sldChg chg="modSp new mod">
        <pc:chgData name="Berg, Dirk van den" userId="035ecb32-01d9-4b47-a105-eacf059a4647" providerId="ADAL" clId="{F7FF961E-CF96-44AC-93C2-93612F62D46D}" dt="2026-09-02T09:01:14.281" v="4233" actId="20577"/>
        <pc:sldMkLst>
          <pc:docMk/>
          <pc:sldMk cId="3625026622" sldId="693"/>
        </pc:sldMkLst>
        <pc:spChg chg="mod">
          <ac:chgData name="Berg, Dirk van den" userId="035ecb32-01d9-4b47-a105-eacf059a4647" providerId="ADAL" clId="{F7FF961E-CF96-44AC-93C2-93612F62D46D}" dt="2026-09-02T08:54:17.182" v="4189" actId="20577"/>
          <ac:spMkLst>
            <pc:docMk/>
            <pc:sldMk cId="3625026622" sldId="693"/>
            <ac:spMk id="2" creationId="{CE7EA71E-CCC1-4BA0-22E5-5BAF9FD077A1}"/>
          </ac:spMkLst>
        </pc:spChg>
        <pc:spChg chg="mod">
          <ac:chgData name="Berg, Dirk van den" userId="035ecb32-01d9-4b47-a105-eacf059a4647" providerId="ADAL" clId="{F7FF961E-CF96-44AC-93C2-93612F62D46D}" dt="2026-09-02T09:01:14.281" v="4233" actId="20577"/>
          <ac:spMkLst>
            <pc:docMk/>
            <pc:sldMk cId="3625026622" sldId="693"/>
            <ac:spMk id="3" creationId="{A4104697-84F7-EDF0-8013-8FE32AE5A8F2}"/>
          </ac:spMkLst>
        </pc:spChg>
      </pc:sldChg>
      <pc:sldChg chg="add mod modShow">
        <pc:chgData name="Berg, Dirk van den" userId="035ecb32-01d9-4b47-a105-eacf059a4647" providerId="ADAL" clId="{F7FF961E-CF96-44AC-93C2-93612F62D46D}" dt="2026-09-02T09:10:02.563" v="4293" actId="729"/>
        <pc:sldMkLst>
          <pc:docMk/>
          <pc:sldMk cId="1054182090" sldId="694"/>
        </pc:sldMkLst>
      </pc:sldChg>
      <pc:sldChg chg="modSp new mod ord">
        <pc:chgData name="Berg, Dirk van den" userId="035ecb32-01d9-4b47-a105-eacf059a4647" providerId="ADAL" clId="{F7FF961E-CF96-44AC-93C2-93612F62D46D}" dt="2026-09-02T11:51:10.609" v="5924"/>
        <pc:sldMkLst>
          <pc:docMk/>
          <pc:sldMk cId="791219177" sldId="695"/>
        </pc:sldMkLst>
        <pc:spChg chg="mod">
          <ac:chgData name="Berg, Dirk van den" userId="035ecb32-01d9-4b47-a105-eacf059a4647" providerId="ADAL" clId="{F7FF961E-CF96-44AC-93C2-93612F62D46D}" dt="2026-09-02T09:36:26.272" v="4507" actId="20577"/>
          <ac:spMkLst>
            <pc:docMk/>
            <pc:sldMk cId="791219177" sldId="695"/>
            <ac:spMk id="2" creationId="{1B97FF94-B7BA-C627-FC48-0EC0F8E4A4ED}"/>
          </ac:spMkLst>
        </pc:spChg>
        <pc:spChg chg="mod">
          <ac:chgData name="Berg, Dirk van den" userId="035ecb32-01d9-4b47-a105-eacf059a4647" providerId="ADAL" clId="{F7FF961E-CF96-44AC-93C2-93612F62D46D}" dt="2026-09-02T11:51:10.609" v="5924"/>
          <ac:spMkLst>
            <pc:docMk/>
            <pc:sldMk cId="791219177" sldId="695"/>
            <ac:spMk id="3" creationId="{CB49264E-3DBD-4705-9CB0-7E8378317ABE}"/>
          </ac:spMkLst>
        </pc:spChg>
      </pc:sldChg>
      <pc:sldChg chg="modSp new mod modShow">
        <pc:chgData name="Berg, Dirk van den" userId="035ecb32-01d9-4b47-a105-eacf059a4647" providerId="ADAL" clId="{F7FF961E-CF96-44AC-93C2-93612F62D46D}" dt="2026-09-02T13:37:57.328" v="6776" actId="729"/>
        <pc:sldMkLst>
          <pc:docMk/>
          <pc:sldMk cId="1677945429" sldId="696"/>
        </pc:sldMkLst>
        <pc:spChg chg="mod">
          <ac:chgData name="Berg, Dirk van den" userId="035ecb32-01d9-4b47-a105-eacf059a4647" providerId="ADAL" clId="{F7FF961E-CF96-44AC-93C2-93612F62D46D}" dt="2026-09-02T09:49:11.535" v="4814" actId="20577"/>
          <ac:spMkLst>
            <pc:docMk/>
            <pc:sldMk cId="1677945429" sldId="696"/>
            <ac:spMk id="3" creationId="{ABEC88B5-D0DA-7D7C-62D2-38B28A84B1A6}"/>
          </ac:spMkLst>
        </pc:spChg>
      </pc:sldChg>
      <pc:sldChg chg="new">
        <pc:chgData name="Berg, Dirk van den" userId="035ecb32-01d9-4b47-a105-eacf059a4647" providerId="ADAL" clId="{F7FF961E-CF96-44AC-93C2-93612F62D46D}" dt="2026-09-02T09:51:26.860" v="4816" actId="680"/>
        <pc:sldMkLst>
          <pc:docMk/>
          <pc:sldMk cId="337777008" sldId="697"/>
        </pc:sldMkLst>
      </pc:sldChg>
      <pc:sldChg chg="new del ord">
        <pc:chgData name="Berg, Dirk van den" userId="035ecb32-01d9-4b47-a105-eacf059a4647" providerId="ADAL" clId="{F7FF961E-CF96-44AC-93C2-93612F62D46D}" dt="2026-09-02T12:24:34.042" v="6204" actId="47"/>
        <pc:sldMkLst>
          <pc:docMk/>
          <pc:sldMk cId="1708863743" sldId="698"/>
        </pc:sldMkLst>
      </pc:sldChg>
      <pc:sldChg chg="addSp modSp add mod">
        <pc:chgData name="Berg, Dirk van den" userId="035ecb32-01d9-4b47-a105-eacf059a4647" providerId="ADAL" clId="{F7FF961E-CF96-44AC-93C2-93612F62D46D}" dt="2026-09-02T09:53:48.782" v="4828" actId="1076"/>
        <pc:sldMkLst>
          <pc:docMk/>
          <pc:sldMk cId="1133131690" sldId="699"/>
        </pc:sldMkLst>
        <pc:spChg chg="add mod">
          <ac:chgData name="Berg, Dirk van den" userId="035ecb32-01d9-4b47-a105-eacf059a4647" providerId="ADAL" clId="{F7FF961E-CF96-44AC-93C2-93612F62D46D}" dt="2026-09-02T09:53:48.782" v="4828" actId="1076"/>
          <ac:spMkLst>
            <pc:docMk/>
            <pc:sldMk cId="1133131690" sldId="699"/>
            <ac:spMk id="6" creationId="{9EA02CFF-1BA5-5657-8221-A0DC30B91BF0}"/>
          </ac:spMkLst>
        </pc:spChg>
      </pc:sldChg>
      <pc:sldChg chg="modSp new mod">
        <pc:chgData name="Berg, Dirk van den" userId="035ecb32-01d9-4b47-a105-eacf059a4647" providerId="ADAL" clId="{F7FF961E-CF96-44AC-93C2-93612F62D46D}" dt="2026-09-02T13:39:25.891" v="6782" actId="20577"/>
        <pc:sldMkLst>
          <pc:docMk/>
          <pc:sldMk cId="2809548518" sldId="700"/>
        </pc:sldMkLst>
        <pc:spChg chg="mod">
          <ac:chgData name="Berg, Dirk van den" userId="035ecb32-01d9-4b47-a105-eacf059a4647" providerId="ADAL" clId="{F7FF961E-CF96-44AC-93C2-93612F62D46D}" dt="2026-09-02T09:56:25.421" v="4971" actId="20577"/>
          <ac:spMkLst>
            <pc:docMk/>
            <pc:sldMk cId="2809548518" sldId="700"/>
            <ac:spMk id="2" creationId="{E52DB643-89EE-04AA-DD89-58ABBDFB8C7A}"/>
          </ac:spMkLst>
        </pc:spChg>
        <pc:spChg chg="mod">
          <ac:chgData name="Berg, Dirk van den" userId="035ecb32-01d9-4b47-a105-eacf059a4647" providerId="ADAL" clId="{F7FF961E-CF96-44AC-93C2-93612F62D46D}" dt="2026-09-02T13:39:25.891" v="6782" actId="20577"/>
          <ac:spMkLst>
            <pc:docMk/>
            <pc:sldMk cId="2809548518" sldId="700"/>
            <ac:spMk id="3" creationId="{911C0C08-E4AC-219F-74E3-F691EAA5F636}"/>
          </ac:spMkLst>
        </pc:spChg>
      </pc:sldChg>
      <pc:sldChg chg="modSp new mod ord modShow">
        <pc:chgData name="Berg, Dirk van den" userId="035ecb32-01d9-4b47-a105-eacf059a4647" providerId="ADAL" clId="{F7FF961E-CF96-44AC-93C2-93612F62D46D}" dt="2026-09-02T13:37:59.867" v="6777" actId="729"/>
        <pc:sldMkLst>
          <pc:docMk/>
          <pc:sldMk cId="2465871955" sldId="701"/>
        </pc:sldMkLst>
        <pc:spChg chg="mod">
          <ac:chgData name="Berg, Dirk van den" userId="035ecb32-01d9-4b47-a105-eacf059a4647" providerId="ADAL" clId="{F7FF961E-CF96-44AC-93C2-93612F62D46D}" dt="2026-09-02T10:01:44.557" v="5504" actId="20577"/>
          <ac:spMkLst>
            <pc:docMk/>
            <pc:sldMk cId="2465871955" sldId="701"/>
            <ac:spMk id="3" creationId="{F637E956-6148-C284-FB2F-F37F68FACE3D}"/>
          </ac:spMkLst>
        </pc:spChg>
      </pc:sldChg>
      <pc:sldChg chg="modSp new mod modShow">
        <pc:chgData name="Berg, Dirk van den" userId="035ecb32-01d9-4b47-a105-eacf059a4647" providerId="ADAL" clId="{F7FF961E-CF96-44AC-93C2-93612F62D46D}" dt="2026-09-02T13:27:55.069" v="6773" actId="729"/>
        <pc:sldMkLst>
          <pc:docMk/>
          <pc:sldMk cId="3570918156" sldId="702"/>
        </pc:sldMkLst>
        <pc:spChg chg="mod">
          <ac:chgData name="Berg, Dirk van den" userId="035ecb32-01d9-4b47-a105-eacf059a4647" providerId="ADAL" clId="{F7FF961E-CF96-44AC-93C2-93612F62D46D}" dt="2026-09-02T11:54:32.785" v="5973" actId="20577"/>
          <ac:spMkLst>
            <pc:docMk/>
            <pc:sldMk cId="3570918156" sldId="702"/>
            <ac:spMk id="2" creationId="{D2C348CC-0B28-527E-2468-B157C0C45185}"/>
          </ac:spMkLst>
        </pc:spChg>
      </pc:sldChg>
      <pc:sldChg chg="modSp new mod modShow">
        <pc:chgData name="Berg, Dirk van den" userId="035ecb32-01d9-4b47-a105-eacf059a4647" providerId="ADAL" clId="{F7FF961E-CF96-44AC-93C2-93612F62D46D}" dt="2026-09-02T13:37:57.328" v="6776" actId="729"/>
        <pc:sldMkLst>
          <pc:docMk/>
          <pc:sldMk cId="1866054861" sldId="703"/>
        </pc:sldMkLst>
        <pc:spChg chg="mod">
          <ac:chgData name="Berg, Dirk van den" userId="035ecb32-01d9-4b47-a105-eacf059a4647" providerId="ADAL" clId="{F7FF961E-CF96-44AC-93C2-93612F62D46D}" dt="2026-09-02T12:06:13.089" v="6190" actId="20577"/>
          <ac:spMkLst>
            <pc:docMk/>
            <pc:sldMk cId="1866054861" sldId="703"/>
            <ac:spMk id="3" creationId="{19023C04-1DEC-E0CA-9522-4A712A0D9D5F}"/>
          </ac:spMkLst>
        </pc:spChg>
      </pc:sldChg>
      <pc:sldChg chg="new">
        <pc:chgData name="Berg, Dirk van den" userId="035ecb32-01d9-4b47-a105-eacf059a4647" providerId="ADAL" clId="{F7FF961E-CF96-44AC-93C2-93612F62D46D}" dt="2026-09-02T12:23:45.482" v="6192" actId="680"/>
        <pc:sldMkLst>
          <pc:docMk/>
          <pc:sldMk cId="3317883775" sldId="704"/>
        </pc:sldMkLst>
      </pc:sldChg>
      <pc:sldChg chg="new">
        <pc:chgData name="Berg, Dirk van den" userId="035ecb32-01d9-4b47-a105-eacf059a4647" providerId="ADAL" clId="{F7FF961E-CF96-44AC-93C2-93612F62D46D}" dt="2026-09-02T12:23:45.728" v="6193" actId="680"/>
        <pc:sldMkLst>
          <pc:docMk/>
          <pc:sldMk cId="2478210795" sldId="705"/>
        </pc:sldMkLst>
      </pc:sldChg>
      <pc:sldChg chg="new">
        <pc:chgData name="Berg, Dirk van den" userId="035ecb32-01d9-4b47-a105-eacf059a4647" providerId="ADAL" clId="{F7FF961E-CF96-44AC-93C2-93612F62D46D}" dt="2026-09-02T12:24:42.334" v="6205" actId="680"/>
        <pc:sldMkLst>
          <pc:docMk/>
          <pc:sldMk cId="655285690" sldId="706"/>
        </pc:sldMkLst>
      </pc:sldChg>
      <pc:sldChg chg="add mod modShow">
        <pc:chgData name="Berg, Dirk van den" userId="035ecb32-01d9-4b47-a105-eacf059a4647" providerId="ADAL" clId="{F7FF961E-CF96-44AC-93C2-93612F62D46D}" dt="2026-09-02T12:26:24.290" v="6207" actId="729"/>
        <pc:sldMkLst>
          <pc:docMk/>
          <pc:sldMk cId="4282238030" sldId="707"/>
        </pc:sldMkLst>
      </pc:sldChg>
      <pc:sldChg chg="addSp delSp modSp new mod">
        <pc:chgData name="Berg, Dirk van den" userId="035ecb32-01d9-4b47-a105-eacf059a4647" providerId="ADAL" clId="{F7FF961E-CF96-44AC-93C2-93612F62D46D}" dt="2026-09-02T12:46:53.209" v="6221" actId="14100"/>
        <pc:sldMkLst>
          <pc:docMk/>
          <pc:sldMk cId="310266977" sldId="708"/>
        </pc:sldMkLst>
        <pc:spChg chg="add del">
          <ac:chgData name="Berg, Dirk van den" userId="035ecb32-01d9-4b47-a105-eacf059a4647" providerId="ADAL" clId="{F7FF961E-CF96-44AC-93C2-93612F62D46D}" dt="2026-09-02T12:46:03.726" v="6211" actId="478"/>
          <ac:spMkLst>
            <pc:docMk/>
            <pc:sldMk cId="310266977" sldId="708"/>
            <ac:spMk id="5" creationId="{49C03D88-06AD-9E79-91F2-205961437F0F}"/>
          </ac:spMkLst>
        </pc:spChg>
        <pc:picChg chg="add mod modCrop">
          <ac:chgData name="Berg, Dirk van den" userId="035ecb32-01d9-4b47-a105-eacf059a4647" providerId="ADAL" clId="{F7FF961E-CF96-44AC-93C2-93612F62D46D}" dt="2026-09-02T12:46:53.209" v="6221" actId="14100"/>
          <ac:picMkLst>
            <pc:docMk/>
            <pc:sldMk cId="310266977" sldId="708"/>
            <ac:picMk id="7" creationId="{D00EFDAB-E8AC-CF97-9A4F-0355EA38357C}"/>
          </ac:picMkLst>
        </pc:picChg>
      </pc:sldChg>
      <pc:sldChg chg="add ord">
        <pc:chgData name="Berg, Dirk van den" userId="035ecb32-01d9-4b47-a105-eacf059a4647" providerId="ADAL" clId="{F7FF961E-CF96-44AC-93C2-93612F62D46D}" dt="2026-09-02T12:47:18.391" v="6226"/>
        <pc:sldMkLst>
          <pc:docMk/>
          <pc:sldMk cId="1557389578" sldId="709"/>
        </pc:sldMkLst>
      </pc:sldChg>
      <pc:sldChg chg="addSp modSp add mod">
        <pc:chgData name="Berg, Dirk van den" userId="035ecb32-01d9-4b47-a105-eacf059a4647" providerId="ADAL" clId="{F7FF961E-CF96-44AC-93C2-93612F62D46D}" dt="2026-09-02T12:47:39.407" v="6230" actId="1076"/>
        <pc:sldMkLst>
          <pc:docMk/>
          <pc:sldMk cId="4141819783" sldId="710"/>
        </pc:sldMkLst>
        <pc:spChg chg="add mod">
          <ac:chgData name="Berg, Dirk van den" userId="035ecb32-01d9-4b47-a105-eacf059a4647" providerId="ADAL" clId="{F7FF961E-CF96-44AC-93C2-93612F62D46D}" dt="2026-09-02T12:47:39.407" v="6230" actId="1076"/>
          <ac:spMkLst>
            <pc:docMk/>
            <pc:sldMk cId="4141819783" sldId="710"/>
            <ac:spMk id="5" creationId="{FC731365-6F23-D78B-46C2-913D8AB8F930}"/>
          </ac:spMkLst>
        </pc:spChg>
      </pc:sldChg>
      <pc:sldChg chg="modSp new mod ord">
        <pc:chgData name="Berg, Dirk van den" userId="035ecb32-01d9-4b47-a105-eacf059a4647" providerId="ADAL" clId="{F7FF961E-CF96-44AC-93C2-93612F62D46D}" dt="2026-09-02T13:32:01.878" v="6775"/>
        <pc:sldMkLst>
          <pc:docMk/>
          <pc:sldMk cId="28062550" sldId="711"/>
        </pc:sldMkLst>
        <pc:spChg chg="mod">
          <ac:chgData name="Berg, Dirk van den" userId="035ecb32-01d9-4b47-a105-eacf059a4647" providerId="ADAL" clId="{F7FF961E-CF96-44AC-93C2-93612F62D46D}" dt="2026-09-02T13:07:49.231" v="6240" actId="20577"/>
          <ac:spMkLst>
            <pc:docMk/>
            <pc:sldMk cId="28062550" sldId="711"/>
            <ac:spMk id="2" creationId="{EAE4A546-E197-347E-2624-599DB958350E}"/>
          </ac:spMkLst>
        </pc:spChg>
        <pc:spChg chg="mod">
          <ac:chgData name="Berg, Dirk van den" userId="035ecb32-01d9-4b47-a105-eacf059a4647" providerId="ADAL" clId="{F7FF961E-CF96-44AC-93C2-93612F62D46D}" dt="2026-09-02T13:08:33.086" v="6364" actId="20577"/>
          <ac:spMkLst>
            <pc:docMk/>
            <pc:sldMk cId="28062550" sldId="711"/>
            <ac:spMk id="3" creationId="{73E83D99-44D9-9FC3-E64E-46DFEA09CA6A}"/>
          </ac:spMkLst>
        </pc:spChg>
      </pc:sldChg>
      <pc:sldChg chg="modSp new mod">
        <pc:chgData name="Berg, Dirk van den" userId="035ecb32-01d9-4b47-a105-eacf059a4647" providerId="ADAL" clId="{F7FF961E-CF96-44AC-93C2-93612F62D46D}" dt="2026-09-02T13:19:12.404" v="6539" actId="20577"/>
        <pc:sldMkLst>
          <pc:docMk/>
          <pc:sldMk cId="3860704264" sldId="712"/>
        </pc:sldMkLst>
        <pc:spChg chg="mod">
          <ac:chgData name="Berg, Dirk van den" userId="035ecb32-01d9-4b47-a105-eacf059a4647" providerId="ADAL" clId="{F7FF961E-CF96-44AC-93C2-93612F62D46D}" dt="2026-09-02T13:17:59.781" v="6376" actId="20577"/>
          <ac:spMkLst>
            <pc:docMk/>
            <pc:sldMk cId="3860704264" sldId="712"/>
            <ac:spMk id="2" creationId="{0885B11C-CD27-E574-A19F-86DC378AD6AE}"/>
          </ac:spMkLst>
        </pc:spChg>
        <pc:spChg chg="mod">
          <ac:chgData name="Berg, Dirk van den" userId="035ecb32-01d9-4b47-a105-eacf059a4647" providerId="ADAL" clId="{F7FF961E-CF96-44AC-93C2-93612F62D46D}" dt="2026-09-02T13:19:12.404" v="6539" actId="20577"/>
          <ac:spMkLst>
            <pc:docMk/>
            <pc:sldMk cId="3860704264" sldId="712"/>
            <ac:spMk id="3" creationId="{319F01FD-D411-43A3-BDED-D5188819B345}"/>
          </ac:spMkLst>
        </pc:spChg>
      </pc:sldChg>
      <pc:sldChg chg="addSp new mod">
        <pc:chgData name="Berg, Dirk van den" userId="035ecb32-01d9-4b47-a105-eacf059a4647" providerId="ADAL" clId="{F7FF961E-CF96-44AC-93C2-93612F62D46D}" dt="2026-09-02T13:23:01.519" v="6541" actId="22"/>
        <pc:sldMkLst>
          <pc:docMk/>
          <pc:sldMk cId="698134714" sldId="713"/>
        </pc:sldMkLst>
        <pc:picChg chg="add">
          <ac:chgData name="Berg, Dirk van den" userId="035ecb32-01d9-4b47-a105-eacf059a4647" providerId="ADAL" clId="{F7FF961E-CF96-44AC-93C2-93612F62D46D}" dt="2026-09-02T13:23:01.519" v="6541" actId="22"/>
          <ac:picMkLst>
            <pc:docMk/>
            <pc:sldMk cId="698134714" sldId="713"/>
            <ac:picMk id="5" creationId="{2B1149AE-2BD5-52FE-AE5E-4AFC3327B4BE}"/>
          </ac:picMkLst>
        </pc:picChg>
      </pc:sldChg>
      <pc:sldChg chg="addSp new mod modNotesTx">
        <pc:chgData name="Berg, Dirk van den" userId="035ecb32-01d9-4b47-a105-eacf059a4647" providerId="ADAL" clId="{F7FF961E-CF96-44AC-93C2-93612F62D46D}" dt="2026-09-02T13:54:49.180" v="6790" actId="20577"/>
        <pc:sldMkLst>
          <pc:docMk/>
          <pc:sldMk cId="2119031059" sldId="714"/>
        </pc:sldMkLst>
        <pc:picChg chg="add">
          <ac:chgData name="Berg, Dirk van den" userId="035ecb32-01d9-4b47-a105-eacf059a4647" providerId="ADAL" clId="{F7FF961E-CF96-44AC-93C2-93612F62D46D}" dt="2026-09-02T13:42:05.603" v="6785" actId="22"/>
          <ac:picMkLst>
            <pc:docMk/>
            <pc:sldMk cId="2119031059" sldId="714"/>
            <ac:picMk id="5" creationId="{6FCCBB56-E84A-8B7B-0204-7F3583E63067}"/>
          </ac:picMkLst>
        </pc:picChg>
      </pc:sldChg>
      <pc:sldChg chg="addSp modSp new mod">
        <pc:chgData name="Berg, Dirk van den" userId="035ecb32-01d9-4b47-a105-eacf059a4647" providerId="ADAL" clId="{F7FF961E-CF96-44AC-93C2-93612F62D46D}" dt="2026-09-02T13:55:53.151" v="6845" actId="1076"/>
        <pc:sldMkLst>
          <pc:docMk/>
          <pc:sldMk cId="1857814226" sldId="715"/>
        </pc:sldMkLst>
        <pc:spChg chg="add mod">
          <ac:chgData name="Berg, Dirk van den" userId="035ecb32-01d9-4b47-a105-eacf059a4647" providerId="ADAL" clId="{F7FF961E-CF96-44AC-93C2-93612F62D46D}" dt="2026-09-02T13:55:53.151" v="6845" actId="1076"/>
          <ac:spMkLst>
            <pc:docMk/>
            <pc:sldMk cId="1857814226" sldId="715"/>
            <ac:spMk id="6" creationId="{9FA808CF-C271-891E-A2E6-DF67F2F75094}"/>
          </ac:spMkLst>
        </pc:spChg>
        <pc:picChg chg="add">
          <ac:chgData name="Berg, Dirk van den" userId="035ecb32-01d9-4b47-a105-eacf059a4647" providerId="ADAL" clId="{F7FF961E-CF96-44AC-93C2-93612F62D46D}" dt="2026-09-02T13:52:15.581" v="6787" actId="22"/>
          <ac:picMkLst>
            <pc:docMk/>
            <pc:sldMk cId="1857814226" sldId="715"/>
            <ac:picMk id="5" creationId="{7E94CF8C-485C-77DF-EAFE-44AAE49AFA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14A1A-2F8F-4DD7-95CD-804518400299}" type="datetimeFigureOut">
              <a:rPr lang="en-NL" smtClean="0"/>
              <a:t>02/09/2026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200E8-B9A1-4008-A846-29320645B2FD}" type="slidenum">
              <a:rPr lang="en-NL" smtClean="0"/>
              <a:t>‹#›</a:t>
            </a:fld>
            <a:endParaRPr lang="en-NL"/>
          </a:p>
        </p:txBody>
      </p:sp>
    </p:spTree>
    <p:extLst>
      <p:ext uri="{BB962C8B-B14F-4D97-AF65-F5344CB8AC3E}">
        <p14:creationId xmlns:p14="http://schemas.microsoft.com/office/powerpoint/2010/main" val="980088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5</a:t>
            </a:fld>
            <a:endParaRPr lang="en-NL"/>
          </a:p>
        </p:txBody>
      </p:sp>
    </p:spTree>
    <p:extLst>
      <p:ext uri="{BB962C8B-B14F-4D97-AF65-F5344CB8AC3E}">
        <p14:creationId xmlns:p14="http://schemas.microsoft.com/office/powerpoint/2010/main" val="4049985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6</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12</a:t>
            </a:fld>
            <a:endParaRPr lang="en-NL"/>
          </a:p>
        </p:txBody>
      </p:sp>
    </p:spTree>
    <p:extLst>
      <p:ext uri="{BB962C8B-B14F-4D97-AF65-F5344CB8AC3E}">
        <p14:creationId xmlns:p14="http://schemas.microsoft.com/office/powerpoint/2010/main" val="317712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5E07-64AB-0C0F-83B6-AFD32A779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8944A-2DF2-105D-13C3-351629CA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1E5D1-BAA4-876E-7B96-3316A1C11DD3}"/>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61430DE-55AB-7975-143B-69594ADD5768}"/>
              </a:ext>
            </a:extLst>
          </p:cNvPr>
          <p:cNvSpPr>
            <a:spLocks noGrp="1"/>
          </p:cNvSpPr>
          <p:nvPr>
            <p:ph type="sldNum" sz="quarter" idx="5"/>
          </p:nvPr>
        </p:nvSpPr>
        <p:spPr/>
        <p:txBody>
          <a:bodyPr/>
          <a:lstStyle/>
          <a:p>
            <a:fld id="{E3E55C74-6043-42BA-AD50-52AE106FD173}" type="slidenum">
              <a:rPr lang="en-NL" smtClean="0"/>
              <a:t>13</a:t>
            </a:fld>
            <a:endParaRPr lang="en-NL"/>
          </a:p>
        </p:txBody>
      </p:sp>
    </p:spTree>
    <p:extLst>
      <p:ext uri="{BB962C8B-B14F-4D97-AF65-F5344CB8AC3E}">
        <p14:creationId xmlns:p14="http://schemas.microsoft.com/office/powerpoint/2010/main" val="3600697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18</a:t>
            </a:fld>
            <a:endParaRPr lang="en-NL"/>
          </a:p>
        </p:txBody>
      </p:sp>
    </p:spTree>
    <p:extLst>
      <p:ext uri="{BB962C8B-B14F-4D97-AF65-F5344CB8AC3E}">
        <p14:creationId xmlns:p14="http://schemas.microsoft.com/office/powerpoint/2010/main" val="3448479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model_augmentation</a:t>
            </a:r>
            <a:r>
              <a:rPr lang="en-US" dirty="0"/>
              <a:t>/</a:t>
            </a:r>
            <a:r>
              <a:rPr lang="en-US" dirty="0" err="1"/>
              <a:t>fit_systems</a:t>
            </a:r>
            <a:r>
              <a:rPr lang="en-US" dirty="0"/>
              <a:t>/interconnect.py, inside </a:t>
            </a:r>
            <a:r>
              <a:rPr lang="en-US" dirty="0" err="1"/>
              <a:t>init_forward</a:t>
            </a:r>
            <a:r>
              <a:rPr lang="en-US" dirty="0"/>
              <a:t>, at line 212:# </a:t>
            </a:r>
            <a:r>
              <a:rPr lang="en-US" dirty="0" err="1"/>
              <a:t>beforeself.order_output_signal_computation.append</a:t>
            </a:r>
            <a:r>
              <a:rPr lang="en-US" dirty="0"/>
              <a:t>(element)# </a:t>
            </a:r>
            <a:r>
              <a:rPr lang="en-US" dirty="0" err="1"/>
              <a:t>afterself.order_output_signal_computation.append</a:t>
            </a:r>
            <a:r>
              <a:rPr lang="en-US" dirty="0"/>
              <a:t>(int(element))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30</a:t>
            </a:fld>
            <a:endParaRPr lang="en-NL"/>
          </a:p>
        </p:txBody>
      </p:sp>
    </p:spTree>
    <p:extLst>
      <p:ext uri="{BB962C8B-B14F-4D97-AF65-F5344CB8AC3E}">
        <p14:creationId xmlns:p14="http://schemas.microsoft.com/office/powerpoint/2010/main" val="2998305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80719 (NX2) │ 1.5800e-5          │ 1.8255e-6 │ 88.45 %   │ 8.66x  │</a:t>
            </a:r>
          </a:p>
          <a:p>
            <a:r>
              <a:rPr lang="en-US" dirty="0"/>
              <a:t>│ 80717 (NX8) │ 1.5799e-5          │ 1.7838e-6 │ 88.71 %   │ 8.86x  │</a:t>
            </a:r>
          </a:p>
          <a:p>
            <a:endParaRPr lang="en-US" dirty="0"/>
          </a:p>
          <a:p>
            <a:r>
              <a:rPr lang="en-US" dirty="0"/>
              <a:t>So the honest sentence is "the augmentation removes 88% of the baseline's remaining mismatch", not "the model is 88% better".</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32</a:t>
            </a:fld>
            <a:endParaRPr lang="en-NL"/>
          </a:p>
        </p:txBody>
      </p:sp>
    </p:spTree>
    <p:extLst>
      <p:ext uri="{BB962C8B-B14F-4D97-AF65-F5344CB8AC3E}">
        <p14:creationId xmlns:p14="http://schemas.microsoft.com/office/powerpoint/2010/main" val="1882089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26F8-F218-BA0C-1847-A46B6A029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14EEC-8290-7A03-2AD1-38D9A9DE8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D80AF-E213-1C50-0D79-421535ED3C4B}"/>
              </a:ext>
            </a:extLst>
          </p:cNvPr>
          <p:cNvSpPr>
            <a:spLocks noGrp="1"/>
          </p:cNvSpPr>
          <p:nvPr>
            <p:ph type="body" idx="1"/>
          </p:nvPr>
        </p:nvSpPr>
        <p:spPr/>
        <p:txBody>
          <a:bodyPr/>
          <a:lstStyle/>
          <a:p>
            <a:r>
              <a:rPr lang="en-US" dirty="0"/>
              <a:t>In </a:t>
            </a:r>
            <a:r>
              <a:rPr lang="en-US" dirty="0" err="1"/>
              <a:t>model_augmentation</a:t>
            </a:r>
            <a:r>
              <a:rPr lang="en-US" dirty="0"/>
              <a:t>/</a:t>
            </a:r>
            <a:r>
              <a:rPr lang="en-US" dirty="0" err="1"/>
              <a:t>fit_systems</a:t>
            </a:r>
            <a:r>
              <a:rPr lang="en-US" dirty="0"/>
              <a:t>/interconnect.py, inside </a:t>
            </a:r>
            <a:r>
              <a:rPr lang="en-US" dirty="0" err="1"/>
              <a:t>init_forward</a:t>
            </a:r>
            <a:r>
              <a:rPr lang="en-US" dirty="0"/>
              <a:t>, at line 212:# </a:t>
            </a:r>
            <a:r>
              <a:rPr lang="en-US" dirty="0" err="1"/>
              <a:t>beforeself.order_output_signal_computation.append</a:t>
            </a:r>
            <a:r>
              <a:rPr lang="en-US" dirty="0"/>
              <a:t>(element)# </a:t>
            </a:r>
            <a:r>
              <a:rPr lang="en-US" dirty="0" err="1"/>
              <a:t>afterself.order_output_signal_computation.append</a:t>
            </a:r>
            <a:r>
              <a:rPr lang="en-US" dirty="0"/>
              <a:t>(int(element))</a:t>
            </a:r>
            <a:endParaRPr lang="en-NL" dirty="0"/>
          </a:p>
        </p:txBody>
      </p:sp>
      <p:sp>
        <p:nvSpPr>
          <p:cNvPr id="4" name="Slide Number Placeholder 3">
            <a:extLst>
              <a:ext uri="{FF2B5EF4-FFF2-40B4-BE49-F238E27FC236}">
                <a16:creationId xmlns:a16="http://schemas.microsoft.com/office/drawing/2014/main" id="{F8A061D6-26EC-B314-4EB5-A686610C61F6}"/>
              </a:ext>
            </a:extLst>
          </p:cNvPr>
          <p:cNvSpPr>
            <a:spLocks noGrp="1"/>
          </p:cNvSpPr>
          <p:nvPr>
            <p:ph type="sldNum" sz="quarter" idx="5"/>
          </p:nvPr>
        </p:nvSpPr>
        <p:spPr/>
        <p:txBody>
          <a:bodyPr/>
          <a:lstStyle/>
          <a:p>
            <a:fld id="{31D200E8-B9A1-4008-A846-29320645B2FD}" type="slidenum">
              <a:rPr lang="en-NL" smtClean="0"/>
              <a:t>38</a:t>
            </a:fld>
            <a:endParaRPr lang="en-NL"/>
          </a:p>
        </p:txBody>
      </p:sp>
    </p:spTree>
    <p:extLst>
      <p:ext uri="{BB962C8B-B14F-4D97-AF65-F5344CB8AC3E}">
        <p14:creationId xmlns:p14="http://schemas.microsoft.com/office/powerpoint/2010/main" val="1163349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problem: the loss cannot see a DC error</a:t>
            </a:r>
          </a:p>
          <a:p>
            <a:r>
              <a:rPr lang="en-US" dirty="0"/>
              <a:t>- The gantry has two free integrators (X and Y rigid body, poles at |z| = 1). A constant error in the augmentation produces position error growing as t^2, so over a 0.1 s window it is still ballistic and the loss sensitivity to it is near zero. Measured: dL/d(eps) is -6.2e-02 at </a:t>
            </a:r>
            <a:r>
              <a:rPr lang="en-US" dirty="0" err="1"/>
              <a:t>nf</a:t>
            </a:r>
            <a:r>
              <a:rPr lang="en-US" dirty="0"/>
              <a:t> = 400 (wrong sign) against +1.5e+04 at </a:t>
            </a:r>
            <a:r>
              <a:rPr lang="en-US" dirty="0" err="1"/>
              <a:t>nf</a:t>
            </a:r>
            <a:r>
              <a:rPr lang="en-US" dirty="0"/>
              <a:t> = 12000.</a:t>
            </a:r>
          </a:p>
          <a:p>
            <a:pPr marL="171450" indent="-171450">
              <a:buFontTx/>
              <a:buChar char="-"/>
            </a:pPr>
            <a:r>
              <a:rPr lang="en-US" dirty="0"/>
              <a:t>Sensitivity grows only as T^2, so recovering it by window length alone needs windows of seconds, which is computationally out of reach.</a:t>
            </a:r>
          </a:p>
          <a:p>
            <a:pPr marL="171450" indent="-171450">
              <a:buFontTx/>
              <a:buChar char="-"/>
            </a:pPr>
            <a:r>
              <a:rPr lang="en-US" dirty="0" err="1"/>
              <a:t>Kessels</a:t>
            </a:r>
            <a:r>
              <a:rPr lang="en-US" dirty="0"/>
              <a:t> does not have this problem: his academic plant is grounded by a spring (</a:t>
            </a:r>
            <a:r>
              <a:rPr lang="en-US" dirty="0" err="1"/>
              <a:t>wn</a:t>
            </a:r>
            <a:r>
              <a:rPr lang="en-US" dirty="0"/>
              <a:t> T ~ 1.3), and his wire bonder is grounded by the servo loop. His truncated</a:t>
            </a:r>
          </a:p>
          <a:p>
            <a:pPr marL="171450" indent="-171450">
              <a:buFontTx/>
              <a:buChar char="-"/>
            </a:pPr>
            <a:r>
              <a:rPr lang="en-US" dirty="0"/>
              <a:t>window loss is a valid surrogate for the full-record error; ours is not.</a:t>
            </a:r>
          </a:p>
          <a:p>
            <a:pPr marL="171450" indent="-171450">
              <a:buFontTx/>
              <a:buChar char="-"/>
            </a:pPr>
            <a:endParaRPr lang="en-US" dirty="0"/>
          </a:p>
          <a:p>
            <a:pPr marL="171450" indent="-171450">
              <a:buFontTx/>
              <a:buChar char="-"/>
            </a:pPr>
            <a:endParaRPr lang="en-US" dirty="0"/>
          </a:p>
          <a:p>
            <a:pPr marL="0" indent="0">
              <a:buFontTx/>
              <a:buNone/>
            </a:pPr>
            <a:r>
              <a:rPr lang="en-US" dirty="0"/>
              <a:t>Why the obvious fixes fight the framework</a:t>
            </a:r>
          </a:p>
          <a:p>
            <a:pPr marL="171450" indent="-171450">
              <a:buFontTx/>
              <a:buChar char="-"/>
            </a:pPr>
            <a:r>
              <a:rPr lang="en-US" dirty="0"/>
              <a:t>Multiple shooting requires state continuity at window boundaries, but SUBNET is the boundary condition: the encoder supplies the initial state per window and is trained jointly</a:t>
            </a:r>
          </a:p>
          <a:p>
            <a:pPr marL="171450" indent="-171450">
              <a:buFontTx/>
              <a:buChar char="-"/>
            </a:pPr>
            <a:r>
              <a:rPr lang="en-US" dirty="0"/>
              <a:t>Options: fewer encoder </a:t>
            </a:r>
            <a:r>
              <a:rPr lang="en-US" dirty="0" err="1"/>
              <a:t>initialisations</a:t>
            </a:r>
            <a:r>
              <a:rPr lang="en-US" dirty="0"/>
              <a:t> (longer windows, same cost), or continuity as a penalty rather than a constraint.</a:t>
            </a:r>
          </a:p>
          <a:p>
            <a:pPr marL="171450" indent="-171450">
              <a:buFontTx/>
              <a:buChar char="-"/>
            </a:pPr>
            <a:endParaRPr lang="en-US" dirty="0"/>
          </a:p>
          <a:p>
            <a:pPr marL="171450" indent="-171450">
              <a:buFontTx/>
              <a:buChar char="-"/>
            </a:pPr>
            <a:endParaRPr lang="en-US" dirty="0"/>
          </a:p>
          <a:p>
            <a:pPr marL="0" indent="0">
              <a:buFontTx/>
              <a:buNone/>
            </a:pPr>
            <a:r>
              <a:rPr lang="en-US" dirty="0"/>
              <a:t>Likely cheapest lever</a:t>
            </a:r>
          </a:p>
          <a:p>
            <a:pPr marL="0" indent="0">
              <a:buFontTx/>
              <a:buNone/>
            </a:pPr>
            <a:r>
              <a:rPr lang="en-US" dirty="0"/>
              <a:t>- The controller correction is reset to zero at every window start, which destroys the loop's integral action at each boundary and removes precisely the grounding that would make a DC error visible within T. Carrying controller state across windows may recover observability without touching the window length.</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40</a:t>
            </a:fld>
            <a:endParaRPr lang="en-NL"/>
          </a:p>
        </p:txBody>
      </p:sp>
    </p:spTree>
    <p:extLst>
      <p:ext uri="{BB962C8B-B14F-4D97-AF65-F5344CB8AC3E}">
        <p14:creationId xmlns:p14="http://schemas.microsoft.com/office/powerpoint/2010/main" val="3021852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43</a:t>
            </a:fld>
            <a:endParaRPr lang="en-NL"/>
          </a:p>
        </p:txBody>
      </p:sp>
    </p:spTree>
    <p:extLst>
      <p:ext uri="{BB962C8B-B14F-4D97-AF65-F5344CB8AC3E}">
        <p14:creationId xmlns:p14="http://schemas.microsoft.com/office/powerpoint/2010/main" val="1129621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44</a:t>
            </a:fld>
            <a:endParaRPr lang="en-NL"/>
          </a:p>
        </p:txBody>
      </p:sp>
    </p:spTree>
    <p:extLst>
      <p:ext uri="{BB962C8B-B14F-4D97-AF65-F5344CB8AC3E}">
        <p14:creationId xmlns:p14="http://schemas.microsoft.com/office/powerpoint/2010/main" val="3103641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45</a:t>
            </a:fld>
            <a:endParaRPr lang="en-NL"/>
          </a:p>
        </p:txBody>
      </p:sp>
    </p:spTree>
    <p:extLst>
      <p:ext uri="{BB962C8B-B14F-4D97-AF65-F5344CB8AC3E}">
        <p14:creationId xmlns:p14="http://schemas.microsoft.com/office/powerpoint/2010/main" val="4136818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Shared-denominator multivariable ARX model from \(u(k)\) to \(r(k)\).</a:t>
            </a:r>
          </a:p>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56</a:t>
            </a:fld>
            <a:endParaRPr lang="en-NL"/>
          </a:p>
        </p:txBody>
      </p:sp>
    </p:spTree>
    <p:extLst>
      <p:ext uri="{BB962C8B-B14F-4D97-AF65-F5344CB8AC3E}">
        <p14:creationId xmlns:p14="http://schemas.microsoft.com/office/powerpoint/2010/main" val="435266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Shared-denominator multivariable ARX model from \(u(k)\) to \(r(k)\).</a:t>
            </a:r>
          </a:p>
        </p:txBody>
      </p:sp>
      <p:sp>
        <p:nvSpPr>
          <p:cNvPr id="4" name="Slide Number Placeholder 3"/>
          <p:cNvSpPr>
            <a:spLocks noGrp="1"/>
          </p:cNvSpPr>
          <p:nvPr>
            <p:ph type="sldNum" sz="quarter" idx="5"/>
          </p:nvPr>
        </p:nvSpPr>
        <p:spPr/>
        <p:txBody>
          <a:bodyPr/>
          <a:lstStyle/>
          <a:p>
            <a:fld id="{E3E55C74-6043-42BA-AD50-52AE106FD173}" type="slidenum">
              <a:rPr lang="en-NL" smtClean="0"/>
              <a:t>57</a:t>
            </a:fld>
            <a:endParaRPr lang="en-NL"/>
          </a:p>
        </p:txBody>
      </p:sp>
    </p:spTree>
    <p:extLst>
      <p:ext uri="{BB962C8B-B14F-4D97-AF65-F5344CB8AC3E}">
        <p14:creationId xmlns:p14="http://schemas.microsoft.com/office/powerpoint/2010/main" val="1536055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a:t>
            </a:r>
            <a:r>
              <a:rPr lang="en-US" dirty="0" err="1"/>
              <a:t>draw_input_map</a:t>
            </a:r>
            <a:r>
              <a:rPr lang="en-US" dirty="0"/>
              <a:t>, line 349): entries drawn </a:t>
            </a:r>
            <a:r>
              <a:rPr lang="en-US" dirty="0" err="1"/>
              <a:t>i.i.d.</a:t>
            </a:r>
            <a:r>
              <a:rPr lang="en-US" dirty="0"/>
              <a:t> U(-1, 1) from a dedicated </a:t>
            </a:r>
            <a:r>
              <a:rPr lang="en-US" dirty="0" err="1"/>
              <a:t>torch.Generator</a:t>
            </a:r>
            <a:r>
              <a:rPr lang="en-US" dirty="0"/>
              <a:t> seed (so the draw is reproducible and does not disturb the global RNG stream / batch order). The </a:t>
            </a:r>
            <a:r>
              <a:rPr lang="en-US" dirty="0" err="1"/>
              <a:t>x_a</a:t>
            </a:r>
            <a:r>
              <a:rPr lang="en-US" dirty="0"/>
              <a:t> columns are then hard-zeroed as a structural invariant, so </a:t>
            </a:r>
            <a:r>
              <a:rPr lang="en-US" dirty="0" err="1"/>
              <a:t>A_aa</a:t>
            </a:r>
            <a:r>
              <a:rPr lang="en-US" dirty="0"/>
              <a:t> stays the only explicit linear recurrence.</a:t>
            </a:r>
          </a:p>
          <a:p>
            <a:endParaRPr lang="en-US" dirty="0"/>
          </a:p>
          <a:p>
            <a:endParaRPr lang="en-US" dirty="0"/>
          </a:p>
          <a:p>
            <a:r>
              <a:rPr lang="en-US" dirty="0"/>
              <a:t>$</a:t>
            </a:r>
            <a:r>
              <a:rPr lang="en-US" dirty="0" err="1"/>
              <a:t>B_z</a:t>
            </a:r>
            <a:r>
              <a:rPr lang="en-US" dirty="0"/>
              <a:t>$ is an $</a:t>
            </a:r>
            <a:r>
              <a:rPr lang="en-US" dirty="0" err="1"/>
              <a:t>n_a</a:t>
            </a:r>
            <a:r>
              <a:rPr lang="en-US" dirty="0"/>
              <a:t> \times </a:t>
            </a:r>
            <a:r>
              <a:rPr lang="en-US" dirty="0" err="1"/>
              <a:t>n_z</a:t>
            </a:r>
            <a:r>
              <a:rPr lang="en-US" dirty="0"/>
              <a:t>$ matrix that maps $</a:t>
            </a:r>
            <a:r>
              <a:rPr lang="en-US" dirty="0" err="1"/>
              <a:t>z_k</a:t>
            </a:r>
            <a:r>
              <a:rPr lang="en-US" dirty="0"/>
              <a:t> = [x_{</a:t>
            </a:r>
            <a:r>
              <a:rPr lang="en-US" dirty="0" err="1"/>
              <a:t>b,k</a:t>
            </a:r>
            <a:r>
              <a:rPr lang="en-US" dirty="0"/>
              <a:t>};,x_{</a:t>
            </a:r>
            <a:r>
              <a:rPr lang="en-US" dirty="0" err="1"/>
              <a:t>a,k</a:t>
            </a:r>
            <a:r>
              <a:rPr lang="en-US" dirty="0"/>
              <a:t>};,</a:t>
            </a:r>
            <a:r>
              <a:rPr lang="en-US" dirty="0" err="1"/>
              <a:t>u_k</a:t>
            </a:r>
            <a:r>
              <a:rPr lang="en-US" dirty="0"/>
              <a:t>]$ into one scalar drive per augmented state, $</a:t>
            </a:r>
            <a:r>
              <a:rPr lang="en-US" dirty="0" err="1"/>
              <a:t>d_k</a:t>
            </a:r>
            <a:r>
              <a:rPr lang="en-US" dirty="0"/>
              <a:t> = </a:t>
            </a:r>
            <a:r>
              <a:rPr lang="en-US" dirty="0" err="1"/>
              <a:t>B_z</a:t>
            </a:r>
            <a:r>
              <a:rPr lang="en-US" dirty="0"/>
              <a:t> </a:t>
            </a:r>
            <a:r>
              <a:rPr lang="en-US" dirty="0" err="1"/>
              <a:t>z_k</a:t>
            </a:r>
            <a:r>
              <a:rPr lang="en-US" dirty="0"/>
              <a:t>$, with the $</a:t>
            </a:r>
            <a:r>
              <a:rPr lang="en-US" dirty="0" err="1"/>
              <a:t>x_a</a:t>
            </a:r>
            <a:r>
              <a:rPr lang="en-US" dirty="0"/>
              <a:t>$ columns held at zero so it only mixes physical states and input. That drive enters the update $x_{a,k+1} = A_{aa}x_{</a:t>
            </a:r>
            <a:r>
              <a:rPr lang="en-US" dirty="0" err="1"/>
              <a:t>a,k</a:t>
            </a:r>
            <a:r>
              <a:rPr lang="en-US" dirty="0"/>
              <a:t>} + </a:t>
            </a:r>
            <a:r>
              <a:rPr lang="en-US" dirty="0" err="1"/>
              <a:t>d_k</a:t>
            </a:r>
            <a:r>
              <a:rPr lang="en-US" dirty="0"/>
              <a:t> + g_{\</a:t>
            </a:r>
            <a:r>
              <a:rPr lang="en-US" dirty="0" err="1"/>
              <a:t>mathrm</a:t>
            </a:r>
            <a:r>
              <a:rPr lang="en-US" dirty="0"/>
              <a:t>{</a:t>
            </a:r>
            <a:r>
              <a:rPr lang="en-US" dirty="0" err="1"/>
              <a:t>aug</a:t>
            </a:r>
            <a:r>
              <a:rPr lang="en-US" dirty="0"/>
              <a:t>}}(</a:t>
            </a:r>
            <a:r>
              <a:rPr lang="en-US" dirty="0" err="1"/>
              <a:t>z_k</a:t>
            </a:r>
            <a:r>
              <a:rPr lang="en-US" dirty="0"/>
              <a:t>)$, so $</a:t>
            </a:r>
            <a:r>
              <a:rPr lang="en-US" dirty="0" err="1"/>
              <a:t>B_z</a:t>
            </a:r>
            <a:r>
              <a:rPr lang="en-US"/>
              <a:t>$ sets which combination of measured signals excites each oscillator and $A_{aa}$ sets the frequency and damping with which that excitation is retained.</a:t>
            </a:r>
            <a:endParaRPr lang="en-US" dirty="0"/>
          </a:p>
          <a:p>
            <a:endParaRPr lang="en-US" dirty="0"/>
          </a:p>
          <a:p>
            <a:endParaRPr lang="en-US" dirty="0"/>
          </a:p>
          <a:p>
            <a:r>
              <a:rPr lang="en-US" dirty="0"/>
              <a:t>$</a:t>
            </a:r>
            <a:r>
              <a:rPr lang="en-US" dirty="0" err="1"/>
              <a:t>B_z</a:t>
            </a:r>
            <a:r>
              <a:rPr lang="en-US" dirty="0"/>
              <a:t>$ is a mixing matrix: each of its rows takes a weighted combination of the physical states and the input, producing one drive signal per augmented state. At every sample that drive strikes the oscillators defined by $A_{aa}$, so $</a:t>
            </a:r>
            <a:r>
              <a:rPr lang="en-US" dirty="0" err="1"/>
              <a:t>B_z</a:t>
            </a:r>
            <a:r>
              <a:rPr lang="en-US" dirty="0"/>
              <a:t>$ decides what the augmented states listen to while $A_{aa}$ decides what they remember.</a:t>
            </a:r>
          </a:p>
          <a:p>
            <a:endParaRPr lang="en-US" dirty="0"/>
          </a:p>
          <a:p>
            <a:r>
              <a:rPr lang="en-US" dirty="0"/>
              <a:t>You have a vector $</a:t>
            </a:r>
            <a:r>
              <a:rPr lang="en-US" dirty="0" err="1"/>
              <a:t>z_k</a:t>
            </a:r>
            <a:r>
              <a:rPr lang="en-US" dirty="0"/>
              <a:t>$ that stacks everything the block can see at time $k$: the physical baseline states, the current augmented states, and the input.</a:t>
            </a:r>
          </a:p>
          <a:p>
            <a:endParaRPr lang="en-US" dirty="0"/>
          </a:p>
          <a:p>
            <a:endParaRPr lang="en-US" dirty="0"/>
          </a:p>
          <a:p>
            <a:r>
              <a:rPr lang="en-US" dirty="0"/>
              <a:t>That single scalar is what gets pushed into state 3 at that time step. $</a:t>
            </a:r>
            <a:r>
              <a:rPr lang="en-US" dirty="0" err="1"/>
              <a:t>B_z</a:t>
            </a:r>
            <a:r>
              <a:rPr lang="en-US" dirty="0"/>
              <a:t>$ answers one question, and only one: which weighted combination of the physical states and input does each augmented state listen to?</a:t>
            </a:r>
          </a:p>
          <a:p>
            <a:endParaRPr lang="en-US" dirty="0"/>
          </a:p>
          <a:p>
            <a:endParaRPr lang="en-US" dirty="0"/>
          </a:p>
          <a:p>
            <a:r>
              <a:rPr lang="en-US" dirty="0"/>
              <a:t>The one-line version: $A_{aa}$ decides what the extra states remember; $</a:t>
            </a:r>
            <a:r>
              <a:rPr lang="en-US" dirty="0" err="1"/>
              <a:t>B_z</a:t>
            </a:r>
            <a:r>
              <a:rPr lang="en-US" dirty="0"/>
              <a:t>$ decides what they are listening to; the ANN decides what to do with the result. Only the first is identified from data. The second is a generic random guess that training refines.</a:t>
            </a:r>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58</a:t>
            </a:fld>
            <a:endParaRPr lang="en-NL"/>
          </a:p>
        </p:txBody>
      </p:sp>
    </p:spTree>
    <p:extLst>
      <p:ext uri="{BB962C8B-B14F-4D97-AF65-F5344CB8AC3E}">
        <p14:creationId xmlns:p14="http://schemas.microsoft.com/office/powerpoint/2010/main" val="851590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3461-5911-320C-47E6-0C94E95EF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4617-1A3F-3DAE-FA53-D73355BAD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4D2E3-351E-8174-2CE3-21479FFF8CE3}"/>
              </a:ext>
            </a:extLst>
          </p:cNvPr>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a:extLst>
              <a:ext uri="{FF2B5EF4-FFF2-40B4-BE49-F238E27FC236}">
                <a16:creationId xmlns:a16="http://schemas.microsoft.com/office/drawing/2014/main" id="{35125B0E-C58E-2899-0745-E3547F9556F4}"/>
              </a:ext>
            </a:extLst>
          </p:cNvPr>
          <p:cNvSpPr>
            <a:spLocks noGrp="1"/>
          </p:cNvSpPr>
          <p:nvPr>
            <p:ph type="sldNum" sz="quarter" idx="5"/>
          </p:nvPr>
        </p:nvSpPr>
        <p:spPr/>
        <p:txBody>
          <a:bodyPr/>
          <a:lstStyle/>
          <a:p>
            <a:fld id="{CAC5582B-9ED5-4B7F-BF1D-5EAA82C0EBB2}" type="slidenum">
              <a:rPr lang="en-NL" smtClean="0"/>
              <a:t>59</a:t>
            </a:fld>
            <a:endParaRPr lang="en-NL"/>
          </a:p>
        </p:txBody>
      </p:sp>
    </p:spTree>
    <p:extLst>
      <p:ext uri="{BB962C8B-B14F-4D97-AF65-F5344CB8AC3E}">
        <p14:creationId xmlns:p14="http://schemas.microsoft.com/office/powerpoint/2010/main" val="2817157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60</a:t>
            </a:fld>
            <a:endParaRPr lang="en-NL"/>
          </a:p>
        </p:txBody>
      </p:sp>
    </p:spTree>
    <p:extLst>
      <p:ext uri="{BB962C8B-B14F-4D97-AF65-F5344CB8AC3E}">
        <p14:creationId xmlns:p14="http://schemas.microsoft.com/office/powerpoint/2010/main" val="1179327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capabilities gone?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62</a:t>
            </a:fld>
            <a:endParaRPr lang="en-NL"/>
          </a:p>
        </p:txBody>
      </p:sp>
    </p:spTree>
    <p:extLst>
      <p:ext uri="{BB962C8B-B14F-4D97-AF65-F5344CB8AC3E}">
        <p14:creationId xmlns:p14="http://schemas.microsoft.com/office/powerpoint/2010/main" val="390431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0378-556D-DD3B-3F9D-437CF9C3C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9AC14494-06E0-F8B7-E27C-10B327E694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6BE6CAF-09B1-00AD-8C0D-058E257A8547}"/>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9591410E-63ED-4C44-C793-A246616CFF9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314CD51-7FB3-6838-3B05-58539EB7B042}"/>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2756180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D9C22-F09A-7EF8-FB65-7141EC9ED69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21761B3-18DE-CE31-857D-ABEAC2B646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F2DCFDB-7646-C0ED-A06D-CDCEDDA21BAD}"/>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B245536A-434D-DE3B-28D1-95571009837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AB970E2-7D2A-B1D6-A698-55CF7D20938B}"/>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185604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CE38-9B61-73E3-CEFE-10E01FFD35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D42BC6C-6C6E-578A-9449-7AF3E4E37A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F7035-1577-8C1F-5A79-1A1FAC064286}"/>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FEEAE19C-CA91-87AA-5B9A-7A45D26B8D8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54E4092-4A2E-1DF5-39E5-217F2EDA4FAC}"/>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523467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21C9F-DB35-D9ED-C29B-0F6990296216}"/>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3C23E920-B579-2ABC-2B72-C3F91ACDD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0868B12-396F-F8B0-F93F-0DF130AF49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3B7E9352-A695-84D7-A77C-9F81366611AD}"/>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6" name="Footer Placeholder 5">
            <a:extLst>
              <a:ext uri="{FF2B5EF4-FFF2-40B4-BE49-F238E27FC236}">
                <a16:creationId xmlns:a16="http://schemas.microsoft.com/office/drawing/2014/main" id="{79B76B6E-2DEE-0441-068E-D78AE09420E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349C906-2EB4-C403-4BF2-F0ACD53F4955}"/>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79003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D378B-B71A-83C9-14CE-731198C3644F}"/>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A983E296-9DE3-304C-D7C5-7973AC38F9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B894A8-2E27-9966-ED37-5D656C2F6C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9B9E107B-FBC7-ABFC-E7C2-61405037C9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EEF537-543C-2EFC-C89D-4F1D35F864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77BD4E19-72DE-79DE-65BA-107AC81253C3}"/>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8" name="Footer Placeholder 7">
            <a:extLst>
              <a:ext uri="{FF2B5EF4-FFF2-40B4-BE49-F238E27FC236}">
                <a16:creationId xmlns:a16="http://schemas.microsoft.com/office/drawing/2014/main" id="{36EF7FEA-F462-D730-B8B9-826A3DF3FADC}"/>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027AD9A-ACB1-FC0E-92EB-1650BD7A268A}"/>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437935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42B8-B678-27CC-DC99-9F1AE3DD199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2547EE6-8FFB-654F-13BD-2E8DED805317}"/>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4" name="Footer Placeholder 3">
            <a:extLst>
              <a:ext uri="{FF2B5EF4-FFF2-40B4-BE49-F238E27FC236}">
                <a16:creationId xmlns:a16="http://schemas.microsoft.com/office/drawing/2014/main" id="{A6675F2F-8CC3-AF70-0678-99F031102A3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96D856B9-006D-0863-9033-BD9D5F41CF7E}"/>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07849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2BA8-2AE2-64EB-C155-39030B3A3EF3}"/>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3" name="Footer Placeholder 2">
            <a:extLst>
              <a:ext uri="{FF2B5EF4-FFF2-40B4-BE49-F238E27FC236}">
                <a16:creationId xmlns:a16="http://schemas.microsoft.com/office/drawing/2014/main" id="{C2B2DB30-7FC1-DAC9-DE11-6C6D58E62EF8}"/>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3184CAEB-5480-A96C-DB15-92DDB1D41FFD}"/>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80128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1E2BC-AB25-8E18-AE77-F76A69A23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C268F15B-79DD-66B8-ED3E-232250A57C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517394EE-F692-6FFC-2461-37DB4677E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CDE46F-8D58-5539-CE77-E9F97873A103}"/>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6" name="Footer Placeholder 5">
            <a:extLst>
              <a:ext uri="{FF2B5EF4-FFF2-40B4-BE49-F238E27FC236}">
                <a16:creationId xmlns:a16="http://schemas.microsoft.com/office/drawing/2014/main" id="{07F3B21F-C0B5-99B0-D5C2-823191F1F60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C6E3892-14F8-DB43-8C27-40E194E26EB9}"/>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66243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F660-0601-BEDF-6FDC-C70D066D20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AE480A03-E314-B0CE-81A2-B943C2508F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9D131008-0E9F-51C0-925B-DA143AFF4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EEF2A-75A1-E027-8027-54831AD7329E}"/>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6" name="Footer Placeholder 5">
            <a:extLst>
              <a:ext uri="{FF2B5EF4-FFF2-40B4-BE49-F238E27FC236}">
                <a16:creationId xmlns:a16="http://schemas.microsoft.com/office/drawing/2014/main" id="{991D79E5-1584-BBA4-C1C1-D43AF66DD97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40E1BA12-DB9F-8DB6-DE77-5868E8BC1C00}"/>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783277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52F7-D255-491F-24D2-534F49FB03FC}"/>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53BF6443-A7AC-01C4-0D8E-9E9009610D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C64DEF-F6B3-46CA-33F1-E862B0E477AA}"/>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C60F3668-3559-DEDE-CA2E-C9C686F53A9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93AD4A2-47F0-FCE1-0734-CB768A795E25}"/>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667069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CF655F-DC9A-D497-1700-F233789A2A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A0DE60E-5CF9-BCA7-868E-CDB97AA0A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3AEE853-7371-3922-3D7F-E226EBBF0541}"/>
              </a:ext>
            </a:extLst>
          </p:cNvPr>
          <p:cNvSpPr>
            <a:spLocks noGrp="1"/>
          </p:cNvSpPr>
          <p:nvPr>
            <p:ph type="dt" sz="half" idx="10"/>
          </p:nvPr>
        </p:nvSpPr>
        <p:spPr/>
        <p:txBody>
          <a:body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84E4CDB0-8347-DFD6-A934-FEB96A0E91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741739A-E3AB-F7F6-A4F3-FEDD3D0B6546}"/>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610758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9AC17D-576D-03DC-3D27-0B5D09EC5A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07064D7B-0EBF-A88D-AFF7-D8928306B5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23F0396-E8C1-B42E-565F-A3DFCF5728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B9A133-02B9-478B-8CDB-F3DEAEF58282}" type="datetimeFigureOut">
              <a:rPr lang="en-NL" smtClean="0"/>
              <a:t>02/09/2026</a:t>
            </a:fld>
            <a:endParaRPr lang="en-NL"/>
          </a:p>
        </p:txBody>
      </p:sp>
      <p:sp>
        <p:nvSpPr>
          <p:cNvPr id="5" name="Footer Placeholder 4">
            <a:extLst>
              <a:ext uri="{FF2B5EF4-FFF2-40B4-BE49-F238E27FC236}">
                <a16:creationId xmlns:a16="http://schemas.microsoft.com/office/drawing/2014/main" id="{E7FE5BE7-AE08-9791-68B6-46657EA0A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22D1ACC4-61B0-C3A7-143C-5F1027F74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96635C-7BDC-48ED-937B-110BBB7001DA}" type="slidenum">
              <a:rPr lang="en-NL" smtClean="0"/>
              <a:t>‹#›</a:t>
            </a:fld>
            <a:endParaRPr lang="en-NL"/>
          </a:p>
        </p:txBody>
      </p:sp>
    </p:spTree>
    <p:extLst>
      <p:ext uri="{BB962C8B-B14F-4D97-AF65-F5344CB8AC3E}">
        <p14:creationId xmlns:p14="http://schemas.microsoft.com/office/powerpoint/2010/main" val="2697323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lnSpcReduction="10000"/>
          </a:bodyPr>
          <a:lstStyle/>
          <a:p>
            <a:r>
              <a:rPr lang="en-US" dirty="0"/>
              <a:t>Asked for extension of 4 weeks</a:t>
            </a:r>
          </a:p>
          <a:p>
            <a:pPr lvl="1"/>
            <a:r>
              <a:rPr lang="en-US" dirty="0"/>
              <a:t>Got accepted new deadline 25 Oktober</a:t>
            </a:r>
          </a:p>
          <a:p>
            <a:r>
              <a:rPr lang="en-US" dirty="0"/>
              <a:t>Closed-loop training</a:t>
            </a:r>
          </a:p>
          <a:p>
            <a:pPr lvl="1"/>
            <a:r>
              <a:rPr lang="en-US" dirty="0"/>
              <a:t>Implementation</a:t>
            </a:r>
          </a:p>
          <a:p>
            <a:pPr lvl="1"/>
            <a:r>
              <a:rPr lang="en-US" dirty="0"/>
              <a:t>Results</a:t>
            </a:r>
          </a:p>
          <a:p>
            <a:pPr lvl="1"/>
            <a:r>
              <a:rPr lang="en-US" dirty="0"/>
              <a:t>Problem: Open-loop performance degrades with closed-loop</a:t>
            </a:r>
          </a:p>
          <a:p>
            <a:r>
              <a:rPr lang="en-US" dirty="0"/>
              <a:t>GPU implementation</a:t>
            </a:r>
          </a:p>
          <a:p>
            <a:pPr lvl="1"/>
            <a:r>
              <a:rPr lang="en-US" dirty="0"/>
              <a:t>Earlier attempt no speedup</a:t>
            </a:r>
          </a:p>
          <a:p>
            <a:r>
              <a:rPr lang="en-US" dirty="0"/>
              <a:t>Longer training runs</a:t>
            </a:r>
          </a:p>
          <a:p>
            <a:pPr lvl="1"/>
            <a:r>
              <a:rPr lang="en-US" dirty="0"/>
              <a:t>More complex neural network and more additional states </a:t>
            </a:r>
            <a:r>
              <a:rPr lang="en-US" dirty="0">
                <a:sym typeface="Wingdings" panose="05000000000000000000" pitchFamily="2" charset="2"/>
              </a:rPr>
              <a:t> no real benefit</a:t>
            </a:r>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AABC-3124-B7C5-AF56-2480A4C57C5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B3BF701-982E-FFA4-770A-20E088D2F7CF}"/>
              </a:ext>
            </a:extLst>
          </p:cNvPr>
          <p:cNvSpPr>
            <a:spLocks noGrp="1"/>
          </p:cNvSpPr>
          <p:nvPr>
            <p:ph idx="1"/>
          </p:nvPr>
        </p:nvSpPr>
        <p:spPr/>
        <p:txBody>
          <a:bodyPr>
            <a:normAutofit fontScale="85000" lnSpcReduction="10000"/>
          </a:bodyPr>
          <a:lstStyle/>
          <a:p>
            <a:r>
              <a:rPr lang="en-US" dirty="0"/>
              <a:t>Closed-loop training biased open-loop makes it worse</a:t>
            </a:r>
          </a:p>
          <a:p>
            <a:pPr lvl="1"/>
            <a:r>
              <a:rPr lang="en-US" dirty="0"/>
              <a:t>Fine for ASMPT if we do in closed-loop</a:t>
            </a:r>
          </a:p>
          <a:p>
            <a:r>
              <a:rPr lang="en-US" dirty="0"/>
              <a:t>GPU, why didn’t it work earlier</a:t>
            </a:r>
          </a:p>
          <a:p>
            <a:pPr lvl="1"/>
            <a:r>
              <a:rPr lang="en-US" dirty="0"/>
              <a:t>Opens up the possibility to do even up to 3 seconds</a:t>
            </a:r>
          </a:p>
          <a:p>
            <a:r>
              <a:rPr lang="en-US" dirty="0"/>
              <a:t>Now in open-loop even ran up to 3 seconds</a:t>
            </a:r>
          </a:p>
          <a:p>
            <a:pPr lvl="1"/>
            <a:r>
              <a:rPr lang="en-US" dirty="0"/>
              <a:t>Result:</a:t>
            </a:r>
          </a:p>
          <a:p>
            <a:r>
              <a:rPr lang="en-US" dirty="0"/>
              <a:t>Orthogonality</a:t>
            </a:r>
          </a:p>
          <a:p>
            <a:endParaRPr lang="en-US" dirty="0"/>
          </a:p>
          <a:p>
            <a:r>
              <a:rPr lang="en-US" dirty="0"/>
              <a:t>Laten </a:t>
            </a:r>
            <a:r>
              <a:rPr lang="en-US" dirty="0" err="1"/>
              <a:t>zien</a:t>
            </a:r>
            <a:r>
              <a:rPr lang="en-US" dirty="0"/>
              <a:t> wat de </a:t>
            </a:r>
            <a:r>
              <a:rPr lang="en-US" dirty="0" err="1"/>
              <a:t>nieuwe</a:t>
            </a:r>
            <a:r>
              <a:rPr lang="en-US" dirty="0"/>
              <a:t> error is met 50-50 split ten </a:t>
            </a:r>
            <a:r>
              <a:rPr lang="en-US" dirty="0" err="1"/>
              <a:t>opzichte</a:t>
            </a:r>
            <a:r>
              <a:rPr lang="en-US" dirty="0"/>
              <a:t> van </a:t>
            </a:r>
            <a:r>
              <a:rPr lang="en-US" dirty="0" err="1"/>
              <a:t>eerst</a:t>
            </a:r>
            <a:endParaRPr lang="en-US" dirty="0"/>
          </a:p>
          <a:p>
            <a:r>
              <a:rPr lang="en-US" dirty="0"/>
              <a:t>Nu </a:t>
            </a:r>
            <a:r>
              <a:rPr lang="en-US" dirty="0" err="1"/>
              <a:t>leren</a:t>
            </a:r>
            <a:r>
              <a:rPr lang="en-US" dirty="0"/>
              <a:t> de additional states wel, maar laten </a:t>
            </a:r>
            <a:r>
              <a:rPr lang="en-US" dirty="0" err="1"/>
              <a:t>zien</a:t>
            </a:r>
            <a:r>
              <a:rPr lang="en-US" dirty="0"/>
              <a:t> </a:t>
            </a:r>
            <a:r>
              <a:rPr lang="en-US" dirty="0" err="1"/>
              <a:t>zoals</a:t>
            </a:r>
            <a:r>
              <a:rPr lang="en-US" dirty="0"/>
              <a:t> Jan </a:t>
            </a:r>
            <a:r>
              <a:rPr lang="en-US" dirty="0" err="1"/>
              <a:t>dit</a:t>
            </a:r>
            <a:r>
              <a:rPr lang="en-US" dirty="0"/>
              <a:t> </a:t>
            </a:r>
            <a:r>
              <a:rPr lang="en-US" dirty="0" err="1"/>
              <a:t>laat</a:t>
            </a:r>
            <a:r>
              <a:rPr lang="en-US" dirty="0"/>
              <a:t> </a:t>
            </a:r>
            <a:r>
              <a:rPr lang="en-US" dirty="0" err="1"/>
              <a:t>zien</a:t>
            </a:r>
            <a:r>
              <a:rPr lang="en-US" dirty="0"/>
              <a:t>.</a:t>
            </a:r>
          </a:p>
          <a:p>
            <a:r>
              <a:rPr lang="en-US" dirty="0"/>
              <a:t>FRF</a:t>
            </a:r>
            <a:endParaRPr lang="en-NL" dirty="0"/>
          </a:p>
        </p:txBody>
      </p:sp>
    </p:spTree>
    <p:extLst>
      <p:ext uri="{BB962C8B-B14F-4D97-AF65-F5344CB8AC3E}">
        <p14:creationId xmlns:p14="http://schemas.microsoft.com/office/powerpoint/2010/main" val="1410538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0844F-5733-02AA-84C0-6DDC39B3AD82}"/>
              </a:ext>
            </a:extLst>
          </p:cNvPr>
          <p:cNvSpPr>
            <a:spLocks noGrp="1"/>
          </p:cNvSpPr>
          <p:nvPr>
            <p:ph type="title"/>
          </p:nvPr>
        </p:nvSpPr>
        <p:spPr/>
        <p:txBody>
          <a:bodyPr/>
          <a:lstStyle/>
          <a:p>
            <a:r>
              <a:rPr lang="en-US" dirty="0"/>
              <a:t>Open-loop</a:t>
            </a:r>
            <a:endParaRPr lang="en-NL" dirty="0"/>
          </a:p>
        </p:txBody>
      </p:sp>
      <p:sp>
        <p:nvSpPr>
          <p:cNvPr id="3" name="Content Placeholder 2">
            <a:extLst>
              <a:ext uri="{FF2B5EF4-FFF2-40B4-BE49-F238E27FC236}">
                <a16:creationId xmlns:a16="http://schemas.microsoft.com/office/drawing/2014/main" id="{05C84D46-ED5F-F5E1-7CD0-045993A3EAA4}"/>
              </a:ext>
            </a:extLst>
          </p:cNvPr>
          <p:cNvSpPr>
            <a:spLocks noGrp="1"/>
          </p:cNvSpPr>
          <p:nvPr>
            <p:ph idx="1"/>
          </p:nvPr>
        </p:nvSpPr>
        <p:spPr/>
        <p:txBody>
          <a:bodyPr/>
          <a:lstStyle/>
          <a:p>
            <a:r>
              <a:rPr lang="en-US" dirty="0"/>
              <a:t>Is de issue </a:t>
            </a:r>
            <a:r>
              <a:rPr lang="en-US" dirty="0" err="1"/>
              <a:t>dat</a:t>
            </a:r>
            <a:r>
              <a:rPr lang="en-US" dirty="0"/>
              <a:t> de data </a:t>
            </a:r>
            <a:r>
              <a:rPr lang="en-US" dirty="0" err="1"/>
              <a:t>wordt</a:t>
            </a:r>
            <a:r>
              <a:rPr lang="en-US" dirty="0"/>
              <a:t> </a:t>
            </a:r>
            <a:r>
              <a:rPr lang="en-US" dirty="0" err="1"/>
              <a:t>gegenereerd</a:t>
            </a:r>
            <a:r>
              <a:rPr lang="en-US" dirty="0"/>
              <a:t> in closed-loop</a:t>
            </a:r>
          </a:p>
          <a:p>
            <a:r>
              <a:rPr lang="en-US" dirty="0" err="1"/>
              <a:t>Kijken</a:t>
            </a:r>
            <a:r>
              <a:rPr lang="en-US" dirty="0"/>
              <a:t> data </a:t>
            </a:r>
            <a:r>
              <a:rPr lang="en-US" dirty="0" err="1"/>
              <a:t>genereren</a:t>
            </a:r>
            <a:r>
              <a:rPr lang="en-US" dirty="0"/>
              <a:t> in open-loop</a:t>
            </a:r>
          </a:p>
          <a:p>
            <a:r>
              <a:rPr lang="en-US" dirty="0" err="1"/>
              <a:t>Kijken</a:t>
            </a:r>
            <a:r>
              <a:rPr lang="en-US" dirty="0"/>
              <a:t> of er een offset </a:t>
            </a:r>
            <a:r>
              <a:rPr lang="en-US" dirty="0" err="1"/>
              <a:t>komt</a:t>
            </a:r>
            <a:r>
              <a:rPr lang="en-US" dirty="0"/>
              <a:t>. Kan </a:t>
            </a:r>
            <a:r>
              <a:rPr lang="en-US" dirty="0" err="1"/>
              <a:t>ik</a:t>
            </a:r>
            <a:r>
              <a:rPr lang="en-US" dirty="0"/>
              <a:t> dan </a:t>
            </a:r>
            <a:r>
              <a:rPr lang="en-US" dirty="0" err="1"/>
              <a:t>alleen</a:t>
            </a:r>
            <a:r>
              <a:rPr lang="en-US" dirty="0"/>
              <a:t> </a:t>
            </a:r>
            <a:r>
              <a:rPr lang="en-US" dirty="0" err="1"/>
              <a:t>multisine</a:t>
            </a:r>
            <a:r>
              <a:rPr lang="en-US" dirty="0"/>
              <a:t> </a:t>
            </a:r>
            <a:r>
              <a:rPr lang="en-US" dirty="0" err="1"/>
              <a:t>doen</a:t>
            </a:r>
            <a:r>
              <a:rPr lang="en-US" dirty="0"/>
              <a:t>, reference/motion profile </a:t>
            </a:r>
            <a:r>
              <a:rPr lang="en-US" dirty="0" err="1"/>
              <a:t>gaat</a:t>
            </a:r>
            <a:r>
              <a:rPr lang="en-US" dirty="0"/>
              <a:t> </a:t>
            </a:r>
            <a:r>
              <a:rPr lang="en-US" dirty="0" err="1"/>
              <a:t>niet</a:t>
            </a:r>
            <a:r>
              <a:rPr lang="en-US" dirty="0"/>
              <a:t> </a:t>
            </a:r>
            <a:r>
              <a:rPr lang="en-US" dirty="0" err="1"/>
              <a:t>echt</a:t>
            </a:r>
            <a:r>
              <a:rPr lang="en-US" dirty="0"/>
              <a:t>.</a:t>
            </a:r>
          </a:p>
          <a:p>
            <a:r>
              <a:rPr lang="en-US" dirty="0"/>
              <a:t>Als er een offset </a:t>
            </a:r>
            <a:r>
              <a:rPr lang="en-US" dirty="0" err="1"/>
              <a:t>komt</a:t>
            </a:r>
            <a:r>
              <a:rPr lang="en-US" dirty="0"/>
              <a:t>, dan </a:t>
            </a:r>
            <a:r>
              <a:rPr lang="en-US" dirty="0" err="1"/>
              <a:t>kan</a:t>
            </a:r>
            <a:r>
              <a:rPr lang="en-US" dirty="0"/>
              <a:t> </a:t>
            </a:r>
            <a:r>
              <a:rPr lang="en-US" dirty="0" err="1"/>
              <a:t>ik</a:t>
            </a:r>
            <a:r>
              <a:rPr lang="en-US" dirty="0"/>
              <a:t> de inverse van de plant er in </a:t>
            </a:r>
            <a:r>
              <a:rPr lang="en-US" dirty="0" err="1"/>
              <a:t>verwerken</a:t>
            </a:r>
            <a:r>
              <a:rPr lang="en-US" dirty="0"/>
              <a:t>…</a:t>
            </a:r>
            <a:endParaRPr lang="en-NL" dirty="0"/>
          </a:p>
        </p:txBody>
      </p:sp>
    </p:spTree>
    <p:extLst>
      <p:ext uri="{BB962C8B-B14F-4D97-AF65-F5344CB8AC3E}">
        <p14:creationId xmlns:p14="http://schemas.microsoft.com/office/powerpoint/2010/main" val="3793122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4A7B-1EDE-E2F8-F859-3EC30A2112F3}"/>
              </a:ext>
            </a:extLst>
          </p:cNvPr>
          <p:cNvSpPr>
            <a:spLocks noGrp="1"/>
          </p:cNvSpPr>
          <p:nvPr>
            <p:ph type="title"/>
          </p:nvPr>
        </p:nvSpPr>
        <p:spPr/>
        <p:txBody>
          <a:bodyPr/>
          <a:lstStyle/>
          <a:p>
            <a:r>
              <a:rPr lang="en-US" dirty="0"/>
              <a:t>Closed-Loop </a:t>
            </a:r>
            <a:br>
              <a:rPr lang="en-US" dirty="0"/>
            </a:br>
            <a:r>
              <a:rPr lang="en-US" dirty="0"/>
              <a:t>Controller</a:t>
            </a:r>
            <a:endParaRPr lang="en-NL" dirty="0"/>
          </a:p>
        </p:txBody>
      </p:sp>
      <p:sp>
        <p:nvSpPr>
          <p:cNvPr id="3" name="Content Placeholder 2">
            <a:extLst>
              <a:ext uri="{FF2B5EF4-FFF2-40B4-BE49-F238E27FC236}">
                <a16:creationId xmlns:a16="http://schemas.microsoft.com/office/drawing/2014/main" id="{3E1B2CFD-5800-1322-2A10-D3107A4C86E2}"/>
              </a:ext>
            </a:extLst>
          </p:cNvPr>
          <p:cNvSpPr>
            <a:spLocks noGrp="1"/>
          </p:cNvSpPr>
          <p:nvPr>
            <p:ph idx="1"/>
          </p:nvPr>
        </p:nvSpPr>
        <p:spPr/>
        <p:txBody>
          <a:bodyPr/>
          <a:lstStyle/>
          <a:p>
            <a:r>
              <a:rPr lang="en-US" dirty="0"/>
              <a:t>Training in open-loop could not improve</a:t>
            </a:r>
          </a:p>
          <a:p>
            <a:pPr lvl="1"/>
            <a:r>
              <a:rPr lang="en-US" dirty="0"/>
              <a:t>Increasing the window length did not help</a:t>
            </a:r>
          </a:p>
          <a:p>
            <a:r>
              <a:rPr lang="en-US" dirty="0"/>
              <a:t>Controller implementation:</a:t>
            </a:r>
            <a:endParaRPr lang="en-NL" dirty="0"/>
          </a:p>
        </p:txBody>
      </p:sp>
    </p:spTree>
    <p:extLst>
      <p:ext uri="{BB962C8B-B14F-4D97-AF65-F5344CB8AC3E}">
        <p14:creationId xmlns:p14="http://schemas.microsoft.com/office/powerpoint/2010/main" val="18653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A4C5-7ECC-766A-B826-2D2198CFB8A0}"/>
              </a:ext>
            </a:extLst>
          </p:cNvPr>
          <p:cNvSpPr>
            <a:spLocks noGrp="1"/>
          </p:cNvSpPr>
          <p:nvPr>
            <p:ph type="title"/>
          </p:nvPr>
        </p:nvSpPr>
        <p:spPr/>
        <p:txBody>
          <a:bodyPr/>
          <a:lstStyle/>
          <a:p>
            <a:r>
              <a:rPr lang="en-US" dirty="0"/>
              <a:t>Training in Closed-Loop</a:t>
            </a:r>
            <a:endParaRPr lang="en-NL" dirty="0"/>
          </a:p>
        </p:txBody>
      </p:sp>
      <p:sp>
        <p:nvSpPr>
          <p:cNvPr id="3" name="Content Placeholder 2">
            <a:extLst>
              <a:ext uri="{FF2B5EF4-FFF2-40B4-BE49-F238E27FC236}">
                <a16:creationId xmlns:a16="http://schemas.microsoft.com/office/drawing/2014/main" id="{618B2F65-088B-440C-8FBE-1DA34D7BCABD}"/>
              </a:ext>
            </a:extLst>
          </p:cNvPr>
          <p:cNvSpPr>
            <a:spLocks noGrp="1"/>
          </p:cNvSpPr>
          <p:nvPr>
            <p:ph idx="1"/>
          </p:nvPr>
        </p:nvSpPr>
        <p:spPr/>
        <p:txBody>
          <a:bodyPr/>
          <a:lstStyle/>
          <a:p>
            <a:r>
              <a:rPr lang="en-US" dirty="0"/>
              <a:t>Compared to open-loop closed-loop training did learn</a:t>
            </a:r>
          </a:p>
          <a:p>
            <a:r>
              <a:rPr lang="en-US" dirty="0"/>
              <a:t>Main issue for the following slides:</a:t>
            </a:r>
          </a:p>
          <a:p>
            <a:pPr lvl="1"/>
            <a:r>
              <a:rPr lang="en-US" dirty="0"/>
              <a:t>Additional sates where not learning</a:t>
            </a:r>
          </a:p>
          <a:p>
            <a:r>
              <a:rPr lang="en-US" dirty="0"/>
              <a:t>Increased mass split to 50-50 after</a:t>
            </a:r>
            <a:endParaRPr lang="en-NL" dirty="0"/>
          </a:p>
        </p:txBody>
      </p:sp>
    </p:spTree>
    <p:extLst>
      <p:ext uri="{BB962C8B-B14F-4D97-AF65-F5344CB8AC3E}">
        <p14:creationId xmlns:p14="http://schemas.microsoft.com/office/powerpoint/2010/main" val="3532047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52CB-0955-C6E6-87B9-6D2BB9984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40C8BF7-CCC9-AAA2-E7F6-2FE5E73DA66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BD3E3AE-EDFB-F631-C23B-2E467EA3114F}"/>
              </a:ext>
            </a:extLst>
          </p:cNvPr>
          <p:cNvPicPr>
            <a:picLocks noChangeAspect="1"/>
          </p:cNvPicPr>
          <p:nvPr/>
        </p:nvPicPr>
        <p:blipFill>
          <a:blip r:embed="rId2"/>
          <a:stretch>
            <a:fillRect/>
          </a:stretch>
        </p:blipFill>
        <p:spPr>
          <a:xfrm>
            <a:off x="1369730" y="0"/>
            <a:ext cx="9452540" cy="6858000"/>
          </a:xfrm>
          <a:prstGeom prst="rect">
            <a:avLst/>
          </a:prstGeom>
        </p:spPr>
      </p:pic>
    </p:spTree>
    <p:extLst>
      <p:ext uri="{BB962C8B-B14F-4D97-AF65-F5344CB8AC3E}">
        <p14:creationId xmlns:p14="http://schemas.microsoft.com/office/powerpoint/2010/main" val="331742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42AE-613A-98CD-FF6E-020D0C711FA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A3129F-E284-9885-A33D-B2B2CBAB32A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D355D08-717A-771D-291D-4389DCAA77EF}"/>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4019506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4D73-9800-1167-8039-909986551D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4F714E3-D629-CC19-E786-7DBCB6B2A55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618BB7-6633-8D18-6ACE-E5E582564D58}"/>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1068213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E819-E745-B9F4-C00A-9DC0F50A6DD6}"/>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FE2C9B2B-9B40-25A8-6FB7-435E0EAF38F7}"/>
              </a:ext>
            </a:extLst>
          </p:cNvPr>
          <p:cNvSpPr>
            <a:spLocks noGrp="1"/>
          </p:cNvSpPr>
          <p:nvPr>
            <p:ph idx="1"/>
          </p:nvPr>
        </p:nvSpPr>
        <p:spPr/>
        <p:txBody>
          <a:bodyPr/>
          <a:lstStyle/>
          <a:p>
            <a:endParaRPr lang="en-NL"/>
          </a:p>
        </p:txBody>
      </p:sp>
      <p:pic>
        <p:nvPicPr>
          <p:cNvPr id="11" name="Picture 10">
            <a:extLst>
              <a:ext uri="{FF2B5EF4-FFF2-40B4-BE49-F238E27FC236}">
                <a16:creationId xmlns:a16="http://schemas.microsoft.com/office/drawing/2014/main" id="{932A30F9-F2F4-48AD-8233-EA62B161F76D}"/>
              </a:ext>
            </a:extLst>
          </p:cNvPr>
          <p:cNvPicPr>
            <a:picLocks noChangeAspect="1"/>
          </p:cNvPicPr>
          <p:nvPr/>
        </p:nvPicPr>
        <p:blipFill>
          <a:blip r:embed="rId2"/>
          <a:stretch>
            <a:fillRect/>
          </a:stretch>
        </p:blipFill>
        <p:spPr>
          <a:xfrm>
            <a:off x="0" y="338862"/>
            <a:ext cx="12192000" cy="6180276"/>
          </a:xfrm>
          <a:prstGeom prst="rect">
            <a:avLst/>
          </a:prstGeom>
        </p:spPr>
      </p:pic>
    </p:spTree>
    <p:extLst>
      <p:ext uri="{BB962C8B-B14F-4D97-AF65-F5344CB8AC3E}">
        <p14:creationId xmlns:p14="http://schemas.microsoft.com/office/powerpoint/2010/main" val="3511392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4AE2-3766-BC16-4B90-0B8216C34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24B65-3EF9-B207-C172-A82A39954D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87BC45-E2C9-465C-D131-BA71C6D637E0}"/>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F1A0C867-58A6-0B75-FC19-7EBC49E859F9}"/>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1D32CA1A-A65A-5A99-2BD9-3C2976B3C55F}"/>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
        <p:nvSpPr>
          <p:cNvPr id="6" name="Content Placeholder 2">
            <a:extLst>
              <a:ext uri="{FF2B5EF4-FFF2-40B4-BE49-F238E27FC236}">
                <a16:creationId xmlns:a16="http://schemas.microsoft.com/office/drawing/2014/main" id="{6ED3E7E9-EA47-53EB-7282-CCAD461391E8}"/>
              </a:ext>
            </a:extLst>
          </p:cNvPr>
          <p:cNvSpPr txBox="1">
            <a:spLocks/>
          </p:cNvSpPr>
          <p:nvPr/>
        </p:nvSpPr>
        <p:spPr>
          <a:xfrm>
            <a:off x="1995487" y="2514601"/>
            <a:ext cx="9744075" cy="16303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Increasing training window from 0.1 s to 0.2 s or 0.3 s found the same optimum within the same optimization window</a:t>
            </a:r>
          </a:p>
          <a:p>
            <a:pPr marL="0" indent="0">
              <a:buFont typeface="Arial" panose="020B0604020202020204" pitchFamily="34" charset="0"/>
              <a:buNone/>
            </a:pPr>
            <a:endParaRPr lang="en-US" b="1" dirty="0"/>
          </a:p>
          <a:p>
            <a:pPr marL="0" indent="0">
              <a:buFont typeface="Arial" panose="020B0604020202020204" pitchFamily="34" charset="0"/>
              <a:buNone/>
            </a:pPr>
            <a:endParaRPr lang="en-NL" b="1" dirty="0"/>
          </a:p>
        </p:txBody>
      </p:sp>
    </p:spTree>
    <p:extLst>
      <p:ext uri="{BB962C8B-B14F-4D97-AF65-F5344CB8AC3E}">
        <p14:creationId xmlns:p14="http://schemas.microsoft.com/office/powerpoint/2010/main" val="2500691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3F55-FABA-22A2-F457-0FBAFECADCB1}"/>
              </a:ext>
            </a:extLst>
          </p:cNvPr>
          <p:cNvSpPr>
            <a:spLocks noGrp="1"/>
          </p:cNvSpPr>
          <p:nvPr>
            <p:ph type="title"/>
          </p:nvPr>
        </p:nvSpPr>
        <p:spPr/>
        <p:txBody>
          <a:bodyPr/>
          <a:lstStyle/>
          <a:p>
            <a:r>
              <a:rPr lang="en-US" dirty="0"/>
              <a:t>Augmented states not learning</a:t>
            </a:r>
            <a:endParaRPr lang="en-NL" dirty="0"/>
          </a:p>
        </p:txBody>
      </p:sp>
      <p:sp>
        <p:nvSpPr>
          <p:cNvPr id="3" name="Content Placeholder 2">
            <a:extLst>
              <a:ext uri="{FF2B5EF4-FFF2-40B4-BE49-F238E27FC236}">
                <a16:creationId xmlns:a16="http://schemas.microsoft.com/office/drawing/2014/main" id="{87153271-27CC-1D3A-FA17-E375B614C5E1}"/>
              </a:ext>
            </a:extLst>
          </p:cNvPr>
          <p:cNvSpPr>
            <a:spLocks noGrp="1"/>
          </p:cNvSpPr>
          <p:nvPr>
            <p:ph idx="1"/>
          </p:nvPr>
        </p:nvSpPr>
        <p:spPr/>
        <p:txBody>
          <a:bodyPr/>
          <a:lstStyle/>
          <a:p>
            <a:r>
              <a:rPr lang="en-US" dirty="0"/>
              <a:t>Next slides:</a:t>
            </a:r>
          </a:p>
          <a:p>
            <a:pPr lvl="1"/>
            <a:r>
              <a:rPr lang="en-US" dirty="0"/>
              <a:t>Only the ANN correction to the physical states caused the 36% improvement.</a:t>
            </a:r>
          </a:p>
          <a:p>
            <a:pPr lvl="1"/>
            <a:r>
              <a:rPr lang="en-US" dirty="0"/>
              <a:t>The augmented states didn’t improve: no incentive to learn</a:t>
            </a:r>
            <a:endParaRPr lang="en-NL" dirty="0"/>
          </a:p>
        </p:txBody>
      </p:sp>
    </p:spTree>
    <p:extLst>
      <p:ext uri="{BB962C8B-B14F-4D97-AF65-F5344CB8AC3E}">
        <p14:creationId xmlns:p14="http://schemas.microsoft.com/office/powerpoint/2010/main" val="286817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50EC2-825A-5768-19A3-143F55F75682}"/>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738615E5-3918-B8E1-DB6A-1F19963B7BF8}"/>
              </a:ext>
            </a:extLst>
          </p:cNvPr>
          <p:cNvSpPr>
            <a:spLocks noGrp="1"/>
          </p:cNvSpPr>
          <p:nvPr>
            <p:ph idx="1"/>
          </p:nvPr>
        </p:nvSpPr>
        <p:spPr/>
        <p:txBody>
          <a:bodyPr/>
          <a:lstStyle/>
          <a:p>
            <a:endParaRPr lang="en-NL" dirty="0"/>
          </a:p>
        </p:txBody>
      </p:sp>
      <p:pic>
        <p:nvPicPr>
          <p:cNvPr id="7" name="Picture 6">
            <a:extLst>
              <a:ext uri="{FF2B5EF4-FFF2-40B4-BE49-F238E27FC236}">
                <a16:creationId xmlns:a16="http://schemas.microsoft.com/office/drawing/2014/main" id="{D00EFDAB-E8AC-CF97-9A4F-0355EA38357C}"/>
              </a:ext>
            </a:extLst>
          </p:cNvPr>
          <p:cNvPicPr>
            <a:picLocks noChangeAspect="1"/>
          </p:cNvPicPr>
          <p:nvPr/>
        </p:nvPicPr>
        <p:blipFill>
          <a:blip r:embed="rId2"/>
          <a:srcRect t="8445" r="50000"/>
          <a:stretch>
            <a:fillRect/>
          </a:stretch>
        </p:blipFill>
        <p:spPr>
          <a:xfrm>
            <a:off x="4126344" y="0"/>
            <a:ext cx="3246729" cy="6858000"/>
          </a:xfrm>
          <a:prstGeom prst="rect">
            <a:avLst/>
          </a:prstGeom>
        </p:spPr>
      </p:pic>
    </p:spTree>
    <p:extLst>
      <p:ext uri="{BB962C8B-B14F-4D97-AF65-F5344CB8AC3E}">
        <p14:creationId xmlns:p14="http://schemas.microsoft.com/office/powerpoint/2010/main" val="310266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8C6D-1DE9-F023-0208-6060209419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15ADE1-A7E1-92E7-84ED-42B51E7A035D}"/>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42227803-A101-6DBC-FB3D-7D9DC29485F5}"/>
              </a:ext>
            </a:extLst>
          </p:cNvPr>
          <p:cNvPicPr>
            <a:picLocks noChangeAspect="1"/>
          </p:cNvPicPr>
          <p:nvPr/>
        </p:nvPicPr>
        <p:blipFill>
          <a:blip r:embed="rId2"/>
          <a:stretch>
            <a:fillRect/>
          </a:stretch>
        </p:blipFill>
        <p:spPr>
          <a:xfrm>
            <a:off x="0" y="217554"/>
            <a:ext cx="12192000" cy="6422892"/>
          </a:xfrm>
          <a:prstGeom prst="rect">
            <a:avLst/>
          </a:prstGeom>
        </p:spPr>
      </p:pic>
    </p:spTree>
    <p:extLst>
      <p:ext uri="{BB962C8B-B14F-4D97-AF65-F5344CB8AC3E}">
        <p14:creationId xmlns:p14="http://schemas.microsoft.com/office/powerpoint/2010/main" val="3246616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E4BB-7CF1-F8E7-6D8C-452CFFCBB3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DF615BD-65E3-29D8-4C7A-D1E9485FFEA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0D0DF93-CA93-5AF1-2B6B-2DAD5BB2C01D}"/>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251935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290128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D615-DEA8-966B-0A06-532F6EBB5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96536F-2195-6372-C3A4-E654B63AA2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B1149AE-2BD5-52FE-AE5E-4AFC3327B4BE}"/>
              </a:ext>
            </a:extLst>
          </p:cNvPr>
          <p:cNvPicPr>
            <a:picLocks noChangeAspect="1"/>
          </p:cNvPicPr>
          <p:nvPr/>
        </p:nvPicPr>
        <p:blipFill>
          <a:blip r:embed="rId2"/>
          <a:stretch>
            <a:fillRect/>
          </a:stretch>
        </p:blipFill>
        <p:spPr>
          <a:xfrm>
            <a:off x="747473" y="0"/>
            <a:ext cx="10697054" cy="6858000"/>
          </a:xfrm>
          <a:prstGeom prst="rect">
            <a:avLst/>
          </a:prstGeom>
        </p:spPr>
      </p:pic>
    </p:spTree>
    <p:extLst>
      <p:ext uri="{BB962C8B-B14F-4D97-AF65-F5344CB8AC3E}">
        <p14:creationId xmlns:p14="http://schemas.microsoft.com/office/powerpoint/2010/main" val="698134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B1B-826D-26B8-A895-3A33768896D5}"/>
              </a:ext>
            </a:extLst>
          </p:cNvPr>
          <p:cNvSpPr>
            <a:spLocks noGrp="1"/>
          </p:cNvSpPr>
          <p:nvPr>
            <p:ph type="title"/>
          </p:nvPr>
        </p:nvSpPr>
        <p:spPr/>
        <p:txBody>
          <a:bodyPr/>
          <a:lstStyle/>
          <a:p>
            <a:r>
              <a:rPr lang="en-US" dirty="0" err="1"/>
              <a:t>Multisine</a:t>
            </a:r>
            <a:r>
              <a:rPr lang="en-US" dirty="0"/>
              <a:t> mismatch</a:t>
            </a:r>
            <a:endParaRPr lang="en-NL" dirty="0"/>
          </a:p>
        </p:txBody>
      </p:sp>
      <p:sp>
        <p:nvSpPr>
          <p:cNvPr id="3" name="Content Placeholder 2">
            <a:extLst>
              <a:ext uri="{FF2B5EF4-FFF2-40B4-BE49-F238E27FC236}">
                <a16:creationId xmlns:a16="http://schemas.microsoft.com/office/drawing/2014/main" id="{4D721D95-0BED-2CDE-39DE-0C63305D2DC3}"/>
              </a:ext>
            </a:extLst>
          </p:cNvPr>
          <p:cNvSpPr>
            <a:spLocks noGrp="1"/>
          </p:cNvSpPr>
          <p:nvPr>
            <p:ph idx="1"/>
          </p:nvPr>
        </p:nvSpPr>
        <p:spPr/>
        <p:txBody>
          <a:bodyPr/>
          <a:lstStyle/>
          <a:p>
            <a:r>
              <a:rPr lang="en-US" dirty="0"/>
              <a:t>The following results were trained with data that was generated with </a:t>
            </a:r>
            <a:r>
              <a:rPr lang="en-US" dirty="0" err="1"/>
              <a:t>multisine</a:t>
            </a:r>
            <a:r>
              <a:rPr lang="en-US" dirty="0"/>
              <a:t> band with 130-180hz</a:t>
            </a:r>
          </a:p>
          <a:p>
            <a:r>
              <a:rPr lang="en-US" dirty="0"/>
              <a:t>With the 50-50 split the resonance moved</a:t>
            </a:r>
            <a:endParaRPr lang="en-NL" dirty="0"/>
          </a:p>
        </p:txBody>
      </p:sp>
    </p:spTree>
    <p:extLst>
      <p:ext uri="{BB962C8B-B14F-4D97-AF65-F5344CB8AC3E}">
        <p14:creationId xmlns:p14="http://schemas.microsoft.com/office/powerpoint/2010/main" val="2943574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8C8-3747-D258-97FA-261714D510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23195B-43C4-AAAA-B03C-5C1EE6DFE56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EEFC814-5605-0781-8CD4-4C9619F49B4C}"/>
              </a:ext>
            </a:extLst>
          </p:cNvPr>
          <p:cNvPicPr>
            <a:picLocks noChangeAspect="1"/>
          </p:cNvPicPr>
          <p:nvPr/>
        </p:nvPicPr>
        <p:blipFill>
          <a:blip r:embed="rId2"/>
          <a:stretch>
            <a:fillRect/>
          </a:stretch>
        </p:blipFill>
        <p:spPr>
          <a:xfrm>
            <a:off x="1638300" y="0"/>
            <a:ext cx="8915400" cy="6858000"/>
          </a:xfrm>
          <a:prstGeom prst="rect">
            <a:avLst/>
          </a:prstGeom>
        </p:spPr>
      </p:pic>
    </p:spTree>
    <p:extLst>
      <p:ext uri="{BB962C8B-B14F-4D97-AF65-F5344CB8AC3E}">
        <p14:creationId xmlns:p14="http://schemas.microsoft.com/office/powerpoint/2010/main" val="1481302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D573B-148E-AB6D-081D-738177BF3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E56BD-B668-2D90-A264-AAC51604FBD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C03ABED-7789-673C-172A-221CA46A54BC}"/>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3E746F7F-0CFF-79A7-9A5F-FDC72DD56878}"/>
              </a:ext>
            </a:extLst>
          </p:cNvPr>
          <p:cNvPicPr>
            <a:picLocks noChangeAspect="1"/>
          </p:cNvPicPr>
          <p:nvPr/>
        </p:nvPicPr>
        <p:blipFill>
          <a:blip r:embed="rId2"/>
          <a:stretch>
            <a:fillRect/>
          </a:stretch>
        </p:blipFill>
        <p:spPr>
          <a:xfrm>
            <a:off x="3123439" y="0"/>
            <a:ext cx="5945121" cy="6858000"/>
          </a:xfrm>
          <a:prstGeom prst="rect">
            <a:avLst/>
          </a:prstGeom>
        </p:spPr>
      </p:pic>
    </p:spTree>
    <p:extLst>
      <p:ext uri="{BB962C8B-B14F-4D97-AF65-F5344CB8AC3E}">
        <p14:creationId xmlns:p14="http://schemas.microsoft.com/office/powerpoint/2010/main" val="1557389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BD80B-9EDA-53BE-D48E-6A7F19140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72E5C-C1DB-98B1-72E6-5A4A3632A12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35232F6-7CB1-0A55-BD82-2B7C19685B1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BA58F749-DD73-59F3-7A7B-880A18787D95}"/>
              </a:ext>
            </a:extLst>
          </p:cNvPr>
          <p:cNvPicPr>
            <a:picLocks noChangeAspect="1"/>
          </p:cNvPicPr>
          <p:nvPr/>
        </p:nvPicPr>
        <p:blipFill>
          <a:blip r:embed="rId2"/>
          <a:stretch>
            <a:fillRect/>
          </a:stretch>
        </p:blipFill>
        <p:spPr>
          <a:xfrm>
            <a:off x="3123439" y="0"/>
            <a:ext cx="5945121" cy="6858000"/>
          </a:xfrm>
          <a:prstGeom prst="rect">
            <a:avLst/>
          </a:prstGeom>
        </p:spPr>
      </p:pic>
      <p:sp>
        <p:nvSpPr>
          <p:cNvPr id="5" name="Content Placeholder 2">
            <a:extLst>
              <a:ext uri="{FF2B5EF4-FFF2-40B4-BE49-F238E27FC236}">
                <a16:creationId xmlns:a16="http://schemas.microsoft.com/office/drawing/2014/main" id="{FC731365-6F23-D78B-46C2-913D8AB8F930}"/>
              </a:ext>
            </a:extLst>
          </p:cNvPr>
          <p:cNvSpPr txBox="1">
            <a:spLocks/>
          </p:cNvSpPr>
          <p:nvPr/>
        </p:nvSpPr>
        <p:spPr>
          <a:xfrm>
            <a:off x="838200" y="3429000"/>
            <a:ext cx="9744075" cy="16303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Clear improvement for learning additional states</a:t>
            </a:r>
          </a:p>
          <a:p>
            <a:pPr marL="0" indent="0">
              <a:buFont typeface="Arial" panose="020B0604020202020204" pitchFamily="34" charset="0"/>
              <a:buNone/>
            </a:pPr>
            <a:endParaRPr lang="en-US" b="1" dirty="0"/>
          </a:p>
          <a:p>
            <a:pPr marL="0" indent="0">
              <a:buFont typeface="Arial" panose="020B0604020202020204" pitchFamily="34" charset="0"/>
              <a:buNone/>
            </a:pPr>
            <a:endParaRPr lang="en-NL" b="1" dirty="0"/>
          </a:p>
        </p:txBody>
      </p:sp>
    </p:spTree>
    <p:extLst>
      <p:ext uri="{BB962C8B-B14F-4D97-AF65-F5344CB8AC3E}">
        <p14:creationId xmlns:p14="http://schemas.microsoft.com/office/powerpoint/2010/main" val="4141819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0CA7-F038-8E5A-C43F-EDD31F40D26B}"/>
              </a:ext>
            </a:extLst>
          </p:cNvPr>
          <p:cNvSpPr>
            <a:spLocks noGrp="1"/>
          </p:cNvSpPr>
          <p:nvPr>
            <p:ph type="title"/>
          </p:nvPr>
        </p:nvSpPr>
        <p:spPr/>
        <p:txBody>
          <a:bodyPr/>
          <a:lstStyle/>
          <a:p>
            <a:r>
              <a:rPr lang="en-US" dirty="0"/>
              <a:t>Training in closed-loop degrades open-loop performance</a:t>
            </a:r>
            <a:endParaRPr lang="en-NL" dirty="0"/>
          </a:p>
        </p:txBody>
      </p:sp>
      <p:sp>
        <p:nvSpPr>
          <p:cNvPr id="3" name="Content Placeholder 2">
            <a:extLst>
              <a:ext uri="{FF2B5EF4-FFF2-40B4-BE49-F238E27FC236}">
                <a16:creationId xmlns:a16="http://schemas.microsoft.com/office/drawing/2014/main" id="{BF50BF3A-BACE-72E9-6C91-248D53BB47F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4C272B8-61D7-00B9-E302-79AF722A3737}"/>
              </a:ext>
            </a:extLst>
          </p:cNvPr>
          <p:cNvPicPr>
            <a:picLocks noChangeAspect="1"/>
          </p:cNvPicPr>
          <p:nvPr/>
        </p:nvPicPr>
        <p:blipFill>
          <a:blip r:embed="rId2"/>
          <a:stretch>
            <a:fillRect/>
          </a:stretch>
        </p:blipFill>
        <p:spPr>
          <a:xfrm>
            <a:off x="0" y="1747223"/>
            <a:ext cx="12192000" cy="4429638"/>
          </a:xfrm>
          <a:prstGeom prst="rect">
            <a:avLst/>
          </a:prstGeom>
        </p:spPr>
      </p:pic>
    </p:spTree>
    <p:extLst>
      <p:ext uri="{BB962C8B-B14F-4D97-AF65-F5344CB8AC3E}">
        <p14:creationId xmlns:p14="http://schemas.microsoft.com/office/powerpoint/2010/main" val="3512723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EDE0-9FF7-4757-A99F-66CC6EE63FC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1F1AE08-CF59-A86F-1C1F-51CD325E6A9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C64B0A-8D73-7D66-09C8-321EE6D05A4F}"/>
              </a:ext>
            </a:extLst>
          </p:cNvPr>
          <p:cNvPicPr>
            <a:picLocks noChangeAspect="1"/>
          </p:cNvPicPr>
          <p:nvPr/>
        </p:nvPicPr>
        <p:blipFill>
          <a:blip r:embed="rId2"/>
          <a:stretch>
            <a:fillRect/>
          </a:stretch>
        </p:blipFill>
        <p:spPr>
          <a:xfrm>
            <a:off x="0" y="1179317"/>
            <a:ext cx="12192000" cy="4499365"/>
          </a:xfrm>
          <a:prstGeom prst="rect">
            <a:avLst/>
          </a:prstGeom>
        </p:spPr>
      </p:pic>
    </p:spTree>
    <p:extLst>
      <p:ext uri="{BB962C8B-B14F-4D97-AF65-F5344CB8AC3E}">
        <p14:creationId xmlns:p14="http://schemas.microsoft.com/office/powerpoint/2010/main" val="2437609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D5B8-0956-8C1C-54A0-4D5A54CB8B3B}"/>
              </a:ext>
            </a:extLst>
          </p:cNvPr>
          <p:cNvSpPr>
            <a:spLocks noGrp="1"/>
          </p:cNvSpPr>
          <p:nvPr>
            <p:ph type="title"/>
          </p:nvPr>
        </p:nvSpPr>
        <p:spPr/>
        <p:txBody>
          <a:bodyPr/>
          <a:lstStyle/>
          <a:p>
            <a:r>
              <a:rPr lang="en-US" dirty="0"/>
              <a:t>Trained in Closed-Loop</a:t>
            </a:r>
            <a:endParaRPr lang="en-NL" dirty="0"/>
          </a:p>
        </p:txBody>
      </p:sp>
      <p:sp>
        <p:nvSpPr>
          <p:cNvPr id="3" name="Content Placeholder 2">
            <a:extLst>
              <a:ext uri="{FF2B5EF4-FFF2-40B4-BE49-F238E27FC236}">
                <a16:creationId xmlns:a16="http://schemas.microsoft.com/office/drawing/2014/main" id="{A62DF137-D536-0BC7-1AEC-62ACD129EEB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B59E705-34BA-64A1-8FAE-EA27490CDD6F}"/>
              </a:ext>
            </a:extLst>
          </p:cNvPr>
          <p:cNvPicPr>
            <a:picLocks noChangeAspect="1"/>
          </p:cNvPicPr>
          <p:nvPr/>
        </p:nvPicPr>
        <p:blipFill>
          <a:blip r:embed="rId2"/>
          <a:stretch>
            <a:fillRect/>
          </a:stretch>
        </p:blipFill>
        <p:spPr>
          <a:xfrm>
            <a:off x="0" y="1353942"/>
            <a:ext cx="12192000" cy="4429638"/>
          </a:xfrm>
          <a:prstGeom prst="rect">
            <a:avLst/>
          </a:prstGeom>
        </p:spPr>
      </p:pic>
    </p:spTree>
    <p:extLst>
      <p:ext uri="{BB962C8B-B14F-4D97-AF65-F5344CB8AC3E}">
        <p14:creationId xmlns:p14="http://schemas.microsoft.com/office/powerpoint/2010/main" val="4145570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DDCB-C41D-9D50-2BFF-42D508FDC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BECF8-58DF-39CB-3C45-09BC91CDDC1E}"/>
              </a:ext>
            </a:extLst>
          </p:cNvPr>
          <p:cNvSpPr>
            <a:spLocks noGrp="1"/>
          </p:cNvSpPr>
          <p:nvPr>
            <p:ph type="title"/>
          </p:nvPr>
        </p:nvSpPr>
        <p:spPr/>
        <p:txBody>
          <a:bodyPr/>
          <a:lstStyle/>
          <a:p>
            <a:r>
              <a:rPr lang="en-US" dirty="0"/>
              <a:t>Trained in Closed-Loop</a:t>
            </a:r>
            <a:endParaRPr lang="en-NL" dirty="0"/>
          </a:p>
        </p:txBody>
      </p:sp>
      <p:sp>
        <p:nvSpPr>
          <p:cNvPr id="3" name="Content Placeholder 2">
            <a:extLst>
              <a:ext uri="{FF2B5EF4-FFF2-40B4-BE49-F238E27FC236}">
                <a16:creationId xmlns:a16="http://schemas.microsoft.com/office/drawing/2014/main" id="{C0264E1E-D8B1-A634-DA58-5EFF9D13FB0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193B43F-C21A-CD4B-6231-4D3ACD167B2E}"/>
              </a:ext>
            </a:extLst>
          </p:cNvPr>
          <p:cNvPicPr>
            <a:picLocks noChangeAspect="1"/>
          </p:cNvPicPr>
          <p:nvPr/>
        </p:nvPicPr>
        <p:blipFill>
          <a:blip r:embed="rId2"/>
          <a:stretch>
            <a:fillRect/>
          </a:stretch>
        </p:blipFill>
        <p:spPr>
          <a:xfrm>
            <a:off x="0" y="1353942"/>
            <a:ext cx="12192000" cy="4429638"/>
          </a:xfrm>
          <a:prstGeom prst="rect">
            <a:avLst/>
          </a:prstGeom>
        </p:spPr>
      </p:pic>
      <p:sp>
        <p:nvSpPr>
          <p:cNvPr id="6" name="TextBox 5">
            <a:extLst>
              <a:ext uri="{FF2B5EF4-FFF2-40B4-BE49-F238E27FC236}">
                <a16:creationId xmlns:a16="http://schemas.microsoft.com/office/drawing/2014/main" id="{9EA02CFF-1BA5-5657-8221-A0DC30B91BF0}"/>
              </a:ext>
            </a:extLst>
          </p:cNvPr>
          <p:cNvSpPr txBox="1"/>
          <p:nvPr/>
        </p:nvSpPr>
        <p:spPr>
          <a:xfrm>
            <a:off x="456348" y="5783580"/>
            <a:ext cx="11976762" cy="954107"/>
          </a:xfrm>
          <a:prstGeom prst="rect">
            <a:avLst/>
          </a:prstGeom>
          <a:noFill/>
        </p:spPr>
        <p:txBody>
          <a:bodyPr wrap="square">
            <a:spAutoFit/>
          </a:bodyPr>
          <a:lstStyle/>
          <a:p>
            <a:r>
              <a:rPr lang="en-US" sz="2800" b="1" dirty="0"/>
              <a:t>Training in closed-loop get an estimation of the plant and the controller </a:t>
            </a:r>
            <a:r>
              <a:rPr lang="en-US" sz="2800" b="1" dirty="0">
                <a:sym typeface="Wingdings" panose="05000000000000000000" pitchFamily="2" charset="2"/>
              </a:rPr>
              <a:t> Not pure plant identification</a:t>
            </a:r>
          </a:p>
        </p:txBody>
      </p:sp>
    </p:spTree>
    <p:extLst>
      <p:ext uri="{BB962C8B-B14F-4D97-AF65-F5344CB8AC3E}">
        <p14:creationId xmlns:p14="http://schemas.microsoft.com/office/powerpoint/2010/main" val="1133131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4A546-E197-347E-2624-599DB958350E}"/>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73E83D99-44D9-9FC3-E64E-46DFEA09CA6A}"/>
              </a:ext>
            </a:extLst>
          </p:cNvPr>
          <p:cNvSpPr>
            <a:spLocks noGrp="1"/>
          </p:cNvSpPr>
          <p:nvPr>
            <p:ph idx="1"/>
          </p:nvPr>
        </p:nvSpPr>
        <p:spPr/>
        <p:txBody>
          <a:bodyPr/>
          <a:lstStyle/>
          <a:p>
            <a:r>
              <a:rPr lang="en-US" dirty="0"/>
              <a:t>Is improving training in open-loop also an acceptable objective?</a:t>
            </a:r>
          </a:p>
          <a:p>
            <a:r>
              <a:rPr lang="en-US" dirty="0"/>
              <a:t>ASMPT is okay with this</a:t>
            </a:r>
          </a:p>
        </p:txBody>
      </p:sp>
    </p:spTree>
    <p:extLst>
      <p:ext uri="{BB962C8B-B14F-4D97-AF65-F5344CB8AC3E}">
        <p14:creationId xmlns:p14="http://schemas.microsoft.com/office/powerpoint/2010/main" val="28062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48CC-0B28-527E-2468-B157C0C45185}"/>
              </a:ext>
            </a:extLst>
          </p:cNvPr>
          <p:cNvSpPr>
            <a:spLocks noGrp="1"/>
          </p:cNvSpPr>
          <p:nvPr>
            <p:ph type="title"/>
          </p:nvPr>
        </p:nvSpPr>
        <p:spPr/>
        <p:txBody>
          <a:bodyPr/>
          <a:lstStyle/>
          <a:p>
            <a:r>
              <a:rPr lang="en-US" dirty="0"/>
              <a:t>V1 replay signal closed-loop in open-loop </a:t>
            </a:r>
            <a:endParaRPr lang="en-NL" dirty="0"/>
          </a:p>
        </p:txBody>
      </p:sp>
      <p:sp>
        <p:nvSpPr>
          <p:cNvPr id="3" name="Content Placeholder 2">
            <a:extLst>
              <a:ext uri="{FF2B5EF4-FFF2-40B4-BE49-F238E27FC236}">
                <a16:creationId xmlns:a16="http://schemas.microsoft.com/office/drawing/2014/main" id="{54C7AC86-D4CE-B5DC-A35B-32A04F60647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570918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EA71E-CCC1-4BA0-22E5-5BAF9FD077A1}"/>
              </a:ext>
            </a:extLst>
          </p:cNvPr>
          <p:cNvSpPr>
            <a:spLocks noGrp="1"/>
          </p:cNvSpPr>
          <p:nvPr>
            <p:ph type="title"/>
          </p:nvPr>
        </p:nvSpPr>
        <p:spPr/>
        <p:txBody>
          <a:bodyPr/>
          <a:lstStyle/>
          <a:p>
            <a:r>
              <a:rPr lang="en-US" dirty="0"/>
              <a:t>GPU training</a:t>
            </a:r>
            <a:endParaRPr lang="en-NL" dirty="0"/>
          </a:p>
        </p:txBody>
      </p:sp>
      <p:sp>
        <p:nvSpPr>
          <p:cNvPr id="3" name="Content Placeholder 2">
            <a:extLst>
              <a:ext uri="{FF2B5EF4-FFF2-40B4-BE49-F238E27FC236}">
                <a16:creationId xmlns:a16="http://schemas.microsoft.com/office/drawing/2014/main" id="{A4104697-84F7-EDF0-8013-8FE32AE5A8F2}"/>
              </a:ext>
            </a:extLst>
          </p:cNvPr>
          <p:cNvSpPr>
            <a:spLocks noGrp="1"/>
          </p:cNvSpPr>
          <p:nvPr>
            <p:ph idx="1"/>
          </p:nvPr>
        </p:nvSpPr>
        <p:spPr/>
        <p:txBody>
          <a:bodyPr>
            <a:normAutofit fontScale="85000" lnSpcReduction="20000"/>
          </a:bodyPr>
          <a:lstStyle/>
          <a:p>
            <a:r>
              <a:rPr lang="en-US" dirty="0"/>
              <a:t>Why the GPU did not help before</a:t>
            </a:r>
          </a:p>
          <a:p>
            <a:pPr lvl="1"/>
            <a:r>
              <a:rPr lang="en-US" dirty="0"/>
              <a:t>The model does thousands of tiny operations, almost no real computation</a:t>
            </a:r>
          </a:p>
          <a:p>
            <a:pPr lvl="1"/>
            <a:r>
              <a:rPr lang="en-US" dirty="0"/>
              <a:t>Cost is dominated by sending work to the GPU, not by doing it</a:t>
            </a:r>
          </a:p>
          <a:p>
            <a:pPr lvl="1"/>
            <a:r>
              <a:rPr lang="en-US" dirty="0"/>
              <a:t>A stronger GPU changes nothing: two cards with 4.5x different power gave the same speed</a:t>
            </a:r>
          </a:p>
          <a:p>
            <a:r>
              <a:rPr lang="en-US" dirty="0"/>
              <a:t>What changed</a:t>
            </a:r>
          </a:p>
          <a:p>
            <a:pPr lvl="1"/>
            <a:r>
              <a:rPr lang="en-US" dirty="0"/>
              <a:t>Compiling the model merges those tiny operations and replays them as one block</a:t>
            </a:r>
          </a:p>
          <a:p>
            <a:pPr lvl="1"/>
            <a:r>
              <a:rPr lang="en-US" dirty="0"/>
              <a:t>This was blocked by a single line in the framework; fixing it left the model unchanged</a:t>
            </a:r>
          </a:p>
          <a:p>
            <a:pPr lvl="1"/>
            <a:r>
              <a:rPr lang="en-US" dirty="0"/>
              <a:t>Once cost is per operation, a larger batch is nearly free</a:t>
            </a:r>
          </a:p>
          <a:p>
            <a:r>
              <a:rPr lang="en-US" dirty="0"/>
              <a:t>Result</a:t>
            </a:r>
          </a:p>
          <a:p>
            <a:pPr lvl="1"/>
            <a:r>
              <a:rPr lang="en-US" dirty="0"/>
              <a:t>~10x faster per update, ~20x more data per second</a:t>
            </a:r>
          </a:p>
          <a:p>
            <a:pPr lvl="1"/>
            <a:r>
              <a:rPr lang="en-US" dirty="0"/>
              <a:t>18 epochs → ~350 epochs in the same wall time</a:t>
            </a:r>
          </a:p>
          <a:p>
            <a:r>
              <a:rPr lang="en-US" dirty="0"/>
              <a:t>Takeaway</a:t>
            </a:r>
          </a:p>
          <a:p>
            <a:pPr lvl="1"/>
            <a:r>
              <a:rPr lang="en-US" dirty="0"/>
              <a:t>The GPU was not computing too slowly, it was being fed too slowly</a:t>
            </a:r>
            <a:endParaRPr lang="en-NL" dirty="0"/>
          </a:p>
        </p:txBody>
      </p:sp>
    </p:spTree>
    <p:extLst>
      <p:ext uri="{BB962C8B-B14F-4D97-AF65-F5344CB8AC3E}">
        <p14:creationId xmlns:p14="http://schemas.microsoft.com/office/powerpoint/2010/main" val="3625026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28994-3316-3E8F-86B3-D65B1DD5CD31}"/>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945FDEC-F7E8-3210-5346-FC3BDF7D6E9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E94CF8C-485C-77DF-EAFE-44AAE49AFA65}"/>
              </a:ext>
            </a:extLst>
          </p:cNvPr>
          <p:cNvPicPr>
            <a:picLocks noChangeAspect="1"/>
          </p:cNvPicPr>
          <p:nvPr/>
        </p:nvPicPr>
        <p:blipFill>
          <a:blip r:embed="rId2"/>
          <a:stretch>
            <a:fillRect/>
          </a:stretch>
        </p:blipFill>
        <p:spPr>
          <a:xfrm>
            <a:off x="715060" y="0"/>
            <a:ext cx="10761879" cy="6858000"/>
          </a:xfrm>
          <a:prstGeom prst="rect">
            <a:avLst/>
          </a:prstGeom>
        </p:spPr>
      </p:pic>
      <p:sp>
        <p:nvSpPr>
          <p:cNvPr id="6" name="TextBox 5">
            <a:extLst>
              <a:ext uri="{FF2B5EF4-FFF2-40B4-BE49-F238E27FC236}">
                <a16:creationId xmlns:a16="http://schemas.microsoft.com/office/drawing/2014/main" id="{9FA808CF-C271-891E-A2E6-DF67F2F75094}"/>
              </a:ext>
            </a:extLst>
          </p:cNvPr>
          <p:cNvSpPr txBox="1"/>
          <p:nvPr/>
        </p:nvSpPr>
        <p:spPr>
          <a:xfrm>
            <a:off x="2060027" y="766296"/>
            <a:ext cx="4515980" cy="523220"/>
          </a:xfrm>
          <a:prstGeom prst="rect">
            <a:avLst/>
          </a:prstGeom>
          <a:noFill/>
        </p:spPr>
        <p:txBody>
          <a:bodyPr wrap="none" rtlCol="0">
            <a:spAutoFit/>
          </a:bodyPr>
          <a:lstStyle/>
          <a:p>
            <a:r>
              <a:rPr lang="en-US" sz="2800" dirty="0"/>
              <a:t>Training is not converged yet</a:t>
            </a:r>
            <a:endParaRPr lang="en-NL" sz="2800" dirty="0"/>
          </a:p>
        </p:txBody>
      </p:sp>
    </p:spTree>
    <p:extLst>
      <p:ext uri="{BB962C8B-B14F-4D97-AF65-F5344CB8AC3E}">
        <p14:creationId xmlns:p14="http://schemas.microsoft.com/office/powerpoint/2010/main" val="1857814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75666-F387-51E2-2F36-928B17680E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22D0AC6-AFA3-1DD7-6AB6-C70F34D212A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FCCBB56-E84A-8B7B-0204-7F3583E63067}"/>
              </a:ext>
            </a:extLst>
          </p:cNvPr>
          <p:cNvPicPr>
            <a:picLocks noChangeAspect="1"/>
          </p:cNvPicPr>
          <p:nvPr/>
        </p:nvPicPr>
        <p:blipFill>
          <a:blip r:embed="rId3"/>
          <a:stretch>
            <a:fillRect/>
          </a:stretch>
        </p:blipFill>
        <p:spPr>
          <a:xfrm>
            <a:off x="838405" y="0"/>
            <a:ext cx="10515189" cy="6858000"/>
          </a:xfrm>
          <a:prstGeom prst="rect">
            <a:avLst/>
          </a:prstGeom>
        </p:spPr>
      </p:pic>
    </p:spTree>
    <p:extLst>
      <p:ext uri="{BB962C8B-B14F-4D97-AF65-F5344CB8AC3E}">
        <p14:creationId xmlns:p14="http://schemas.microsoft.com/office/powerpoint/2010/main" val="2119031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4ADA9-7CA8-F4E2-CFD2-1B5B3324B44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19023C04-1DEC-E0CA-9522-4A712A0D9D5F}"/>
              </a:ext>
            </a:extLst>
          </p:cNvPr>
          <p:cNvSpPr>
            <a:spLocks noGrp="1"/>
          </p:cNvSpPr>
          <p:nvPr>
            <p:ph idx="1"/>
          </p:nvPr>
        </p:nvSpPr>
        <p:spPr/>
        <p:txBody>
          <a:bodyPr/>
          <a:lstStyle/>
          <a:p>
            <a:r>
              <a:rPr lang="en-US" dirty="0"/>
              <a:t>Figures</a:t>
            </a:r>
          </a:p>
          <a:p>
            <a:pPr lvl="1"/>
            <a:r>
              <a:rPr lang="en-US" dirty="0"/>
              <a:t>Loss and Validation </a:t>
            </a:r>
          </a:p>
          <a:p>
            <a:pPr lvl="2"/>
            <a:r>
              <a:rPr lang="en-US" dirty="0"/>
              <a:t>Both not converged</a:t>
            </a:r>
          </a:p>
          <a:p>
            <a:pPr lvl="1"/>
            <a:r>
              <a:rPr lang="en-US" dirty="0"/>
              <a:t>Learned error for validation X1 X2 Y</a:t>
            </a:r>
          </a:p>
          <a:p>
            <a:pPr lvl="1"/>
            <a:r>
              <a:rPr lang="en-US" dirty="0"/>
              <a:t>Best two augmented states (all states but also show the difference between </a:t>
            </a:r>
            <a:r>
              <a:rPr lang="en-US" dirty="0" err="1"/>
              <a:t>nx</a:t>
            </a:r>
            <a:r>
              <a:rPr lang="en-US" dirty="0"/>
              <a:t> = 2 or </a:t>
            </a:r>
            <a:r>
              <a:rPr lang="en-US" dirty="0" err="1"/>
              <a:t>nx</a:t>
            </a:r>
            <a:r>
              <a:rPr lang="en-US" dirty="0"/>
              <a:t> = 6)</a:t>
            </a:r>
            <a:endParaRPr lang="en-NL" dirty="0"/>
          </a:p>
        </p:txBody>
      </p:sp>
    </p:spTree>
    <p:extLst>
      <p:ext uri="{BB962C8B-B14F-4D97-AF65-F5344CB8AC3E}">
        <p14:creationId xmlns:p14="http://schemas.microsoft.com/office/powerpoint/2010/main" val="1866054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0300-0D36-64A4-94A2-20C342603D2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BEC88B5-D0DA-7D7C-62D2-38B28A84B1A6}"/>
              </a:ext>
            </a:extLst>
          </p:cNvPr>
          <p:cNvSpPr>
            <a:spLocks noGrp="1"/>
          </p:cNvSpPr>
          <p:nvPr>
            <p:ph idx="1"/>
          </p:nvPr>
        </p:nvSpPr>
        <p:spPr/>
        <p:txBody>
          <a:bodyPr/>
          <a:lstStyle/>
          <a:p>
            <a:r>
              <a:rPr lang="en-US" dirty="0"/>
              <a:t>Can now train up to 3 seconds</a:t>
            </a:r>
          </a:p>
          <a:p>
            <a:r>
              <a:rPr lang="en-US" dirty="0"/>
              <a:t>Didn’t improve much over 400 </a:t>
            </a:r>
            <a:r>
              <a:rPr lang="en-US" dirty="0" err="1"/>
              <a:t>nf</a:t>
            </a:r>
            <a:endParaRPr lang="en-US" dirty="0"/>
          </a:p>
          <a:p>
            <a:r>
              <a:rPr lang="en-US" dirty="0"/>
              <a:t>Open-loop training started did…</a:t>
            </a:r>
          </a:p>
          <a:p>
            <a:r>
              <a:rPr lang="en-US" dirty="0"/>
              <a:t>Then what is the issue that we cant learn in open loop?</a:t>
            </a:r>
            <a:endParaRPr lang="en-NL" dirty="0"/>
          </a:p>
        </p:txBody>
      </p:sp>
    </p:spTree>
    <p:extLst>
      <p:ext uri="{BB962C8B-B14F-4D97-AF65-F5344CB8AC3E}">
        <p14:creationId xmlns:p14="http://schemas.microsoft.com/office/powerpoint/2010/main" val="1677945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D7AA7-BF15-BC08-7A5B-41440FC4BB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637E956-6148-C284-FB2F-F37F68FACE3D}"/>
              </a:ext>
            </a:extLst>
          </p:cNvPr>
          <p:cNvSpPr>
            <a:spLocks noGrp="1"/>
          </p:cNvSpPr>
          <p:nvPr>
            <p:ph idx="1"/>
          </p:nvPr>
        </p:nvSpPr>
        <p:spPr/>
        <p:txBody>
          <a:bodyPr/>
          <a:lstStyle/>
          <a:p>
            <a:r>
              <a:rPr lang="en-US" dirty="0"/>
              <a:t>Show combinations different states</a:t>
            </a:r>
          </a:p>
          <a:p>
            <a:r>
              <a:rPr lang="en-US" dirty="0"/>
              <a:t>Also show for these end result in closed-loop</a:t>
            </a:r>
          </a:p>
          <a:p>
            <a:r>
              <a:rPr lang="en-US" dirty="0"/>
              <a:t>And the states magnitudes as in Jan</a:t>
            </a:r>
            <a:endParaRPr lang="en-NL" dirty="0"/>
          </a:p>
        </p:txBody>
      </p:sp>
    </p:spTree>
    <p:extLst>
      <p:ext uri="{BB962C8B-B14F-4D97-AF65-F5344CB8AC3E}">
        <p14:creationId xmlns:p14="http://schemas.microsoft.com/office/powerpoint/2010/main" val="2465871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FF94-B7BA-C627-FC48-0EC0F8E4A4ED}"/>
              </a:ext>
            </a:extLst>
          </p:cNvPr>
          <p:cNvSpPr>
            <a:spLocks noGrp="1"/>
          </p:cNvSpPr>
          <p:nvPr>
            <p:ph type="title"/>
          </p:nvPr>
        </p:nvSpPr>
        <p:spPr/>
        <p:txBody>
          <a:bodyPr/>
          <a:lstStyle/>
          <a:p>
            <a:r>
              <a:rPr lang="en-US" dirty="0"/>
              <a:t>Open-loop not learning</a:t>
            </a:r>
            <a:endParaRPr lang="en-NL" dirty="0"/>
          </a:p>
        </p:txBody>
      </p:sp>
      <p:sp>
        <p:nvSpPr>
          <p:cNvPr id="3" name="Content Placeholder 2">
            <a:extLst>
              <a:ext uri="{FF2B5EF4-FFF2-40B4-BE49-F238E27FC236}">
                <a16:creationId xmlns:a16="http://schemas.microsoft.com/office/drawing/2014/main" id="{CB49264E-3DBD-4705-9CB0-7E8378317ABE}"/>
              </a:ext>
            </a:extLst>
          </p:cNvPr>
          <p:cNvSpPr>
            <a:spLocks noGrp="1"/>
          </p:cNvSpPr>
          <p:nvPr>
            <p:ph idx="1"/>
          </p:nvPr>
        </p:nvSpPr>
        <p:spPr/>
        <p:txBody>
          <a:bodyPr/>
          <a:lstStyle/>
          <a:p>
            <a:r>
              <a:rPr lang="en-US" dirty="0">
                <a:sym typeface="Wingdings" panose="05000000000000000000" pitchFamily="2" charset="2"/>
              </a:rPr>
              <a:t>Currently training open-loop with window = 3 seconds </a:t>
            </a:r>
          </a:p>
          <a:p>
            <a:pPr lvl="1"/>
            <a:r>
              <a:rPr lang="en-US" dirty="0">
                <a:sym typeface="Wingdings" panose="05000000000000000000" pitchFamily="2" charset="2"/>
              </a:rPr>
              <a:t>Does not improve over first 5 epochs</a:t>
            </a:r>
          </a:p>
          <a:p>
            <a:r>
              <a:rPr lang="en-US" dirty="0">
                <a:sym typeface="Wingdings" panose="05000000000000000000" pitchFamily="2" charset="2"/>
              </a:rPr>
              <a:t>Data generated by system in closed-loop</a:t>
            </a:r>
          </a:p>
          <a:p>
            <a:pPr lvl="1"/>
            <a:r>
              <a:rPr lang="en-US" dirty="0">
                <a:sym typeface="Wingdings" panose="05000000000000000000" pitchFamily="2" charset="2"/>
              </a:rPr>
              <a:t>Could I resolve the issue by generating data in open-loop, because the next y is correlated with the previous controller input.</a:t>
            </a:r>
          </a:p>
          <a:p>
            <a:pPr lvl="1"/>
            <a:r>
              <a:rPr lang="en-US" dirty="0">
                <a:sym typeface="Wingdings" panose="05000000000000000000" pitchFamily="2" charset="2"/>
              </a:rPr>
              <a:t>And then for the real system filter out the known controller of the input</a:t>
            </a:r>
          </a:p>
          <a:p>
            <a:pPr lvl="1"/>
            <a:r>
              <a:rPr lang="en-US" dirty="0">
                <a:sym typeface="Wingdings" panose="05000000000000000000" pitchFamily="2" charset="2"/>
              </a:rPr>
              <a:t>Or because I don’t have noise currently is there no bias?</a:t>
            </a:r>
          </a:p>
          <a:p>
            <a:endParaRPr lang="en-NL" dirty="0"/>
          </a:p>
        </p:txBody>
      </p:sp>
    </p:spTree>
    <p:extLst>
      <p:ext uri="{BB962C8B-B14F-4D97-AF65-F5344CB8AC3E}">
        <p14:creationId xmlns:p14="http://schemas.microsoft.com/office/powerpoint/2010/main" val="791219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DB643-89EE-04AA-DD89-58ABBDFB8C7A}"/>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911C0C08-E4AC-219F-74E3-F691EAA5F636}"/>
              </a:ext>
            </a:extLst>
          </p:cNvPr>
          <p:cNvSpPr>
            <a:spLocks noGrp="1"/>
          </p:cNvSpPr>
          <p:nvPr>
            <p:ph idx="1"/>
          </p:nvPr>
        </p:nvSpPr>
        <p:spPr/>
        <p:txBody>
          <a:bodyPr/>
          <a:lstStyle/>
          <a:p>
            <a:r>
              <a:rPr lang="en-US" dirty="0">
                <a:sym typeface="Wingdings" panose="05000000000000000000" pitchFamily="2" charset="2"/>
              </a:rPr>
              <a:t>Open-loop training can train on the 0.1s window length but this does not extrapolate to the 12s validation.</a:t>
            </a:r>
          </a:p>
          <a:p>
            <a:r>
              <a:rPr lang="en-US" dirty="0">
                <a:sym typeface="Wingdings" panose="05000000000000000000" pitchFamily="2" charset="2"/>
              </a:rPr>
              <a:t>Could it help for open-loop training if I remove the controller from the data? </a:t>
            </a:r>
          </a:p>
          <a:p>
            <a:pPr lvl="1"/>
            <a:r>
              <a:rPr lang="en-US" dirty="0">
                <a:sym typeface="Wingdings" panose="05000000000000000000" pitchFamily="2" charset="2"/>
              </a:rPr>
              <a:t>First generate data in open-loop. </a:t>
            </a:r>
          </a:p>
          <a:p>
            <a:pPr lvl="1"/>
            <a:r>
              <a:rPr lang="en-US" dirty="0">
                <a:sym typeface="Wingdings" panose="05000000000000000000" pitchFamily="2" charset="2"/>
              </a:rPr>
              <a:t>And if that converges in training move to removing the controller from the data generated with the controller</a:t>
            </a:r>
          </a:p>
          <a:p>
            <a:pPr lvl="2"/>
            <a:r>
              <a:rPr lang="en-US" dirty="0">
                <a:sym typeface="Wingdings" panose="05000000000000000000" pitchFamily="2" charset="2"/>
              </a:rPr>
              <a:t> Similar as how it would be done with the real gantry data</a:t>
            </a:r>
          </a:p>
        </p:txBody>
      </p:sp>
    </p:spTree>
    <p:extLst>
      <p:ext uri="{BB962C8B-B14F-4D97-AF65-F5344CB8AC3E}">
        <p14:creationId xmlns:p14="http://schemas.microsoft.com/office/powerpoint/2010/main" val="28095485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0EE309-5A9F-95AA-8058-3294D9D16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7D39A-02D1-17AA-B810-F03B0E2CA990}"/>
              </a:ext>
            </a:extLst>
          </p:cNvPr>
          <p:cNvSpPr>
            <a:spLocks noGrp="1"/>
          </p:cNvSpPr>
          <p:nvPr>
            <p:ph type="title"/>
          </p:nvPr>
        </p:nvSpPr>
        <p:spPr/>
        <p:txBody>
          <a:bodyPr/>
          <a:lstStyle/>
          <a:p>
            <a:r>
              <a:rPr lang="en-US" dirty="0"/>
              <a:t>GPU training</a:t>
            </a:r>
            <a:endParaRPr lang="en-NL" dirty="0"/>
          </a:p>
        </p:txBody>
      </p:sp>
      <p:sp>
        <p:nvSpPr>
          <p:cNvPr id="3" name="Content Placeholder 2">
            <a:extLst>
              <a:ext uri="{FF2B5EF4-FFF2-40B4-BE49-F238E27FC236}">
                <a16:creationId xmlns:a16="http://schemas.microsoft.com/office/drawing/2014/main" id="{E3E63844-9667-4C14-C6B7-6BA91A0DB2C7}"/>
              </a:ext>
            </a:extLst>
          </p:cNvPr>
          <p:cNvSpPr>
            <a:spLocks noGrp="1"/>
          </p:cNvSpPr>
          <p:nvPr>
            <p:ph idx="1"/>
          </p:nvPr>
        </p:nvSpPr>
        <p:spPr/>
        <p:txBody>
          <a:bodyPr>
            <a:normAutofit fontScale="85000" lnSpcReduction="20000"/>
          </a:bodyPr>
          <a:lstStyle/>
          <a:p>
            <a:r>
              <a:rPr lang="en-US" dirty="0"/>
              <a:t>Why the GPU did not help before</a:t>
            </a:r>
          </a:p>
          <a:p>
            <a:pPr lvl="1"/>
            <a:r>
              <a:rPr lang="en-US" dirty="0"/>
              <a:t>The model does thousands of tiny operations, almost no real computation</a:t>
            </a:r>
          </a:p>
          <a:p>
            <a:pPr lvl="1"/>
            <a:r>
              <a:rPr lang="en-US" dirty="0"/>
              <a:t>Cost is dominated by sending work to the GPU, not by doing it</a:t>
            </a:r>
          </a:p>
          <a:p>
            <a:pPr lvl="1"/>
            <a:r>
              <a:rPr lang="en-US" dirty="0"/>
              <a:t>A stronger GPU changes nothing: two cards with 4.5x different power gave the same speed</a:t>
            </a:r>
          </a:p>
          <a:p>
            <a:r>
              <a:rPr lang="en-US" dirty="0"/>
              <a:t>What changed</a:t>
            </a:r>
          </a:p>
          <a:p>
            <a:pPr lvl="1"/>
            <a:r>
              <a:rPr lang="en-US" dirty="0"/>
              <a:t>Compiling the model merges those tiny operations and replays them as one block</a:t>
            </a:r>
          </a:p>
          <a:p>
            <a:pPr lvl="1"/>
            <a:r>
              <a:rPr lang="en-US" dirty="0"/>
              <a:t>This was blocked by a single line in the framework; fixing it left the model unchanged</a:t>
            </a:r>
          </a:p>
          <a:p>
            <a:pPr lvl="1"/>
            <a:r>
              <a:rPr lang="en-US" dirty="0"/>
              <a:t>Once cost is per operation, a larger batch is nearly free</a:t>
            </a:r>
          </a:p>
          <a:p>
            <a:r>
              <a:rPr lang="en-US" dirty="0"/>
              <a:t>Result</a:t>
            </a:r>
          </a:p>
          <a:p>
            <a:pPr lvl="1"/>
            <a:r>
              <a:rPr lang="en-US" dirty="0"/>
              <a:t>~10x faster per update, ~20x more data per second</a:t>
            </a:r>
          </a:p>
          <a:p>
            <a:pPr lvl="1"/>
            <a:r>
              <a:rPr lang="en-US" dirty="0"/>
              <a:t>18 epochs → ~350 epochs in the same wall time</a:t>
            </a:r>
          </a:p>
          <a:p>
            <a:r>
              <a:rPr lang="en-US" dirty="0"/>
              <a:t>Takeaway</a:t>
            </a:r>
          </a:p>
          <a:p>
            <a:pPr lvl="1"/>
            <a:r>
              <a:rPr lang="en-US" dirty="0"/>
              <a:t>The GPU was not computing too slowly, it was being fed too slowly</a:t>
            </a:r>
            <a:endParaRPr lang="en-NL" dirty="0"/>
          </a:p>
        </p:txBody>
      </p:sp>
    </p:spTree>
    <p:extLst>
      <p:ext uri="{BB962C8B-B14F-4D97-AF65-F5344CB8AC3E}">
        <p14:creationId xmlns:p14="http://schemas.microsoft.com/office/powerpoint/2010/main" val="1054182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4C09-8B74-2B6D-9A65-AFAB4B29780D}"/>
              </a:ext>
            </a:extLst>
          </p:cNvPr>
          <p:cNvSpPr>
            <a:spLocks noGrp="1"/>
          </p:cNvSpPr>
          <p:nvPr>
            <p:ph type="title"/>
          </p:nvPr>
        </p:nvSpPr>
        <p:spPr/>
        <p:txBody>
          <a:bodyPr/>
          <a:lstStyle/>
          <a:p>
            <a:r>
              <a:rPr lang="en-US" dirty="0"/>
              <a:t>Time window can’t reach </a:t>
            </a:r>
            <a:endParaRPr lang="en-NL" dirty="0"/>
          </a:p>
        </p:txBody>
      </p:sp>
      <p:sp>
        <p:nvSpPr>
          <p:cNvPr id="3" name="Content Placeholder 2">
            <a:extLst>
              <a:ext uri="{FF2B5EF4-FFF2-40B4-BE49-F238E27FC236}">
                <a16:creationId xmlns:a16="http://schemas.microsoft.com/office/drawing/2014/main" id="{B8BE2E01-64EB-6BC5-3C24-266F10839197}"/>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242425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56C2-FA26-9074-9FA4-7595452B0D03}"/>
              </a:ext>
            </a:extLst>
          </p:cNvPr>
          <p:cNvSpPr>
            <a:spLocks noGrp="1"/>
          </p:cNvSpPr>
          <p:nvPr>
            <p:ph type="title"/>
          </p:nvPr>
        </p:nvSpPr>
        <p:spPr/>
        <p:txBody>
          <a:bodyPr/>
          <a:lstStyle/>
          <a:p>
            <a:r>
              <a:rPr lang="en-US" dirty="0"/>
              <a:t>Main Problem</a:t>
            </a:r>
            <a:endParaRPr lang="en-NL" dirty="0"/>
          </a:p>
        </p:txBody>
      </p:sp>
      <p:sp>
        <p:nvSpPr>
          <p:cNvPr id="3" name="Content Placeholder 2">
            <a:extLst>
              <a:ext uri="{FF2B5EF4-FFF2-40B4-BE49-F238E27FC236}">
                <a16:creationId xmlns:a16="http://schemas.microsoft.com/office/drawing/2014/main" id="{CF431CCD-9DF7-371D-686E-958108486BC9}"/>
              </a:ext>
            </a:extLst>
          </p:cNvPr>
          <p:cNvSpPr>
            <a:spLocks noGrp="1"/>
          </p:cNvSpPr>
          <p:nvPr>
            <p:ph idx="1"/>
          </p:nvPr>
        </p:nvSpPr>
        <p:spPr/>
        <p:txBody>
          <a:bodyPr/>
          <a:lstStyle/>
          <a:p>
            <a:r>
              <a:rPr lang="en-US" dirty="0"/>
              <a:t>Current training windows are too short and computational inconceivable to go into the seconds.</a:t>
            </a:r>
          </a:p>
          <a:p>
            <a:r>
              <a:rPr lang="en-US" dirty="0"/>
              <a:t>Methods that allow to connect multiple windows interfere with SUBNET</a:t>
            </a:r>
          </a:p>
          <a:p>
            <a:pPr lvl="1"/>
            <a:r>
              <a:rPr lang="en-US" dirty="0"/>
              <a:t>SUBNET is used to initialize the states of each window, part of the training of the current framework is the training of SUBNET</a:t>
            </a:r>
          </a:p>
          <a:p>
            <a:pPr lvl="1"/>
            <a:r>
              <a:rPr lang="en-US" dirty="0"/>
              <a:t>Methods such as multiple shooting require on the window boundaries for the states to be continuous</a:t>
            </a:r>
          </a:p>
          <a:p>
            <a:pPr lvl="2"/>
            <a:r>
              <a:rPr lang="en-US" dirty="0"/>
              <a:t>Could train SUBNET with less initializations</a:t>
            </a:r>
          </a:p>
          <a:p>
            <a:pPr lvl="2"/>
            <a:r>
              <a:rPr lang="en-US" dirty="0"/>
              <a:t>Need to look at controller currently reset per window to 0 correction</a:t>
            </a:r>
          </a:p>
          <a:p>
            <a:endParaRPr lang="en-NL" dirty="0"/>
          </a:p>
        </p:txBody>
      </p:sp>
    </p:spTree>
    <p:extLst>
      <p:ext uri="{BB962C8B-B14F-4D97-AF65-F5344CB8AC3E}">
        <p14:creationId xmlns:p14="http://schemas.microsoft.com/office/powerpoint/2010/main" val="1056787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FF48-298C-F272-E6DC-42ACC86CDF62}"/>
              </a:ext>
            </a:extLst>
          </p:cNvPr>
          <p:cNvSpPr>
            <a:spLocks noGrp="1"/>
          </p:cNvSpPr>
          <p:nvPr>
            <p:ph type="title"/>
          </p:nvPr>
        </p:nvSpPr>
        <p:spPr/>
        <p:txBody>
          <a:bodyPr/>
          <a:lstStyle/>
          <a:p>
            <a:r>
              <a:rPr lang="en-US" dirty="0"/>
              <a:t>Down Sampling</a:t>
            </a:r>
            <a:endParaRPr lang="en-NL" dirty="0"/>
          </a:p>
        </p:txBody>
      </p:sp>
      <p:sp>
        <p:nvSpPr>
          <p:cNvPr id="3" name="Content Placeholder 2">
            <a:extLst>
              <a:ext uri="{FF2B5EF4-FFF2-40B4-BE49-F238E27FC236}">
                <a16:creationId xmlns:a16="http://schemas.microsoft.com/office/drawing/2014/main" id="{9074B480-1AAE-CA38-3BA6-AB6ECF7F932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65963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5B11C-CD27-E574-A19F-86DC378AD6AE}"/>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319F01FD-D411-43A3-BDED-D5188819B345}"/>
              </a:ext>
            </a:extLst>
          </p:cNvPr>
          <p:cNvSpPr>
            <a:spLocks noGrp="1"/>
          </p:cNvSpPr>
          <p:nvPr>
            <p:ph idx="1"/>
          </p:nvPr>
        </p:nvSpPr>
        <p:spPr/>
        <p:txBody>
          <a:bodyPr/>
          <a:lstStyle/>
          <a:p>
            <a:r>
              <a:rPr lang="en-US" dirty="0"/>
              <a:t>Move on to orthogonality implementation</a:t>
            </a:r>
          </a:p>
          <a:p>
            <a:r>
              <a:rPr lang="en-US" dirty="0"/>
              <a:t>Test if generating data in open-loop and training in open-loop converges?</a:t>
            </a:r>
            <a:endParaRPr lang="en-NL" dirty="0"/>
          </a:p>
        </p:txBody>
      </p:sp>
    </p:spTree>
    <p:extLst>
      <p:ext uri="{BB962C8B-B14F-4D97-AF65-F5344CB8AC3E}">
        <p14:creationId xmlns:p14="http://schemas.microsoft.com/office/powerpoint/2010/main" val="3860704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8645970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223135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458560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548B3-080C-535A-E431-D256C090975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7E830EB9-6C0F-D5A4-0194-437741BDBC41}"/>
              </a:ext>
            </a:extLst>
          </p:cNvPr>
          <p:cNvSpPr>
            <a:spLocks noGrp="1"/>
          </p:cNvSpPr>
          <p:nvPr>
            <p:ph idx="1"/>
          </p:nvPr>
        </p:nvSpPr>
        <p:spPr/>
        <p:txBody>
          <a:bodyPr/>
          <a:lstStyle/>
          <a:p>
            <a:r>
              <a:rPr lang="en-US" dirty="0"/>
              <a:t>Have been sitting on the same problem for ~3 months</a:t>
            </a:r>
          </a:p>
          <a:p>
            <a:r>
              <a:rPr lang="en-US" dirty="0"/>
              <a:t>Cannot find a solution in the literature that includes SUBNET</a:t>
            </a:r>
          </a:p>
          <a:p>
            <a:r>
              <a:rPr lang="en-US" dirty="0"/>
              <a:t>Need to move on to orthogonality, but the rest of the work is dependent on proper augmentation</a:t>
            </a:r>
          </a:p>
          <a:p>
            <a:r>
              <a:rPr lang="en-US" dirty="0"/>
              <a:t>Will for now need to accept improved performance with plant degradation</a:t>
            </a:r>
          </a:p>
        </p:txBody>
      </p:sp>
    </p:spTree>
    <p:extLst>
      <p:ext uri="{BB962C8B-B14F-4D97-AF65-F5344CB8AC3E}">
        <p14:creationId xmlns:p14="http://schemas.microsoft.com/office/powerpoint/2010/main" val="165890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04B95-26AA-5153-7874-68127F92FE8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FBCF33-A445-B00D-E930-826C198DF88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377770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9BBB-A666-0CB7-FAF1-3C68252560E5}"/>
              </a:ext>
            </a:extLst>
          </p:cNvPr>
          <p:cNvSpPr>
            <a:spLocks noGrp="1"/>
          </p:cNvSpPr>
          <p:nvPr>
            <p:ph type="title"/>
          </p:nvPr>
        </p:nvSpPr>
        <p:spPr/>
        <p:txBody>
          <a:bodyPr/>
          <a:lstStyle/>
          <a:p>
            <a:r>
              <a:rPr lang="en-US" dirty="0" err="1"/>
              <a:t>Downsampling</a:t>
            </a:r>
            <a:endParaRPr lang="en-NL" dirty="0"/>
          </a:p>
        </p:txBody>
      </p:sp>
      <p:sp>
        <p:nvSpPr>
          <p:cNvPr id="3" name="Content Placeholder 2">
            <a:extLst>
              <a:ext uri="{FF2B5EF4-FFF2-40B4-BE49-F238E27FC236}">
                <a16:creationId xmlns:a16="http://schemas.microsoft.com/office/drawing/2014/main" id="{AD95ACDA-5647-9043-168B-F4532B0E35F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7251741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76EE69-66AD-29E3-ACB4-5BA66A200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CD75B-EA70-5E3B-3F80-01600B5A6CAF}"/>
              </a:ext>
            </a:extLst>
          </p:cNvPr>
          <p:cNvSpPr>
            <a:spLocks noGrp="1"/>
          </p:cNvSpPr>
          <p:nvPr>
            <p:ph type="title"/>
          </p:nvPr>
        </p:nvSpPr>
        <p:spPr/>
        <p:txBody>
          <a:bodyPr/>
          <a:lstStyle/>
          <a:p>
            <a:r>
              <a:rPr lang="en-US" dirty="0" err="1"/>
              <a:t>Downsampling</a:t>
            </a:r>
            <a:endParaRPr lang="en-NL" dirty="0"/>
          </a:p>
        </p:txBody>
      </p:sp>
      <p:sp>
        <p:nvSpPr>
          <p:cNvPr id="3" name="Content Placeholder 2">
            <a:extLst>
              <a:ext uri="{FF2B5EF4-FFF2-40B4-BE49-F238E27FC236}">
                <a16:creationId xmlns:a16="http://schemas.microsoft.com/office/drawing/2014/main" id="{5C344398-FFC8-C906-EC35-DB2B461DEE1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A7E2BC2-5471-B277-F953-4ACFA0C2C43F}"/>
              </a:ext>
            </a:extLst>
          </p:cNvPr>
          <p:cNvPicPr>
            <a:picLocks noChangeAspect="1"/>
          </p:cNvPicPr>
          <p:nvPr/>
        </p:nvPicPr>
        <p:blipFill>
          <a:blip r:embed="rId2"/>
          <a:stretch>
            <a:fillRect/>
          </a:stretch>
        </p:blipFill>
        <p:spPr>
          <a:xfrm>
            <a:off x="4243592" y="1825625"/>
            <a:ext cx="6163535" cy="3781953"/>
          </a:xfrm>
          <a:prstGeom prst="rect">
            <a:avLst/>
          </a:prstGeom>
        </p:spPr>
      </p:pic>
    </p:spTree>
    <p:extLst>
      <p:ext uri="{BB962C8B-B14F-4D97-AF65-F5344CB8AC3E}">
        <p14:creationId xmlns:p14="http://schemas.microsoft.com/office/powerpoint/2010/main" val="42822380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606B4-0532-30C8-A285-C3DE8BFB739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394699F-D860-E3FB-FF61-7C74020B55E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51795CF-ED96-8655-5F20-ED2F2F66880D}"/>
              </a:ext>
            </a:extLst>
          </p:cNvPr>
          <p:cNvPicPr>
            <a:picLocks noChangeAspect="1"/>
          </p:cNvPicPr>
          <p:nvPr/>
        </p:nvPicPr>
        <p:blipFill>
          <a:blip r:embed="rId2"/>
          <a:stretch>
            <a:fillRect/>
          </a:stretch>
        </p:blipFill>
        <p:spPr>
          <a:xfrm>
            <a:off x="546153" y="0"/>
            <a:ext cx="11099694" cy="6858000"/>
          </a:xfrm>
          <a:prstGeom prst="rect">
            <a:avLst/>
          </a:prstGeom>
        </p:spPr>
      </p:pic>
    </p:spTree>
    <p:extLst>
      <p:ext uri="{BB962C8B-B14F-4D97-AF65-F5344CB8AC3E}">
        <p14:creationId xmlns:p14="http://schemas.microsoft.com/office/powerpoint/2010/main" val="39038263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B006-E3C8-C207-3A3B-085BA3C1502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30CCC4-365A-7EDC-3AC5-07951DF49313}"/>
              </a:ext>
            </a:extLst>
          </p:cNvPr>
          <p:cNvSpPr>
            <a:spLocks noGrp="1"/>
          </p:cNvSpPr>
          <p:nvPr>
            <p:ph idx="1"/>
          </p:nvPr>
        </p:nvSpPr>
        <p:spPr/>
        <p:txBody>
          <a:bodyPr/>
          <a:lstStyle/>
          <a:p>
            <a:endParaRPr lang="en-NL" dirty="0"/>
          </a:p>
        </p:txBody>
      </p:sp>
      <p:pic>
        <p:nvPicPr>
          <p:cNvPr id="9" name="Picture 8">
            <a:extLst>
              <a:ext uri="{FF2B5EF4-FFF2-40B4-BE49-F238E27FC236}">
                <a16:creationId xmlns:a16="http://schemas.microsoft.com/office/drawing/2014/main" id="{A36DBA59-492C-648B-DE1F-F68A100EA82F}"/>
              </a:ext>
            </a:extLst>
          </p:cNvPr>
          <p:cNvPicPr>
            <a:picLocks noChangeAspect="1"/>
          </p:cNvPicPr>
          <p:nvPr/>
        </p:nvPicPr>
        <p:blipFill>
          <a:blip r:embed="rId2"/>
          <a:stretch>
            <a:fillRect/>
          </a:stretch>
        </p:blipFill>
        <p:spPr>
          <a:xfrm>
            <a:off x="1343654" y="0"/>
            <a:ext cx="9504691" cy="6858000"/>
          </a:xfrm>
          <a:prstGeom prst="rect">
            <a:avLst/>
          </a:prstGeom>
        </p:spPr>
      </p:pic>
    </p:spTree>
    <p:extLst>
      <p:ext uri="{BB962C8B-B14F-4D97-AF65-F5344CB8AC3E}">
        <p14:creationId xmlns:p14="http://schemas.microsoft.com/office/powerpoint/2010/main" val="777261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B6849-5177-3106-6C17-4D18AFECD2B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425D3E9-1690-15F6-4411-3BBEB72C0B0A}"/>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423E5C3E-03A5-CD4F-9FFC-A9E49DDC9B9E}"/>
              </a:ext>
            </a:extLst>
          </p:cNvPr>
          <p:cNvPicPr>
            <a:picLocks noChangeAspect="1"/>
          </p:cNvPicPr>
          <p:nvPr/>
        </p:nvPicPr>
        <p:blipFill>
          <a:blip r:embed="rId2"/>
          <a:stretch>
            <a:fillRect/>
          </a:stretch>
        </p:blipFill>
        <p:spPr>
          <a:xfrm>
            <a:off x="0" y="640494"/>
            <a:ext cx="12192000" cy="5577012"/>
          </a:xfrm>
          <a:prstGeom prst="rect">
            <a:avLst/>
          </a:prstGeom>
        </p:spPr>
      </p:pic>
    </p:spTree>
    <p:extLst>
      <p:ext uri="{BB962C8B-B14F-4D97-AF65-F5344CB8AC3E}">
        <p14:creationId xmlns:p14="http://schemas.microsoft.com/office/powerpoint/2010/main" val="33729913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198FA-3322-A828-6E62-FA2DAF16C15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241D4B0-1A49-D8F4-C12A-42FAC078D13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3178837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636A-F31C-8DFB-41C4-4DDDE94C3FB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E451818-9A98-280A-D1C5-752D114DDF8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478210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790B-0365-042A-3BEC-AC6F8AB6D61F}"/>
              </a:ext>
            </a:extLst>
          </p:cNvPr>
          <p:cNvSpPr>
            <a:spLocks noGrp="1"/>
          </p:cNvSpPr>
          <p:nvPr>
            <p:ph type="title"/>
          </p:nvPr>
        </p:nvSpPr>
        <p:spPr/>
        <p:txBody>
          <a:bodyPr/>
          <a:lstStyle/>
          <a:p>
            <a:r>
              <a:rPr lang="en-US" dirty="0"/>
              <a:t>Augmentation</a:t>
            </a:r>
            <a:br>
              <a:rPr lang="en-US" dirty="0"/>
            </a:br>
            <a:r>
              <a:rPr lang="en-NL" dirty="0"/>
              <a:t>Identified linear dynamics</a:t>
            </a:r>
          </a:p>
        </p:txBody>
      </p:sp>
      <p:sp>
        <p:nvSpPr>
          <p:cNvPr id="3" name="Content Placeholder 2">
            <a:extLst>
              <a:ext uri="{FF2B5EF4-FFF2-40B4-BE49-F238E27FC236}">
                <a16:creationId xmlns:a16="http://schemas.microsoft.com/office/drawing/2014/main" id="{6E560A19-90FE-5207-2D0E-DE0ACCD354E0}"/>
              </a:ext>
            </a:extLst>
          </p:cNvPr>
          <p:cNvSpPr>
            <a:spLocks noGrp="1"/>
          </p:cNvSpPr>
          <p:nvPr>
            <p:ph idx="1"/>
          </p:nvPr>
        </p:nvSpPr>
        <p:spPr/>
        <p:txBody>
          <a:bodyPr/>
          <a:lstStyle/>
          <a:p>
            <a:r>
              <a:rPr lang="en-US" dirty="0"/>
              <a:t>Not a clean implementation</a:t>
            </a:r>
          </a:p>
          <a:p>
            <a:pPr lvl="1"/>
            <a:r>
              <a:rPr lang="en-US" dirty="0"/>
              <a:t>But might give insight in how to fix the current training issues</a:t>
            </a:r>
          </a:p>
          <a:p>
            <a:pPr lvl="1"/>
            <a:r>
              <a:rPr lang="en-US" dirty="0"/>
              <a:t>Similar to full-black box approach with initialization</a:t>
            </a:r>
          </a:p>
          <a:p>
            <a:r>
              <a:rPr lang="en-US" dirty="0"/>
              <a:t>Current mismatch between system and model is linear</a:t>
            </a:r>
          </a:p>
          <a:p>
            <a:pPr lvl="1"/>
            <a:r>
              <a:rPr lang="en-US" dirty="0"/>
              <a:t>Not sure how much this implementation takes away from learning nonlinearities</a:t>
            </a:r>
          </a:p>
          <a:p>
            <a:pPr lvl="1"/>
            <a:r>
              <a:rPr lang="en-US" dirty="0"/>
              <a:t>Could add cubic spring to the system to verify this part</a:t>
            </a:r>
          </a:p>
          <a:p>
            <a:r>
              <a:rPr lang="en-US" dirty="0"/>
              <a:t>Note:</a:t>
            </a:r>
          </a:p>
          <a:p>
            <a:pPr lvl="1"/>
            <a:r>
              <a:rPr lang="en-US" dirty="0"/>
              <a:t>This was done on the 10% - 90% Mass split</a:t>
            </a:r>
            <a:endParaRPr lang="en-NL" dirty="0"/>
          </a:p>
        </p:txBody>
      </p:sp>
    </p:spTree>
    <p:extLst>
      <p:ext uri="{BB962C8B-B14F-4D97-AF65-F5344CB8AC3E}">
        <p14:creationId xmlns:p14="http://schemas.microsoft.com/office/powerpoint/2010/main" val="429565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3EBC-0DB5-87AA-7BAE-0A4A202E7E77}"/>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sp>
        <p:nvSpPr>
          <p:cNvPr id="3" name="Content Placeholder 2">
            <a:extLst>
              <a:ext uri="{FF2B5EF4-FFF2-40B4-BE49-F238E27FC236}">
                <a16:creationId xmlns:a16="http://schemas.microsoft.com/office/drawing/2014/main" id="{097C56E5-4E17-9C9D-28B8-AAE25A9E86D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52342EE-0C76-49A7-720C-6D2C90596C8F}"/>
              </a:ext>
            </a:extLst>
          </p:cNvPr>
          <p:cNvSpPr txBox="1"/>
          <p:nvPr/>
        </p:nvSpPr>
        <p:spPr>
          <a:xfrm>
            <a:off x="4210050" y="1825625"/>
            <a:ext cx="3771900" cy="4524315"/>
          </a:xfrm>
          <a:prstGeom prst="rect">
            <a:avLst/>
          </a:prstGeom>
          <a:solidFill>
            <a:schemeClr val="bg2"/>
          </a:solidFill>
          <a:ln>
            <a:solidFill>
              <a:schemeClr val="tx1"/>
            </a:solidFill>
          </a:ln>
        </p:spPr>
        <p:txBody>
          <a:bodyPr wrap="square">
            <a:spAutoFit/>
          </a:bodyPr>
          <a:lstStyle/>
          <a:p>
            <a:pPr algn="ctr"/>
            <a:r>
              <a:rPr lang="en-NL" dirty="0"/>
              <a:t>Training record</a:t>
            </a:r>
          </a:p>
          <a:p>
            <a:pPr algn="ctr"/>
            <a:r>
              <a:rPr lang="en-NL" dirty="0"/>
              <a:t>measured u(k), y(k)</a:t>
            </a:r>
          </a:p>
          <a:p>
            <a:pPr algn="ctr"/>
            <a:r>
              <a:rPr lang="en-NL" dirty="0"/>
              <a:t>        │</a:t>
            </a:r>
          </a:p>
          <a:p>
            <a:pPr algn="ctr"/>
            <a:r>
              <a:rPr lang="en-NL" dirty="0"/>
              <a:t>        ▼</a:t>
            </a:r>
          </a:p>
          <a:p>
            <a:pPr algn="ctr"/>
            <a:r>
              <a:rPr lang="en-NL" dirty="0"/>
              <a:t>Baseline closed-loop replay</a:t>
            </a:r>
          </a:p>
          <a:p>
            <a:pPr algn="ctr"/>
            <a:r>
              <a:rPr lang="en-NL" dirty="0"/>
              <a:t>        │</a:t>
            </a:r>
          </a:p>
          <a:p>
            <a:pPr algn="ctr"/>
            <a:r>
              <a:rPr lang="en-NL" dirty="0"/>
              <a:t>        ▼</a:t>
            </a:r>
          </a:p>
          <a:p>
            <a:pPr algn="ctr"/>
            <a:r>
              <a:rPr lang="en-NL" dirty="0"/>
              <a:t>Residual</a:t>
            </a:r>
          </a:p>
          <a:p>
            <a:pPr algn="ctr"/>
            <a:r>
              <a:rPr lang="en-NL" dirty="0"/>
              <a:t>r(k) = y(k) − </a:t>
            </a:r>
            <a:r>
              <a:rPr lang="en-NL" dirty="0" err="1"/>
              <a:t>yb</a:t>
            </a:r>
            <a:r>
              <a:rPr lang="en-NL" dirty="0"/>
              <a:t>(k)</a:t>
            </a:r>
          </a:p>
          <a:p>
            <a:pPr algn="ctr"/>
            <a:r>
              <a:rPr lang="en-NL" dirty="0"/>
              <a:t>        │</a:t>
            </a:r>
          </a:p>
          <a:p>
            <a:pPr algn="ctr"/>
            <a:r>
              <a:rPr lang="en-NL" dirty="0"/>
              <a:t>        ▼</a:t>
            </a:r>
          </a:p>
          <a:p>
            <a:pPr algn="ctr"/>
            <a:r>
              <a:rPr lang="en-NL" dirty="0"/>
              <a:t>Fit linear residual model</a:t>
            </a:r>
          </a:p>
          <a:p>
            <a:pPr algn="ctr"/>
            <a:r>
              <a:rPr lang="en-NL" dirty="0"/>
              <a:t>and extract its complex poles</a:t>
            </a:r>
          </a:p>
          <a:p>
            <a:pPr algn="ctr"/>
            <a:r>
              <a:rPr lang="en-NL" dirty="0"/>
              <a:t>        │</a:t>
            </a:r>
          </a:p>
          <a:p>
            <a:pPr algn="ctr"/>
            <a:r>
              <a:rPr lang="en-NL" dirty="0"/>
              <a:t>        ▼</a:t>
            </a:r>
          </a:p>
          <a:p>
            <a:pPr algn="ctr"/>
            <a:r>
              <a:rPr lang="en-NL" dirty="0"/>
              <a:t>Identified pole used for A</a:t>
            </a:r>
            <a:r>
              <a:rPr lang="en-US" dirty="0"/>
              <a:t>_</a:t>
            </a:r>
            <a:r>
              <a:rPr lang="en-NL" dirty="0"/>
              <a:t>aa</a:t>
            </a:r>
          </a:p>
        </p:txBody>
      </p:sp>
    </p:spTree>
    <p:extLst>
      <p:ext uri="{BB962C8B-B14F-4D97-AF65-F5344CB8AC3E}">
        <p14:creationId xmlns:p14="http://schemas.microsoft.com/office/powerpoint/2010/main" val="1174158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7A177-D656-311E-804D-EEEFF6F8CD63}"/>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graphicFrame>
        <p:nvGraphicFramePr>
          <p:cNvPr id="10" name="Content Placeholder 9">
            <a:extLst>
              <a:ext uri="{FF2B5EF4-FFF2-40B4-BE49-F238E27FC236}">
                <a16:creationId xmlns:a16="http://schemas.microsoft.com/office/drawing/2014/main" id="{A9903CBD-6C3E-0938-F07A-D64B8BAA002B}"/>
              </a:ext>
            </a:extLst>
          </p:cNvPr>
          <p:cNvGraphicFramePr>
            <a:graphicFrameLocks noGrp="1"/>
          </p:cNvGraphicFramePr>
          <p:nvPr>
            <p:ph idx="1"/>
          </p:nvPr>
        </p:nvGraphicFramePr>
        <p:xfrm>
          <a:off x="838200" y="2743200"/>
          <a:ext cx="10515600" cy="137160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695351217"/>
                    </a:ext>
                  </a:extLst>
                </a:gridCol>
                <a:gridCol w="2103120">
                  <a:extLst>
                    <a:ext uri="{9D8B030D-6E8A-4147-A177-3AD203B41FA5}">
                      <a16:colId xmlns:a16="http://schemas.microsoft.com/office/drawing/2014/main" val="3431517430"/>
                    </a:ext>
                  </a:extLst>
                </a:gridCol>
                <a:gridCol w="2103120">
                  <a:extLst>
                    <a:ext uri="{9D8B030D-6E8A-4147-A177-3AD203B41FA5}">
                      <a16:colId xmlns:a16="http://schemas.microsoft.com/office/drawing/2014/main" val="129664777"/>
                    </a:ext>
                  </a:extLst>
                </a:gridCol>
                <a:gridCol w="2103120">
                  <a:extLst>
                    <a:ext uri="{9D8B030D-6E8A-4147-A177-3AD203B41FA5}">
                      <a16:colId xmlns:a16="http://schemas.microsoft.com/office/drawing/2014/main" val="2080807501"/>
                    </a:ext>
                  </a:extLst>
                </a:gridCol>
                <a:gridCol w="2103120">
                  <a:extLst>
                    <a:ext uri="{9D8B030D-6E8A-4147-A177-3AD203B41FA5}">
                      <a16:colId xmlns:a16="http://schemas.microsoft.com/office/drawing/2014/main" val="3988783069"/>
                    </a:ext>
                  </a:extLst>
                </a:gridCol>
              </a:tblGrid>
              <a:tr h="0">
                <a:tc>
                  <a:txBody>
                    <a:bodyPr/>
                    <a:lstStyle/>
                    <a:p>
                      <a:pPr>
                        <a:buNone/>
                      </a:pPr>
                      <a:r>
                        <a:rPr lang="en-NL"/>
                        <a:t>Property</a:t>
                      </a:r>
                    </a:p>
                  </a:txBody>
                  <a:tcPr anchor="ctr"/>
                </a:tc>
                <a:tc>
                  <a:txBody>
                    <a:bodyPr/>
                    <a:lstStyle/>
                    <a:p>
                      <a:pPr>
                        <a:buNone/>
                      </a:pPr>
                      <a:r>
                        <a:rPr lang="en-NL"/>
                        <a:t>Actual system pole</a:t>
                      </a:r>
                    </a:p>
                  </a:txBody>
                  <a:tcPr anchor="ctr"/>
                </a:tc>
                <a:tc>
                  <a:txBody>
                    <a:bodyPr/>
                    <a:lstStyle/>
                    <a:p>
                      <a:pPr>
                        <a:buNone/>
                      </a:pPr>
                      <a:r>
                        <a:rPr lang="en-NL"/>
                        <a:t>Identified pole</a:t>
                      </a:r>
                    </a:p>
                  </a:txBody>
                  <a:tcPr anchor="ctr"/>
                </a:tc>
                <a:tc>
                  <a:txBody>
                    <a:bodyPr/>
                    <a:lstStyle/>
                    <a:p>
                      <a:pPr>
                        <a:buNone/>
                      </a:pPr>
                      <a:r>
                        <a:rPr lang="en-NL"/>
                        <a:t>Difference</a:t>
                      </a:r>
                    </a:p>
                  </a:txBody>
                  <a:tcPr anchor="ctr"/>
                </a:tc>
                <a:tc>
                  <a:txBody>
                    <a:bodyPr/>
                    <a:lstStyle/>
                    <a:p>
                      <a:pPr>
                        <a:buNone/>
                      </a:pPr>
                      <a:r>
                        <a:rPr lang="en-NL"/>
                        <a:t>Relative difference</a:t>
                      </a:r>
                    </a:p>
                  </a:txBody>
                  <a:tcPr anchor="ctr"/>
                </a:tc>
                <a:extLst>
                  <a:ext uri="{0D108BD9-81ED-4DB2-BD59-A6C34878D82A}">
                    <a16:rowId xmlns:a16="http://schemas.microsoft.com/office/drawing/2014/main" val="800197871"/>
                  </a:ext>
                </a:extLst>
              </a:tr>
              <a:tr h="0">
                <a:tc>
                  <a:txBody>
                    <a:bodyPr/>
                    <a:lstStyle/>
                    <a:p>
                      <a:pPr>
                        <a:buNone/>
                      </a:pPr>
                      <a:r>
                        <a:rPr lang="en-NL"/>
                        <a:t>Damped frequency [Hz]</a:t>
                      </a:r>
                    </a:p>
                  </a:txBody>
                  <a:tcPr anchor="ctr"/>
                </a:tc>
                <a:tc>
                  <a:txBody>
                    <a:bodyPr/>
                    <a:lstStyle/>
                    <a:p>
                      <a:pPr>
                        <a:buNone/>
                      </a:pPr>
                      <a:r>
                        <a:rPr lang="en-NL"/>
                        <a:t>1.581139e+2</a:t>
                      </a:r>
                    </a:p>
                  </a:txBody>
                  <a:tcPr anchor="ctr"/>
                </a:tc>
                <a:tc>
                  <a:txBody>
                    <a:bodyPr/>
                    <a:lstStyle/>
                    <a:p>
                      <a:pPr>
                        <a:buNone/>
                      </a:pPr>
                      <a:r>
                        <a:rPr lang="en-NL"/>
                        <a:t>1.578937e+2</a:t>
                      </a:r>
                    </a:p>
                  </a:txBody>
                  <a:tcPr anchor="ctr"/>
                </a:tc>
                <a:tc>
                  <a:txBody>
                    <a:bodyPr/>
                    <a:lstStyle/>
                    <a:p>
                      <a:pPr>
                        <a:buNone/>
                      </a:pPr>
                      <a:r>
                        <a:rPr lang="en-NL"/>
                        <a:t>-2.202000e-1</a:t>
                      </a:r>
                    </a:p>
                  </a:txBody>
                  <a:tcPr anchor="ctr"/>
                </a:tc>
                <a:tc>
                  <a:txBody>
                    <a:bodyPr/>
                    <a:lstStyle/>
                    <a:p>
                      <a:pPr>
                        <a:buNone/>
                      </a:pPr>
                      <a:r>
                        <a:rPr lang="en-NL"/>
                        <a:t>-1.392671e-3</a:t>
                      </a:r>
                    </a:p>
                  </a:txBody>
                  <a:tcPr anchor="ctr"/>
                </a:tc>
                <a:extLst>
                  <a:ext uri="{0D108BD9-81ED-4DB2-BD59-A6C34878D82A}">
                    <a16:rowId xmlns:a16="http://schemas.microsoft.com/office/drawing/2014/main" val="950829355"/>
                  </a:ext>
                </a:extLst>
              </a:tr>
              <a:tr h="0">
                <a:tc>
                  <a:txBody>
                    <a:bodyPr/>
                    <a:lstStyle/>
                    <a:p>
                      <a:pPr>
                        <a:buNone/>
                      </a:pPr>
                      <a:r>
                        <a:rPr lang="en-NL"/>
                        <a:t>Damping ratio [-]</a:t>
                      </a:r>
                    </a:p>
                  </a:txBody>
                  <a:tcPr anchor="ctr"/>
                </a:tc>
                <a:tc>
                  <a:txBody>
                    <a:bodyPr/>
                    <a:lstStyle/>
                    <a:p>
                      <a:pPr>
                        <a:buNone/>
                      </a:pPr>
                      <a:r>
                        <a:rPr lang="en-NL"/>
                        <a:t>5.000000e-2</a:t>
                      </a:r>
                    </a:p>
                  </a:txBody>
                  <a:tcPr anchor="ctr"/>
                </a:tc>
                <a:tc>
                  <a:txBody>
                    <a:bodyPr/>
                    <a:lstStyle/>
                    <a:p>
                      <a:pPr>
                        <a:buNone/>
                      </a:pPr>
                      <a:r>
                        <a:rPr lang="en-NL"/>
                        <a:t>5.275827e-2</a:t>
                      </a:r>
                    </a:p>
                  </a:txBody>
                  <a:tcPr anchor="ctr"/>
                </a:tc>
                <a:tc>
                  <a:txBody>
                    <a:bodyPr/>
                    <a:lstStyle/>
                    <a:p>
                      <a:pPr>
                        <a:buNone/>
                      </a:pPr>
                      <a:r>
                        <a:rPr lang="en-NL"/>
                        <a:t>+2.758270e-3</a:t>
                      </a:r>
                    </a:p>
                  </a:txBody>
                  <a:tcPr anchor="ctr"/>
                </a:tc>
                <a:tc>
                  <a:txBody>
                    <a:bodyPr/>
                    <a:lstStyle/>
                    <a:p>
                      <a:pPr>
                        <a:buNone/>
                      </a:pPr>
                      <a:r>
                        <a:rPr lang="en-NL" dirty="0"/>
                        <a:t>+5.516540e-2</a:t>
                      </a:r>
                    </a:p>
                  </a:txBody>
                  <a:tcPr anchor="ctr"/>
                </a:tc>
                <a:extLst>
                  <a:ext uri="{0D108BD9-81ED-4DB2-BD59-A6C34878D82A}">
                    <a16:rowId xmlns:a16="http://schemas.microsoft.com/office/drawing/2014/main" val="1954032060"/>
                  </a:ext>
                </a:extLst>
              </a:tr>
            </a:tbl>
          </a:graphicData>
        </a:graphic>
      </p:graphicFrame>
    </p:spTree>
    <p:extLst>
      <p:ext uri="{BB962C8B-B14F-4D97-AF65-F5344CB8AC3E}">
        <p14:creationId xmlns:p14="http://schemas.microsoft.com/office/powerpoint/2010/main" val="13520693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5724D-8560-9CBD-1C33-336FC8BB790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F3EF7BB-A486-0E10-6FA7-14284EA257C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48D8055-6AD0-A9FA-82E3-B2E2625731D1}"/>
              </a:ext>
            </a:extLst>
          </p:cNvPr>
          <p:cNvPicPr>
            <a:picLocks noChangeAspect="1"/>
          </p:cNvPicPr>
          <p:nvPr/>
        </p:nvPicPr>
        <p:blipFill>
          <a:blip r:embed="rId3"/>
          <a:stretch>
            <a:fillRect/>
          </a:stretch>
        </p:blipFill>
        <p:spPr>
          <a:xfrm>
            <a:off x="7860" y="0"/>
            <a:ext cx="12176280" cy="6858000"/>
          </a:xfrm>
          <a:prstGeom prst="rect">
            <a:avLst/>
          </a:prstGeom>
        </p:spPr>
      </p:pic>
    </p:spTree>
    <p:extLst>
      <p:ext uri="{BB962C8B-B14F-4D97-AF65-F5344CB8AC3E}">
        <p14:creationId xmlns:p14="http://schemas.microsoft.com/office/powerpoint/2010/main" val="24494901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C78A-94F7-45E2-D2B3-104F28C4B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D01C3-79AF-2B42-41C9-D7F740813575}"/>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DFF44B0A-6064-F8E8-A1AE-BCF18CA55C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CE2DCB4-7D0F-42B6-4D67-29DF3EEB03C5}"/>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34572495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AA70-BB3B-52D1-B636-29BAB0D935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1FB03-34D8-AD30-914B-1FD75FD90E0C}"/>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092D90CC-97F5-787E-051E-904F3868A28F}"/>
              </a:ext>
            </a:extLst>
          </p:cNvPr>
          <p:cNvPicPr>
            <a:picLocks noChangeAspect="1"/>
          </p:cNvPicPr>
          <p:nvPr/>
        </p:nvPicPr>
        <p:blipFill>
          <a:blip r:embed="rId3"/>
          <a:srcRect b="1296"/>
          <a:stretch>
            <a:fillRect/>
          </a:stretch>
        </p:blipFill>
        <p:spPr>
          <a:xfrm>
            <a:off x="4729691" y="0"/>
            <a:ext cx="7462309" cy="6769100"/>
          </a:xfrm>
          <a:prstGeom prst="rect">
            <a:avLst/>
          </a:prstGeom>
        </p:spPr>
      </p:pic>
    </p:spTree>
    <p:extLst>
      <p:ext uri="{BB962C8B-B14F-4D97-AF65-F5344CB8AC3E}">
        <p14:creationId xmlns:p14="http://schemas.microsoft.com/office/powerpoint/2010/main" val="8920909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8246-C4A8-9062-0A72-16B6FCF6876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A9A8837-1F20-D8D7-1AF3-25CDAA4EBC3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FC8CF5F-17B5-A9CB-110A-1F60961C0BA0}"/>
              </a:ext>
            </a:extLst>
          </p:cNvPr>
          <p:cNvPicPr>
            <a:picLocks noChangeAspect="1"/>
          </p:cNvPicPr>
          <p:nvPr/>
        </p:nvPicPr>
        <p:blipFill>
          <a:blip r:embed="rId2"/>
          <a:stretch>
            <a:fillRect/>
          </a:stretch>
        </p:blipFill>
        <p:spPr>
          <a:xfrm>
            <a:off x="0" y="-43730"/>
            <a:ext cx="12192000" cy="6822088"/>
          </a:xfrm>
          <a:prstGeom prst="rect">
            <a:avLst/>
          </a:prstGeom>
        </p:spPr>
      </p:pic>
    </p:spTree>
    <p:extLst>
      <p:ext uri="{BB962C8B-B14F-4D97-AF65-F5344CB8AC3E}">
        <p14:creationId xmlns:p14="http://schemas.microsoft.com/office/powerpoint/2010/main" val="7365858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A2D1-CE74-3EE0-4CC7-58B715C179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844965A-A941-1636-9F26-0CB392D12DD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850D763-4FD3-2E0C-7A48-7176452920F0}"/>
              </a:ext>
            </a:extLst>
          </p:cNvPr>
          <p:cNvPicPr>
            <a:picLocks noChangeAspect="1"/>
          </p:cNvPicPr>
          <p:nvPr/>
        </p:nvPicPr>
        <p:blipFill>
          <a:blip r:embed="rId3"/>
          <a:stretch>
            <a:fillRect/>
          </a:stretch>
        </p:blipFill>
        <p:spPr>
          <a:xfrm>
            <a:off x="0" y="0"/>
            <a:ext cx="12192000" cy="6764054"/>
          </a:xfrm>
          <a:prstGeom prst="rect">
            <a:avLst/>
          </a:prstGeom>
        </p:spPr>
      </p:pic>
    </p:spTree>
    <p:extLst>
      <p:ext uri="{BB962C8B-B14F-4D97-AF65-F5344CB8AC3E}">
        <p14:creationId xmlns:p14="http://schemas.microsoft.com/office/powerpoint/2010/main" val="8339484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D43C-BB12-21E6-BFC9-B8CE02316A5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82FD55-F637-84B8-84AC-A033EA1750A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D36062-F797-466F-AA81-27736C83CFCF}"/>
              </a:ext>
            </a:extLst>
          </p:cNvPr>
          <p:cNvPicPr>
            <a:picLocks noChangeAspect="1"/>
          </p:cNvPicPr>
          <p:nvPr/>
        </p:nvPicPr>
        <p:blipFill>
          <a:blip r:embed="rId2"/>
          <a:stretch>
            <a:fillRect/>
          </a:stretch>
        </p:blipFill>
        <p:spPr>
          <a:xfrm>
            <a:off x="0" y="0"/>
            <a:ext cx="12192000" cy="6680548"/>
          </a:xfrm>
          <a:prstGeom prst="rect">
            <a:avLst/>
          </a:prstGeom>
        </p:spPr>
      </p:pic>
    </p:spTree>
    <p:extLst>
      <p:ext uri="{BB962C8B-B14F-4D97-AF65-F5344CB8AC3E}">
        <p14:creationId xmlns:p14="http://schemas.microsoft.com/office/powerpoint/2010/main" val="26661028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11D4F-59F5-DA84-E3A8-A090C765C53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98EE7FB-33E4-780F-0874-1FB3887CF33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EBEBA86-532E-B4F0-711D-A56BE7551B08}"/>
              </a:ext>
            </a:extLst>
          </p:cNvPr>
          <p:cNvPicPr>
            <a:picLocks noChangeAspect="1"/>
          </p:cNvPicPr>
          <p:nvPr/>
        </p:nvPicPr>
        <p:blipFill>
          <a:blip r:embed="rId2"/>
          <a:stretch>
            <a:fillRect/>
          </a:stretch>
        </p:blipFill>
        <p:spPr>
          <a:xfrm>
            <a:off x="0" y="990600"/>
            <a:ext cx="12192000" cy="4876800"/>
          </a:xfrm>
          <a:prstGeom prst="rect">
            <a:avLst/>
          </a:prstGeom>
        </p:spPr>
      </p:pic>
    </p:spTree>
    <p:extLst>
      <p:ext uri="{BB962C8B-B14F-4D97-AF65-F5344CB8AC3E}">
        <p14:creationId xmlns:p14="http://schemas.microsoft.com/office/powerpoint/2010/main" val="32817685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F811-95E9-9BCF-8908-D11FBE267C7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5A00A96-9EB7-177F-2FC2-6F6A2CD4CF3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A6123B4-18AE-562C-2E7B-2EBF5D117A83}"/>
              </a:ext>
            </a:extLst>
          </p:cNvPr>
          <p:cNvPicPr>
            <a:picLocks noChangeAspect="1"/>
          </p:cNvPicPr>
          <p:nvPr/>
        </p:nvPicPr>
        <p:blipFill>
          <a:blip r:embed="rId2"/>
          <a:stretch>
            <a:fillRect/>
          </a:stretch>
        </p:blipFill>
        <p:spPr>
          <a:xfrm>
            <a:off x="0" y="768927"/>
            <a:ext cx="12192000" cy="5320145"/>
          </a:xfrm>
          <a:prstGeom prst="rect">
            <a:avLst/>
          </a:prstGeom>
        </p:spPr>
      </p:pic>
    </p:spTree>
    <p:extLst>
      <p:ext uri="{BB962C8B-B14F-4D97-AF65-F5344CB8AC3E}">
        <p14:creationId xmlns:p14="http://schemas.microsoft.com/office/powerpoint/2010/main" val="35681695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3808-61B8-AD1E-9435-9732EB19D95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CC07030-7A89-93BE-B8A0-5581B229205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6552856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70B9-9A63-9C32-D59A-539EAFFE8CA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7600711-4030-2B88-829B-5E491F92A3B6}"/>
              </a:ext>
            </a:extLst>
          </p:cNvPr>
          <p:cNvSpPr>
            <a:spLocks noGrp="1"/>
          </p:cNvSpPr>
          <p:nvPr>
            <p:ph idx="1"/>
          </p:nvPr>
        </p:nvSpPr>
        <p:spPr/>
        <p:txBody>
          <a:bodyPr/>
          <a:lstStyle/>
          <a:p>
            <a:r>
              <a:rPr lang="en-US" dirty="0"/>
              <a:t>Your X and Y rows carry genuine poles at exactly 1 (the rigid-body double integrators, D-118). So any constant force the ANN injects gets integrated twice and appears as a quadratically growing position offset. Lengthening the window makes the loss see that offset, but it does not remove the mechanism that produces it. You would be using a 2x more expensive objective to apply pressure against something you can constrain directly.</a:t>
            </a:r>
            <a:endParaRPr lang="en-NL" dirty="0"/>
          </a:p>
        </p:txBody>
      </p:sp>
      <p:sp>
        <p:nvSpPr>
          <p:cNvPr id="5" name="TextBox 4">
            <a:extLst>
              <a:ext uri="{FF2B5EF4-FFF2-40B4-BE49-F238E27FC236}">
                <a16:creationId xmlns:a16="http://schemas.microsoft.com/office/drawing/2014/main" id="{E2CC4CDF-8DEF-E4C1-173B-5D5002C77FA2}"/>
              </a:ext>
            </a:extLst>
          </p:cNvPr>
          <p:cNvSpPr txBox="1"/>
          <p:nvPr/>
        </p:nvSpPr>
        <p:spPr>
          <a:xfrm>
            <a:off x="12192000" y="0"/>
            <a:ext cx="6096000" cy="7571303"/>
          </a:xfrm>
          <a:prstGeom prst="rect">
            <a:avLst/>
          </a:prstGeom>
          <a:noFill/>
        </p:spPr>
        <p:txBody>
          <a:bodyPr wrap="square">
            <a:spAutoFit/>
          </a:bodyPr>
          <a:lstStyle/>
          <a:p>
            <a:r>
              <a:rPr lang="en-NL" dirty="0"/>
              <a:t>Your X and Y rows carry genuine poles at exactly 1 (the rigid-body double integrators, D-118). So any constant force the ANN injects gets integrated twice and appears as a quadratically growing position offset. Lengthening the window makes the loss see that offset, but it does not remove the mechanism that produces it. You would be using a 2x more expensive objective to apply pressure against something you can constrain </a:t>
            </a:r>
            <a:r>
              <a:rPr lang="en-NL" dirty="0" err="1"/>
              <a:t>directly.This</a:t>
            </a:r>
            <a:r>
              <a:rPr lang="en-NL" dirty="0"/>
              <a:t> is also the thread the project has already been down: the DC-accumulation work, gantry-zero-mean/v3_dc_birth_monitor.py, dC_boundedintegral_train.py, and the </a:t>
            </a:r>
            <a:r>
              <a:rPr lang="en-NL" dirty="0" err="1"/>
              <a:t>msd</a:t>
            </a:r>
            <a:r>
              <a:rPr lang="en-NL" dirty="0"/>
              <a:t>-offset mechanism doc all exist because of this failure </a:t>
            </a:r>
            <a:r>
              <a:rPr lang="en-NL" dirty="0" err="1"/>
              <a:t>mode.The</a:t>
            </a:r>
            <a:r>
              <a:rPr lang="en-NL" dirty="0"/>
              <a:t> decisive diagnostic already exists, and it is one forward passD-168 specifies exactly this: decompose the in-window residual onto span{1}, span{1,t}, and span{1,t,t^2}, per window per channel. The shape of the offset tells you its source, and the two answers point in opposite </a:t>
            </a:r>
            <a:r>
              <a:rPr lang="en-NL" dirty="0" err="1"/>
              <a:t>directions:Residual</a:t>
            </a:r>
            <a:r>
              <a:rPr lang="en-NL" dirty="0"/>
              <a:t> shape: affine in </a:t>
            </a:r>
            <a:r>
              <a:rPr lang="en-NL" dirty="0" err="1"/>
              <a:t>tSource</a:t>
            </a:r>
            <a:r>
              <a:rPr lang="en-NL" dirty="0"/>
              <a:t>: encoder initial-state </a:t>
            </a:r>
            <a:r>
              <a:rPr lang="en-NL" dirty="0" err="1"/>
              <a:t>errorDoes</a:t>
            </a:r>
            <a:r>
              <a:rPr lang="en-NL" dirty="0"/>
              <a:t> a longer horizon help?: No. It is a per-window </a:t>
            </a:r>
            <a:r>
              <a:rPr lang="en-NL" dirty="0" err="1"/>
              <a:t>initerror</a:t>
            </a:r>
            <a:r>
              <a:rPr lang="en-NL" dirty="0"/>
              <a:t>. Longer windows amortise it over more samples, so </a:t>
            </a:r>
            <a:r>
              <a:rPr lang="en-NL" dirty="0" err="1"/>
              <a:t>itlooks</a:t>
            </a:r>
            <a:r>
              <a:rPr lang="en-NL" dirty="0"/>
              <a:t> better while nothing improved───────────────Residual shape: quadratic in </a:t>
            </a:r>
            <a:r>
              <a:rPr lang="en-NL" dirty="0" err="1"/>
              <a:t>tSource</a:t>
            </a:r>
            <a:r>
              <a:rPr lang="en-NL" dirty="0"/>
              <a:t>: constant force injected by the </a:t>
            </a:r>
            <a:r>
              <a:rPr lang="en-NL" dirty="0" err="1"/>
              <a:t>ANNDoes</a:t>
            </a:r>
            <a:r>
              <a:rPr lang="en-NL" dirty="0"/>
              <a:t> a longer h. The fix is </a:t>
            </a:r>
            <a:r>
              <a:rPr lang="en-NL" dirty="0" err="1"/>
              <a:t>azero</a:t>
            </a:r>
            <a:r>
              <a:rPr lang="en-NL" dirty="0"/>
              <a:t>-mean or bounded-integral constraint on the </a:t>
            </a:r>
            <a:r>
              <a:rPr lang="en-NL" dirty="0" err="1"/>
              <a:t>injection,not</a:t>
            </a:r>
            <a:r>
              <a:rPr lang="en-NL" dirty="0"/>
              <a:t> more </a:t>
            </a:r>
            <a:r>
              <a:rPr lang="en-NL" dirty="0" err="1"/>
              <a:t>secondsIf</a:t>
            </a:r>
            <a:r>
              <a:rPr lang="en-NL" dirty="0"/>
              <a:t> the offset </a:t>
            </a:r>
            <a:r>
              <a:rPr lang="en-NL" dirty="0" err="1"/>
              <a:t>iproduce</a:t>
            </a:r>
            <a:r>
              <a:rPr lang="en-NL" dirty="0"/>
              <a:t> a </a:t>
            </a:r>
            <a:r>
              <a:rPr lang="en-NL" dirty="0" err="1"/>
              <a:t>lowerreported</a:t>
            </a:r>
            <a:r>
              <a:rPr lang="en-NL" dirty="0"/>
              <a:t> loss for the wrong reason and you would draw the wrong </a:t>
            </a:r>
            <a:r>
              <a:rPr lang="en-NL" dirty="0" err="1"/>
              <a:t>conclusioorth</a:t>
            </a:r>
            <a:r>
              <a:rPr lang="en-NL" dirty="0"/>
              <a:t> spending an hour to rule out.</a:t>
            </a:r>
          </a:p>
        </p:txBody>
      </p:sp>
    </p:spTree>
    <p:extLst>
      <p:ext uri="{BB962C8B-B14F-4D97-AF65-F5344CB8AC3E}">
        <p14:creationId xmlns:p14="http://schemas.microsoft.com/office/powerpoint/2010/main" val="33435189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B318B-9070-9A7E-1489-DDCD5B00629E}"/>
              </a:ext>
            </a:extLst>
          </p:cNvPr>
          <p:cNvSpPr>
            <a:spLocks noGrp="1"/>
          </p:cNvSpPr>
          <p:nvPr>
            <p:ph type="title"/>
          </p:nvPr>
        </p:nvSpPr>
        <p:spPr/>
        <p:txBody>
          <a:bodyPr>
            <a:normAutofit fontScale="90000"/>
          </a:bodyPr>
          <a:lstStyle/>
          <a:p>
            <a:r>
              <a:rPr lang="en-US" dirty="0"/>
              <a:t>Ook </a:t>
            </a:r>
            <a:r>
              <a:rPr lang="en-US" dirty="0" err="1"/>
              <a:t>benoemen</a:t>
            </a:r>
            <a:r>
              <a:rPr lang="en-US" dirty="0"/>
              <a:t> offset error, maar er </a:t>
            </a:r>
            <a:r>
              <a:rPr lang="en-US" dirty="0" err="1"/>
              <a:t>komt</a:t>
            </a:r>
            <a:r>
              <a:rPr lang="en-US" dirty="0"/>
              <a:t> </a:t>
            </a:r>
            <a:r>
              <a:rPr lang="en-US" dirty="0" err="1"/>
              <a:t>nog</a:t>
            </a:r>
            <a:r>
              <a:rPr lang="en-US" dirty="0"/>
              <a:t> steeds een offset </a:t>
            </a:r>
            <a:r>
              <a:rPr lang="en-US" dirty="0" err="1"/>
              <a:t>en</a:t>
            </a:r>
            <a:r>
              <a:rPr lang="en-US" dirty="0"/>
              <a:t> </a:t>
            </a:r>
            <a:r>
              <a:rPr lang="en-US" dirty="0" err="1"/>
              <a:t>nog</a:t>
            </a:r>
            <a:r>
              <a:rPr lang="en-US" dirty="0"/>
              <a:t> nooit </a:t>
            </a:r>
            <a:r>
              <a:rPr lang="en-US" dirty="0" err="1"/>
              <a:t>geleerd</a:t>
            </a:r>
            <a:r>
              <a:rPr lang="en-US" dirty="0"/>
              <a:t> in open loop </a:t>
            </a:r>
            <a:r>
              <a:rPr lang="en-US" dirty="0" err="1"/>
              <a:t>alleen</a:t>
            </a:r>
            <a:r>
              <a:rPr lang="en-US" dirty="0"/>
              <a:t> closed-loop</a:t>
            </a:r>
            <a:br>
              <a:rPr lang="en-US" dirty="0"/>
            </a:br>
            <a:r>
              <a:rPr lang="en-US" dirty="0"/>
              <a:t>maar mis </a:t>
            </a:r>
            <a:r>
              <a:rPr lang="en-US" dirty="0" err="1"/>
              <a:t>omdat</a:t>
            </a:r>
            <a:r>
              <a:rPr lang="en-US" dirty="0"/>
              <a:t> closed-loop problem surprised?</a:t>
            </a:r>
            <a:endParaRPr lang="en-NL" dirty="0"/>
          </a:p>
        </p:txBody>
      </p:sp>
      <p:sp>
        <p:nvSpPr>
          <p:cNvPr id="3" name="Content Placeholder 2">
            <a:extLst>
              <a:ext uri="{FF2B5EF4-FFF2-40B4-BE49-F238E27FC236}">
                <a16:creationId xmlns:a16="http://schemas.microsoft.com/office/drawing/2014/main" id="{C7AED6A7-2C7F-0844-835F-ACBC88FA31A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3221971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0602-41D6-2EE1-0389-E744536A29F6}"/>
              </a:ext>
            </a:extLst>
          </p:cNvPr>
          <p:cNvSpPr>
            <a:spLocks noGrp="1"/>
          </p:cNvSpPr>
          <p:nvPr>
            <p:ph type="title"/>
          </p:nvPr>
        </p:nvSpPr>
        <p:spPr/>
        <p:txBody>
          <a:bodyPr/>
          <a:lstStyle/>
          <a:p>
            <a:r>
              <a:rPr lang="en-US" dirty="0"/>
              <a:t>GPU speedup</a:t>
            </a:r>
            <a:endParaRPr lang="en-NL" dirty="0"/>
          </a:p>
        </p:txBody>
      </p:sp>
      <p:sp>
        <p:nvSpPr>
          <p:cNvPr id="3" name="Content Placeholder 2">
            <a:extLst>
              <a:ext uri="{FF2B5EF4-FFF2-40B4-BE49-F238E27FC236}">
                <a16:creationId xmlns:a16="http://schemas.microsoft.com/office/drawing/2014/main" id="{B288CBDB-A30B-5611-53FC-846139F75F08}"/>
              </a:ext>
            </a:extLst>
          </p:cNvPr>
          <p:cNvSpPr>
            <a:spLocks noGrp="1"/>
          </p:cNvSpPr>
          <p:nvPr>
            <p:ph idx="1"/>
          </p:nvPr>
        </p:nvSpPr>
        <p:spPr/>
        <p:txBody>
          <a:bodyPr>
            <a:normAutofit lnSpcReduction="10000"/>
          </a:bodyPr>
          <a:lstStyle/>
          <a:p>
            <a:r>
              <a:rPr lang="en-US" dirty="0"/>
              <a:t>The one-sentence version for your supervisors: the speedup is not from the GPU computing faster, it is from compilation removing per-operation dispatch overhead in a loop that was overhead-bound, plus a batch axis that is free once you are overhead-bound rather than compute-bound. The GPU matters only because CUDA graphs and Triton </a:t>
            </a:r>
            <a:r>
              <a:rPr lang="en-US" dirty="0" err="1"/>
              <a:t>codegen</a:t>
            </a:r>
            <a:r>
              <a:rPr lang="en-US" dirty="0"/>
              <a:t> exist there and not on the CPU.</a:t>
            </a:r>
          </a:p>
          <a:p>
            <a:r>
              <a:rPr lang="en-US" dirty="0"/>
              <a:t>eager mode every one of those 2404 operations is dispatched separately</a:t>
            </a:r>
          </a:p>
          <a:p>
            <a:pPr lvl="1"/>
            <a:r>
              <a:rPr lang="en-US" dirty="0"/>
              <a:t>So eager GPU cannot beat the CPU here, and your null result was the correct measurement of the correct thing. Your supervisors' claim about the type of calculation is also correct as stated: the arithmetic genuinely does not benefit.</a:t>
            </a:r>
            <a:endParaRPr lang="en-NL" dirty="0"/>
          </a:p>
        </p:txBody>
      </p:sp>
      <p:pic>
        <p:nvPicPr>
          <p:cNvPr id="5" name="Picture 4">
            <a:extLst>
              <a:ext uri="{FF2B5EF4-FFF2-40B4-BE49-F238E27FC236}">
                <a16:creationId xmlns:a16="http://schemas.microsoft.com/office/drawing/2014/main" id="{F89B2E32-7D6E-0AB9-6901-3D9D6E421161}"/>
              </a:ext>
            </a:extLst>
          </p:cNvPr>
          <p:cNvPicPr>
            <a:picLocks noChangeAspect="1"/>
          </p:cNvPicPr>
          <p:nvPr/>
        </p:nvPicPr>
        <p:blipFill>
          <a:blip r:embed="rId2"/>
          <a:stretch>
            <a:fillRect/>
          </a:stretch>
        </p:blipFill>
        <p:spPr>
          <a:xfrm>
            <a:off x="12436988" y="4100329"/>
            <a:ext cx="7630590" cy="3591426"/>
          </a:xfrm>
          <a:prstGeom prst="rect">
            <a:avLst/>
          </a:prstGeom>
        </p:spPr>
      </p:pic>
      <p:pic>
        <p:nvPicPr>
          <p:cNvPr id="7" name="Picture 6">
            <a:extLst>
              <a:ext uri="{FF2B5EF4-FFF2-40B4-BE49-F238E27FC236}">
                <a16:creationId xmlns:a16="http://schemas.microsoft.com/office/drawing/2014/main" id="{F0F7B210-B7E4-6099-0910-8647BBAEB24C}"/>
              </a:ext>
            </a:extLst>
          </p:cNvPr>
          <p:cNvPicPr>
            <a:picLocks noChangeAspect="1"/>
          </p:cNvPicPr>
          <p:nvPr/>
        </p:nvPicPr>
        <p:blipFill>
          <a:blip r:embed="rId3"/>
          <a:stretch>
            <a:fillRect/>
          </a:stretch>
        </p:blipFill>
        <p:spPr>
          <a:xfrm>
            <a:off x="1209909" y="6372254"/>
            <a:ext cx="9243861" cy="876376"/>
          </a:xfrm>
          <a:prstGeom prst="rect">
            <a:avLst/>
          </a:prstGeom>
        </p:spPr>
      </p:pic>
      <p:sp>
        <p:nvSpPr>
          <p:cNvPr id="9" name="TextBox 8">
            <a:extLst>
              <a:ext uri="{FF2B5EF4-FFF2-40B4-BE49-F238E27FC236}">
                <a16:creationId xmlns:a16="http://schemas.microsoft.com/office/drawing/2014/main" id="{E6387E0B-BA57-3660-C24F-990F95BAD264}"/>
              </a:ext>
            </a:extLst>
          </p:cNvPr>
          <p:cNvSpPr txBox="1"/>
          <p:nvPr/>
        </p:nvSpPr>
        <p:spPr>
          <a:xfrm>
            <a:off x="-2558128" y="6232967"/>
            <a:ext cx="6452886" cy="2031325"/>
          </a:xfrm>
          <a:prstGeom prst="rect">
            <a:avLst/>
          </a:prstGeom>
          <a:noFill/>
        </p:spPr>
        <p:txBody>
          <a:bodyPr wrap="square">
            <a:spAutoFit/>
          </a:bodyPr>
          <a:lstStyle/>
          <a:p>
            <a:r>
              <a:rPr lang="en-NL" dirty="0"/>
              <a:t>The one-sentence version for your supervisors: the speedup is not from the GPU computing faster, it is from compilation removing per-operation dispatch overhead in a loop that was overhead-bound, plus a batch axis that is free once you are overhead-bound rather than compute-bound. The GPU matters only because CUDA graphs and Triton </a:t>
            </a:r>
            <a:r>
              <a:rPr lang="en-NL" dirty="0" err="1"/>
              <a:t>codegen</a:t>
            </a:r>
            <a:r>
              <a:rPr lang="en-NL" dirty="0"/>
              <a:t> exist there and not on the CPU.</a:t>
            </a:r>
          </a:p>
        </p:txBody>
      </p:sp>
    </p:spTree>
    <p:extLst>
      <p:ext uri="{BB962C8B-B14F-4D97-AF65-F5344CB8AC3E}">
        <p14:creationId xmlns:p14="http://schemas.microsoft.com/office/powerpoint/2010/main" val="33930598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3667-6DFA-F7A8-7575-96B8BB416A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80236DB-7CAA-4101-F39E-A5C338D02479}"/>
              </a:ext>
            </a:extLst>
          </p:cNvPr>
          <p:cNvSpPr>
            <a:spLocks noGrp="1"/>
          </p:cNvSpPr>
          <p:nvPr>
            <p:ph idx="1"/>
          </p:nvPr>
        </p:nvSpPr>
        <p:spPr/>
        <p:txBody>
          <a:bodyPr/>
          <a:lstStyle/>
          <a:p>
            <a:r>
              <a:rPr lang="en-US" dirty="0"/>
              <a:t>1. The rate floor. At 4 kHz co-rate the exact-model floor is 8.4e-08 m. 1e-07 is 1.2x above it, so you are asking training to reach the </a:t>
            </a:r>
            <a:r>
              <a:rPr lang="en-US" dirty="0" err="1"/>
              <a:t>discretisation</a:t>
            </a:r>
            <a:r>
              <a:rPr lang="en-US" dirty="0"/>
              <a:t> limit of the sampling rate. That is not an </a:t>
            </a:r>
            <a:r>
              <a:rPr lang="en-US" dirty="0" err="1"/>
              <a:t>optimisation</a:t>
            </a:r>
            <a:r>
              <a:rPr lang="en-US" dirty="0"/>
              <a:t> problem you can solve with epochs.</a:t>
            </a:r>
            <a:endParaRPr lang="en-NL" dirty="0"/>
          </a:p>
        </p:txBody>
      </p:sp>
    </p:spTree>
    <p:extLst>
      <p:ext uri="{BB962C8B-B14F-4D97-AF65-F5344CB8AC3E}">
        <p14:creationId xmlns:p14="http://schemas.microsoft.com/office/powerpoint/2010/main" val="20379169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15A5-2570-4E8A-7D9F-69490EDA9BDF}"/>
              </a:ext>
            </a:extLst>
          </p:cNvPr>
          <p:cNvSpPr>
            <a:spLocks noGrp="1"/>
          </p:cNvSpPr>
          <p:nvPr>
            <p:ph type="title"/>
          </p:nvPr>
        </p:nvSpPr>
        <p:spPr/>
        <p:txBody>
          <a:bodyPr/>
          <a:lstStyle/>
          <a:p>
            <a:r>
              <a:rPr lang="en-US" dirty="0"/>
              <a:t>Cant learn open-loop. Closed-loop suppresses?</a:t>
            </a:r>
            <a:endParaRPr lang="en-NL" dirty="0"/>
          </a:p>
        </p:txBody>
      </p:sp>
      <p:sp>
        <p:nvSpPr>
          <p:cNvPr id="3" name="Content Placeholder 2">
            <a:extLst>
              <a:ext uri="{FF2B5EF4-FFF2-40B4-BE49-F238E27FC236}">
                <a16:creationId xmlns:a16="http://schemas.microsoft.com/office/drawing/2014/main" id="{D2F23B32-DCC3-6B2E-6FBF-0FF47D4F24AE}"/>
              </a:ext>
            </a:extLst>
          </p:cNvPr>
          <p:cNvSpPr>
            <a:spLocks noGrp="1"/>
          </p:cNvSpPr>
          <p:nvPr>
            <p:ph idx="1"/>
          </p:nvPr>
        </p:nvSpPr>
        <p:spPr/>
        <p:txBody>
          <a:bodyPr/>
          <a:lstStyle/>
          <a:p>
            <a:r>
              <a:rPr lang="en-US" dirty="0"/>
              <a:t>Closed-loop training degrades open-loop performance</a:t>
            </a:r>
          </a:p>
          <a:p>
            <a:r>
              <a:rPr lang="en-US" dirty="0"/>
              <a:t>Same for </a:t>
            </a:r>
            <a:r>
              <a:rPr lang="en-US" dirty="0" err="1"/>
              <a:t>kessels</a:t>
            </a:r>
            <a:r>
              <a:rPr lang="en-US" dirty="0"/>
              <a:t> paper</a:t>
            </a:r>
          </a:p>
          <a:p>
            <a:r>
              <a:rPr lang="en-US" dirty="0"/>
              <a:t>ASMPT is fine with closed-loop</a:t>
            </a:r>
            <a:endParaRPr lang="en-NL" dirty="0"/>
          </a:p>
        </p:txBody>
      </p:sp>
    </p:spTree>
    <p:extLst>
      <p:ext uri="{BB962C8B-B14F-4D97-AF65-F5344CB8AC3E}">
        <p14:creationId xmlns:p14="http://schemas.microsoft.com/office/powerpoint/2010/main" val="2967210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1201-89FB-12AD-B7AE-8BE23C8CDC8B}"/>
              </a:ext>
            </a:extLst>
          </p:cNvPr>
          <p:cNvSpPr>
            <a:spLocks noGrp="1"/>
          </p:cNvSpPr>
          <p:nvPr>
            <p:ph type="title"/>
          </p:nvPr>
        </p:nvSpPr>
        <p:spPr/>
        <p:txBody>
          <a:bodyPr>
            <a:normAutofit fontScale="90000"/>
          </a:bodyPr>
          <a:lstStyle/>
          <a:p>
            <a:r>
              <a:rPr lang="en-US" dirty="0" err="1"/>
              <a:t>Grotere</a:t>
            </a:r>
            <a:r>
              <a:rPr lang="en-US" dirty="0"/>
              <a:t> error</a:t>
            </a:r>
            <a:br>
              <a:rPr lang="en-US" dirty="0"/>
            </a:br>
            <a:r>
              <a:rPr lang="en-US" dirty="0" err="1"/>
              <a:t>complexere</a:t>
            </a:r>
            <a:r>
              <a:rPr lang="en-US" dirty="0"/>
              <a:t> error</a:t>
            </a:r>
            <a:br>
              <a:rPr lang="en-US" dirty="0"/>
            </a:br>
            <a:r>
              <a:rPr lang="en-US" dirty="0" err="1"/>
              <a:t>misschien</a:t>
            </a:r>
            <a:r>
              <a:rPr lang="en-US" dirty="0"/>
              <a:t> cubic spring?</a:t>
            </a:r>
            <a:endParaRPr lang="en-NL" dirty="0"/>
          </a:p>
        </p:txBody>
      </p:sp>
      <p:sp>
        <p:nvSpPr>
          <p:cNvPr id="3" name="Content Placeholder 2">
            <a:extLst>
              <a:ext uri="{FF2B5EF4-FFF2-40B4-BE49-F238E27FC236}">
                <a16:creationId xmlns:a16="http://schemas.microsoft.com/office/drawing/2014/main" id="{B15FD2A0-0A1A-4C24-F043-5A5B3D6996B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876495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BD86-9C1C-2B4D-698B-157336D41DA1}"/>
              </a:ext>
            </a:extLst>
          </p:cNvPr>
          <p:cNvSpPr>
            <a:spLocks noGrp="1"/>
          </p:cNvSpPr>
          <p:nvPr>
            <p:ph type="title"/>
          </p:nvPr>
        </p:nvSpPr>
        <p:spPr/>
        <p:txBody>
          <a:bodyPr/>
          <a:lstStyle/>
          <a:p>
            <a:r>
              <a:rPr lang="en-US" dirty="0" err="1"/>
              <a:t>Kijken</a:t>
            </a:r>
            <a:r>
              <a:rPr lang="en-US" dirty="0"/>
              <a:t> open-loop </a:t>
            </a:r>
            <a:r>
              <a:rPr lang="en-US" dirty="0" err="1"/>
              <a:t>grotere</a:t>
            </a:r>
            <a:r>
              <a:rPr lang="en-US" dirty="0"/>
              <a:t> window?</a:t>
            </a:r>
            <a:endParaRPr lang="en-NL" dirty="0"/>
          </a:p>
        </p:txBody>
      </p:sp>
      <p:sp>
        <p:nvSpPr>
          <p:cNvPr id="3" name="Content Placeholder 2">
            <a:extLst>
              <a:ext uri="{FF2B5EF4-FFF2-40B4-BE49-F238E27FC236}">
                <a16:creationId xmlns:a16="http://schemas.microsoft.com/office/drawing/2014/main" id="{AD6CBC41-A5E6-406A-6836-08200049FBC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64100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FE031-1D3D-BA27-3652-AAE2097D64F8}"/>
              </a:ext>
            </a:extLst>
          </p:cNvPr>
          <p:cNvSpPr>
            <a:spLocks noGrp="1"/>
          </p:cNvSpPr>
          <p:nvPr>
            <p:ph type="title"/>
          </p:nvPr>
        </p:nvSpPr>
        <p:spPr/>
        <p:txBody>
          <a:bodyPr/>
          <a:lstStyle/>
          <a:p>
            <a:r>
              <a:rPr lang="en-US" dirty="0"/>
              <a:t>Hoe </a:t>
            </a:r>
            <a:r>
              <a:rPr lang="en-US" dirty="0" err="1"/>
              <a:t>nuttig</a:t>
            </a:r>
            <a:r>
              <a:rPr lang="en-US" dirty="0"/>
              <a:t> is </a:t>
            </a:r>
            <a:r>
              <a:rPr lang="en-US" dirty="0" err="1"/>
              <a:t>deze</a:t>
            </a:r>
            <a:r>
              <a:rPr lang="en-US" dirty="0"/>
              <a:t> paper?</a:t>
            </a:r>
            <a:endParaRPr lang="en-NL" dirty="0"/>
          </a:p>
        </p:txBody>
      </p:sp>
      <p:sp>
        <p:nvSpPr>
          <p:cNvPr id="3" name="Content Placeholder 2">
            <a:extLst>
              <a:ext uri="{FF2B5EF4-FFF2-40B4-BE49-F238E27FC236}">
                <a16:creationId xmlns:a16="http://schemas.microsoft.com/office/drawing/2014/main" id="{66E7D5AD-A828-1E37-BCAB-315CC9C80442}"/>
              </a:ext>
            </a:extLst>
          </p:cNvPr>
          <p:cNvSpPr>
            <a:spLocks noGrp="1"/>
          </p:cNvSpPr>
          <p:nvPr>
            <p:ph idx="1"/>
          </p:nvPr>
        </p:nvSpPr>
        <p:spPr/>
        <p:txBody>
          <a:bodyPr/>
          <a:lstStyle/>
          <a:p>
            <a:r>
              <a:rPr lang="en-NL" dirty="0"/>
              <a:t>On the normalization of </a:t>
            </a:r>
            <a:r>
              <a:rPr lang="en-NL" dirty="0" err="1"/>
              <a:t>gray</a:t>
            </a:r>
            <a:r>
              <a:rPr lang="en-NL" dirty="0"/>
              <a:t>-box state-space neural networks</a:t>
            </a:r>
          </a:p>
          <a:p>
            <a:br>
              <a:rPr lang="en-US" dirty="0"/>
            </a:br>
            <a:r>
              <a:rPr lang="en-US" dirty="0"/>
              <a:t>https://www-sciencedirect-com.dianus.libr.tue.nl/science/article/pii/S0005109825005552</a:t>
            </a:r>
            <a:endParaRPr lang="en-NL" dirty="0"/>
          </a:p>
        </p:txBody>
      </p:sp>
    </p:spTree>
    <p:extLst>
      <p:ext uri="{BB962C8B-B14F-4D97-AF65-F5344CB8AC3E}">
        <p14:creationId xmlns:p14="http://schemas.microsoft.com/office/powerpoint/2010/main" val="34840963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B6660-2B31-2F13-50D1-34A516702597}"/>
              </a:ext>
            </a:extLst>
          </p:cNvPr>
          <p:cNvSpPr>
            <a:spLocks noGrp="1"/>
          </p:cNvSpPr>
          <p:nvPr>
            <p:ph type="title"/>
          </p:nvPr>
        </p:nvSpPr>
        <p:spPr/>
        <p:txBody>
          <a:bodyPr/>
          <a:lstStyle/>
          <a:p>
            <a:r>
              <a:rPr lang="en-US" dirty="0"/>
              <a:t>Orthogonality papers</a:t>
            </a:r>
            <a:endParaRPr lang="en-NL" dirty="0"/>
          </a:p>
        </p:txBody>
      </p:sp>
      <p:sp>
        <p:nvSpPr>
          <p:cNvPr id="3" name="Content Placeholder 2">
            <a:extLst>
              <a:ext uri="{FF2B5EF4-FFF2-40B4-BE49-F238E27FC236}">
                <a16:creationId xmlns:a16="http://schemas.microsoft.com/office/drawing/2014/main" id="{934FF9FE-27EC-A2EE-7102-55674C829F0F}"/>
              </a:ext>
            </a:extLst>
          </p:cNvPr>
          <p:cNvSpPr>
            <a:spLocks noGrp="1"/>
          </p:cNvSpPr>
          <p:nvPr>
            <p:ph idx="1"/>
          </p:nvPr>
        </p:nvSpPr>
        <p:spPr/>
        <p:txBody>
          <a:bodyPr/>
          <a:lstStyle/>
          <a:p>
            <a:r>
              <a:rPr lang="en-US" dirty="0"/>
              <a:t>Exact title, and it differs by version:- Published: "</a:t>
            </a:r>
            <a:r>
              <a:rPr lang="en-US" dirty="0" err="1"/>
              <a:t>Regularised</a:t>
            </a:r>
            <a:r>
              <a:rPr lang="en-US" dirty="0"/>
              <a:t> orthogonal machine learning for nonlinear semiparametric models", Econometrics J. 25(2):233-255, 2022- </a:t>
            </a:r>
            <a:r>
              <a:rPr lang="en-US" dirty="0" err="1"/>
              <a:t>arXiv</a:t>
            </a:r>
            <a:r>
              <a:rPr lang="en-US" dirty="0"/>
              <a:t>: "Regularized Orthogonal Machine Learning for Nonlinear Semiparametric Models"</a:t>
            </a:r>
            <a:endParaRPr lang="en-NL" dirty="0"/>
          </a:p>
        </p:txBody>
      </p:sp>
    </p:spTree>
    <p:extLst>
      <p:ext uri="{BB962C8B-B14F-4D97-AF65-F5344CB8AC3E}">
        <p14:creationId xmlns:p14="http://schemas.microsoft.com/office/powerpoint/2010/main" val="13052018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14986-8310-F7C7-F253-3DD8F6B21A23}"/>
              </a:ext>
            </a:extLst>
          </p:cNvPr>
          <p:cNvSpPr>
            <a:spLocks noGrp="1"/>
          </p:cNvSpPr>
          <p:nvPr>
            <p:ph type="title"/>
          </p:nvPr>
        </p:nvSpPr>
        <p:spPr/>
        <p:txBody>
          <a:bodyPr/>
          <a:lstStyle/>
          <a:p>
            <a:r>
              <a:rPr lang="en-US" dirty="0"/>
              <a:t>Earlier issue additional states not learning</a:t>
            </a:r>
            <a:endParaRPr lang="en-NL" dirty="0"/>
          </a:p>
        </p:txBody>
      </p:sp>
      <p:sp>
        <p:nvSpPr>
          <p:cNvPr id="3" name="Content Placeholder 2">
            <a:extLst>
              <a:ext uri="{FF2B5EF4-FFF2-40B4-BE49-F238E27FC236}">
                <a16:creationId xmlns:a16="http://schemas.microsoft.com/office/drawing/2014/main" id="{EBAC995B-ABDF-D143-FAEC-C66D3243B637}"/>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24756829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EDB0-7347-1422-8C52-E204D80DE4B8}"/>
              </a:ext>
            </a:extLst>
          </p:cNvPr>
          <p:cNvSpPr>
            <a:spLocks noGrp="1"/>
          </p:cNvSpPr>
          <p:nvPr>
            <p:ph type="title"/>
          </p:nvPr>
        </p:nvSpPr>
        <p:spPr/>
        <p:txBody>
          <a:bodyPr>
            <a:normAutofit fontScale="90000"/>
          </a:bodyPr>
          <a:lstStyle/>
          <a:p>
            <a:r>
              <a:rPr lang="en-US" dirty="0"/>
              <a:t>how does </a:t>
            </a:r>
            <a:r>
              <a:rPr lang="en-US" dirty="0" err="1"/>
              <a:t>jan</a:t>
            </a:r>
            <a:r>
              <a:rPr lang="en-US" dirty="0"/>
              <a:t> </a:t>
            </a:r>
            <a:r>
              <a:rPr lang="en-US" dirty="0" err="1"/>
              <a:t>hoekstra</a:t>
            </a:r>
            <a:r>
              <a:rPr lang="en-US" dirty="0"/>
              <a:t> in his paper check that the augmentation for the additional states worked? can you check this for me.</a:t>
            </a:r>
            <a:endParaRPr lang="en-NL" dirty="0"/>
          </a:p>
        </p:txBody>
      </p:sp>
      <p:sp>
        <p:nvSpPr>
          <p:cNvPr id="3" name="Content Placeholder 2">
            <a:extLst>
              <a:ext uri="{FF2B5EF4-FFF2-40B4-BE49-F238E27FC236}">
                <a16:creationId xmlns:a16="http://schemas.microsoft.com/office/drawing/2014/main" id="{5FC87D8F-766E-0649-FEEB-BD95ABAE4318}"/>
              </a:ext>
            </a:extLst>
          </p:cNvPr>
          <p:cNvSpPr>
            <a:spLocks noGrp="1"/>
          </p:cNvSpPr>
          <p:nvPr>
            <p:ph idx="1"/>
          </p:nvPr>
        </p:nvSpPr>
        <p:spPr/>
        <p:txBody>
          <a:bodyPr/>
          <a:lstStyle/>
          <a:p>
            <a:r>
              <a:rPr lang="en-US" dirty="0"/>
              <a:t>4. The closest thing to your question, and it is a magnitude comparison, not a correctness one (Figs. 6, 8). He plots the baseline states x̂ against the learning component's output </a:t>
            </a:r>
            <a:r>
              <a:rPr lang="en-US" dirty="0" err="1"/>
              <a:t>φ_aug</a:t>
            </a:r>
            <a:r>
              <a:rPr lang="en-US" dirty="0"/>
              <a:t> for every state. On the baseline states x1..x4 the learned contribution is small; on the added states x5, x6 the signal is entirely the learning component. His conclusion: "the learning components are augmenting the baseline model ... and not replacing the baseline model with their own dynamics. Therefore, we have obtained an accurate model whose dominant behavior is given by an interpretable baseline model."</a:t>
            </a:r>
            <a:endParaRPr lang="en-NL" dirty="0"/>
          </a:p>
        </p:txBody>
      </p:sp>
    </p:spTree>
    <p:extLst>
      <p:ext uri="{BB962C8B-B14F-4D97-AF65-F5344CB8AC3E}">
        <p14:creationId xmlns:p14="http://schemas.microsoft.com/office/powerpoint/2010/main" val="89022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3304</TotalTime>
  <Words>3649</Words>
  <Application>Microsoft Office PowerPoint</Application>
  <PresentationFormat>Widescreen</PresentationFormat>
  <Paragraphs>288</Paragraphs>
  <Slides>77</Slides>
  <Notes>18</Notes>
  <HiddenSlides>14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Aptos</vt:lpstr>
      <vt:lpstr>Aptos Display</vt:lpstr>
      <vt:lpstr>Arial</vt:lpstr>
      <vt:lpstr>Wingdings</vt:lpstr>
      <vt:lpstr>Office Theme</vt:lpstr>
      <vt:lpstr>Meeting Outline</vt:lpstr>
      <vt:lpstr>PowerPoint Presentation</vt:lpstr>
      <vt:lpstr>Open-loop</vt:lpstr>
      <vt:lpstr>Closed-Loop  Controller</vt:lpstr>
      <vt:lpstr>PowerPoint Presentation</vt:lpstr>
      <vt:lpstr>PowerPoint Presentation</vt:lpstr>
      <vt:lpstr>Training in Closed-Loop</vt:lpstr>
      <vt:lpstr>PowerPoint Presentation</vt:lpstr>
      <vt:lpstr>PowerPoint Presentation</vt:lpstr>
      <vt:lpstr>PowerPoint Presentation</vt:lpstr>
      <vt:lpstr>PowerPoint Presentation</vt:lpstr>
      <vt:lpstr>PowerPoint Presentation</vt:lpstr>
      <vt:lpstr>PowerPoint Presentation</vt:lpstr>
      <vt:lpstr>Augmented states not learning</vt:lpstr>
      <vt:lpstr>PowerPoint Presentation</vt:lpstr>
      <vt:lpstr>PowerPoint Presentation</vt:lpstr>
      <vt:lpstr>PowerPoint Presentation</vt:lpstr>
      <vt:lpstr>System Error not big enough?</vt:lpstr>
      <vt:lpstr>PowerPoint Presentation</vt:lpstr>
      <vt:lpstr>Multisine mismatch</vt:lpstr>
      <vt:lpstr>PowerPoint Presentation</vt:lpstr>
      <vt:lpstr>PowerPoint Presentation</vt:lpstr>
      <vt:lpstr>PowerPoint Presentation</vt:lpstr>
      <vt:lpstr>Training in closed-loop degrades open-loop performance</vt:lpstr>
      <vt:lpstr>PowerPoint Presentation</vt:lpstr>
      <vt:lpstr>Trained in Closed-Loop</vt:lpstr>
      <vt:lpstr>Trained in Closed-Loop</vt:lpstr>
      <vt:lpstr>Question</vt:lpstr>
      <vt:lpstr>V1 replay signal closed-loop in open-loop </vt:lpstr>
      <vt:lpstr>GPU training</vt:lpstr>
      <vt:lpstr>PowerPoint Presentation</vt:lpstr>
      <vt:lpstr>PowerPoint Presentation</vt:lpstr>
      <vt:lpstr>PowerPoint Presentation</vt:lpstr>
      <vt:lpstr>PowerPoint Presentation</vt:lpstr>
      <vt:lpstr>PowerPoint Presentation</vt:lpstr>
      <vt:lpstr>Open-loop not learning</vt:lpstr>
      <vt:lpstr>Question</vt:lpstr>
      <vt:lpstr>GPU training</vt:lpstr>
      <vt:lpstr>Time window can’t reach </vt:lpstr>
      <vt:lpstr>Main Problem</vt:lpstr>
      <vt:lpstr>Down Sampling</vt:lpstr>
      <vt:lpstr>To do</vt:lpstr>
      <vt:lpstr>Baseline model</vt:lpstr>
      <vt:lpstr>PowerPoint Presentation</vt:lpstr>
      <vt:lpstr>Augmentation Overview</vt:lpstr>
      <vt:lpstr>Planning</vt:lpstr>
      <vt:lpstr>PowerPoint Presentation</vt:lpstr>
      <vt:lpstr>Downsampling</vt:lpstr>
      <vt:lpstr>Downsampling</vt:lpstr>
      <vt:lpstr>PowerPoint Presentation</vt:lpstr>
      <vt:lpstr>PowerPoint Presentation</vt:lpstr>
      <vt:lpstr>PowerPoint Presentation</vt:lpstr>
      <vt:lpstr>PowerPoint Presentation</vt:lpstr>
      <vt:lpstr>PowerPoint Presentation</vt:lpstr>
      <vt:lpstr>Augmentation Identified linear dynamics</vt:lpstr>
      <vt:lpstr>Identify poles of the residual System - Baseline model</vt:lpstr>
      <vt:lpstr>Identify poles of the residual System - Baseline model</vt:lpstr>
      <vt:lpstr>PowerPoint Presentation</vt:lpstr>
      <vt:lpstr>Augmentation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Ook benoemen offset error, maar er komt nog steeds een offset en nog nooit geleerd in open loop alleen closed-loop maar mis omdat closed-loop problem surprised?</vt:lpstr>
      <vt:lpstr>GPU speedup</vt:lpstr>
      <vt:lpstr>PowerPoint Presentation</vt:lpstr>
      <vt:lpstr>Cant learn open-loop. Closed-loop suppresses?</vt:lpstr>
      <vt:lpstr>Grotere error complexere error misschien cubic spring?</vt:lpstr>
      <vt:lpstr>Kijken open-loop grotere window?</vt:lpstr>
      <vt:lpstr>Hoe nuttig is deze paper?</vt:lpstr>
      <vt:lpstr>Orthogonality papers</vt:lpstr>
      <vt:lpstr>Earlier issue additional states not learning</vt:lpstr>
      <vt:lpstr>how does jan hoekstra in his paper check that the augmentation for the additional states worked? can you check this for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2026-08-31T06:29:31Z</dcterms:created>
  <dcterms:modified xsi:type="dcterms:W3CDTF">2026-09-02T13:55:53Z</dcterms:modified>
</cp:coreProperties>
</file>