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50"/>
  </p:notesMasterIdLst>
  <p:sldIdLst>
    <p:sldId id="257" r:id="rId2"/>
    <p:sldId id="258" r:id="rId3"/>
    <p:sldId id="457" r:id="rId4"/>
    <p:sldId id="468" r:id="rId5"/>
    <p:sldId id="409" r:id="rId6"/>
    <p:sldId id="410" r:id="rId7"/>
    <p:sldId id="469" r:id="rId8"/>
    <p:sldId id="471" r:id="rId9"/>
    <p:sldId id="464" r:id="rId10"/>
    <p:sldId id="472" r:id="rId11"/>
    <p:sldId id="463" r:id="rId12"/>
    <p:sldId id="473" r:id="rId13"/>
    <p:sldId id="474" r:id="rId14"/>
    <p:sldId id="476" r:id="rId15"/>
    <p:sldId id="477" r:id="rId16"/>
    <p:sldId id="478" r:id="rId17"/>
    <p:sldId id="480" r:id="rId18"/>
    <p:sldId id="479" r:id="rId19"/>
    <p:sldId id="265" r:id="rId20"/>
    <p:sldId id="266" r:id="rId21"/>
    <p:sldId id="267" r:id="rId22"/>
    <p:sldId id="268" r:id="rId23"/>
    <p:sldId id="270" r:id="rId24"/>
    <p:sldId id="272" r:id="rId25"/>
    <p:sldId id="273" r:id="rId26"/>
    <p:sldId id="274" r:id="rId27"/>
    <p:sldId id="271" r:id="rId28"/>
    <p:sldId id="260" r:id="rId29"/>
    <p:sldId id="269" r:id="rId30"/>
    <p:sldId id="261" r:id="rId31"/>
    <p:sldId id="475" r:id="rId32"/>
    <p:sldId id="481" r:id="rId33"/>
    <p:sldId id="482" r:id="rId34"/>
    <p:sldId id="483" r:id="rId35"/>
    <p:sldId id="490" r:id="rId36"/>
    <p:sldId id="492" r:id="rId37"/>
    <p:sldId id="491" r:id="rId38"/>
    <p:sldId id="493" r:id="rId39"/>
    <p:sldId id="494" r:id="rId40"/>
    <p:sldId id="495" r:id="rId41"/>
    <p:sldId id="496" r:id="rId42"/>
    <p:sldId id="497" r:id="rId43"/>
    <p:sldId id="484" r:id="rId44"/>
    <p:sldId id="485" r:id="rId45"/>
    <p:sldId id="486" r:id="rId46"/>
    <p:sldId id="487" r:id="rId47"/>
    <p:sldId id="488" r:id="rId48"/>
    <p:sldId id="489" r:id="rId49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CDBA09-08DF-4357-99C4-C794E837DCF1}" v="12" dt="2026-06-08T07:13:19.1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78935" autoAdjust="0"/>
  </p:normalViewPr>
  <p:slideViewPr>
    <p:cSldViewPr snapToGrid="0">
      <p:cViewPr varScale="1">
        <p:scale>
          <a:sx n="87" d="100"/>
          <a:sy n="87" d="100"/>
        </p:scale>
        <p:origin x="13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g, Dirk van den" userId="035ecb32-01d9-4b47-a105-eacf059a4647" providerId="ADAL" clId="{F7FF961E-CF96-44AC-93C2-93612F62D46D}"/>
    <pc:docChg chg="undo custSel addSld delSld modSld sldOrd">
      <pc:chgData name="Berg, Dirk van den" userId="035ecb32-01d9-4b47-a105-eacf059a4647" providerId="ADAL" clId="{F7FF961E-CF96-44AC-93C2-93612F62D46D}" dt="2026-06-08T07:14:43.451" v="2072" actId="20577"/>
      <pc:docMkLst>
        <pc:docMk/>
      </pc:docMkLst>
      <pc:sldChg chg="delSp modSp mod">
        <pc:chgData name="Berg, Dirk van den" userId="035ecb32-01d9-4b47-a105-eacf059a4647" providerId="ADAL" clId="{F7FF961E-CF96-44AC-93C2-93612F62D46D}" dt="2026-06-01T06:59:42.786" v="777" actId="6549"/>
        <pc:sldMkLst>
          <pc:docMk/>
          <pc:sldMk cId="2679595137" sldId="257"/>
        </pc:sldMkLst>
        <pc:spChg chg="mod">
          <ac:chgData name="Berg, Dirk van den" userId="035ecb32-01d9-4b47-a105-eacf059a4647" providerId="ADAL" clId="{F7FF961E-CF96-44AC-93C2-93612F62D46D}" dt="2026-06-01T06:55:56.595" v="724" actId="20577"/>
          <ac:spMkLst>
            <pc:docMk/>
            <pc:sldMk cId="2679595137" sldId="257"/>
            <ac:spMk id="2" creationId="{1CA58346-11EF-AF16-3F7E-D4AE642D6182}"/>
          </ac:spMkLst>
        </pc:spChg>
        <pc:spChg chg="mod">
          <ac:chgData name="Berg, Dirk van den" userId="035ecb32-01d9-4b47-a105-eacf059a4647" providerId="ADAL" clId="{F7FF961E-CF96-44AC-93C2-93612F62D46D}" dt="2026-06-01T06:59:42.786" v="777" actId="6549"/>
          <ac:spMkLst>
            <pc:docMk/>
            <pc:sldMk cId="2679595137" sldId="257"/>
            <ac:spMk id="3" creationId="{DAAEF679-3C39-E36C-B710-9B50CBAE487E}"/>
          </ac:spMkLst>
        </pc:spChg>
      </pc:sldChg>
      <pc:sldChg chg="delSp modSp mod">
        <pc:chgData name="Berg, Dirk van den" userId="035ecb32-01d9-4b47-a105-eacf059a4647" providerId="ADAL" clId="{F7FF961E-CF96-44AC-93C2-93612F62D46D}" dt="2026-06-01T07:48:38.071" v="1466" actId="20577"/>
        <pc:sldMkLst>
          <pc:docMk/>
          <pc:sldMk cId="1617226886" sldId="258"/>
        </pc:sldMkLst>
        <pc:spChg chg="mod">
          <ac:chgData name="Berg, Dirk van den" userId="035ecb32-01d9-4b47-a105-eacf059a4647" providerId="ADAL" clId="{F7FF961E-CF96-44AC-93C2-93612F62D46D}" dt="2026-06-01T07:48:38.071" v="1466" actId="20577"/>
          <ac:spMkLst>
            <pc:docMk/>
            <pc:sldMk cId="1617226886" sldId="258"/>
            <ac:spMk id="3" creationId="{1B16F991-22E1-98ED-FDA2-6483679AE450}"/>
          </ac:spMkLst>
        </pc:spChg>
      </pc:sldChg>
      <pc:sldChg chg="mod modShow">
        <pc:chgData name="Berg, Dirk van den" userId="035ecb32-01d9-4b47-a105-eacf059a4647" providerId="ADAL" clId="{F7FF961E-CF96-44AC-93C2-93612F62D46D}" dt="2026-06-01T07:50:54.836" v="1471" actId="729"/>
        <pc:sldMkLst>
          <pc:docMk/>
          <pc:sldMk cId="2175299465" sldId="260"/>
        </pc:sldMkLst>
      </pc:sldChg>
      <pc:sldChg chg="modSp mod">
        <pc:chgData name="Berg, Dirk van den" userId="035ecb32-01d9-4b47-a105-eacf059a4647" providerId="ADAL" clId="{F7FF961E-CF96-44AC-93C2-93612F62D46D}" dt="2026-06-01T07:14:13.287" v="1332" actId="20577"/>
        <pc:sldMkLst>
          <pc:docMk/>
          <pc:sldMk cId="4133975854" sldId="261"/>
        </pc:sldMkLst>
        <pc:spChg chg="mod">
          <ac:chgData name="Berg, Dirk van den" userId="035ecb32-01d9-4b47-a105-eacf059a4647" providerId="ADAL" clId="{F7FF961E-CF96-44AC-93C2-93612F62D46D}" dt="2026-06-01T07:14:13.287" v="1332" actId="20577"/>
          <ac:spMkLst>
            <pc:docMk/>
            <pc:sldMk cId="4133975854" sldId="261"/>
            <ac:spMk id="3" creationId="{78179DB8-2509-8E4F-14E4-B0B6B2FE756A}"/>
          </ac:spMkLst>
        </pc:spChg>
      </pc:sldChg>
      <pc:sldChg chg="modSp new mod modShow">
        <pc:chgData name="Berg, Dirk van den" userId="035ecb32-01d9-4b47-a105-eacf059a4647" providerId="ADAL" clId="{F7FF961E-CF96-44AC-93C2-93612F62D46D}" dt="2026-06-01T07:58:14.984" v="1548" actId="729"/>
        <pc:sldMkLst>
          <pc:docMk/>
          <pc:sldMk cId="2656203502" sldId="265"/>
        </pc:sldMkLst>
        <pc:spChg chg="mod">
          <ac:chgData name="Berg, Dirk van den" userId="035ecb32-01d9-4b47-a105-eacf059a4647" providerId="ADAL" clId="{F7FF961E-CF96-44AC-93C2-93612F62D46D}" dt="2026-05-31T12:32:42.490" v="199" actId="5793"/>
          <ac:spMkLst>
            <pc:docMk/>
            <pc:sldMk cId="2656203502" sldId="265"/>
            <ac:spMk id="3" creationId="{F708C72E-3F39-82FE-722E-9CEF72691EC6}"/>
          </ac:spMkLst>
        </pc:spChg>
      </pc:sldChg>
      <pc:sldChg chg="modSp new mod modShow">
        <pc:chgData name="Berg, Dirk van den" userId="035ecb32-01d9-4b47-a105-eacf059a4647" providerId="ADAL" clId="{F7FF961E-CF96-44AC-93C2-93612F62D46D}" dt="2026-06-01T07:58:14.984" v="1548" actId="729"/>
        <pc:sldMkLst>
          <pc:docMk/>
          <pc:sldMk cId="4060884155" sldId="266"/>
        </pc:sldMkLst>
        <pc:spChg chg="mod">
          <ac:chgData name="Berg, Dirk van den" userId="035ecb32-01d9-4b47-a105-eacf059a4647" providerId="ADAL" clId="{F7FF961E-CF96-44AC-93C2-93612F62D46D}" dt="2026-05-31T12:39:14.790" v="235" actId="20577"/>
          <ac:spMkLst>
            <pc:docMk/>
            <pc:sldMk cId="4060884155" sldId="266"/>
            <ac:spMk id="3" creationId="{BAE32992-3672-5A8F-DBDD-8969CACDDB35}"/>
          </ac:spMkLst>
        </pc:spChg>
      </pc:sldChg>
      <pc:sldChg chg="modSp new mod modShow">
        <pc:chgData name="Berg, Dirk van den" userId="035ecb32-01d9-4b47-a105-eacf059a4647" providerId="ADAL" clId="{F7FF961E-CF96-44AC-93C2-93612F62D46D}" dt="2026-06-01T07:51:29.531" v="1476" actId="729"/>
        <pc:sldMkLst>
          <pc:docMk/>
          <pc:sldMk cId="3581918075" sldId="267"/>
        </pc:sldMkLst>
        <pc:spChg chg="mod">
          <ac:chgData name="Berg, Dirk van den" userId="035ecb32-01d9-4b47-a105-eacf059a4647" providerId="ADAL" clId="{F7FF961E-CF96-44AC-93C2-93612F62D46D}" dt="2026-05-31T16:23:10.080" v="242" actId="27636"/>
          <ac:spMkLst>
            <pc:docMk/>
            <pc:sldMk cId="3581918075" sldId="267"/>
            <ac:spMk id="3" creationId="{83BA3772-A708-9004-94ED-AD9660EB3DA6}"/>
          </ac:spMkLst>
        </pc:spChg>
      </pc:sldChg>
      <pc:sldChg chg="modSp new mod modShow">
        <pc:chgData name="Berg, Dirk van den" userId="035ecb32-01d9-4b47-a105-eacf059a4647" providerId="ADAL" clId="{F7FF961E-CF96-44AC-93C2-93612F62D46D}" dt="2026-06-01T07:51:26.311" v="1475" actId="729"/>
        <pc:sldMkLst>
          <pc:docMk/>
          <pc:sldMk cId="8422073" sldId="268"/>
        </pc:sldMkLst>
        <pc:spChg chg="mod">
          <ac:chgData name="Berg, Dirk van den" userId="035ecb32-01d9-4b47-a105-eacf059a4647" providerId="ADAL" clId="{F7FF961E-CF96-44AC-93C2-93612F62D46D}" dt="2026-05-31T16:56:47.631" v="244"/>
          <ac:spMkLst>
            <pc:docMk/>
            <pc:sldMk cId="8422073" sldId="268"/>
            <ac:spMk id="3" creationId="{333792C3-B2E1-7E53-B510-3039BC1CEB2A}"/>
          </ac:spMkLst>
        </pc:spChg>
      </pc:sldChg>
      <pc:sldChg chg="modSp new mod modShow">
        <pc:chgData name="Berg, Dirk van den" userId="035ecb32-01d9-4b47-a105-eacf059a4647" providerId="ADAL" clId="{F7FF961E-CF96-44AC-93C2-93612F62D46D}" dt="2026-06-01T07:50:51.889" v="1470" actId="729"/>
        <pc:sldMkLst>
          <pc:docMk/>
          <pc:sldMk cId="2434104245" sldId="269"/>
        </pc:sldMkLst>
        <pc:spChg chg="mod">
          <ac:chgData name="Berg, Dirk van den" userId="035ecb32-01d9-4b47-a105-eacf059a4647" providerId="ADAL" clId="{F7FF961E-CF96-44AC-93C2-93612F62D46D}" dt="2026-05-31T17:46:25.277" v="285" actId="20577"/>
          <ac:spMkLst>
            <pc:docMk/>
            <pc:sldMk cId="2434104245" sldId="269"/>
            <ac:spMk id="2" creationId="{BCF055FC-892F-E27B-A32A-81B92A5D3854}"/>
          </ac:spMkLst>
        </pc:spChg>
        <pc:spChg chg="mod">
          <ac:chgData name="Berg, Dirk van den" userId="035ecb32-01d9-4b47-a105-eacf059a4647" providerId="ADAL" clId="{F7FF961E-CF96-44AC-93C2-93612F62D46D}" dt="2026-06-01T07:09:48.835" v="1187" actId="20577"/>
          <ac:spMkLst>
            <pc:docMk/>
            <pc:sldMk cId="2434104245" sldId="269"/>
            <ac:spMk id="3" creationId="{F7632E76-A473-BFD0-ABEB-75A49A7CDB23}"/>
          </ac:spMkLst>
        </pc:spChg>
      </pc:sldChg>
      <pc:sldChg chg="modSp new mod ord modShow">
        <pc:chgData name="Berg, Dirk van den" userId="035ecb32-01d9-4b47-a105-eacf059a4647" providerId="ADAL" clId="{F7FF961E-CF96-44AC-93C2-93612F62D46D}" dt="2026-06-01T07:51:26.311" v="1475" actId="729"/>
        <pc:sldMkLst>
          <pc:docMk/>
          <pc:sldMk cId="4253520138" sldId="270"/>
        </pc:sldMkLst>
        <pc:spChg chg="mod">
          <ac:chgData name="Berg, Dirk van den" userId="035ecb32-01d9-4b47-a105-eacf059a4647" providerId="ADAL" clId="{F7FF961E-CF96-44AC-93C2-93612F62D46D}" dt="2026-05-31T19:19:22.513" v="463"/>
          <ac:spMkLst>
            <pc:docMk/>
            <pc:sldMk cId="4253520138" sldId="270"/>
            <ac:spMk id="3" creationId="{E8209C9C-3DDB-2E88-2445-8210DAEDF4AE}"/>
          </ac:spMkLst>
        </pc:spChg>
      </pc:sldChg>
      <pc:sldChg chg="modSp new mod ord modShow">
        <pc:chgData name="Berg, Dirk van den" userId="035ecb32-01d9-4b47-a105-eacf059a4647" providerId="ADAL" clId="{F7FF961E-CF96-44AC-93C2-93612F62D46D}" dt="2026-06-01T07:50:58.439" v="1472" actId="729"/>
        <pc:sldMkLst>
          <pc:docMk/>
          <pc:sldMk cId="2973177290" sldId="271"/>
        </pc:sldMkLst>
        <pc:spChg chg="mod">
          <ac:chgData name="Berg, Dirk van den" userId="035ecb32-01d9-4b47-a105-eacf059a4647" providerId="ADAL" clId="{F7FF961E-CF96-44AC-93C2-93612F62D46D}" dt="2026-05-31T19:12:01.506" v="418" actId="20577"/>
          <ac:spMkLst>
            <pc:docMk/>
            <pc:sldMk cId="2973177290" sldId="271"/>
            <ac:spMk id="2" creationId="{5396D566-C799-71A5-2D6F-A20DB4ADA9DC}"/>
          </ac:spMkLst>
        </pc:spChg>
        <pc:spChg chg="mod">
          <ac:chgData name="Berg, Dirk van den" userId="035ecb32-01d9-4b47-a105-eacf059a4647" providerId="ADAL" clId="{F7FF961E-CF96-44AC-93C2-93612F62D46D}" dt="2026-05-31T19:12:14.740" v="460" actId="20577"/>
          <ac:spMkLst>
            <pc:docMk/>
            <pc:sldMk cId="2973177290" sldId="271"/>
            <ac:spMk id="3" creationId="{F7951994-1452-B87E-C0AF-41EE356B5A8A}"/>
          </ac:spMkLst>
        </pc:spChg>
      </pc:sldChg>
      <pc:sldChg chg="modSp new mod ord modShow">
        <pc:chgData name="Berg, Dirk van den" userId="035ecb32-01d9-4b47-a105-eacf059a4647" providerId="ADAL" clId="{F7FF961E-CF96-44AC-93C2-93612F62D46D}" dt="2026-06-01T07:51:26.311" v="1475" actId="729"/>
        <pc:sldMkLst>
          <pc:docMk/>
          <pc:sldMk cId="536872146" sldId="272"/>
        </pc:sldMkLst>
        <pc:spChg chg="mod">
          <ac:chgData name="Berg, Dirk van den" userId="035ecb32-01d9-4b47-a105-eacf059a4647" providerId="ADAL" clId="{F7FF961E-CF96-44AC-93C2-93612F62D46D}" dt="2026-05-31T19:20:40.412" v="575" actId="20577"/>
          <ac:spMkLst>
            <pc:docMk/>
            <pc:sldMk cId="536872146" sldId="272"/>
            <ac:spMk id="3" creationId="{8E1338A9-5DEF-8B7F-5618-9B9F3239FB56}"/>
          </ac:spMkLst>
        </pc:spChg>
      </pc:sldChg>
      <pc:sldChg chg="modSp new mod ord modShow">
        <pc:chgData name="Berg, Dirk van den" userId="035ecb32-01d9-4b47-a105-eacf059a4647" providerId="ADAL" clId="{F7FF961E-CF96-44AC-93C2-93612F62D46D}" dt="2026-06-01T07:51:26.311" v="1475" actId="729"/>
        <pc:sldMkLst>
          <pc:docMk/>
          <pc:sldMk cId="2391970750" sldId="273"/>
        </pc:sldMkLst>
        <pc:spChg chg="mod">
          <ac:chgData name="Berg, Dirk van den" userId="035ecb32-01d9-4b47-a105-eacf059a4647" providerId="ADAL" clId="{F7FF961E-CF96-44AC-93C2-93612F62D46D}" dt="2026-05-31T19:29:04.932" v="718" actId="20577"/>
          <ac:spMkLst>
            <pc:docMk/>
            <pc:sldMk cId="2391970750" sldId="273"/>
            <ac:spMk id="3" creationId="{7F9336B2-5576-433F-BA68-A42C39E4DBED}"/>
          </ac:spMkLst>
        </pc:spChg>
      </pc:sldChg>
      <pc:sldChg chg="addSp modSp new mod modShow">
        <pc:chgData name="Berg, Dirk van den" userId="035ecb32-01d9-4b47-a105-eacf059a4647" providerId="ADAL" clId="{F7FF961E-CF96-44AC-93C2-93612F62D46D}" dt="2026-06-01T07:51:08.121" v="1474" actId="1076"/>
        <pc:sldMkLst>
          <pc:docMk/>
          <pc:sldMk cId="3859296791" sldId="274"/>
        </pc:sldMkLst>
        <pc:spChg chg="add mod">
          <ac:chgData name="Berg, Dirk van den" userId="035ecb32-01d9-4b47-a105-eacf059a4647" providerId="ADAL" clId="{F7FF961E-CF96-44AC-93C2-93612F62D46D}" dt="2026-06-01T07:51:08.121" v="1474" actId="1076"/>
          <ac:spMkLst>
            <pc:docMk/>
            <pc:sldMk cId="3859296791" sldId="274"/>
            <ac:spMk id="7" creationId="{D785D40D-8FC4-DE28-0520-0399FEB640FC}"/>
          </ac:spMkLst>
        </pc:spChg>
        <pc:picChg chg="add mod">
          <ac:chgData name="Berg, Dirk van den" userId="035ecb32-01d9-4b47-a105-eacf059a4647" providerId="ADAL" clId="{F7FF961E-CF96-44AC-93C2-93612F62D46D}" dt="2026-05-31T19:49:33.893" v="723" actId="1076"/>
          <ac:picMkLst>
            <pc:docMk/>
            <pc:sldMk cId="3859296791" sldId="274"/>
            <ac:picMk id="5" creationId="{522484D1-BB88-9D69-691D-C1DAE924AFD3}"/>
          </ac:picMkLst>
        </pc:picChg>
      </pc:sldChg>
      <pc:sldChg chg="add">
        <pc:chgData name="Berg, Dirk van den" userId="035ecb32-01d9-4b47-a105-eacf059a4647" providerId="ADAL" clId="{F7FF961E-CF96-44AC-93C2-93612F62D46D}" dt="2026-06-01T06:56:36.594" v="726"/>
        <pc:sldMkLst>
          <pc:docMk/>
          <pc:sldMk cId="2112139329" sldId="409"/>
        </pc:sldMkLst>
      </pc:sldChg>
      <pc:sldChg chg="add">
        <pc:chgData name="Berg, Dirk van den" userId="035ecb32-01d9-4b47-a105-eacf059a4647" providerId="ADAL" clId="{F7FF961E-CF96-44AC-93C2-93612F62D46D}" dt="2026-06-01T06:56:36.594" v="726"/>
        <pc:sldMkLst>
          <pc:docMk/>
          <pc:sldMk cId="4127140620" sldId="410"/>
        </pc:sldMkLst>
      </pc:sldChg>
      <pc:sldChg chg="add">
        <pc:chgData name="Berg, Dirk van den" userId="035ecb32-01d9-4b47-a105-eacf059a4647" providerId="ADAL" clId="{F7FF961E-CF96-44AC-93C2-93612F62D46D}" dt="2026-06-01T06:56:36.594" v="726"/>
        <pc:sldMkLst>
          <pc:docMk/>
          <pc:sldMk cId="205556035" sldId="457"/>
        </pc:sldMkLst>
      </pc:sldChg>
      <pc:sldChg chg="add">
        <pc:chgData name="Berg, Dirk van den" userId="035ecb32-01d9-4b47-a105-eacf059a4647" providerId="ADAL" clId="{F7FF961E-CF96-44AC-93C2-93612F62D46D}" dt="2026-06-01T06:56:36.594" v="726"/>
        <pc:sldMkLst>
          <pc:docMk/>
          <pc:sldMk cId="4021438315" sldId="463"/>
        </pc:sldMkLst>
      </pc:sldChg>
      <pc:sldChg chg="add ord">
        <pc:chgData name="Berg, Dirk van den" userId="035ecb32-01d9-4b47-a105-eacf059a4647" providerId="ADAL" clId="{F7FF961E-CF96-44AC-93C2-93612F62D46D}" dt="2026-06-01T06:57:43.636" v="732"/>
        <pc:sldMkLst>
          <pc:docMk/>
          <pc:sldMk cId="3589465008" sldId="464"/>
        </pc:sldMkLst>
      </pc:sldChg>
      <pc:sldChg chg="add">
        <pc:chgData name="Berg, Dirk van den" userId="035ecb32-01d9-4b47-a105-eacf059a4647" providerId="ADAL" clId="{F7FF961E-CF96-44AC-93C2-93612F62D46D}" dt="2026-06-01T06:56:36.594" v="726"/>
        <pc:sldMkLst>
          <pc:docMk/>
          <pc:sldMk cId="1330280161" sldId="468"/>
        </pc:sldMkLst>
      </pc:sldChg>
      <pc:sldChg chg="add">
        <pc:chgData name="Berg, Dirk van den" userId="035ecb32-01d9-4b47-a105-eacf059a4647" providerId="ADAL" clId="{F7FF961E-CF96-44AC-93C2-93612F62D46D}" dt="2026-06-01T06:56:36.594" v="726"/>
        <pc:sldMkLst>
          <pc:docMk/>
          <pc:sldMk cId="827937325" sldId="469"/>
        </pc:sldMkLst>
      </pc:sldChg>
      <pc:sldChg chg="add ord">
        <pc:chgData name="Berg, Dirk van den" userId="035ecb32-01d9-4b47-a105-eacf059a4647" providerId="ADAL" clId="{F7FF961E-CF96-44AC-93C2-93612F62D46D}" dt="2026-06-01T06:57:53.810" v="735"/>
        <pc:sldMkLst>
          <pc:docMk/>
          <pc:sldMk cId="1033534742" sldId="471"/>
        </pc:sldMkLst>
      </pc:sldChg>
      <pc:sldChg chg="add">
        <pc:chgData name="Berg, Dirk van den" userId="035ecb32-01d9-4b47-a105-eacf059a4647" providerId="ADAL" clId="{F7FF961E-CF96-44AC-93C2-93612F62D46D}" dt="2026-06-01T06:57:37.147" v="727"/>
        <pc:sldMkLst>
          <pc:docMk/>
          <pc:sldMk cId="1604980028" sldId="472"/>
        </pc:sldMkLst>
      </pc:sldChg>
      <pc:sldChg chg="addSp new mod">
        <pc:chgData name="Berg, Dirk van den" userId="035ecb32-01d9-4b47-a105-eacf059a4647" providerId="ADAL" clId="{F7FF961E-CF96-44AC-93C2-93612F62D46D}" dt="2026-06-01T07:00:50.941" v="779" actId="22"/>
        <pc:sldMkLst>
          <pc:docMk/>
          <pc:sldMk cId="897497160" sldId="473"/>
        </pc:sldMkLst>
        <pc:picChg chg="add">
          <ac:chgData name="Berg, Dirk van den" userId="035ecb32-01d9-4b47-a105-eacf059a4647" providerId="ADAL" clId="{F7FF961E-CF96-44AC-93C2-93612F62D46D}" dt="2026-06-01T07:00:50.941" v="779" actId="22"/>
          <ac:picMkLst>
            <pc:docMk/>
            <pc:sldMk cId="897497160" sldId="473"/>
            <ac:picMk id="5" creationId="{E508EB5B-BE5B-4C46-CCC4-D19A13D022A1}"/>
          </ac:picMkLst>
        </pc:picChg>
      </pc:sldChg>
      <pc:sldChg chg="modSp new mod">
        <pc:chgData name="Berg, Dirk van den" userId="035ecb32-01d9-4b47-a105-eacf059a4647" providerId="ADAL" clId="{F7FF961E-CF96-44AC-93C2-93612F62D46D}" dt="2026-06-01T07:02:27.985" v="1052" actId="20577"/>
        <pc:sldMkLst>
          <pc:docMk/>
          <pc:sldMk cId="4160908475" sldId="474"/>
        </pc:sldMkLst>
        <pc:spChg chg="mod">
          <ac:chgData name="Berg, Dirk van den" userId="035ecb32-01d9-4b47-a105-eacf059a4647" providerId="ADAL" clId="{F7FF961E-CF96-44AC-93C2-93612F62D46D}" dt="2026-06-01T07:02:27.985" v="1052" actId="20577"/>
          <ac:spMkLst>
            <pc:docMk/>
            <pc:sldMk cId="4160908475" sldId="474"/>
            <ac:spMk id="3" creationId="{C9BA718F-9D2B-CB07-3CC5-3C89011878E8}"/>
          </ac:spMkLst>
        </pc:spChg>
      </pc:sldChg>
      <pc:sldChg chg="add">
        <pc:chgData name="Berg, Dirk van den" userId="035ecb32-01d9-4b47-a105-eacf059a4647" providerId="ADAL" clId="{F7FF961E-CF96-44AC-93C2-93612F62D46D}" dt="2026-06-01T07:09:31.568" v="1151"/>
        <pc:sldMkLst>
          <pc:docMk/>
          <pc:sldMk cId="2398275498" sldId="475"/>
        </pc:sldMkLst>
      </pc:sldChg>
      <pc:sldChg chg="modSp new mod">
        <pc:chgData name="Berg, Dirk van den" userId="035ecb32-01d9-4b47-a105-eacf059a4647" providerId="ADAL" clId="{F7FF961E-CF96-44AC-93C2-93612F62D46D}" dt="2026-06-01T07:47:19.476" v="1464"/>
        <pc:sldMkLst>
          <pc:docMk/>
          <pc:sldMk cId="1236637977" sldId="476"/>
        </pc:sldMkLst>
        <pc:spChg chg="mod">
          <ac:chgData name="Berg, Dirk van den" userId="035ecb32-01d9-4b47-a105-eacf059a4647" providerId="ADAL" clId="{F7FF961E-CF96-44AC-93C2-93612F62D46D}" dt="2026-06-01T07:40:01.012" v="1340" actId="20577"/>
          <ac:spMkLst>
            <pc:docMk/>
            <pc:sldMk cId="1236637977" sldId="476"/>
            <ac:spMk id="2" creationId="{85979EE1-400F-6944-6CB7-4C4AB61B245B}"/>
          </ac:spMkLst>
        </pc:spChg>
        <pc:spChg chg="mod">
          <ac:chgData name="Berg, Dirk van den" userId="035ecb32-01d9-4b47-a105-eacf059a4647" providerId="ADAL" clId="{F7FF961E-CF96-44AC-93C2-93612F62D46D}" dt="2026-06-01T07:47:19.476" v="1464"/>
          <ac:spMkLst>
            <pc:docMk/>
            <pc:sldMk cId="1236637977" sldId="476"/>
            <ac:spMk id="3" creationId="{D97660AD-73CB-2AF9-3BF0-AA173F732F64}"/>
          </ac:spMkLst>
        </pc:spChg>
      </pc:sldChg>
      <pc:sldChg chg="addSp new mod">
        <pc:chgData name="Berg, Dirk van den" userId="035ecb32-01d9-4b47-a105-eacf059a4647" providerId="ADAL" clId="{F7FF961E-CF96-44AC-93C2-93612F62D46D}" dt="2026-06-01T07:55:54.613" v="1478" actId="22"/>
        <pc:sldMkLst>
          <pc:docMk/>
          <pc:sldMk cId="1798740889" sldId="477"/>
        </pc:sldMkLst>
        <pc:picChg chg="add">
          <ac:chgData name="Berg, Dirk van den" userId="035ecb32-01d9-4b47-a105-eacf059a4647" providerId="ADAL" clId="{F7FF961E-CF96-44AC-93C2-93612F62D46D}" dt="2026-06-01T07:55:54.613" v="1478" actId="22"/>
          <ac:picMkLst>
            <pc:docMk/>
            <pc:sldMk cId="1798740889" sldId="477"/>
            <ac:picMk id="5" creationId="{021F54E1-CA9F-27B3-5179-C5AA41DEBF23}"/>
          </ac:picMkLst>
        </pc:picChg>
      </pc:sldChg>
      <pc:sldChg chg="addSp new mod">
        <pc:chgData name="Berg, Dirk van den" userId="035ecb32-01d9-4b47-a105-eacf059a4647" providerId="ADAL" clId="{F7FF961E-CF96-44AC-93C2-93612F62D46D}" dt="2026-06-01T07:56:21.480" v="1480" actId="22"/>
        <pc:sldMkLst>
          <pc:docMk/>
          <pc:sldMk cId="560933471" sldId="478"/>
        </pc:sldMkLst>
        <pc:picChg chg="add">
          <ac:chgData name="Berg, Dirk van den" userId="035ecb32-01d9-4b47-a105-eacf059a4647" providerId="ADAL" clId="{F7FF961E-CF96-44AC-93C2-93612F62D46D}" dt="2026-06-01T07:56:21.480" v="1480" actId="22"/>
          <ac:picMkLst>
            <pc:docMk/>
            <pc:sldMk cId="560933471" sldId="478"/>
            <ac:picMk id="5" creationId="{F82BB365-2758-0C98-6C25-AFF86638D180}"/>
          </ac:picMkLst>
        </pc:picChg>
      </pc:sldChg>
      <pc:sldChg chg="addSp modSp new mod">
        <pc:chgData name="Berg, Dirk van den" userId="035ecb32-01d9-4b47-a105-eacf059a4647" providerId="ADAL" clId="{F7FF961E-CF96-44AC-93C2-93612F62D46D}" dt="2026-06-01T07:58:08.121" v="1547" actId="1076"/>
        <pc:sldMkLst>
          <pc:docMk/>
          <pc:sldMk cId="2024068715" sldId="479"/>
        </pc:sldMkLst>
        <pc:spChg chg="mod">
          <ac:chgData name="Berg, Dirk van den" userId="035ecb32-01d9-4b47-a105-eacf059a4647" providerId="ADAL" clId="{F7FF961E-CF96-44AC-93C2-93612F62D46D}" dt="2026-06-01T07:58:06.051" v="1546" actId="1076"/>
          <ac:spMkLst>
            <pc:docMk/>
            <pc:sldMk cId="2024068715" sldId="479"/>
            <ac:spMk id="3" creationId="{4ED8C404-4341-E0C7-3A7B-5702AFC237F0}"/>
          </ac:spMkLst>
        </pc:spChg>
        <pc:picChg chg="add mod">
          <ac:chgData name="Berg, Dirk van den" userId="035ecb32-01d9-4b47-a105-eacf059a4647" providerId="ADAL" clId="{F7FF961E-CF96-44AC-93C2-93612F62D46D}" dt="2026-06-01T07:58:08.121" v="1547" actId="1076"/>
          <ac:picMkLst>
            <pc:docMk/>
            <pc:sldMk cId="2024068715" sldId="479"/>
            <ac:picMk id="5" creationId="{E03F537D-5A8D-F6B5-F452-D47B9E9249AF}"/>
          </ac:picMkLst>
        </pc:picChg>
      </pc:sldChg>
      <pc:sldChg chg="addSp new mod">
        <pc:chgData name="Berg, Dirk van den" userId="035ecb32-01d9-4b47-a105-eacf059a4647" providerId="ADAL" clId="{F7FF961E-CF96-44AC-93C2-93612F62D46D}" dt="2026-06-01T07:59:56.352" v="1550" actId="22"/>
        <pc:sldMkLst>
          <pc:docMk/>
          <pc:sldMk cId="3904044793" sldId="480"/>
        </pc:sldMkLst>
        <pc:picChg chg="add">
          <ac:chgData name="Berg, Dirk van den" userId="035ecb32-01d9-4b47-a105-eacf059a4647" providerId="ADAL" clId="{F7FF961E-CF96-44AC-93C2-93612F62D46D}" dt="2026-06-01T07:59:56.352" v="1550" actId="22"/>
          <ac:picMkLst>
            <pc:docMk/>
            <pc:sldMk cId="3904044793" sldId="480"/>
            <ac:picMk id="5" creationId="{62BC80DE-92DD-5839-BE1F-2125542D6D25}"/>
          </ac:picMkLst>
        </pc:picChg>
      </pc:sldChg>
      <pc:sldChg chg="modSp new mod">
        <pc:chgData name="Berg, Dirk van den" userId="035ecb32-01d9-4b47-a105-eacf059a4647" providerId="ADAL" clId="{F7FF961E-CF96-44AC-93C2-93612F62D46D}" dt="2026-06-04T13:09:24.532" v="1635" actId="20577"/>
        <pc:sldMkLst>
          <pc:docMk/>
          <pc:sldMk cId="3711454994" sldId="481"/>
        </pc:sldMkLst>
        <pc:spChg chg="mod">
          <ac:chgData name="Berg, Dirk van den" userId="035ecb32-01d9-4b47-a105-eacf059a4647" providerId="ADAL" clId="{F7FF961E-CF96-44AC-93C2-93612F62D46D}" dt="2026-06-04T13:09:24.532" v="1635" actId="20577"/>
          <ac:spMkLst>
            <pc:docMk/>
            <pc:sldMk cId="3711454994" sldId="481"/>
            <ac:spMk id="3" creationId="{081F6C75-9B34-56D5-BD13-7E01071E1C43}"/>
          </ac:spMkLst>
        </pc:spChg>
      </pc:sldChg>
      <pc:sldChg chg="modSp new mod">
        <pc:chgData name="Berg, Dirk van den" userId="035ecb32-01d9-4b47-a105-eacf059a4647" providerId="ADAL" clId="{F7FF961E-CF96-44AC-93C2-93612F62D46D}" dt="2026-06-05T12:56:24.701" v="1684" actId="20577"/>
        <pc:sldMkLst>
          <pc:docMk/>
          <pc:sldMk cId="3203770495" sldId="482"/>
        </pc:sldMkLst>
        <pc:spChg chg="mod">
          <ac:chgData name="Berg, Dirk van den" userId="035ecb32-01d9-4b47-a105-eacf059a4647" providerId="ADAL" clId="{F7FF961E-CF96-44AC-93C2-93612F62D46D}" dt="2026-06-05T12:56:24.701" v="1684" actId="20577"/>
          <ac:spMkLst>
            <pc:docMk/>
            <pc:sldMk cId="3203770495" sldId="482"/>
            <ac:spMk id="3" creationId="{72435474-BE65-362B-199E-171C2D8BC391}"/>
          </ac:spMkLst>
        </pc:spChg>
      </pc:sldChg>
      <pc:sldChg chg="modSp new mod">
        <pc:chgData name="Berg, Dirk van den" userId="035ecb32-01d9-4b47-a105-eacf059a4647" providerId="ADAL" clId="{F7FF961E-CF96-44AC-93C2-93612F62D46D}" dt="2026-06-05T12:56:31.747" v="1698" actId="20577"/>
        <pc:sldMkLst>
          <pc:docMk/>
          <pc:sldMk cId="779402017" sldId="483"/>
        </pc:sldMkLst>
        <pc:spChg chg="mod">
          <ac:chgData name="Berg, Dirk van den" userId="035ecb32-01d9-4b47-a105-eacf059a4647" providerId="ADAL" clId="{F7FF961E-CF96-44AC-93C2-93612F62D46D}" dt="2026-06-05T12:56:31.747" v="1698" actId="20577"/>
          <ac:spMkLst>
            <pc:docMk/>
            <pc:sldMk cId="779402017" sldId="483"/>
            <ac:spMk id="3" creationId="{F809EEDE-5EEA-DA67-C3EF-0614C2701557}"/>
          </ac:spMkLst>
        </pc:spChg>
      </pc:sldChg>
      <pc:sldChg chg="addSp delSp modSp new mod">
        <pc:chgData name="Berg, Dirk van den" userId="035ecb32-01d9-4b47-a105-eacf059a4647" providerId="ADAL" clId="{F7FF961E-CF96-44AC-93C2-93612F62D46D}" dt="2026-06-08T06:28:50.632" v="1710"/>
        <pc:sldMkLst>
          <pc:docMk/>
          <pc:sldMk cId="1703754582" sldId="484"/>
        </pc:sldMkLst>
        <pc:spChg chg="del">
          <ac:chgData name="Berg, Dirk van den" userId="035ecb32-01d9-4b47-a105-eacf059a4647" providerId="ADAL" clId="{F7FF961E-CF96-44AC-93C2-93612F62D46D}" dt="2026-06-08T06:28:35.825" v="1701"/>
          <ac:spMkLst>
            <pc:docMk/>
            <pc:sldMk cId="1703754582" sldId="484"/>
            <ac:spMk id="3" creationId="{4FA6204A-60E2-9681-48CF-60D8EC038CA0}"/>
          </ac:spMkLst>
        </pc:spChg>
        <pc:spChg chg="add del mod">
          <ac:chgData name="Berg, Dirk van den" userId="035ecb32-01d9-4b47-a105-eacf059a4647" providerId="ADAL" clId="{F7FF961E-CF96-44AC-93C2-93612F62D46D}" dt="2026-06-08T06:28:41.264" v="1703" actId="478"/>
          <ac:spMkLst>
            <pc:docMk/>
            <pc:sldMk cId="1703754582" sldId="484"/>
            <ac:spMk id="7" creationId="{05A55730-699D-A9BC-C5EE-8FDA645C38BF}"/>
          </ac:spMkLst>
        </pc:spChg>
        <pc:picChg chg="add del mod ord">
          <ac:chgData name="Berg, Dirk van den" userId="035ecb32-01d9-4b47-a105-eacf059a4647" providerId="ADAL" clId="{F7FF961E-CF96-44AC-93C2-93612F62D46D}" dt="2026-06-08T06:28:38.654" v="1702" actId="478"/>
          <ac:picMkLst>
            <pc:docMk/>
            <pc:sldMk cId="1703754582" sldId="484"/>
            <ac:picMk id="5" creationId="{DF294D66-252F-C9A6-164B-3E7982B78225}"/>
          </ac:picMkLst>
        </pc:picChg>
        <pc:picChg chg="add mod">
          <ac:chgData name="Berg, Dirk van den" userId="035ecb32-01d9-4b47-a105-eacf059a4647" providerId="ADAL" clId="{F7FF961E-CF96-44AC-93C2-93612F62D46D}" dt="2026-06-08T06:28:50.632" v="1710"/>
          <ac:picMkLst>
            <pc:docMk/>
            <pc:sldMk cId="1703754582" sldId="484"/>
            <ac:picMk id="9" creationId="{B8AB1A6E-486E-E06D-0695-414C6382EC71}"/>
          </ac:picMkLst>
        </pc:picChg>
      </pc:sldChg>
      <pc:sldChg chg="add">
        <pc:chgData name="Berg, Dirk van den" userId="035ecb32-01d9-4b47-a105-eacf059a4647" providerId="ADAL" clId="{F7FF961E-CF96-44AC-93C2-93612F62D46D}" dt="2026-06-08T06:28:45.306" v="1704"/>
        <pc:sldMkLst>
          <pc:docMk/>
          <pc:sldMk cId="1171621892" sldId="485"/>
        </pc:sldMkLst>
      </pc:sldChg>
      <pc:sldChg chg="add">
        <pc:chgData name="Berg, Dirk van den" userId="035ecb32-01d9-4b47-a105-eacf059a4647" providerId="ADAL" clId="{F7FF961E-CF96-44AC-93C2-93612F62D46D}" dt="2026-06-08T06:28:45.508" v="1705"/>
        <pc:sldMkLst>
          <pc:docMk/>
          <pc:sldMk cId="2947927568" sldId="486"/>
        </pc:sldMkLst>
      </pc:sldChg>
      <pc:sldChg chg="add">
        <pc:chgData name="Berg, Dirk van den" userId="035ecb32-01d9-4b47-a105-eacf059a4647" providerId="ADAL" clId="{F7FF961E-CF96-44AC-93C2-93612F62D46D}" dt="2026-06-08T06:28:45.700" v="1706"/>
        <pc:sldMkLst>
          <pc:docMk/>
          <pc:sldMk cId="2103961161" sldId="487"/>
        </pc:sldMkLst>
      </pc:sldChg>
      <pc:sldChg chg="add">
        <pc:chgData name="Berg, Dirk van den" userId="035ecb32-01d9-4b47-a105-eacf059a4647" providerId="ADAL" clId="{F7FF961E-CF96-44AC-93C2-93612F62D46D}" dt="2026-06-08T06:28:45.852" v="1707"/>
        <pc:sldMkLst>
          <pc:docMk/>
          <pc:sldMk cId="3410150892" sldId="488"/>
        </pc:sldMkLst>
      </pc:sldChg>
      <pc:sldChg chg="add">
        <pc:chgData name="Berg, Dirk van den" userId="035ecb32-01d9-4b47-a105-eacf059a4647" providerId="ADAL" clId="{F7FF961E-CF96-44AC-93C2-93612F62D46D}" dt="2026-06-08T06:28:47.109" v="1708"/>
        <pc:sldMkLst>
          <pc:docMk/>
          <pc:sldMk cId="1511791608" sldId="489"/>
        </pc:sldMkLst>
      </pc:sldChg>
      <pc:sldChg chg="modSp new mod">
        <pc:chgData name="Berg, Dirk van den" userId="035ecb32-01d9-4b47-a105-eacf059a4647" providerId="ADAL" clId="{F7FF961E-CF96-44AC-93C2-93612F62D46D}" dt="2026-06-08T06:30:48.521" v="1795" actId="20577"/>
        <pc:sldMkLst>
          <pc:docMk/>
          <pc:sldMk cId="1348291740" sldId="490"/>
        </pc:sldMkLst>
        <pc:spChg chg="mod">
          <ac:chgData name="Berg, Dirk van den" userId="035ecb32-01d9-4b47-a105-eacf059a4647" providerId="ADAL" clId="{F7FF961E-CF96-44AC-93C2-93612F62D46D}" dt="2026-06-08T06:30:48.521" v="1795" actId="20577"/>
          <ac:spMkLst>
            <pc:docMk/>
            <pc:sldMk cId="1348291740" sldId="490"/>
            <ac:spMk id="3" creationId="{CFAB9F75-51AE-7938-55C0-DE81CE10F148}"/>
          </ac:spMkLst>
        </pc:spChg>
      </pc:sldChg>
      <pc:sldChg chg="addSp modSp new mod">
        <pc:chgData name="Berg, Dirk van den" userId="035ecb32-01d9-4b47-a105-eacf059a4647" providerId="ADAL" clId="{F7FF961E-CF96-44AC-93C2-93612F62D46D}" dt="2026-06-08T06:36:09.791" v="1885" actId="1076"/>
        <pc:sldMkLst>
          <pc:docMk/>
          <pc:sldMk cId="2747976521" sldId="491"/>
        </pc:sldMkLst>
        <pc:spChg chg="mod">
          <ac:chgData name="Berg, Dirk van den" userId="035ecb32-01d9-4b47-a105-eacf059a4647" providerId="ADAL" clId="{F7FF961E-CF96-44AC-93C2-93612F62D46D}" dt="2026-06-08T06:34:42.786" v="1812" actId="20577"/>
          <ac:spMkLst>
            <pc:docMk/>
            <pc:sldMk cId="2747976521" sldId="491"/>
            <ac:spMk id="3" creationId="{DF37C403-F104-3A3F-FC16-2384F026F839}"/>
          </ac:spMkLst>
        </pc:spChg>
        <pc:spChg chg="add mod">
          <ac:chgData name="Berg, Dirk van den" userId="035ecb32-01d9-4b47-a105-eacf059a4647" providerId="ADAL" clId="{F7FF961E-CF96-44AC-93C2-93612F62D46D}" dt="2026-06-08T06:36:09.791" v="1885" actId="1076"/>
          <ac:spMkLst>
            <pc:docMk/>
            <pc:sldMk cId="2747976521" sldId="491"/>
            <ac:spMk id="5" creationId="{A64F6C1A-04F4-88F2-EB19-52C217A5C13D}"/>
          </ac:spMkLst>
        </pc:spChg>
      </pc:sldChg>
      <pc:sldChg chg="modSp new mod">
        <pc:chgData name="Berg, Dirk van den" userId="035ecb32-01d9-4b47-a105-eacf059a4647" providerId="ADAL" clId="{F7FF961E-CF96-44AC-93C2-93612F62D46D}" dt="2026-06-08T06:35:00.595" v="1883" actId="20577"/>
        <pc:sldMkLst>
          <pc:docMk/>
          <pc:sldMk cId="1100694694" sldId="492"/>
        </pc:sldMkLst>
        <pc:spChg chg="mod">
          <ac:chgData name="Berg, Dirk van den" userId="035ecb32-01d9-4b47-a105-eacf059a4647" providerId="ADAL" clId="{F7FF961E-CF96-44AC-93C2-93612F62D46D}" dt="2026-06-08T06:35:00.595" v="1883" actId="20577"/>
          <ac:spMkLst>
            <pc:docMk/>
            <pc:sldMk cId="1100694694" sldId="492"/>
            <ac:spMk id="3" creationId="{BB1908BF-4061-39A5-2750-C46C61D1A67F}"/>
          </ac:spMkLst>
        </pc:spChg>
      </pc:sldChg>
      <pc:sldChg chg="addSp new mod">
        <pc:chgData name="Berg, Dirk van den" userId="035ecb32-01d9-4b47-a105-eacf059a4647" providerId="ADAL" clId="{F7FF961E-CF96-44AC-93C2-93612F62D46D}" dt="2026-06-08T06:40:36.088" v="1887" actId="22"/>
        <pc:sldMkLst>
          <pc:docMk/>
          <pc:sldMk cId="2729501659" sldId="493"/>
        </pc:sldMkLst>
        <pc:spChg chg="add">
          <ac:chgData name="Berg, Dirk van den" userId="035ecb32-01d9-4b47-a105-eacf059a4647" providerId="ADAL" clId="{F7FF961E-CF96-44AC-93C2-93612F62D46D}" dt="2026-06-08T06:40:36.088" v="1887" actId="22"/>
          <ac:spMkLst>
            <pc:docMk/>
            <pc:sldMk cId="2729501659" sldId="493"/>
            <ac:spMk id="5" creationId="{3D7FE77B-98A9-26E0-764B-212DFB73187E}"/>
          </ac:spMkLst>
        </pc:spChg>
      </pc:sldChg>
      <pc:sldChg chg="new">
        <pc:chgData name="Berg, Dirk van den" userId="035ecb32-01d9-4b47-a105-eacf059a4647" providerId="ADAL" clId="{F7FF961E-CF96-44AC-93C2-93612F62D46D}" dt="2026-06-08T07:09:55.717" v="1888" actId="680"/>
        <pc:sldMkLst>
          <pc:docMk/>
          <pc:sldMk cId="2100456724" sldId="494"/>
        </pc:sldMkLst>
      </pc:sldChg>
      <pc:sldChg chg="modSp new mod">
        <pc:chgData name="Berg, Dirk van den" userId="035ecb32-01d9-4b47-a105-eacf059a4647" providerId="ADAL" clId="{F7FF961E-CF96-44AC-93C2-93612F62D46D}" dt="2026-06-08T07:10:19.735" v="1906" actId="20577"/>
        <pc:sldMkLst>
          <pc:docMk/>
          <pc:sldMk cId="3020532205" sldId="495"/>
        </pc:sldMkLst>
        <pc:spChg chg="mod">
          <ac:chgData name="Berg, Dirk van den" userId="035ecb32-01d9-4b47-a105-eacf059a4647" providerId="ADAL" clId="{F7FF961E-CF96-44AC-93C2-93612F62D46D}" dt="2026-06-08T07:10:03.874" v="1894" actId="20577"/>
          <ac:spMkLst>
            <pc:docMk/>
            <pc:sldMk cId="3020532205" sldId="495"/>
            <ac:spMk id="2" creationId="{36FA8B2F-D438-20FA-82BD-CC784961D549}"/>
          </ac:spMkLst>
        </pc:spChg>
        <pc:spChg chg="mod">
          <ac:chgData name="Berg, Dirk van den" userId="035ecb32-01d9-4b47-a105-eacf059a4647" providerId="ADAL" clId="{F7FF961E-CF96-44AC-93C2-93612F62D46D}" dt="2026-06-08T07:10:19.735" v="1906" actId="20577"/>
          <ac:spMkLst>
            <pc:docMk/>
            <pc:sldMk cId="3020532205" sldId="495"/>
            <ac:spMk id="3" creationId="{A00384A6-4578-0B30-A7C3-C24BB3E72829}"/>
          </ac:spMkLst>
        </pc:spChg>
      </pc:sldChg>
      <pc:sldChg chg="modSp new mod">
        <pc:chgData name="Berg, Dirk van den" userId="035ecb32-01d9-4b47-a105-eacf059a4647" providerId="ADAL" clId="{F7FF961E-CF96-44AC-93C2-93612F62D46D}" dt="2026-06-08T07:12:42.225" v="1969" actId="20577"/>
        <pc:sldMkLst>
          <pc:docMk/>
          <pc:sldMk cId="721880702" sldId="496"/>
        </pc:sldMkLst>
        <pc:spChg chg="mod">
          <ac:chgData name="Berg, Dirk van den" userId="035ecb32-01d9-4b47-a105-eacf059a4647" providerId="ADAL" clId="{F7FF961E-CF96-44AC-93C2-93612F62D46D}" dt="2026-06-08T07:11:22.194" v="1914" actId="20577"/>
          <ac:spMkLst>
            <pc:docMk/>
            <pc:sldMk cId="721880702" sldId="496"/>
            <ac:spMk id="2" creationId="{E238D979-B7A7-2D1A-461E-5760034DE26E}"/>
          </ac:spMkLst>
        </pc:spChg>
        <pc:spChg chg="mod">
          <ac:chgData name="Berg, Dirk van den" userId="035ecb32-01d9-4b47-a105-eacf059a4647" providerId="ADAL" clId="{F7FF961E-CF96-44AC-93C2-93612F62D46D}" dt="2026-06-08T07:12:42.225" v="1969" actId="20577"/>
          <ac:spMkLst>
            <pc:docMk/>
            <pc:sldMk cId="721880702" sldId="496"/>
            <ac:spMk id="3" creationId="{5C02C362-C878-ADF8-565F-803ECB886FC7}"/>
          </ac:spMkLst>
        </pc:spChg>
      </pc:sldChg>
      <pc:sldChg chg="modSp new mod">
        <pc:chgData name="Berg, Dirk van den" userId="035ecb32-01d9-4b47-a105-eacf059a4647" providerId="ADAL" clId="{F7FF961E-CF96-44AC-93C2-93612F62D46D}" dt="2026-06-08T07:14:43.451" v="2072" actId="20577"/>
        <pc:sldMkLst>
          <pc:docMk/>
          <pc:sldMk cId="2233121121" sldId="497"/>
        </pc:sldMkLst>
        <pc:spChg chg="mod">
          <ac:chgData name="Berg, Dirk van den" userId="035ecb32-01d9-4b47-a105-eacf059a4647" providerId="ADAL" clId="{F7FF961E-CF96-44AC-93C2-93612F62D46D}" dt="2026-06-08T07:13:20.318" v="1977" actId="20577"/>
          <ac:spMkLst>
            <pc:docMk/>
            <pc:sldMk cId="2233121121" sldId="497"/>
            <ac:spMk id="2" creationId="{D44B480B-D0EF-AE45-9667-E1E131866EDA}"/>
          </ac:spMkLst>
        </pc:spChg>
        <pc:spChg chg="mod">
          <ac:chgData name="Berg, Dirk van den" userId="035ecb32-01d9-4b47-a105-eacf059a4647" providerId="ADAL" clId="{F7FF961E-CF96-44AC-93C2-93612F62D46D}" dt="2026-06-08T07:14:43.451" v="2072" actId="20577"/>
          <ac:spMkLst>
            <pc:docMk/>
            <pc:sldMk cId="2233121121" sldId="497"/>
            <ac:spMk id="3" creationId="{7B391C07-3635-EB79-16AB-22CA929A64F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117D4C-1A2B-4990-9B20-741B833DA5B9}" type="datetimeFigureOut">
              <a:rPr lang="en-NL" smtClean="0"/>
              <a:t>07/06/2026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53E8C8-0C25-4345-BFD3-EAD19DE0CE3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26969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7A217-BC89-726B-76DF-585CDAEED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40155-7E3A-B87B-F56C-1D0F1D7E5F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A85D9-4E1B-DC51-2F18-D089891E1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1E455-120B-73CE-D460-715383EB26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444768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32CD2-6902-08E7-94CA-936CAFB07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64DC70-BB1B-8C44-08E9-FB8FD7079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CF582A-D2B6-34BB-FE02-6DE5FDA911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A60CF-0494-FE42-03A0-669934B141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3310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For each trajectory, for each output channel (X1, X2, Y): the mean RMS error across all rollout</a:t>
            </a:r>
          </a:p>
          <a:p>
            <a:r>
              <a:rPr lang="en-US" dirty="0"/>
              <a:t>   windows in that trajectory, comparing encoder-</a:t>
            </a:r>
            <a:r>
              <a:rPr lang="en-US" dirty="0" err="1"/>
              <a:t>init</a:t>
            </a:r>
            <a:r>
              <a:rPr lang="en-US" dirty="0"/>
              <a:t> vs analytical-</a:t>
            </a:r>
            <a:r>
              <a:rPr lang="en-US" dirty="0" err="1"/>
              <a:t>init.</a:t>
            </a:r>
            <a:endParaRPr lang="en-US" dirty="0"/>
          </a:p>
          <a:p>
            <a:r>
              <a:rPr lang="en-US" dirty="0"/>
              <a:t>                                                                                                 </a:t>
            </a:r>
          </a:p>
          <a:p>
            <a:r>
              <a:rPr lang="en-US" dirty="0"/>
              <a:t>  Concretely, for one bar:</a:t>
            </a:r>
          </a:p>
          <a:p>
            <a:r>
              <a:rPr lang="en-US" dirty="0"/>
              <a:t>  1. Take all windows in that trajectory (up to 10, evenly spaced)                              </a:t>
            </a:r>
          </a:p>
          <a:p>
            <a:r>
              <a:rPr lang="en-US" dirty="0"/>
              <a:t>  2. For each window, compute per-channel RMS: sqrt(mean((</a:t>
            </a:r>
            <a:r>
              <a:rPr lang="en-US" dirty="0" err="1"/>
              <a:t>y_hat</a:t>
            </a:r>
            <a:r>
              <a:rPr lang="en-US" dirty="0"/>
              <a:t>[:, </a:t>
            </a:r>
            <a:r>
              <a:rPr lang="en-US" dirty="0" err="1"/>
              <a:t>ch</a:t>
            </a:r>
            <a:r>
              <a:rPr lang="en-US" dirty="0"/>
              <a:t>] - </a:t>
            </a:r>
            <a:r>
              <a:rPr lang="en-US" dirty="0" err="1"/>
              <a:t>y_ref</a:t>
            </a:r>
            <a:r>
              <a:rPr lang="en-US" dirty="0"/>
              <a:t>[:, </a:t>
            </a:r>
            <a:r>
              <a:rPr lang="en-US" dirty="0" err="1"/>
              <a:t>ch</a:t>
            </a:r>
            <a:r>
              <a:rPr lang="en-US" dirty="0"/>
              <a:t>])^2)) over</a:t>
            </a:r>
          </a:p>
          <a:p>
            <a:r>
              <a:rPr lang="en-US" dirty="0"/>
              <a:t>  the </a:t>
            </a:r>
            <a:r>
              <a:rPr lang="en-US" dirty="0" err="1"/>
              <a:t>nf</a:t>
            </a:r>
            <a:r>
              <a:rPr lang="en-US" dirty="0"/>
              <a:t>=350 rollout steps</a:t>
            </a:r>
          </a:p>
          <a:p>
            <a:r>
              <a:rPr lang="en-US" dirty="0"/>
              <a:t>  3. Average those per-window RMS values across windows</a:t>
            </a:r>
          </a:p>
          <a:p>
            <a:endParaRPr lang="en-US" dirty="0"/>
          </a:p>
          <a:p>
            <a:r>
              <a:rPr lang="en-US" dirty="0"/>
              <a:t>  So each bar = average rollout prediction error on one channel of one trajectory, over 350 steps</a:t>
            </a:r>
          </a:p>
          <a:p>
            <a:r>
              <a:rPr lang="en-US" dirty="0"/>
              <a:t>   (0.35s at 1kHz).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53E8C8-0C25-4345-BFD3-EAD19DE0CE37}" type="slidenum">
              <a:rPr lang="en-NL" smtClean="0"/>
              <a:t>43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01204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A9B0A-21A9-11D8-6AC0-0853C7FE8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18FFD-A4E2-0D4E-7BCD-58E1748D8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B645C-4A53-6DC7-25C3-9688B717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314D-8566-407C-8138-35BC3B95AB82}" type="datetimeFigureOut">
              <a:rPr lang="en-NL" smtClean="0"/>
              <a:t>07/06/2026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82621-D3E9-86E1-A821-53772827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1C98C-0F73-A8F2-02F4-2AB4973CD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1871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0BA0-583D-0185-EE69-28099DAEC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8891D-C30A-9834-578C-76F335D9C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86B7C-AB90-7DAA-F0EA-C7122F77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07/06/2026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BD878-B8D5-9BF6-B119-CB8E2FBA6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A9D23-71DC-CC7B-17C0-5E08C967D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380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55E79-0500-A1A2-6D30-0F0DFDD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6914D-49A9-E97D-2C4E-18FAAF726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DA4EA-60CD-56E7-0DAD-21A6159BC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07/06/2026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721A8-BB79-306A-08AB-EFFF7B85E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46C38-EEEE-5592-0604-AA374F8C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9230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5D4E-F716-266C-EB44-F320FF044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A0776-C324-EFAB-A946-10C85364B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9D3D4-7D3D-D1F4-CD2A-A518E5469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93131-FB94-2B88-8093-B6F21E860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07/06/2026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21B79-6DB2-349F-C356-71774F673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CBD36-D0DC-8F43-ACFD-1E9E357E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7830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3BC18-D101-9213-B897-8851FE7C3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E5057-8AB1-D931-F79F-0D54E845E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2EF1A-2434-D230-33B4-D17316B77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0C9925-AAE9-B6AC-9461-0917219EA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4E5211-4325-D275-EE19-9984E66A8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7FEE0D-2772-4FE7-99AD-4C1D3AC62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07/06/2026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3169B9-CD5B-369C-DBC2-925297EB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0BA7D5-A78A-09BB-A363-994BD9A0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6980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777B-F5E7-C08C-590D-ACFBE4C4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CC399-4A6B-4593-9E74-B6F8CA3D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07/06/2026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E88BE-564F-9BC9-D256-883FCC299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7D54D-0C50-C773-E94C-9E2D30D93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45265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994506-3D43-84EA-E881-39D63307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07/06/2026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C55CA-8DBE-9019-86DA-AEBED897E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9772A-9555-52DB-D4E9-75AF3C15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7422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D3A6E-DBBE-812E-85F2-A38B5249B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2DEC-7E11-7FE1-3C8F-AB40257CC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7515C-82D6-C8CD-79FD-0E6A1C9B1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8F352-32B7-00FA-4DA5-12E23612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07/06/2026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8EF5-AAF6-9556-0DA1-762E1477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A06DC-6CC1-26FA-41F2-FA573F7A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7678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5C77B-CBEF-A395-D0FA-1C65A9CE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17272-008C-028F-3164-75FD0D3FA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CEFC27-BE0A-B312-4CAE-0D22A173E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41F1B-BF0C-E7EE-C200-6ACDD52E8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07/06/2026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DBEA7-5C08-D5DF-326D-402497EEC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AB07C-EC9D-1E6E-88BF-08CF4DC2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13419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C2113-B4D5-3AA6-7F42-D0DF7E55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AC1B1-B636-EC3C-8268-7CF0D78B6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08ECA-F03E-2322-8AB9-FF1B3570A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07/06/2026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60E39-73E9-DBC5-E7A0-57B50946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BA569-67AF-6D26-BB44-6C9DA6C33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15785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80FA20-7E26-5811-0F8E-E937CD7F6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0AB59-9859-7F7C-9F9C-9BFEA1EF0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83E10-4C21-18B0-80CE-477CC9350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07/06/2026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B85F3-CF9A-29D5-DEA3-31B619337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22B00-4173-AFD9-EDBF-57D15872F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18455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4814AA-CC4F-26EF-0940-42AD31BA4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EE76C-C9DD-829C-0E04-FD727D936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92AA8-31FA-1538-0020-A6770000A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07CE9-C8DF-41DF-BDBB-830B84D62F5B}" type="datetimeFigureOut">
              <a:rPr lang="en-NL" smtClean="0"/>
              <a:t>07/06/2026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36D0-EF18-388D-6CDB-4886CBEB0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0218A-4CD5-B355-2F90-F63E2428D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08427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58346-11EF-AF16-3F7E-D4AE642D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Week 18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EF679-3C39-E36C-B710-9B50CBAE4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Last week summary</a:t>
            </a:r>
          </a:p>
          <a:p>
            <a:r>
              <a:rPr lang="en-US" dirty="0"/>
              <a:t>Augmentation code</a:t>
            </a:r>
          </a:p>
          <a:p>
            <a:pPr lvl="1"/>
            <a:r>
              <a:rPr lang="en-US" dirty="0"/>
              <a:t>Adapt to gantry case</a:t>
            </a:r>
          </a:p>
          <a:p>
            <a:r>
              <a:rPr lang="en-US" dirty="0"/>
              <a:t>Outline </a:t>
            </a:r>
            <a:r>
              <a:rPr lang="en-US" dirty="0" err="1"/>
              <a:t>ToDo</a:t>
            </a:r>
            <a:r>
              <a:rPr lang="en-US" dirty="0"/>
              <a:t> next week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7959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9700D-FF42-415C-9519-CE16CBBB5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 summary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6F991-22E1-98ED-FDA2-6483679AE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17226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7EA98-8D1B-6CE2-E115-DA1A87D3A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0950-7F8C-D5A6-B65B-87476C87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C759E-3ACF-EF89-6CE3-7927E207E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63C349-FF01-6CFE-81A2-DDA64151B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49" y="365125"/>
            <a:ext cx="9751828" cy="614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56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E3484-94F2-14D6-31CA-9FAE07C6B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ACE78-B9D1-45C7-4074-CA9FD738A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74970-240D-E8B5-D9FB-7F973C49B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9F7AEE-FE93-C857-4A68-4D907138D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49" y="365125"/>
            <a:ext cx="9751828" cy="614893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C86B106-CFF8-302B-FE52-85E0AD584BA7}"/>
              </a:ext>
            </a:extLst>
          </p:cNvPr>
          <p:cNvGrpSpPr/>
          <p:nvPr/>
        </p:nvGrpSpPr>
        <p:grpSpPr>
          <a:xfrm rot="21112073">
            <a:off x="2534792" y="1771677"/>
            <a:ext cx="2059703" cy="1991011"/>
            <a:chOff x="7399251" y="4167670"/>
            <a:chExt cx="2059703" cy="199101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55DC95B-5EFB-972A-3B1B-33CE8266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3509" t="15263" r="6139" b="34017"/>
            <a:stretch>
              <a:fillRect/>
            </a:stretch>
          </p:blipFill>
          <p:spPr>
            <a:xfrm>
              <a:off x="7399251" y="4170244"/>
              <a:ext cx="1645516" cy="198843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B0D30DC-25C2-1DFF-F1F4-D297D6260F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5482" t="15263" r="26057" b="42014"/>
            <a:stretch>
              <a:fillRect/>
            </a:stretch>
          </p:blipFill>
          <p:spPr>
            <a:xfrm>
              <a:off x="8774874" y="4167670"/>
              <a:ext cx="684080" cy="16749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30280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F4722-ACD1-24E0-59E7-0B4B464A5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Lagrange-Euler - Garcia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7EBDF-0657-1B12-7DB0-EC4297F52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A15E40-924D-2A06-FCC2-5105DCF98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50" y="1492628"/>
            <a:ext cx="11698656" cy="401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139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2CC6-8BFC-ABD5-9CD7-7CB3A47C7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Lagrange-Euler - Garcia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B07D4-FD42-BF4B-781A-331B56A38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4D6BBB-9B2D-18F5-C884-F2A77F026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53" y="1494504"/>
            <a:ext cx="9665086" cy="516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140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2506C-05CC-BE4F-DA31-6CBCC8710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Lagrange-Euler – Additional state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97B34-9594-5E65-4E1B-E6D876DC3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6205601"/>
            <a:ext cx="10515600" cy="4351338"/>
          </a:xfrm>
        </p:spPr>
        <p:txBody>
          <a:bodyPr/>
          <a:lstStyle/>
          <a:p>
            <a:r>
              <a:rPr lang="en-US" dirty="0"/>
              <a:t>Only added offset L0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50A34E-D2E5-1073-5632-C493C07C8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68433"/>
            <a:ext cx="9976316" cy="4666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937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BF4E-215B-314B-861B-A35887E1A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verified against </a:t>
            </a:r>
            <a:r>
              <a:rPr lang="en-US" dirty="0" err="1"/>
              <a:t>simscape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741D6-32F7-39D4-0312-7950F0B17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System with MSD vs </a:t>
            </a:r>
            <a:r>
              <a:rPr lang="en-US" dirty="0" err="1"/>
              <a:t>Simscape</a:t>
            </a:r>
            <a:r>
              <a:rPr lang="en-US" dirty="0"/>
              <a:t> with MSD</a:t>
            </a:r>
            <a:br>
              <a:rPr lang="en-US" dirty="0"/>
            </a:br>
            <a:r>
              <a:rPr lang="en-US" dirty="0"/>
              <a:t>RMSE X1 : 2.4919e-07 m</a:t>
            </a:r>
            <a:br>
              <a:rPr lang="en-US" dirty="0"/>
            </a:br>
            <a:r>
              <a:rPr lang="en-US" dirty="0"/>
              <a:t>RMSE X2 : 1.6463e-07 m</a:t>
            </a:r>
            <a:br>
              <a:rPr lang="en-US" dirty="0"/>
            </a:br>
            <a:r>
              <a:rPr lang="en-US" dirty="0"/>
              <a:t>RMSE Y : 5.0275e-09 m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System without MSD vs </a:t>
            </a:r>
            <a:r>
              <a:rPr lang="en-US" dirty="0" err="1"/>
              <a:t>Simscape</a:t>
            </a:r>
            <a:r>
              <a:rPr lang="en-US" dirty="0"/>
              <a:t> with MSD</a:t>
            </a:r>
            <a:br>
              <a:rPr lang="en-US" dirty="0"/>
            </a:br>
            <a:r>
              <a:rPr lang="en-US" dirty="0"/>
              <a:t>RMSE X1 : 4.4957e-07 m</a:t>
            </a:r>
            <a:br>
              <a:rPr lang="en-US" dirty="0"/>
            </a:br>
            <a:r>
              <a:rPr lang="en-US" dirty="0"/>
              <a:t>RMSE X2 : 2.9607e-07 m</a:t>
            </a:r>
            <a:br>
              <a:rPr lang="en-US" dirty="0"/>
            </a:br>
            <a:r>
              <a:rPr lang="en-US" dirty="0"/>
              <a:t>RMSE Y : 7.6171e-09 m</a:t>
            </a:r>
            <a:br>
              <a:rPr lang="en-US" dirty="0"/>
            </a:br>
            <a:endParaRPr lang="en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5A14C7-4539-8E77-69D2-90ECDF97E594}"/>
              </a:ext>
            </a:extLst>
          </p:cNvPr>
          <p:cNvSpPr txBox="1"/>
          <p:nvPr/>
        </p:nvSpPr>
        <p:spPr>
          <a:xfrm flipH="1">
            <a:off x="838200" y="5988734"/>
            <a:ext cx="6208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ASMPT it was required that the formulas for the additional state are correct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033534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5B6A5-BDE3-9764-A5C0-6CC45FE15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AB4F8-50C1-94AB-6E66-98DBFA16D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81C9B7-B599-A483-36CB-A1134088C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1571"/>
            <a:ext cx="12192000" cy="557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465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1D611-D6D5-6658-F2F0-DF6990EAD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state against </a:t>
            </a:r>
            <a:r>
              <a:rPr lang="en-US" dirty="0" err="1"/>
              <a:t>simscape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B8481-CCD5-60FC-7705-935B26B92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Additional state </a:t>
            </a:r>
            <a:r>
              <a:rPr lang="en-US" dirty="0" err="1"/>
              <a:t>delta_a</a:t>
            </a:r>
            <a:r>
              <a:rPr lang="en-US" dirty="0"/>
              <a:t> (extended ODE vs </a:t>
            </a:r>
            <a:r>
              <a:rPr lang="en-US" dirty="0" err="1"/>
              <a:t>Simscape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RMSE </a:t>
            </a:r>
            <a:r>
              <a:rPr lang="en-US" dirty="0" err="1"/>
              <a:t>delta_a</a:t>
            </a:r>
            <a:r>
              <a:rPr lang="en-US" dirty="0"/>
              <a:t> : 2.1787e-10 m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04980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CB477-3BC8-4D68-C047-1A9486D7B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9A3AB-932E-1EE7-849F-5B01FFE15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579222-DAF9-2D71-D253-A0984B916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8310"/>
            <a:ext cx="12192000" cy="562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438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0AF1B-D86C-6AFA-F83D-AA953E701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60748-0C18-13D5-6F12-56EDA01A3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08EB5B-BE5B-4C46-CCC4-D19A13D02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19" y="0"/>
            <a:ext cx="114445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497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5EF19-F9AE-7453-DECB-54B856FBF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A718F-9D2B-CB07-3CC5-3C8901187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Currently one trajectory only</a:t>
            </a:r>
          </a:p>
          <a:p>
            <a:r>
              <a:rPr lang="en-US" dirty="0"/>
              <a:t>No LPV implementation kept at one Y-operating point</a:t>
            </a:r>
          </a:p>
          <a:p>
            <a:r>
              <a:rPr lang="en-US" dirty="0"/>
              <a:t>The MSD is attached to the Y-beam</a:t>
            </a:r>
          </a:p>
          <a:p>
            <a:pPr lvl="1"/>
            <a:r>
              <a:rPr lang="en-US" dirty="0"/>
              <a:t>Will first have to implement LPV before augmentation (dynamic parallel) of the additional state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160908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79EE1-400F-6944-6CB7-4C4AB61B2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660AD-73CB-2AF9-3BF0-AA173F732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Estimates where the gantry is and how fast it’s moving at the start of the trajectory</a:t>
            </a:r>
          </a:p>
          <a:p>
            <a:r>
              <a:rPr lang="en-US" dirty="0"/>
              <a:t>Compare:</a:t>
            </a:r>
          </a:p>
          <a:p>
            <a:pPr lvl="1"/>
            <a:r>
              <a:rPr lang="en-US" dirty="0"/>
              <a:t>Encoder-</a:t>
            </a:r>
            <a:r>
              <a:rPr lang="en-US" dirty="0" err="1"/>
              <a:t>init</a:t>
            </a:r>
            <a:r>
              <a:rPr lang="en-US" dirty="0"/>
              <a:t>: simulation started from the encoder's estimated   position/velocity</a:t>
            </a:r>
          </a:p>
          <a:p>
            <a:pPr lvl="1"/>
            <a:r>
              <a:rPr lang="en-US" dirty="0"/>
              <a:t>Zero-state: simulation started from rest at the origin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236637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AF3DA-F5CE-8C95-52ED-54F8CEB1E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0B797-0410-FCAC-B366-73C98324D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1F54E1-CA9F-27B3-5179-C5AA41DEB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8439"/>
            <a:ext cx="12192000" cy="628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740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CD837-1D1B-89D6-AFEB-9A8FE91C4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ADE61-F8F4-BCD4-FE5A-5C5FE94B3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2BB365-2758-0C98-6C25-AFF86638D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2615"/>
            <a:ext cx="12192000" cy="609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933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754A6-1C9A-9EFF-FC27-232189571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9C8CB-2838-4D48-D97A-4B89C0D73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BC80DE-92DD-5839-BE1F-2125542D6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6330"/>
            <a:ext cx="12192000" cy="602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044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FD69B-AB49-5BA2-D072-F9997D54C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8C404-4341-E0C7-3A7B-5702AFC23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50081"/>
            <a:ext cx="10515600" cy="919163"/>
          </a:xfrm>
        </p:spPr>
        <p:txBody>
          <a:bodyPr/>
          <a:lstStyle/>
          <a:p>
            <a:r>
              <a:rPr lang="en-US" dirty="0"/>
              <a:t>Ran for 50 epochs, but saved up till the best epoch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3F537D-5A8D-F6B5-F452-D47B9E924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8" y="241418"/>
            <a:ext cx="12192000" cy="573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068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25586-7581-BA7E-6D9C-86D316514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8C72E-3F39-82FE-722E-9CEF72691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Encoder </a:t>
            </a:r>
            <a:r>
              <a:rPr lang="en-US" dirty="0" err="1"/>
              <a:t>mimo</a:t>
            </a:r>
            <a:r>
              <a:rPr lang="en-US" dirty="0"/>
              <a:t> data verification</a:t>
            </a:r>
          </a:p>
          <a:p>
            <a:r>
              <a:rPr lang="en-US" dirty="0"/>
              <a:t>What after… dynamic parallel…? </a:t>
            </a:r>
            <a:r>
              <a:rPr lang="en-US" dirty="0" err="1"/>
              <a:t>Lpv</a:t>
            </a:r>
            <a:r>
              <a:rPr lang="en-US" dirty="0"/>
              <a:t>? I need LPV to excite the MSD, so…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562035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C8981-CC0D-8B79-76A9-E56E443C4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32992-3672-5A8F-DBDD-8969CACDD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Frf</a:t>
            </a:r>
            <a:r>
              <a:rPr lang="en-US" dirty="0"/>
              <a:t> voor sample length </a:t>
            </a:r>
            <a:r>
              <a:rPr lang="en-US" dirty="0" err="1"/>
              <a:t>etc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0608841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9BAD8-8230-5AFA-F44B-CCA556A28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A3772-A708-9004-94ED-AD9660EB3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 - The FAIL is not a model failure. The encoder slightly</a:t>
            </a:r>
          </a:p>
          <a:p>
            <a:r>
              <a:rPr lang="en-US" dirty="0"/>
              <a:t>  </a:t>
            </a:r>
            <a:r>
              <a:rPr lang="en-US" dirty="0" err="1"/>
              <a:t>miscalibrates</a:t>
            </a:r>
            <a:r>
              <a:rPr lang="en-US" dirty="0"/>
              <a:t> the Y initial condition, which has negligible</a:t>
            </a:r>
          </a:p>
          <a:p>
            <a:r>
              <a:rPr lang="en-US" dirty="0"/>
              <a:t>  physical effect (~microns), but dividing by near-zero std makes</a:t>
            </a:r>
          </a:p>
          <a:p>
            <a:r>
              <a:rPr lang="en-US" dirty="0"/>
              <a:t>   it look catastrophic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For Phase 1, report X1 and X2 only, and explicitly note that Y</a:t>
            </a:r>
          </a:p>
          <a:p>
            <a:r>
              <a:rPr lang="en-US" dirty="0"/>
              <a:t>  is excluded because it is frozen (zero variance, NRMS is not a</a:t>
            </a:r>
          </a:p>
          <a:p>
            <a:r>
              <a:rPr lang="en-US" dirty="0"/>
              <a:t>  meaningful metric). The actual research result is: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5819180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19A5A-5C8B-0AF4-B018-363629ABA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792C3-B2E1-7E53-B510-3039BC1CE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gantry_subnet_verification.py</a:t>
            </a:r>
          </a:p>
          <a:p>
            <a:r>
              <a:rPr lang="en-US" dirty="0"/>
              <a:t>------------------------------</a:t>
            </a:r>
          </a:p>
          <a:p>
            <a:r>
              <a:rPr lang="en-US" dirty="0"/>
              <a:t>Verify that the full </a:t>
            </a:r>
            <a:r>
              <a:rPr lang="en-US" dirty="0" err="1"/>
              <a:t>SSE_Interconnect</a:t>
            </a:r>
            <a:r>
              <a:rPr lang="en-US" dirty="0"/>
              <a:t> pipeline (encoder + </a:t>
            </a:r>
            <a:r>
              <a:rPr lang="en-US" dirty="0" err="1"/>
              <a:t>Gantry_State_Block</a:t>
            </a:r>
            <a:r>
              <a:rPr lang="en-US" dirty="0"/>
              <a:t> +</a:t>
            </a:r>
          </a:p>
          <a:p>
            <a:r>
              <a:rPr lang="en-US" dirty="0" err="1"/>
              <a:t>Linear_Output_Block</a:t>
            </a:r>
            <a:r>
              <a:rPr lang="en-US" dirty="0"/>
              <a:t>) trains correctly on matched MATLAB data (Phase 1).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84220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13AE4-0CA2-3A3A-C7B3-8E95ACAF7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09C9C-3DDB-2E88-2445-8210DAEDF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RK4 implementation of continuous model</a:t>
            </a:r>
          </a:p>
          <a:p>
            <a:endParaRPr lang="en-US" dirty="0"/>
          </a:p>
          <a:p>
            <a:r>
              <a:rPr lang="en-US" dirty="0"/>
              <a:t>1. </a:t>
            </a:r>
            <a:r>
              <a:rPr lang="en-US" dirty="0" err="1"/>
              <a:t>Gantry_State_Block</a:t>
            </a:r>
            <a:r>
              <a:rPr lang="en-US" dirty="0"/>
              <a:t> — the core contribution. A</a:t>
            </a:r>
          </a:p>
          <a:p>
            <a:r>
              <a:rPr lang="en-US" dirty="0"/>
              <a:t>  physics block for the 3-DOF gantry with</a:t>
            </a:r>
          </a:p>
          <a:p>
            <a:r>
              <a:rPr lang="en-US" dirty="0"/>
              <a:t>  LFR-structured RK4 integration.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2535201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2004C-B9CC-7077-849D-A6CDB14CD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338A9-5DEF-8B7F-5618-9B9F3239F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Currently one trajectory Y does not move no </a:t>
            </a:r>
            <a:r>
              <a:rPr lang="en-US" dirty="0" err="1"/>
              <a:t>lpv</a:t>
            </a:r>
            <a:r>
              <a:rPr lang="en-US" dirty="0"/>
              <a:t> model treated as LTI (one Y-operating point)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5368721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687FD-B3FE-D465-CC67-013BD5BBE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336B2-5576-433F-BA68-A42C39E4D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Show plots encoder</a:t>
            </a:r>
          </a:p>
          <a:p>
            <a:r>
              <a:rPr lang="en-US" dirty="0"/>
              <a:t>What does the encoder do; explain</a:t>
            </a:r>
          </a:p>
          <a:p>
            <a:r>
              <a:rPr lang="en-US" dirty="0"/>
              <a:t>Plot of validation? Plot of trajectory + input forces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3919707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0D77-A1D8-A19D-B5A6-00B60468D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CBF43-5261-A99F-D8CB-CB57386BE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2484D1-BB88-9D69-691D-C1DAE924A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480" y="1690688"/>
            <a:ext cx="3953427" cy="20957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85D40D-8FC4-DE28-0520-0399FEB640FC}"/>
              </a:ext>
            </a:extLst>
          </p:cNvPr>
          <p:cNvSpPr txBox="1"/>
          <p:nvPr/>
        </p:nvSpPr>
        <p:spPr>
          <a:xfrm>
            <a:off x="6321276" y="3016251"/>
            <a:ext cx="609426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The wiring calls (</a:t>
            </a:r>
            <a:r>
              <a:rPr lang="en-NL" dirty="0" err="1"/>
              <a:t>connect_signals</a:t>
            </a:r>
            <a:r>
              <a:rPr lang="en-NL" dirty="0"/>
              <a:t>,</a:t>
            </a:r>
          </a:p>
          <a:p>
            <a:r>
              <a:rPr lang="en-NL" dirty="0"/>
              <a:t>  </a:t>
            </a:r>
            <a:r>
              <a:rPr lang="en-NL" dirty="0" err="1"/>
              <a:t>connect_block_signals</a:t>
            </a:r>
            <a:r>
              <a:rPr lang="en-NL" dirty="0"/>
              <a:t>) tell the Interconnect which named</a:t>
            </a:r>
          </a:p>
          <a:p>
            <a:r>
              <a:rPr lang="en-NL" dirty="0"/>
              <a:t>   signals to feed into each block's inputs. At runtime,</a:t>
            </a:r>
          </a:p>
          <a:p>
            <a:r>
              <a:rPr lang="en-NL" dirty="0"/>
              <a:t>  interconnect(x, u) executes all blocks in order and</a:t>
            </a:r>
          </a:p>
          <a:p>
            <a:r>
              <a:rPr lang="en-NL" dirty="0"/>
              <a:t>  returns (y, </a:t>
            </a:r>
            <a:r>
              <a:rPr lang="en-NL" dirty="0" err="1"/>
              <a:t>x_next</a:t>
            </a:r>
            <a:r>
              <a:rPr lang="en-NL" dirty="0"/>
              <a:t>).</a:t>
            </a:r>
          </a:p>
          <a:p>
            <a:endParaRPr lang="en-NL" dirty="0"/>
          </a:p>
          <a:p>
            <a:r>
              <a:rPr lang="en-NL" dirty="0"/>
              <a:t>  </a:t>
            </a:r>
            <a:r>
              <a:rPr lang="en-NL" dirty="0" err="1"/>
              <a:t>SSE_Interconnect</a:t>
            </a:r>
            <a:r>
              <a:rPr lang="en-NL" dirty="0"/>
              <a:t> wraps this: it adds an encoder network</a:t>
            </a:r>
          </a:p>
          <a:p>
            <a:r>
              <a:rPr lang="en-NL" dirty="0"/>
              <a:t>  on top. During training, the encoder maps (</a:t>
            </a:r>
            <a:r>
              <a:rPr lang="en-NL" dirty="0" err="1"/>
              <a:t>u_past</a:t>
            </a:r>
            <a:r>
              <a:rPr lang="en-NL" dirty="0"/>
              <a:t>,</a:t>
            </a:r>
          </a:p>
          <a:p>
            <a:r>
              <a:rPr lang="en-NL" dirty="0"/>
              <a:t>  </a:t>
            </a:r>
            <a:r>
              <a:rPr lang="en-NL" dirty="0" err="1"/>
              <a:t>y_past</a:t>
            </a:r>
            <a:r>
              <a:rPr lang="en-NL" dirty="0"/>
              <a:t>) → x̂₀, then the interconnect rolls forward for NF</a:t>
            </a:r>
          </a:p>
          <a:p>
            <a:r>
              <a:rPr lang="en-NL" dirty="0"/>
              <a:t>   steps. The loss is the BPTT error over those steps.</a:t>
            </a:r>
          </a:p>
        </p:txBody>
      </p:sp>
    </p:spTree>
    <p:extLst>
      <p:ext uri="{BB962C8B-B14F-4D97-AF65-F5344CB8AC3E}">
        <p14:creationId xmlns:p14="http://schemas.microsoft.com/office/powerpoint/2010/main" val="38592967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6D566-C799-71A5-2D6F-A20DB4ADA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 problems to be careful for, for LPV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51994-1452-B87E-C0AF-41EE356B5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Jacobian</a:t>
            </a:r>
          </a:p>
          <a:p>
            <a:r>
              <a:rPr lang="en-US" dirty="0"/>
              <a:t>…</a:t>
            </a:r>
          </a:p>
          <a:p>
            <a:r>
              <a:rPr lang="en-US" dirty="0"/>
              <a:t>State estimation..?</a:t>
            </a:r>
          </a:p>
        </p:txBody>
      </p:sp>
    </p:spTree>
    <p:extLst>
      <p:ext uri="{BB962C8B-B14F-4D97-AF65-F5344CB8AC3E}">
        <p14:creationId xmlns:p14="http://schemas.microsoft.com/office/powerpoint/2010/main" val="29731772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5DA82-033F-A5A9-8242-2D5896D94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68050-ABAC-21A7-30BB-2C997CD15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 question needs to be answered. Make clear here what the problem/question is that needs to be answered. Questions can always be asked outside the meeting, but we may say prepare to explain what you really mean.</a:t>
            </a:r>
            <a:endParaRPr lang="en-N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2B2196-272F-FC1F-4220-C87739CBF73F}"/>
              </a:ext>
            </a:extLst>
          </p:cNvPr>
          <p:cNvSpPr/>
          <p:nvPr/>
        </p:nvSpPr>
        <p:spPr>
          <a:xfrm>
            <a:off x="6985686" y="3273553"/>
            <a:ext cx="4827373" cy="30383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Some figure explaining the concept</a:t>
            </a:r>
          </a:p>
          <a:p>
            <a:pPr algn="ctr"/>
            <a:r>
              <a:rPr lang="en-US" dirty="0"/>
              <a:t>When applicable, the same as will go in final report. Otherwise just take screenshots from relevant papers.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1752994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055FC-892F-E27B-A32A-81B92A5D3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Should I add the velocities as states?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32E76-A473-BFD0-ABEB-75A49A7CD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Encoder becomes better because…</a:t>
            </a:r>
          </a:p>
          <a:p>
            <a:r>
              <a:rPr lang="en-US" dirty="0"/>
              <a:t>Does the system save these?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4341042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22FA-98D7-2929-D27F-810CECE6E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next week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79DB8-2509-8E4F-14E4-B0B6B2FE7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Update planning</a:t>
            </a:r>
          </a:p>
          <a:p>
            <a:pPr lvl="1"/>
            <a:r>
              <a:rPr lang="en-US" dirty="0"/>
              <a:t>Complete planning</a:t>
            </a:r>
          </a:p>
          <a:p>
            <a:pPr lvl="1"/>
            <a:r>
              <a:rPr lang="en-US" dirty="0"/>
              <a:t>If possible add gantry experiments </a:t>
            </a:r>
          </a:p>
          <a:p>
            <a:r>
              <a:rPr lang="en-US" dirty="0"/>
              <a:t>Encoder</a:t>
            </a:r>
          </a:p>
          <a:p>
            <a:r>
              <a:rPr lang="en-US" dirty="0"/>
              <a:t>LPV</a:t>
            </a:r>
          </a:p>
          <a:p>
            <a:r>
              <a:rPr lang="en-US" dirty="0"/>
              <a:t>Verify that with the real physical angle constraints we can still recover the parameters</a:t>
            </a:r>
          </a:p>
        </p:txBody>
      </p:sp>
    </p:spTree>
    <p:extLst>
      <p:ext uri="{BB962C8B-B14F-4D97-AF65-F5344CB8AC3E}">
        <p14:creationId xmlns:p14="http://schemas.microsoft.com/office/powerpoint/2010/main" val="41339758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304BA-BDDE-6BD2-11EE-35FC57AF4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302C4-15BC-C4EE-D9E1-2BDC5A3E9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DF8B1-3EF2-4FFA-164D-E8F7086FE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5DD30C-CB32-B47C-BDD0-843231104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19" y="0"/>
            <a:ext cx="114445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2754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BCF98-E996-649C-A5B0-55496D86E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F6C75-9B34-56D5-BD13-7E01071E1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Float64 compared against float32</a:t>
            </a:r>
            <a:br>
              <a:rPr lang="en-US" dirty="0"/>
            </a:br>
            <a:r>
              <a:rPr lang="en-US" dirty="0"/>
              <a:t>but I save </a:t>
            </a:r>
            <a:r>
              <a:rPr lang="en-US" dirty="0" err="1"/>
              <a:t>matlab</a:t>
            </a:r>
            <a:r>
              <a:rPr lang="en-US" dirty="0"/>
              <a:t> files as float32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7114549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E1F39-732A-9B18-3CC8-1A3D8B2DC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35474-BE65-362B-199E-171C2D8BC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Kijken</a:t>
            </a:r>
            <a:r>
              <a:rPr lang="en-US" dirty="0"/>
              <a:t> Kleine </a:t>
            </a:r>
            <a:r>
              <a:rPr lang="en-US" dirty="0" err="1"/>
              <a:t>hoek</a:t>
            </a:r>
            <a:r>
              <a:rPr lang="en-US" dirty="0"/>
              <a:t> parameter recovery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2037704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305EA-5B6D-BB7D-C3DE-C8C943E1D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9EEDE-5EEA-DA67-C3EF-0614C2701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Cpu</a:t>
            </a:r>
            <a:r>
              <a:rPr lang="en-US" dirty="0"/>
              <a:t> vs </a:t>
            </a:r>
            <a:r>
              <a:rPr lang="en-US" dirty="0" err="1"/>
              <a:t>gpu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7794020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6875B-C4EA-B5AD-F032-195637E68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B9F75-51AE-7938-55C0-DE81CE10F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Kijken</a:t>
            </a:r>
            <a:r>
              <a:rPr lang="en-US" dirty="0"/>
              <a:t> of </a:t>
            </a:r>
            <a:r>
              <a:rPr lang="en-US" dirty="0" err="1"/>
              <a:t>ik</a:t>
            </a:r>
            <a:r>
              <a:rPr lang="en-US" dirty="0"/>
              <a:t> een script </a:t>
            </a:r>
            <a:r>
              <a:rPr lang="en-US" dirty="0" err="1"/>
              <a:t>heb</a:t>
            </a:r>
            <a:r>
              <a:rPr lang="en-US" dirty="0"/>
              <a:t> voor LPV </a:t>
            </a:r>
            <a:r>
              <a:rPr lang="en-US" dirty="0" err="1"/>
              <a:t>verifiëren</a:t>
            </a:r>
            <a:r>
              <a:rPr lang="en-US" dirty="0"/>
              <a:t> door hele interconnect etc.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3482917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53C63-4EF7-5D08-DD35-50879C381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908BF-4061-39A5-2750-C46C61D1A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Augmentation difference static and parallel</a:t>
            </a:r>
          </a:p>
          <a:p>
            <a:r>
              <a:rPr lang="en-US" dirty="0"/>
              <a:t>Know </a:t>
            </a:r>
            <a:r>
              <a:rPr lang="en-US" dirty="0" err="1"/>
              <a:t>x_tilde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1006946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11489-6887-2421-0663-39C3A59E1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7C403-F104-3A3F-FC16-2384F026F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Benefit encoder</a:t>
            </a:r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4F6C1A-04F4-88F2-EB19-52C217A5C13D}"/>
              </a:ext>
            </a:extLst>
          </p:cNvPr>
          <p:cNvSpPr txBox="1"/>
          <p:nvPr/>
        </p:nvSpPr>
        <p:spPr>
          <a:xfrm>
            <a:off x="7323463" y="-1307852"/>
            <a:ext cx="6097836" cy="10618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The encoder exists because of how the training works: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</a:t>
            </a:r>
          </a:p>
          <a:p>
            <a:r>
              <a:rPr lang="en-NL" dirty="0"/>
              <a:t>  The core problem: Jan's framework trains via multi-step rollout (BPTT). To roll out </a:t>
            </a:r>
            <a:r>
              <a:rPr lang="en-NL" dirty="0" err="1"/>
              <a:t>y_hat</a:t>
            </a:r>
            <a:r>
              <a:rPr lang="en-NL" dirty="0"/>
              <a:t>,     </a:t>
            </a:r>
          </a:p>
          <a:p>
            <a:r>
              <a:rPr lang="en-NL" dirty="0"/>
              <a:t>  </a:t>
            </a:r>
            <a:r>
              <a:rPr lang="en-NL" dirty="0" err="1"/>
              <a:t>x_next</a:t>
            </a:r>
            <a:r>
              <a:rPr lang="en-NL" dirty="0"/>
              <a:t> = </a:t>
            </a:r>
            <a:r>
              <a:rPr lang="en-NL" dirty="0" err="1"/>
              <a:t>hfn</a:t>
            </a:r>
            <a:r>
              <a:rPr lang="en-NL" dirty="0"/>
              <a:t>(x, u) for </a:t>
            </a:r>
            <a:r>
              <a:rPr lang="en-NL" dirty="0" err="1"/>
              <a:t>nf</a:t>
            </a:r>
            <a:r>
              <a:rPr lang="en-NL" dirty="0"/>
              <a:t> steps, you need an initial state x0. But you never measure the full</a:t>
            </a:r>
          </a:p>
          <a:p>
            <a:r>
              <a:rPr lang="en-NL" dirty="0"/>
              <a:t>  state directly, you only have input/output measurements (u, y).                                </a:t>
            </a:r>
          </a:p>
          <a:p>
            <a:r>
              <a:rPr lang="en-NL" dirty="0"/>
              <a:t>                  </a:t>
            </a:r>
          </a:p>
          <a:p>
            <a:r>
              <a:rPr lang="en-NL" dirty="0"/>
              <a:t>  Why you can't just use the analytical baseline during training:                               </a:t>
            </a:r>
          </a:p>
          <a:p>
            <a:r>
              <a:rPr lang="en-NL" dirty="0"/>
              <a:t>  1. Velocities from finite differences are noisy and only approximate the true state</a:t>
            </a:r>
          </a:p>
          <a:p>
            <a:r>
              <a:rPr lang="en-NL" dirty="0"/>
              <a:t>  2. ANN states have no physical meaning, so there's no analytical way to set them. Zero is just</a:t>
            </a:r>
          </a:p>
          <a:p>
            <a:r>
              <a:rPr lang="en-NL" dirty="0"/>
              <a:t>  a guess.</a:t>
            </a:r>
          </a:p>
          <a:p>
            <a:r>
              <a:rPr lang="en-NL" dirty="0"/>
              <a:t>  3. Most importantly: x0 needs to be differentiable with respect to the network parameters. A</a:t>
            </a:r>
          </a:p>
          <a:p>
            <a:r>
              <a:rPr lang="en-NL" dirty="0"/>
              <a:t>  fixed analytical x0 is a constant, so gradients from the rollout loss can't improve the</a:t>
            </a:r>
          </a:p>
          <a:p>
            <a:r>
              <a:rPr lang="en-NL" dirty="0"/>
              <a:t>  initialization. The encoder is a neural network, so it's part of the computation graph and</a:t>
            </a:r>
          </a:p>
          <a:p>
            <a:r>
              <a:rPr lang="en-NL" dirty="0"/>
              <a:t>  gradients flow through it.</a:t>
            </a:r>
          </a:p>
          <a:p>
            <a:endParaRPr lang="en-NL" dirty="0"/>
          </a:p>
          <a:p>
            <a:r>
              <a:rPr lang="en-NL" dirty="0"/>
              <a:t>  In short: the encoder solves the state reconstruction problem, mapping (</a:t>
            </a:r>
            <a:r>
              <a:rPr lang="en-NL" dirty="0" err="1"/>
              <a:t>u_past</a:t>
            </a:r>
            <a:r>
              <a:rPr lang="en-NL" dirty="0"/>
              <a:t>, </a:t>
            </a:r>
            <a:r>
              <a:rPr lang="en-NL" dirty="0" err="1"/>
              <a:t>y_past</a:t>
            </a:r>
            <a:r>
              <a:rPr lang="en-NL" dirty="0"/>
              <a:t>) → x0,</a:t>
            </a:r>
          </a:p>
          <a:p>
            <a:r>
              <a:rPr lang="en-NL" dirty="0"/>
              <a:t>  in a way that is:</a:t>
            </a:r>
          </a:p>
          <a:p>
            <a:r>
              <a:rPr lang="en-NL" dirty="0"/>
              <a:t>  - Learned from data (adapts to the actual system)</a:t>
            </a:r>
          </a:p>
          <a:p>
            <a:r>
              <a:rPr lang="en-NL" dirty="0"/>
              <a:t>  - Differentiable (enables end-to-end BPTT training)</a:t>
            </a:r>
          </a:p>
          <a:p>
            <a:r>
              <a:rPr lang="en-NL" dirty="0"/>
              <a:t>  - Complete (estimates both physical states and ANN latent states)</a:t>
            </a:r>
          </a:p>
          <a:p>
            <a:endParaRPr lang="en-NL" dirty="0"/>
          </a:p>
          <a:p>
            <a:r>
              <a:rPr lang="en-NL" dirty="0"/>
              <a:t>  Without it, every rollout window would start from a suboptimal, non-differentiable guess, and</a:t>
            </a:r>
          </a:p>
          <a:p>
            <a:r>
              <a:rPr lang="en-NL" dirty="0"/>
              <a:t>  the ANN augmentation states would always start at zero. The encoder lets the model "warm up"</a:t>
            </a:r>
          </a:p>
          <a:p>
            <a:r>
              <a:rPr lang="en-NL" dirty="0"/>
              <a:t>  its internal state from measurement history before predicting forward.</a:t>
            </a:r>
          </a:p>
        </p:txBody>
      </p:sp>
    </p:spTree>
    <p:extLst>
      <p:ext uri="{BB962C8B-B14F-4D97-AF65-F5344CB8AC3E}">
        <p14:creationId xmlns:p14="http://schemas.microsoft.com/office/powerpoint/2010/main" val="27479765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54CFD-A7CC-C7B2-999F-F809EBCF1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3FF7B-33E5-E1B1-8CE2-B960D5C46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7FE77B-98A9-26E0-764B-212DFB73187E}"/>
              </a:ext>
            </a:extLst>
          </p:cNvPr>
          <p:cNvSpPr txBox="1"/>
          <p:nvPr/>
        </p:nvSpPr>
        <p:spPr>
          <a:xfrm>
            <a:off x="3048918" y="-1461893"/>
            <a:ext cx="6097836" cy="9787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Good question. The encoder doesn't get evaluated on how well it</a:t>
            </a:r>
          </a:p>
          <a:p>
            <a:r>
              <a:rPr lang="en-NL" dirty="0"/>
              <a:t>   estimates x0 directly. There's no ground truth for x0 to     </a:t>
            </a:r>
          </a:p>
          <a:p>
            <a:r>
              <a:rPr lang="en-NL" dirty="0"/>
              <a:t>  compare against (especially not for the ANN states).           </a:t>
            </a:r>
          </a:p>
          <a:p>
            <a:r>
              <a:rPr lang="en-NL" dirty="0"/>
              <a:t>   </a:t>
            </a:r>
          </a:p>
          <a:p>
            <a:r>
              <a:rPr lang="en-NL" dirty="0"/>
              <a:t>  Instead, the evaluation is indirect, via rollout quality:      </a:t>
            </a:r>
          </a:p>
          <a:p>
            <a:r>
              <a:rPr lang="en-NL" dirty="0"/>
              <a:t>                  </a:t>
            </a:r>
          </a:p>
          <a:p>
            <a:r>
              <a:rPr lang="en-NL" dirty="0"/>
              <a:t>  1. Encoder produces x0 from the past I/O window               </a:t>
            </a:r>
          </a:p>
          <a:p>
            <a:r>
              <a:rPr lang="en-NL" dirty="0"/>
              <a:t>  2. We roll forward from that x0 for </a:t>
            </a:r>
            <a:r>
              <a:rPr lang="en-NL" dirty="0" err="1"/>
              <a:t>nf</a:t>
            </a:r>
            <a:r>
              <a:rPr lang="en-NL" dirty="0"/>
              <a:t>=350 steps using </a:t>
            </a:r>
            <a:r>
              <a:rPr lang="en-NL" dirty="0" err="1"/>
              <a:t>hfn</a:t>
            </a:r>
            <a:r>
              <a:rPr lang="en-NL" dirty="0"/>
              <a:t>(x,</a:t>
            </a:r>
          </a:p>
          <a:p>
            <a:r>
              <a:rPr lang="en-NL" dirty="0"/>
              <a:t>  u) with the actual future inputs</a:t>
            </a:r>
          </a:p>
          <a:p>
            <a:r>
              <a:rPr lang="en-NL" dirty="0"/>
              <a:t>  3. The rolled-out output </a:t>
            </a:r>
            <a:r>
              <a:rPr lang="en-NL" dirty="0" err="1"/>
              <a:t>y_hat</a:t>
            </a:r>
            <a:r>
              <a:rPr lang="en-NL" dirty="0"/>
              <a:t> (positions X1, X2, Y) is</a:t>
            </a:r>
          </a:p>
          <a:p>
            <a:r>
              <a:rPr lang="en-NL" dirty="0"/>
              <a:t>  compared against the measured output </a:t>
            </a:r>
            <a:r>
              <a:rPr lang="en-NL" dirty="0" err="1"/>
              <a:t>y_ref</a:t>
            </a:r>
            <a:endParaRPr lang="en-NL" dirty="0"/>
          </a:p>
          <a:p>
            <a:r>
              <a:rPr lang="en-NL" dirty="0"/>
              <a:t>  4. RMS = sqrt(mean((</a:t>
            </a:r>
            <a:r>
              <a:rPr lang="en-NL" dirty="0" err="1"/>
              <a:t>y_hat</a:t>
            </a:r>
            <a:r>
              <a:rPr lang="en-NL" dirty="0"/>
              <a:t> - </a:t>
            </a:r>
            <a:r>
              <a:rPr lang="en-NL" dirty="0" err="1"/>
              <a:t>y_ref</a:t>
            </a:r>
            <a:r>
              <a:rPr lang="en-NL" dirty="0"/>
              <a:t>)^2))</a:t>
            </a:r>
          </a:p>
          <a:p>
            <a:endParaRPr lang="en-NL" dirty="0"/>
          </a:p>
          <a:p>
            <a:r>
              <a:rPr lang="en-NL" dirty="0"/>
              <a:t>  So the RMS is purely on the output prediction error over the</a:t>
            </a:r>
          </a:p>
          <a:p>
            <a:r>
              <a:rPr lang="en-NL" dirty="0"/>
              <a:t>  rollout horizon, not on the state estimate itself. A good x0</a:t>
            </a:r>
          </a:p>
          <a:p>
            <a:r>
              <a:rPr lang="en-NL" dirty="0"/>
              <a:t>  produces a rollout that tracks the measured output well; a bad</a:t>
            </a:r>
          </a:p>
          <a:p>
            <a:r>
              <a:rPr lang="en-NL" dirty="0"/>
              <a:t>  x0 causes the rollout to drift.</a:t>
            </a:r>
          </a:p>
          <a:p>
            <a:endParaRPr lang="en-NL" dirty="0"/>
          </a:p>
          <a:p>
            <a:r>
              <a:rPr lang="en-NL" dirty="0"/>
              <a:t>  This is why the analytical baseline comparison is meaningful:</a:t>
            </a:r>
          </a:p>
          <a:p>
            <a:r>
              <a:rPr lang="en-NL" dirty="0"/>
              <a:t>  if you initialize with (measured positions, finite-diff</a:t>
            </a:r>
          </a:p>
          <a:p>
            <a:r>
              <a:rPr lang="en-NL" dirty="0"/>
              <a:t>  velocities, ANN=0) and roll forward, you get some output error.</a:t>
            </a:r>
          </a:p>
          <a:p>
            <a:r>
              <a:rPr lang="en-NL" dirty="0"/>
              <a:t>   If the encoder's x0 produces a rollout with less output error,</a:t>
            </a:r>
          </a:p>
          <a:p>
            <a:r>
              <a:rPr lang="en-NL" dirty="0"/>
              <a:t>   the encoder is doing something useful, likely estimating</a:t>
            </a:r>
          </a:p>
          <a:p>
            <a:r>
              <a:rPr lang="en-NL" dirty="0"/>
              <a:t>  better velocities and/or non-zero ANN states that improve the</a:t>
            </a:r>
          </a:p>
          <a:p>
            <a:r>
              <a:rPr lang="en-NL" dirty="0"/>
              <a:t>  prediction.</a:t>
            </a:r>
          </a:p>
          <a:p>
            <a:endParaRPr lang="en-NL" dirty="0"/>
          </a:p>
          <a:p>
            <a:r>
              <a:rPr lang="en-NL" dirty="0"/>
              <a:t>  You never directly compare encoder states to "true" states</a:t>
            </a:r>
          </a:p>
          <a:p>
            <a:r>
              <a:rPr lang="en-NL" dirty="0"/>
              <a:t>  because there is no ground truth state, only ground truth</a:t>
            </a:r>
          </a:p>
          <a:p>
            <a:r>
              <a:rPr lang="en-NL" dirty="0"/>
              <a:t>  outputs.</a:t>
            </a:r>
          </a:p>
        </p:txBody>
      </p:sp>
    </p:spTree>
    <p:extLst>
      <p:ext uri="{BB962C8B-B14F-4D97-AF65-F5344CB8AC3E}">
        <p14:creationId xmlns:p14="http://schemas.microsoft.com/office/powerpoint/2010/main" val="27295016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1813A-CDDE-3084-8EF7-A2B71512C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B9F0B-7DE6-743B-1314-B945A1A84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004567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A8B2F-D438-20FA-82BD-CC784961D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encoder?                                           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384A6-4578-0B30-A7C3-C24BB3E72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neural network that maps past I/O history (</a:t>
            </a:r>
            <a:r>
              <a:rPr lang="en-US" dirty="0" err="1"/>
              <a:t>u_past</a:t>
            </a:r>
            <a:r>
              <a:rPr lang="en-US" dirty="0"/>
              <a:t>, </a:t>
            </a:r>
            <a:r>
              <a:rPr lang="en-US" dirty="0" err="1"/>
              <a:t>y_past</a:t>
            </a:r>
            <a:r>
              <a:rPr lang="en-US" dirty="0"/>
              <a:t>) to an initial state x0                                         </a:t>
            </a:r>
          </a:p>
          <a:p>
            <a:r>
              <a:rPr lang="en-US" dirty="0"/>
              <a:t>x0 contains both physical states (positions, velocities) and</a:t>
            </a:r>
          </a:p>
          <a:p>
            <a:pPr marL="0" indent="0">
              <a:buNone/>
            </a:pPr>
            <a:r>
              <a:rPr lang="en-US" dirty="0"/>
              <a:t>  ANN augmentation states 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0205322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8D979-B7A7-2D1A-461E-5760034DE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it?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2C362-C878-ADF8-565F-803ECB886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BPTT training rolls out the model for </a:t>
            </a:r>
            <a:r>
              <a:rPr lang="en-US" dirty="0" err="1"/>
              <a:t>i</a:t>
            </a:r>
            <a:r>
              <a:rPr lang="en-US" dirty="0"/>
              <a:t>-amount of steps from an initial state x0, but we only measure outputs (positions), not the full state</a:t>
            </a:r>
          </a:p>
          <a:p>
            <a:r>
              <a:rPr lang="en-US" dirty="0"/>
              <a:t>Analytical alternative (positions from measurements, velocities from finite differences, ANN states = 0) is not differentiable, so gradients cannot improve x0 during training</a:t>
            </a:r>
          </a:p>
          <a:p>
            <a:r>
              <a:rPr lang="en-US" dirty="0"/>
              <a:t>ANN augmentation states have no physical meaning, only the</a:t>
            </a:r>
          </a:p>
          <a:p>
            <a:pPr marL="0" indent="0">
              <a:buNone/>
            </a:pPr>
            <a:r>
              <a:rPr lang="en-US" dirty="0"/>
              <a:t>  encoder can learn to set them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7218807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B480B-D0EF-AE45-9667-E1E131866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evaluate it?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91C07-3635-EB79-16AB-22CA929A6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from system with added MSD</a:t>
            </a:r>
          </a:p>
          <a:p>
            <a:r>
              <a:rPr lang="en-US" dirty="0"/>
              <a:t>There is no ground truth state to compare x0 against</a:t>
            </a:r>
          </a:p>
          <a:p>
            <a:r>
              <a:rPr lang="en-US" dirty="0"/>
              <a:t>Instead, we evaluate indirectly: roll forward </a:t>
            </a:r>
            <a:r>
              <a:rPr lang="en-US" dirty="0" err="1"/>
              <a:t>i</a:t>
            </a:r>
            <a:r>
              <a:rPr lang="en-US" dirty="0"/>
              <a:t> steps from x0 through the full augmented model and compare predicted output </a:t>
            </a:r>
            <a:r>
              <a:rPr lang="en-US" dirty="0" err="1"/>
              <a:t>y_hat</a:t>
            </a:r>
            <a:r>
              <a:rPr lang="en-US" dirty="0"/>
              <a:t> against measured output </a:t>
            </a:r>
            <a:r>
              <a:rPr lang="en-US" dirty="0" err="1"/>
              <a:t>y_ref</a:t>
            </a:r>
            <a:r>
              <a:rPr lang="en-US" dirty="0"/>
              <a:t> over the rollout horizon</a:t>
            </a:r>
          </a:p>
          <a:p>
            <a:r>
              <a:rPr lang="en-US" dirty="0"/>
              <a:t>Compare encoder-initialized rollouts against analytical baseline rollouts (same trained model, different </a:t>
            </a:r>
            <a:r>
              <a:rPr lang="en-US"/>
              <a:t>x0)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1211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744EA-2DD8-2489-1EF6-842B60BDB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AB1A6E-486E-E06D-0695-414C6382EC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87285"/>
            <a:ext cx="12192000" cy="348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7545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FC7D3-4600-829F-2243-91DDA9EE5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A43F3-5326-6794-ECF5-81A64E744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716218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B9307-821D-C62D-CEE9-D04E2A20B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F3853-58E4-7A24-E4BF-A12B293E8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479275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5AD27-E157-63C7-F5EA-16CE347EC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FAA87-0D2A-1475-7427-CF5FBFDA0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039611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8EDE7-2999-FF15-583B-D47DC2400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AA0E3-DC0B-0CBD-C224-8A70382F8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101508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64569-A318-6457-F6AE-27D7A9067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D8CDB-3C0C-A8A4-E698-9E3F96F0B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11791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5555</TotalTime>
  <Words>1637</Words>
  <Application>Microsoft Office PowerPoint</Application>
  <PresentationFormat>Widescreen</PresentationFormat>
  <Paragraphs>167</Paragraphs>
  <Slides>48</Slides>
  <Notes>3</Notes>
  <HiddenSlides>11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Aptos</vt:lpstr>
      <vt:lpstr>Aptos Display</vt:lpstr>
      <vt:lpstr>Arial</vt:lpstr>
      <vt:lpstr>Office Theme</vt:lpstr>
      <vt:lpstr>Meeting Week 18</vt:lpstr>
      <vt:lpstr>Last week summary</vt:lpstr>
      <vt:lpstr>PowerPoint Presentation</vt:lpstr>
      <vt:lpstr>PowerPoint Presentation</vt:lpstr>
      <vt:lpstr>Lagrange-Euler - Garcia</vt:lpstr>
      <vt:lpstr>Lagrange-Euler - Garcia</vt:lpstr>
      <vt:lpstr>Lagrange-Euler – Additional state</vt:lpstr>
      <vt:lpstr>Results verified against simscape</vt:lpstr>
      <vt:lpstr>PowerPoint Presentation</vt:lpstr>
      <vt:lpstr>Additional state against simscape</vt:lpstr>
      <vt:lpstr>PowerPoint Presentation</vt:lpstr>
      <vt:lpstr>PowerPoint Presentation</vt:lpstr>
      <vt:lpstr>PowerPoint Presentation</vt:lpstr>
      <vt:lpstr>Encoder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Lists problems to be careful for, for LPV</vt:lpstr>
      <vt:lpstr>Question 1</vt:lpstr>
      <vt:lpstr>Should I add the velocities as states?</vt:lpstr>
      <vt:lpstr>Outline next week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the encoder?                                           </vt:lpstr>
      <vt:lpstr>Why do we need it?</vt:lpstr>
      <vt:lpstr>How do we evaluate it?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Hoekstra, Jan</dc:creator>
  <cp:lastModifiedBy>Berg, Dirk van den</cp:lastModifiedBy>
  <cp:revision>1</cp:revision>
  <dcterms:created xsi:type="dcterms:W3CDTF">2026-02-02T15:14:22Z</dcterms:created>
  <dcterms:modified xsi:type="dcterms:W3CDTF">2026-06-08T07:14:44Z</dcterms:modified>
</cp:coreProperties>
</file>