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49"/>
  </p:notesMasterIdLst>
  <p:sldIdLst>
    <p:sldId id="257" r:id="rId2"/>
    <p:sldId id="258" r:id="rId3"/>
    <p:sldId id="259" r:id="rId4"/>
    <p:sldId id="267" r:id="rId5"/>
    <p:sldId id="263" r:id="rId6"/>
    <p:sldId id="264" r:id="rId7"/>
    <p:sldId id="268" r:id="rId8"/>
    <p:sldId id="274" r:id="rId9"/>
    <p:sldId id="281" r:id="rId10"/>
    <p:sldId id="282" r:id="rId11"/>
    <p:sldId id="283" r:id="rId12"/>
    <p:sldId id="284" r:id="rId13"/>
    <p:sldId id="273" r:id="rId14"/>
    <p:sldId id="285" r:id="rId15"/>
    <p:sldId id="286" r:id="rId16"/>
    <p:sldId id="276" r:id="rId17"/>
    <p:sldId id="277" r:id="rId18"/>
    <p:sldId id="279" r:id="rId19"/>
    <p:sldId id="280" r:id="rId20"/>
    <p:sldId id="269" r:id="rId21"/>
    <p:sldId id="272" r:id="rId22"/>
    <p:sldId id="270" r:id="rId23"/>
    <p:sldId id="271" r:id="rId24"/>
    <p:sldId id="260" r:id="rId25"/>
    <p:sldId id="265" r:id="rId26"/>
    <p:sldId id="266" r:id="rId27"/>
    <p:sldId id="275" r:id="rId28"/>
    <p:sldId id="278" r:id="rId29"/>
    <p:sldId id="261" r:id="rId30"/>
    <p:sldId id="262" r:id="rId31"/>
    <p:sldId id="287" r:id="rId32"/>
    <p:sldId id="298" r:id="rId33"/>
    <p:sldId id="304" r:id="rId34"/>
    <p:sldId id="302" r:id="rId35"/>
    <p:sldId id="303" r:id="rId36"/>
    <p:sldId id="288" r:id="rId37"/>
    <p:sldId id="293" r:id="rId38"/>
    <p:sldId id="294" r:id="rId39"/>
    <p:sldId id="295" r:id="rId40"/>
    <p:sldId id="296" r:id="rId41"/>
    <p:sldId id="301" r:id="rId42"/>
    <p:sldId id="299" r:id="rId43"/>
    <p:sldId id="300" r:id="rId44"/>
    <p:sldId id="292" r:id="rId45"/>
    <p:sldId id="289" r:id="rId46"/>
    <p:sldId id="290" r:id="rId47"/>
    <p:sldId id="291" r:id="rId48"/>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696F11-7D4E-4A74-ADC0-08FD5635C81B}" v="42" dt="2026-05-06T09:19:13.6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76601" autoAdjust="0"/>
  </p:normalViewPr>
  <p:slideViewPr>
    <p:cSldViewPr snapToGrid="0">
      <p:cViewPr>
        <p:scale>
          <a:sx n="66" d="100"/>
          <a:sy n="66"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5-06T09:19:13.648" v="3323"/>
      <pc:docMkLst>
        <pc:docMk/>
      </pc:docMkLst>
      <pc:sldChg chg="delSp modSp mod">
        <pc:chgData name="Berg, Dirk van den" userId="035ecb32-01d9-4b47-a105-eacf059a4647" providerId="ADAL" clId="{F7FF961E-CF96-44AC-93C2-93612F62D46D}" dt="2026-04-28T13:38:13.541" v="1" actId="478"/>
        <pc:sldMkLst>
          <pc:docMk/>
          <pc:sldMk cId="2679595137" sldId="257"/>
        </pc:sldMkLst>
        <pc:spChg chg="mod">
          <ac:chgData name="Berg, Dirk van den" userId="035ecb32-01d9-4b47-a105-eacf059a4647" providerId="ADAL" clId="{F7FF961E-CF96-44AC-93C2-93612F62D46D}" dt="2026-04-28T13:37:48.193" v="0" actId="20577"/>
          <ac:spMkLst>
            <pc:docMk/>
            <pc:sldMk cId="2679595137" sldId="257"/>
            <ac:spMk id="2" creationId="{1CA58346-11EF-AF16-3F7E-D4AE642D6182}"/>
          </ac:spMkLst>
        </pc:spChg>
      </pc:sldChg>
      <pc:sldChg chg="addSp modSp new mod">
        <pc:chgData name="Berg, Dirk van den" userId="035ecb32-01d9-4b47-a105-eacf059a4647" providerId="ADAL" clId="{F7FF961E-CF96-44AC-93C2-93612F62D46D}" dt="2026-04-29T14:33:10.450" v="1140" actId="20577"/>
        <pc:sldMkLst>
          <pc:docMk/>
          <pc:sldMk cId="3786116375" sldId="263"/>
        </pc:sldMkLst>
        <pc:spChg chg="mod">
          <ac:chgData name="Berg, Dirk van den" userId="035ecb32-01d9-4b47-a105-eacf059a4647" providerId="ADAL" clId="{F7FF961E-CF96-44AC-93C2-93612F62D46D}" dt="2026-04-28T13:39:05.791" v="49" actId="20577"/>
          <ac:spMkLst>
            <pc:docMk/>
            <pc:sldMk cId="3786116375" sldId="263"/>
            <ac:spMk id="2" creationId="{4EB4085C-A8D6-2C16-5F88-2B943651CF41}"/>
          </ac:spMkLst>
        </pc:spChg>
        <pc:spChg chg="mod">
          <ac:chgData name="Berg, Dirk van den" userId="035ecb32-01d9-4b47-a105-eacf059a4647" providerId="ADAL" clId="{F7FF961E-CF96-44AC-93C2-93612F62D46D}" dt="2026-04-29T14:33:10.450" v="1140" actId="20577"/>
          <ac:spMkLst>
            <pc:docMk/>
            <pc:sldMk cId="3786116375" sldId="263"/>
            <ac:spMk id="3" creationId="{11FA0827-3F1F-174D-677E-EDBDE31490EE}"/>
          </ac:spMkLst>
        </pc:spChg>
        <pc:picChg chg="add mod">
          <ac:chgData name="Berg, Dirk van den" userId="035ecb32-01d9-4b47-a105-eacf059a4647" providerId="ADAL" clId="{F7FF961E-CF96-44AC-93C2-93612F62D46D}" dt="2026-04-29T14:32:49.731" v="1073" actId="1076"/>
          <ac:picMkLst>
            <pc:docMk/>
            <pc:sldMk cId="3786116375" sldId="263"/>
            <ac:picMk id="5" creationId="{CDAAFFAB-CD94-2132-FDF7-FBDD5E249F7D}"/>
          </ac:picMkLst>
        </pc:picChg>
      </pc:sldChg>
      <pc:sldChg chg="addSp modSp new mod">
        <pc:chgData name="Berg, Dirk van den" userId="035ecb32-01d9-4b47-a105-eacf059a4647" providerId="ADAL" clId="{F7FF961E-CF96-44AC-93C2-93612F62D46D}" dt="2026-04-29T07:43:06.670" v="54" actId="1076"/>
        <pc:sldMkLst>
          <pc:docMk/>
          <pc:sldMk cId="728908909" sldId="264"/>
        </pc:sldMkLst>
        <pc:picChg chg="add mod">
          <ac:chgData name="Berg, Dirk van den" userId="035ecb32-01d9-4b47-a105-eacf059a4647" providerId="ADAL" clId="{F7FF961E-CF96-44AC-93C2-93612F62D46D}" dt="2026-04-29T07:43:06.670" v="54" actId="1076"/>
          <ac:picMkLst>
            <pc:docMk/>
            <pc:sldMk cId="728908909" sldId="264"/>
            <ac:picMk id="5" creationId="{A29530D5-C811-5410-A518-6DA26080D7DA}"/>
          </ac:picMkLst>
        </pc:picChg>
      </pc:sldChg>
      <pc:sldChg chg="modSp new mod">
        <pc:chgData name="Berg, Dirk van den" userId="035ecb32-01d9-4b47-a105-eacf059a4647" providerId="ADAL" clId="{F7FF961E-CF96-44AC-93C2-93612F62D46D}" dt="2026-04-29T14:44:08.866" v="1248" actId="20577"/>
        <pc:sldMkLst>
          <pc:docMk/>
          <pc:sldMk cId="342037087" sldId="265"/>
        </pc:sldMkLst>
        <pc:spChg chg="mod">
          <ac:chgData name="Berg, Dirk van den" userId="035ecb32-01d9-4b47-a105-eacf059a4647" providerId="ADAL" clId="{F7FF961E-CF96-44AC-93C2-93612F62D46D}" dt="2026-04-29T14:44:08.866" v="1248" actId="20577"/>
          <ac:spMkLst>
            <pc:docMk/>
            <pc:sldMk cId="342037087" sldId="265"/>
            <ac:spMk id="2" creationId="{5423D56D-0D68-2D4B-C537-133DCC6887B0}"/>
          </ac:spMkLst>
        </pc:spChg>
        <pc:spChg chg="mod">
          <ac:chgData name="Berg, Dirk van den" userId="035ecb32-01d9-4b47-a105-eacf059a4647" providerId="ADAL" clId="{F7FF961E-CF96-44AC-93C2-93612F62D46D}" dt="2026-04-29T08:06:01.698" v="88" actId="20577"/>
          <ac:spMkLst>
            <pc:docMk/>
            <pc:sldMk cId="342037087" sldId="265"/>
            <ac:spMk id="3" creationId="{6CA35590-7197-1E88-8763-302824076EDB}"/>
          </ac:spMkLst>
        </pc:spChg>
      </pc:sldChg>
      <pc:sldChg chg="modSp new mod">
        <pc:chgData name="Berg, Dirk van den" userId="035ecb32-01d9-4b47-a105-eacf059a4647" providerId="ADAL" clId="{F7FF961E-CF96-44AC-93C2-93612F62D46D}" dt="2026-04-29T14:43:53.190" v="1200" actId="20577"/>
        <pc:sldMkLst>
          <pc:docMk/>
          <pc:sldMk cId="3999922120" sldId="266"/>
        </pc:sldMkLst>
        <pc:spChg chg="mod">
          <ac:chgData name="Berg, Dirk van den" userId="035ecb32-01d9-4b47-a105-eacf059a4647" providerId="ADAL" clId="{F7FF961E-CF96-44AC-93C2-93612F62D46D}" dt="2026-04-29T14:43:53.190" v="1200" actId="20577"/>
          <ac:spMkLst>
            <pc:docMk/>
            <pc:sldMk cId="3999922120" sldId="266"/>
            <ac:spMk id="2" creationId="{F3A1AE25-2039-0D05-3CDE-0130DF6500ED}"/>
          </ac:spMkLst>
        </pc:spChg>
        <pc:spChg chg="mod">
          <ac:chgData name="Berg, Dirk van den" userId="035ecb32-01d9-4b47-a105-eacf059a4647" providerId="ADAL" clId="{F7FF961E-CF96-44AC-93C2-93612F62D46D}" dt="2026-04-29T08:06:24.661" v="210" actId="20577"/>
          <ac:spMkLst>
            <pc:docMk/>
            <pc:sldMk cId="3999922120" sldId="266"/>
            <ac:spMk id="3" creationId="{1EED6233-9864-CF91-1186-99D438D1CBB8}"/>
          </ac:spMkLst>
        </pc:spChg>
      </pc:sldChg>
      <pc:sldChg chg="modSp new mod">
        <pc:chgData name="Berg, Dirk van den" userId="035ecb32-01d9-4b47-a105-eacf059a4647" providerId="ADAL" clId="{F7FF961E-CF96-44AC-93C2-93612F62D46D}" dt="2026-04-29T08:45:43.314" v="361" actId="20577"/>
        <pc:sldMkLst>
          <pc:docMk/>
          <pc:sldMk cId="2626609083" sldId="267"/>
        </pc:sldMkLst>
        <pc:spChg chg="mod">
          <ac:chgData name="Berg, Dirk van den" userId="035ecb32-01d9-4b47-a105-eacf059a4647" providerId="ADAL" clId="{F7FF961E-CF96-44AC-93C2-93612F62D46D}" dt="2026-04-29T08:45:17.541" v="232" actId="20577"/>
          <ac:spMkLst>
            <pc:docMk/>
            <pc:sldMk cId="2626609083" sldId="267"/>
            <ac:spMk id="2" creationId="{F33594DE-0C6C-7D08-09C4-BB1C1D2D4E83}"/>
          </ac:spMkLst>
        </pc:spChg>
        <pc:spChg chg="mod">
          <ac:chgData name="Berg, Dirk van den" userId="035ecb32-01d9-4b47-a105-eacf059a4647" providerId="ADAL" clId="{F7FF961E-CF96-44AC-93C2-93612F62D46D}" dt="2026-04-29T08:45:43.314" v="361" actId="20577"/>
          <ac:spMkLst>
            <pc:docMk/>
            <pc:sldMk cId="2626609083" sldId="267"/>
            <ac:spMk id="3" creationId="{AB7E9F38-2245-5577-F7EF-638D9123EC75}"/>
          </ac:spMkLst>
        </pc:spChg>
      </pc:sldChg>
      <pc:sldChg chg="modSp new mod">
        <pc:chgData name="Berg, Dirk van den" userId="035ecb32-01d9-4b47-a105-eacf059a4647" providerId="ADAL" clId="{F7FF961E-CF96-44AC-93C2-93612F62D46D}" dt="2026-04-29T13:13:49.192" v="850" actId="20577"/>
        <pc:sldMkLst>
          <pc:docMk/>
          <pc:sldMk cId="564545278" sldId="268"/>
        </pc:sldMkLst>
        <pc:spChg chg="mod">
          <ac:chgData name="Berg, Dirk van den" userId="035ecb32-01d9-4b47-a105-eacf059a4647" providerId="ADAL" clId="{F7FF961E-CF96-44AC-93C2-93612F62D46D}" dt="2026-04-29T09:06:04.016" v="394" actId="20577"/>
          <ac:spMkLst>
            <pc:docMk/>
            <pc:sldMk cId="564545278" sldId="268"/>
            <ac:spMk id="2" creationId="{A949890B-5796-4398-2B34-653B200AE985}"/>
          </ac:spMkLst>
        </pc:spChg>
        <pc:spChg chg="mod">
          <ac:chgData name="Berg, Dirk van den" userId="035ecb32-01d9-4b47-a105-eacf059a4647" providerId="ADAL" clId="{F7FF961E-CF96-44AC-93C2-93612F62D46D}" dt="2026-04-29T13:13:49.192" v="850" actId="20577"/>
          <ac:spMkLst>
            <pc:docMk/>
            <pc:sldMk cId="564545278" sldId="268"/>
            <ac:spMk id="3" creationId="{2DCF278F-0F78-0F87-5EF5-349AF859693E}"/>
          </ac:spMkLst>
        </pc:spChg>
      </pc:sldChg>
      <pc:sldChg chg="modSp add mod">
        <pc:chgData name="Berg, Dirk van den" userId="035ecb32-01d9-4b47-a105-eacf059a4647" providerId="ADAL" clId="{F7FF961E-CF96-44AC-93C2-93612F62D46D}" dt="2026-04-29T13:13:55.688" v="864" actId="20577"/>
        <pc:sldMkLst>
          <pc:docMk/>
          <pc:sldMk cId="2807402229" sldId="269"/>
        </pc:sldMkLst>
        <pc:spChg chg="mod">
          <ac:chgData name="Berg, Dirk van den" userId="035ecb32-01d9-4b47-a105-eacf059a4647" providerId="ADAL" clId="{F7FF961E-CF96-44AC-93C2-93612F62D46D}" dt="2026-04-29T09:06:10.107" v="401" actId="20577"/>
          <ac:spMkLst>
            <pc:docMk/>
            <pc:sldMk cId="2807402229" sldId="269"/>
            <ac:spMk id="2" creationId="{23391569-4403-3A76-4668-AF1919200820}"/>
          </ac:spMkLst>
        </pc:spChg>
        <pc:spChg chg="mod">
          <ac:chgData name="Berg, Dirk van den" userId="035ecb32-01d9-4b47-a105-eacf059a4647" providerId="ADAL" clId="{F7FF961E-CF96-44AC-93C2-93612F62D46D}" dt="2026-04-29T13:13:55.688" v="864" actId="20577"/>
          <ac:spMkLst>
            <pc:docMk/>
            <pc:sldMk cId="2807402229" sldId="269"/>
            <ac:spMk id="3" creationId="{8581BD00-9AAE-AC5F-9149-93096C2351B6}"/>
          </ac:spMkLst>
        </pc:spChg>
      </pc:sldChg>
      <pc:sldChg chg="addSp modSp new mod">
        <pc:chgData name="Berg, Dirk van den" userId="035ecb32-01d9-4b47-a105-eacf059a4647" providerId="ADAL" clId="{F7FF961E-CF96-44AC-93C2-93612F62D46D}" dt="2026-04-29T09:37:45.622" v="478" actId="22"/>
        <pc:sldMkLst>
          <pc:docMk/>
          <pc:sldMk cId="4130986465" sldId="270"/>
        </pc:sldMkLst>
        <pc:spChg chg="mod">
          <ac:chgData name="Berg, Dirk van den" userId="035ecb32-01d9-4b47-a105-eacf059a4647" providerId="ADAL" clId="{F7FF961E-CF96-44AC-93C2-93612F62D46D}" dt="2026-04-29T09:37:42.736" v="477" actId="20577"/>
          <ac:spMkLst>
            <pc:docMk/>
            <pc:sldMk cId="4130986465" sldId="270"/>
            <ac:spMk id="2" creationId="{181703B8-860A-25A7-4808-AB92B10540A9}"/>
          </ac:spMkLst>
        </pc:spChg>
        <pc:picChg chg="add">
          <ac:chgData name="Berg, Dirk van den" userId="035ecb32-01d9-4b47-a105-eacf059a4647" providerId="ADAL" clId="{F7FF961E-CF96-44AC-93C2-93612F62D46D}" dt="2026-04-29T09:37:45.622" v="478" actId="22"/>
          <ac:picMkLst>
            <pc:docMk/>
            <pc:sldMk cId="4130986465" sldId="270"/>
            <ac:picMk id="5" creationId="{D5A65803-8524-375D-B5FA-2AE443120EDD}"/>
          </ac:picMkLst>
        </pc:picChg>
      </pc:sldChg>
      <pc:sldChg chg="addSp modSp new mod">
        <pc:chgData name="Berg, Dirk van den" userId="035ecb32-01d9-4b47-a105-eacf059a4647" providerId="ADAL" clId="{F7FF961E-CF96-44AC-93C2-93612F62D46D}" dt="2026-04-29T09:57:28.089" v="563" actId="20577"/>
        <pc:sldMkLst>
          <pc:docMk/>
          <pc:sldMk cId="2773889473" sldId="271"/>
        </pc:sldMkLst>
        <pc:spChg chg="mod">
          <ac:chgData name="Berg, Dirk van den" userId="035ecb32-01d9-4b47-a105-eacf059a4647" providerId="ADAL" clId="{F7FF961E-CF96-44AC-93C2-93612F62D46D}" dt="2026-04-29T09:57:13.848" v="490" actId="20577"/>
          <ac:spMkLst>
            <pc:docMk/>
            <pc:sldMk cId="2773889473" sldId="271"/>
            <ac:spMk id="2" creationId="{681FC6CA-178F-70C7-C426-BBE3DBAAA370}"/>
          </ac:spMkLst>
        </pc:spChg>
        <pc:spChg chg="mod">
          <ac:chgData name="Berg, Dirk van den" userId="035ecb32-01d9-4b47-a105-eacf059a4647" providerId="ADAL" clId="{F7FF961E-CF96-44AC-93C2-93612F62D46D}" dt="2026-04-29T09:57:28.089" v="563" actId="20577"/>
          <ac:spMkLst>
            <pc:docMk/>
            <pc:sldMk cId="2773889473" sldId="271"/>
            <ac:spMk id="3" creationId="{65368582-846B-7DA0-53C8-8A1CB72B5FE7}"/>
          </ac:spMkLst>
        </pc:spChg>
        <pc:picChg chg="add">
          <ac:chgData name="Berg, Dirk van den" userId="035ecb32-01d9-4b47-a105-eacf059a4647" providerId="ADAL" clId="{F7FF961E-CF96-44AC-93C2-93612F62D46D}" dt="2026-04-29T09:57:09.849" v="480" actId="22"/>
          <ac:picMkLst>
            <pc:docMk/>
            <pc:sldMk cId="2773889473" sldId="271"/>
            <ac:picMk id="5" creationId="{1FD4E9B3-2A9C-BEE7-7376-2788ACC10D7A}"/>
          </ac:picMkLst>
        </pc:picChg>
      </pc:sldChg>
      <pc:sldChg chg="modSp new mod">
        <pc:chgData name="Berg, Dirk van den" userId="035ecb32-01d9-4b47-a105-eacf059a4647" providerId="ADAL" clId="{F7FF961E-CF96-44AC-93C2-93612F62D46D}" dt="2026-04-29T11:57:13.692" v="566"/>
        <pc:sldMkLst>
          <pc:docMk/>
          <pc:sldMk cId="2417123626" sldId="272"/>
        </pc:sldMkLst>
        <pc:spChg chg="mod">
          <ac:chgData name="Berg, Dirk van den" userId="035ecb32-01d9-4b47-a105-eacf059a4647" providerId="ADAL" clId="{F7FF961E-CF96-44AC-93C2-93612F62D46D}" dt="2026-04-29T11:57:13.692" v="566"/>
          <ac:spMkLst>
            <pc:docMk/>
            <pc:sldMk cId="2417123626" sldId="272"/>
            <ac:spMk id="3" creationId="{6052E8EE-285B-6D94-F155-6A44F6442E00}"/>
          </ac:spMkLst>
        </pc:spChg>
      </pc:sldChg>
      <pc:sldChg chg="modSp new mod">
        <pc:chgData name="Berg, Dirk van den" userId="035ecb32-01d9-4b47-a105-eacf059a4647" providerId="ADAL" clId="{F7FF961E-CF96-44AC-93C2-93612F62D46D}" dt="2026-04-29T12:44:56.763" v="822"/>
        <pc:sldMkLst>
          <pc:docMk/>
          <pc:sldMk cId="2557758613" sldId="273"/>
        </pc:sldMkLst>
        <pc:spChg chg="mod">
          <ac:chgData name="Berg, Dirk van den" userId="035ecb32-01d9-4b47-a105-eacf059a4647" providerId="ADAL" clId="{F7FF961E-CF96-44AC-93C2-93612F62D46D}" dt="2026-04-29T12:44:56.763" v="822"/>
          <ac:spMkLst>
            <pc:docMk/>
            <pc:sldMk cId="2557758613" sldId="273"/>
            <ac:spMk id="3" creationId="{EBE49531-300F-9F92-4F99-CDCEEF1FABDA}"/>
          </ac:spMkLst>
        </pc:spChg>
      </pc:sldChg>
      <pc:sldChg chg="modSp new mod">
        <pc:chgData name="Berg, Dirk van den" userId="035ecb32-01d9-4b47-a105-eacf059a4647" providerId="ADAL" clId="{F7FF961E-CF96-44AC-93C2-93612F62D46D}" dt="2026-04-30T16:35:41.546" v="1695" actId="20577"/>
        <pc:sldMkLst>
          <pc:docMk/>
          <pc:sldMk cId="3609494113" sldId="274"/>
        </pc:sldMkLst>
        <pc:spChg chg="mod">
          <ac:chgData name="Berg, Dirk van den" userId="035ecb32-01d9-4b47-a105-eacf059a4647" providerId="ADAL" clId="{F7FF961E-CF96-44AC-93C2-93612F62D46D}" dt="2026-04-30T16:35:41.546" v="1695" actId="20577"/>
          <ac:spMkLst>
            <pc:docMk/>
            <pc:sldMk cId="3609494113" sldId="274"/>
            <ac:spMk id="3" creationId="{C71BCF9E-45FB-938E-2172-6B0D8D000718}"/>
          </ac:spMkLst>
        </pc:spChg>
      </pc:sldChg>
      <pc:sldChg chg="modSp new mod">
        <pc:chgData name="Berg, Dirk van den" userId="035ecb32-01d9-4b47-a105-eacf059a4647" providerId="ADAL" clId="{F7FF961E-CF96-44AC-93C2-93612F62D46D}" dt="2026-04-29T14:47:09.891" v="1252" actId="27636"/>
        <pc:sldMkLst>
          <pc:docMk/>
          <pc:sldMk cId="1412214753" sldId="275"/>
        </pc:sldMkLst>
        <pc:spChg chg="mod">
          <ac:chgData name="Berg, Dirk van den" userId="035ecb32-01d9-4b47-a105-eacf059a4647" providerId="ADAL" clId="{F7FF961E-CF96-44AC-93C2-93612F62D46D}" dt="2026-04-29T14:43:43.517" v="1153" actId="20577"/>
          <ac:spMkLst>
            <pc:docMk/>
            <pc:sldMk cId="1412214753" sldId="275"/>
            <ac:spMk id="2" creationId="{01CCE7B5-7FCB-386A-3862-93791AF502C3}"/>
          </ac:spMkLst>
        </pc:spChg>
        <pc:spChg chg="mod">
          <ac:chgData name="Berg, Dirk van den" userId="035ecb32-01d9-4b47-a105-eacf059a4647" providerId="ADAL" clId="{F7FF961E-CF96-44AC-93C2-93612F62D46D}" dt="2026-04-29T14:47:09.891" v="1252" actId="27636"/>
          <ac:spMkLst>
            <pc:docMk/>
            <pc:sldMk cId="1412214753" sldId="275"/>
            <ac:spMk id="3" creationId="{65A1CBD4-3784-867F-8BB2-BF63BC3E2FF5}"/>
          </ac:spMkLst>
        </pc:spChg>
      </pc:sldChg>
      <pc:sldChg chg="addSp modSp new mod">
        <pc:chgData name="Berg, Dirk van den" userId="035ecb32-01d9-4b47-a105-eacf059a4647" providerId="ADAL" clId="{F7FF961E-CF96-44AC-93C2-93612F62D46D}" dt="2026-04-30T10:49:20.064" v="1273" actId="20577"/>
        <pc:sldMkLst>
          <pc:docMk/>
          <pc:sldMk cId="263638165" sldId="276"/>
        </pc:sldMkLst>
        <pc:spChg chg="mod">
          <ac:chgData name="Berg, Dirk van den" userId="035ecb32-01d9-4b47-a105-eacf059a4647" providerId="ADAL" clId="{F7FF961E-CF96-44AC-93C2-93612F62D46D}" dt="2026-04-30T10:49:20.064" v="1273" actId="20577"/>
          <ac:spMkLst>
            <pc:docMk/>
            <pc:sldMk cId="263638165" sldId="276"/>
            <ac:spMk id="2" creationId="{0811AAA2-ADA6-5A5D-3F81-C4F6BB264422}"/>
          </ac:spMkLst>
        </pc:spChg>
        <pc:picChg chg="add mod">
          <ac:chgData name="Berg, Dirk van den" userId="035ecb32-01d9-4b47-a105-eacf059a4647" providerId="ADAL" clId="{F7FF961E-CF96-44AC-93C2-93612F62D46D}" dt="2026-04-30T10:49:16.103" v="1255" actId="1076"/>
          <ac:picMkLst>
            <pc:docMk/>
            <pc:sldMk cId="263638165" sldId="276"/>
            <ac:picMk id="5" creationId="{2D64DE84-7476-3C65-C05C-205CCE6BBC9E}"/>
          </ac:picMkLst>
        </pc:picChg>
      </pc:sldChg>
      <pc:sldChg chg="addSp modSp new mod">
        <pc:chgData name="Berg, Dirk van den" userId="035ecb32-01d9-4b47-a105-eacf059a4647" providerId="ADAL" clId="{F7FF961E-CF96-44AC-93C2-93612F62D46D}" dt="2026-04-30T11:35:01.925" v="1344" actId="1076"/>
        <pc:sldMkLst>
          <pc:docMk/>
          <pc:sldMk cId="4209160615" sldId="277"/>
        </pc:sldMkLst>
        <pc:spChg chg="mod">
          <ac:chgData name="Berg, Dirk van den" userId="035ecb32-01d9-4b47-a105-eacf059a4647" providerId="ADAL" clId="{F7FF961E-CF96-44AC-93C2-93612F62D46D}" dt="2026-04-30T11:34:59.184" v="1342" actId="20577"/>
          <ac:spMkLst>
            <pc:docMk/>
            <pc:sldMk cId="4209160615" sldId="277"/>
            <ac:spMk id="2" creationId="{D8D0A994-E4E1-0B05-B3FE-34696C8A00A9}"/>
          </ac:spMkLst>
        </pc:spChg>
        <pc:picChg chg="add mod">
          <ac:chgData name="Berg, Dirk van den" userId="035ecb32-01d9-4b47-a105-eacf059a4647" providerId="ADAL" clId="{F7FF961E-CF96-44AC-93C2-93612F62D46D}" dt="2026-04-30T11:35:01.925" v="1344" actId="1076"/>
          <ac:picMkLst>
            <pc:docMk/>
            <pc:sldMk cId="4209160615" sldId="277"/>
            <ac:picMk id="5" creationId="{EB540705-C9A8-B005-0F74-074FD423EE90}"/>
          </ac:picMkLst>
        </pc:picChg>
      </pc:sldChg>
      <pc:sldChg chg="modSp new mod">
        <pc:chgData name="Berg, Dirk van den" userId="035ecb32-01d9-4b47-a105-eacf059a4647" providerId="ADAL" clId="{F7FF961E-CF96-44AC-93C2-93612F62D46D}" dt="2026-04-30T12:21:41.027" v="1347"/>
        <pc:sldMkLst>
          <pc:docMk/>
          <pc:sldMk cId="1071277343" sldId="278"/>
        </pc:sldMkLst>
        <pc:spChg chg="mod">
          <ac:chgData name="Berg, Dirk van den" userId="035ecb32-01d9-4b47-a105-eacf059a4647" providerId="ADAL" clId="{F7FF961E-CF96-44AC-93C2-93612F62D46D}" dt="2026-04-30T12:21:41.027" v="1347"/>
          <ac:spMkLst>
            <pc:docMk/>
            <pc:sldMk cId="1071277343" sldId="278"/>
            <ac:spMk id="3" creationId="{C5413DA2-42DD-05CB-4DF4-0FBBB624E95C}"/>
          </ac:spMkLst>
        </pc:spChg>
      </pc:sldChg>
      <pc:sldChg chg="modSp new mod">
        <pc:chgData name="Berg, Dirk van den" userId="035ecb32-01d9-4b47-a105-eacf059a4647" providerId="ADAL" clId="{F7FF961E-CF96-44AC-93C2-93612F62D46D}" dt="2026-04-30T16:06:29.455" v="1351"/>
        <pc:sldMkLst>
          <pc:docMk/>
          <pc:sldMk cId="726858048" sldId="279"/>
        </pc:sldMkLst>
        <pc:spChg chg="mod">
          <ac:chgData name="Berg, Dirk van den" userId="035ecb32-01d9-4b47-a105-eacf059a4647" providerId="ADAL" clId="{F7FF961E-CF96-44AC-93C2-93612F62D46D}" dt="2026-04-30T16:06:29.455" v="1351"/>
          <ac:spMkLst>
            <pc:docMk/>
            <pc:sldMk cId="726858048" sldId="279"/>
            <ac:spMk id="3" creationId="{52B4EDDC-80D0-7838-1E7E-3BE2C702F3D4}"/>
          </ac:spMkLst>
        </pc:spChg>
      </pc:sldChg>
      <pc:sldChg chg="modSp new mod">
        <pc:chgData name="Berg, Dirk van den" userId="035ecb32-01d9-4b47-a105-eacf059a4647" providerId="ADAL" clId="{F7FF961E-CF96-44AC-93C2-93612F62D46D}" dt="2026-04-30T16:31:02.130" v="1629" actId="20577"/>
        <pc:sldMkLst>
          <pc:docMk/>
          <pc:sldMk cId="644808984" sldId="280"/>
        </pc:sldMkLst>
        <pc:spChg chg="mod">
          <ac:chgData name="Berg, Dirk van den" userId="035ecb32-01d9-4b47-a105-eacf059a4647" providerId="ADAL" clId="{F7FF961E-CF96-44AC-93C2-93612F62D46D}" dt="2026-04-30T16:30:15.328" v="1393" actId="20577"/>
          <ac:spMkLst>
            <pc:docMk/>
            <pc:sldMk cId="644808984" sldId="280"/>
            <ac:spMk id="2" creationId="{BA47A207-AF75-DCCB-00C6-438E5E8D34BC}"/>
          </ac:spMkLst>
        </pc:spChg>
        <pc:spChg chg="mod">
          <ac:chgData name="Berg, Dirk van den" userId="035ecb32-01d9-4b47-a105-eacf059a4647" providerId="ADAL" clId="{F7FF961E-CF96-44AC-93C2-93612F62D46D}" dt="2026-04-30T16:31:02.130" v="1629" actId="20577"/>
          <ac:spMkLst>
            <pc:docMk/>
            <pc:sldMk cId="644808984" sldId="280"/>
            <ac:spMk id="3" creationId="{6A526D62-C00F-EE2B-65BF-ADAF3CFC890B}"/>
          </ac:spMkLst>
        </pc:spChg>
      </pc:sldChg>
      <pc:sldChg chg="modSp new mod">
        <pc:chgData name="Berg, Dirk van den" userId="035ecb32-01d9-4b47-a105-eacf059a4647" providerId="ADAL" clId="{F7FF961E-CF96-44AC-93C2-93612F62D46D}" dt="2026-04-30T17:53:14.222" v="1698"/>
        <pc:sldMkLst>
          <pc:docMk/>
          <pc:sldMk cId="328458500" sldId="281"/>
        </pc:sldMkLst>
        <pc:spChg chg="mod">
          <ac:chgData name="Berg, Dirk van den" userId="035ecb32-01d9-4b47-a105-eacf059a4647" providerId="ADAL" clId="{F7FF961E-CF96-44AC-93C2-93612F62D46D}" dt="2026-04-30T17:53:14.222" v="1698"/>
          <ac:spMkLst>
            <pc:docMk/>
            <pc:sldMk cId="328458500" sldId="281"/>
            <ac:spMk id="3" creationId="{8006939C-3D05-31E2-5B86-ADB2D4961B64}"/>
          </ac:spMkLst>
        </pc:spChg>
      </pc:sldChg>
      <pc:sldChg chg="modSp new mod modShow">
        <pc:chgData name="Berg, Dirk van den" userId="035ecb32-01d9-4b47-a105-eacf059a4647" providerId="ADAL" clId="{F7FF961E-CF96-44AC-93C2-93612F62D46D}" dt="2026-04-30T17:56:33.901" v="1702" actId="729"/>
        <pc:sldMkLst>
          <pc:docMk/>
          <pc:sldMk cId="2934426185" sldId="282"/>
        </pc:sldMkLst>
        <pc:spChg chg="mod">
          <ac:chgData name="Berg, Dirk van den" userId="035ecb32-01d9-4b47-a105-eacf059a4647" providerId="ADAL" clId="{F7FF961E-CF96-44AC-93C2-93612F62D46D}" dt="2026-04-30T17:56:31.434" v="1701" actId="27636"/>
          <ac:spMkLst>
            <pc:docMk/>
            <pc:sldMk cId="2934426185" sldId="282"/>
            <ac:spMk id="3" creationId="{05897ABD-D5CD-F7EB-BA26-6E39B2231D2C}"/>
          </ac:spMkLst>
        </pc:spChg>
      </pc:sldChg>
      <pc:sldChg chg="modSp new mod modShow">
        <pc:chgData name="Berg, Dirk van den" userId="035ecb32-01d9-4b47-a105-eacf059a4647" providerId="ADAL" clId="{F7FF961E-CF96-44AC-93C2-93612F62D46D}" dt="2026-04-30T17:57:23.806" v="1707" actId="729"/>
        <pc:sldMkLst>
          <pc:docMk/>
          <pc:sldMk cId="160596560" sldId="283"/>
        </pc:sldMkLst>
        <pc:spChg chg="mod">
          <ac:chgData name="Berg, Dirk van den" userId="035ecb32-01d9-4b47-a105-eacf059a4647" providerId="ADAL" clId="{F7FF961E-CF96-44AC-93C2-93612F62D46D}" dt="2026-04-30T17:57:21.206" v="1706" actId="27636"/>
          <ac:spMkLst>
            <pc:docMk/>
            <pc:sldMk cId="160596560" sldId="283"/>
            <ac:spMk id="3" creationId="{6199CFC6-2993-ACAE-5DBA-57B93950C133}"/>
          </ac:spMkLst>
        </pc:spChg>
      </pc:sldChg>
      <pc:sldChg chg="new">
        <pc:chgData name="Berg, Dirk van den" userId="035ecb32-01d9-4b47-a105-eacf059a4647" providerId="ADAL" clId="{F7FF961E-CF96-44AC-93C2-93612F62D46D}" dt="2026-04-30T18:00:29.686" v="1708" actId="680"/>
        <pc:sldMkLst>
          <pc:docMk/>
          <pc:sldMk cId="1662756183" sldId="284"/>
        </pc:sldMkLst>
      </pc:sldChg>
      <pc:sldChg chg="addSp modSp new mod">
        <pc:chgData name="Berg, Dirk van den" userId="035ecb32-01d9-4b47-a105-eacf059a4647" providerId="ADAL" clId="{F7FF961E-CF96-44AC-93C2-93612F62D46D}" dt="2026-05-01T18:58:17.398" v="1881" actId="1076"/>
        <pc:sldMkLst>
          <pc:docMk/>
          <pc:sldMk cId="2422320181" sldId="285"/>
        </pc:sldMkLst>
        <pc:spChg chg="mod">
          <ac:chgData name="Berg, Dirk van den" userId="035ecb32-01d9-4b47-a105-eacf059a4647" providerId="ADAL" clId="{F7FF961E-CF96-44AC-93C2-93612F62D46D}" dt="2026-05-01T18:57:09.196" v="1877" actId="27636"/>
          <ac:spMkLst>
            <pc:docMk/>
            <pc:sldMk cId="2422320181" sldId="285"/>
            <ac:spMk id="3" creationId="{F006A469-627B-2BE3-612F-42FAA86EE217}"/>
          </ac:spMkLst>
        </pc:spChg>
        <pc:picChg chg="add mod">
          <ac:chgData name="Berg, Dirk van den" userId="035ecb32-01d9-4b47-a105-eacf059a4647" providerId="ADAL" clId="{F7FF961E-CF96-44AC-93C2-93612F62D46D}" dt="2026-05-01T18:58:17.398" v="1881" actId="1076"/>
          <ac:picMkLst>
            <pc:docMk/>
            <pc:sldMk cId="2422320181" sldId="285"/>
            <ac:picMk id="5" creationId="{E10F27E1-BA0C-74C8-7AB8-B6D32C94C950}"/>
          </ac:picMkLst>
        </pc:picChg>
      </pc:sldChg>
      <pc:sldChg chg="addSp modSp new mod">
        <pc:chgData name="Berg, Dirk van den" userId="035ecb32-01d9-4b47-a105-eacf059a4647" providerId="ADAL" clId="{F7FF961E-CF96-44AC-93C2-93612F62D46D}" dt="2026-05-02T10:02:17.728" v="1917" actId="5793"/>
        <pc:sldMkLst>
          <pc:docMk/>
          <pc:sldMk cId="3574159192" sldId="286"/>
        </pc:sldMkLst>
        <pc:spChg chg="mod">
          <ac:chgData name="Berg, Dirk van den" userId="035ecb32-01d9-4b47-a105-eacf059a4647" providerId="ADAL" clId="{F7FF961E-CF96-44AC-93C2-93612F62D46D}" dt="2026-05-02T10:02:10.981" v="1901" actId="20577"/>
          <ac:spMkLst>
            <pc:docMk/>
            <pc:sldMk cId="3574159192" sldId="286"/>
            <ac:spMk id="2" creationId="{4EEA2088-F9C8-C2F1-D978-6D20AEEDFEEE}"/>
          </ac:spMkLst>
        </pc:spChg>
        <pc:spChg chg="mod">
          <ac:chgData name="Berg, Dirk van den" userId="035ecb32-01d9-4b47-a105-eacf059a4647" providerId="ADAL" clId="{F7FF961E-CF96-44AC-93C2-93612F62D46D}" dt="2026-05-02T10:02:17.728" v="1917" actId="5793"/>
          <ac:spMkLst>
            <pc:docMk/>
            <pc:sldMk cId="3574159192" sldId="286"/>
            <ac:spMk id="3" creationId="{613DCF34-EA35-8176-22DF-F60773ACC4C0}"/>
          </ac:spMkLst>
        </pc:spChg>
        <pc:picChg chg="add mod">
          <ac:chgData name="Berg, Dirk van den" userId="035ecb32-01d9-4b47-a105-eacf059a4647" providerId="ADAL" clId="{F7FF961E-CF96-44AC-93C2-93612F62D46D}" dt="2026-05-02T10:02:14.629" v="1902" actId="1076"/>
          <ac:picMkLst>
            <pc:docMk/>
            <pc:sldMk cId="3574159192" sldId="286"/>
            <ac:picMk id="5" creationId="{C023513F-F7DB-E1E9-8682-A609A86D953B}"/>
          </ac:picMkLst>
        </pc:picChg>
      </pc:sldChg>
      <pc:sldChg chg="addSp delSp modSp new mod">
        <pc:chgData name="Berg, Dirk van den" userId="035ecb32-01d9-4b47-a105-eacf059a4647" providerId="ADAL" clId="{F7FF961E-CF96-44AC-93C2-93612F62D46D}" dt="2026-05-06T07:09:36.646" v="2411" actId="20577"/>
        <pc:sldMkLst>
          <pc:docMk/>
          <pc:sldMk cId="3253796577" sldId="287"/>
        </pc:sldMkLst>
        <pc:spChg chg="mod">
          <ac:chgData name="Berg, Dirk van den" userId="035ecb32-01d9-4b47-a105-eacf059a4647" providerId="ADAL" clId="{F7FF961E-CF96-44AC-93C2-93612F62D46D}" dt="2026-05-06T06:52:14.578" v="1930" actId="20577"/>
          <ac:spMkLst>
            <pc:docMk/>
            <pc:sldMk cId="3253796577" sldId="287"/>
            <ac:spMk id="2" creationId="{E63D650E-3506-7F89-6C9F-2985419E12D1}"/>
          </ac:spMkLst>
        </pc:spChg>
        <pc:spChg chg="add del mod">
          <ac:chgData name="Berg, Dirk van den" userId="035ecb32-01d9-4b47-a105-eacf059a4647" providerId="ADAL" clId="{F7FF961E-CF96-44AC-93C2-93612F62D46D}" dt="2026-05-06T07:09:36.646" v="2411" actId="20577"/>
          <ac:spMkLst>
            <pc:docMk/>
            <pc:sldMk cId="3253796577" sldId="287"/>
            <ac:spMk id="3" creationId="{46DF010D-CA64-CF75-261D-B695E923D25F}"/>
          </ac:spMkLst>
        </pc:spChg>
        <pc:picChg chg="add del mod ord">
          <ac:chgData name="Berg, Dirk van den" userId="035ecb32-01d9-4b47-a105-eacf059a4647" providerId="ADAL" clId="{F7FF961E-CF96-44AC-93C2-93612F62D46D}" dt="2026-05-06T07:03:57.007" v="2287" actId="22"/>
          <ac:picMkLst>
            <pc:docMk/>
            <pc:sldMk cId="3253796577" sldId="287"/>
            <ac:picMk id="5" creationId="{B44BAB88-24CB-C840-E1FC-CCDB63085AAB}"/>
          </ac:picMkLst>
        </pc:picChg>
        <pc:picChg chg="add mod">
          <ac:chgData name="Berg, Dirk van den" userId="035ecb32-01d9-4b47-a105-eacf059a4647" providerId="ADAL" clId="{F7FF961E-CF96-44AC-93C2-93612F62D46D}" dt="2026-05-06T07:04:17.795" v="2311" actId="1076"/>
          <ac:picMkLst>
            <pc:docMk/>
            <pc:sldMk cId="3253796577" sldId="287"/>
            <ac:picMk id="7" creationId="{707EBB45-1E13-A40B-605A-4DC52B5306C0}"/>
          </ac:picMkLst>
        </pc:picChg>
      </pc:sldChg>
      <pc:sldChg chg="modSp new mod modNotesTx">
        <pc:chgData name="Berg, Dirk van den" userId="035ecb32-01d9-4b47-a105-eacf059a4647" providerId="ADAL" clId="{F7FF961E-CF96-44AC-93C2-93612F62D46D}" dt="2026-05-06T07:28:26.053" v="2695" actId="5793"/>
        <pc:sldMkLst>
          <pc:docMk/>
          <pc:sldMk cId="3084022027" sldId="288"/>
        </pc:sldMkLst>
        <pc:spChg chg="mod">
          <ac:chgData name="Berg, Dirk van den" userId="035ecb32-01d9-4b47-a105-eacf059a4647" providerId="ADAL" clId="{F7FF961E-CF96-44AC-93C2-93612F62D46D}" dt="2026-05-06T06:52:38.468" v="1950" actId="20577"/>
          <ac:spMkLst>
            <pc:docMk/>
            <pc:sldMk cId="3084022027" sldId="288"/>
            <ac:spMk id="2" creationId="{1E8B02F9-4819-B33C-D56E-E526D3EE0F53}"/>
          </ac:spMkLst>
        </pc:spChg>
        <pc:spChg chg="mod">
          <ac:chgData name="Berg, Dirk van den" userId="035ecb32-01d9-4b47-a105-eacf059a4647" providerId="ADAL" clId="{F7FF961E-CF96-44AC-93C2-93612F62D46D}" dt="2026-05-06T07:28:26.053" v="2695" actId="5793"/>
          <ac:spMkLst>
            <pc:docMk/>
            <pc:sldMk cId="3084022027" sldId="288"/>
            <ac:spMk id="3" creationId="{AA53E410-93AC-45C9-E43B-99F6D8498D00}"/>
          </ac:spMkLst>
        </pc:spChg>
      </pc:sldChg>
      <pc:sldChg chg="modSp new mod">
        <pc:chgData name="Berg, Dirk van den" userId="035ecb32-01d9-4b47-a105-eacf059a4647" providerId="ADAL" clId="{F7FF961E-CF96-44AC-93C2-93612F62D46D}" dt="2026-05-06T06:52:45.837" v="1972" actId="20577"/>
        <pc:sldMkLst>
          <pc:docMk/>
          <pc:sldMk cId="3196573523" sldId="289"/>
        </pc:sldMkLst>
        <pc:spChg chg="mod">
          <ac:chgData name="Berg, Dirk van den" userId="035ecb32-01d9-4b47-a105-eacf059a4647" providerId="ADAL" clId="{F7FF961E-CF96-44AC-93C2-93612F62D46D}" dt="2026-05-06T06:52:45.837" v="1972" actId="20577"/>
          <ac:spMkLst>
            <pc:docMk/>
            <pc:sldMk cId="3196573523" sldId="289"/>
            <ac:spMk id="2" creationId="{85CF445A-2027-2BD6-4D85-F3C40DA9C041}"/>
          </ac:spMkLst>
        </pc:spChg>
      </pc:sldChg>
      <pc:sldChg chg="modSp new mod">
        <pc:chgData name="Berg, Dirk van den" userId="035ecb32-01d9-4b47-a105-eacf059a4647" providerId="ADAL" clId="{F7FF961E-CF96-44AC-93C2-93612F62D46D}" dt="2026-05-06T06:56:55.147" v="2284" actId="20577"/>
        <pc:sldMkLst>
          <pc:docMk/>
          <pc:sldMk cId="2784627724" sldId="290"/>
        </pc:sldMkLst>
        <pc:spChg chg="mod">
          <ac:chgData name="Berg, Dirk van den" userId="035ecb32-01d9-4b47-a105-eacf059a4647" providerId="ADAL" clId="{F7FF961E-CF96-44AC-93C2-93612F62D46D}" dt="2026-05-06T06:55:50.548" v="2004" actId="20577"/>
          <ac:spMkLst>
            <pc:docMk/>
            <pc:sldMk cId="2784627724" sldId="290"/>
            <ac:spMk id="2" creationId="{75DB1321-B4C9-3251-A4FD-6B87DA9133E2}"/>
          </ac:spMkLst>
        </pc:spChg>
        <pc:spChg chg="mod">
          <ac:chgData name="Berg, Dirk van den" userId="035ecb32-01d9-4b47-a105-eacf059a4647" providerId="ADAL" clId="{F7FF961E-CF96-44AC-93C2-93612F62D46D}" dt="2026-05-06T06:56:55.147" v="2284" actId="20577"/>
          <ac:spMkLst>
            <pc:docMk/>
            <pc:sldMk cId="2784627724" sldId="290"/>
            <ac:spMk id="3" creationId="{84168783-8C6C-39DD-4DD6-2F4847B0095C}"/>
          </ac:spMkLst>
        </pc:spChg>
      </pc:sldChg>
      <pc:sldChg chg="modSp new mod">
        <pc:chgData name="Berg, Dirk van den" userId="035ecb32-01d9-4b47-a105-eacf059a4647" providerId="ADAL" clId="{F7FF961E-CF96-44AC-93C2-93612F62D46D}" dt="2026-05-06T06:56:10.002" v="2068" actId="20577"/>
        <pc:sldMkLst>
          <pc:docMk/>
          <pc:sldMk cId="1906017659" sldId="291"/>
        </pc:sldMkLst>
        <pc:spChg chg="mod">
          <ac:chgData name="Berg, Dirk van den" userId="035ecb32-01d9-4b47-a105-eacf059a4647" providerId="ADAL" clId="{F7FF961E-CF96-44AC-93C2-93612F62D46D}" dt="2026-05-06T06:56:10.002" v="2068" actId="20577"/>
          <ac:spMkLst>
            <pc:docMk/>
            <pc:sldMk cId="1906017659" sldId="291"/>
            <ac:spMk id="2" creationId="{BBE1F6FF-3896-A656-D086-FABE0EB959C3}"/>
          </ac:spMkLst>
        </pc:spChg>
      </pc:sldChg>
      <pc:sldChg chg="modSp new mod">
        <pc:chgData name="Berg, Dirk van den" userId="035ecb32-01d9-4b47-a105-eacf059a4647" providerId="ADAL" clId="{F7FF961E-CF96-44AC-93C2-93612F62D46D}" dt="2026-05-06T09:02:25.510" v="3311"/>
        <pc:sldMkLst>
          <pc:docMk/>
          <pc:sldMk cId="1849859835" sldId="292"/>
        </pc:sldMkLst>
        <pc:spChg chg="mod">
          <ac:chgData name="Berg, Dirk van den" userId="035ecb32-01d9-4b47-a105-eacf059a4647" providerId="ADAL" clId="{F7FF961E-CF96-44AC-93C2-93612F62D46D}" dt="2026-05-06T07:38:18.224" v="2700" actId="20577"/>
          <ac:spMkLst>
            <pc:docMk/>
            <pc:sldMk cId="1849859835" sldId="292"/>
            <ac:spMk id="2" creationId="{E7B5A690-57FC-8875-8672-A6B687CCEFF4}"/>
          </ac:spMkLst>
        </pc:spChg>
        <pc:spChg chg="mod">
          <ac:chgData name="Berg, Dirk van den" userId="035ecb32-01d9-4b47-a105-eacf059a4647" providerId="ADAL" clId="{F7FF961E-CF96-44AC-93C2-93612F62D46D}" dt="2026-05-06T09:02:25.510" v="3311"/>
          <ac:spMkLst>
            <pc:docMk/>
            <pc:sldMk cId="1849859835" sldId="292"/>
            <ac:spMk id="3" creationId="{5B94F08B-8D3E-66B6-2712-60B9EED8E89E}"/>
          </ac:spMkLst>
        </pc:spChg>
      </pc:sldChg>
      <pc:sldChg chg="modSp new mod">
        <pc:chgData name="Berg, Dirk van den" userId="035ecb32-01d9-4b47-a105-eacf059a4647" providerId="ADAL" clId="{F7FF961E-CF96-44AC-93C2-93612F62D46D}" dt="2026-05-06T07:39:30.754" v="2710" actId="5793"/>
        <pc:sldMkLst>
          <pc:docMk/>
          <pc:sldMk cId="2135107624" sldId="293"/>
        </pc:sldMkLst>
        <pc:spChg chg="mod">
          <ac:chgData name="Berg, Dirk van den" userId="035ecb32-01d9-4b47-a105-eacf059a4647" providerId="ADAL" clId="{F7FF961E-CF96-44AC-93C2-93612F62D46D}" dt="2026-05-06T07:39:13.922" v="2705" actId="20577"/>
          <ac:spMkLst>
            <pc:docMk/>
            <pc:sldMk cId="2135107624" sldId="293"/>
            <ac:spMk id="2" creationId="{CFEF09B4-9503-8CCF-D885-7DBA458A7AE1}"/>
          </ac:spMkLst>
        </pc:spChg>
        <pc:spChg chg="mod">
          <ac:chgData name="Berg, Dirk van den" userId="035ecb32-01d9-4b47-a105-eacf059a4647" providerId="ADAL" clId="{F7FF961E-CF96-44AC-93C2-93612F62D46D}" dt="2026-05-06T07:39:30.754" v="2710" actId="5793"/>
          <ac:spMkLst>
            <pc:docMk/>
            <pc:sldMk cId="2135107624" sldId="293"/>
            <ac:spMk id="3" creationId="{144C81F8-220D-A9EF-35C3-6FA327D89665}"/>
          </ac:spMkLst>
        </pc:spChg>
      </pc:sldChg>
      <pc:sldChg chg="modSp new mod">
        <pc:chgData name="Berg, Dirk van den" userId="035ecb32-01d9-4b47-a105-eacf059a4647" providerId="ADAL" clId="{F7FF961E-CF96-44AC-93C2-93612F62D46D}" dt="2026-05-06T09:02:25.510" v="3311"/>
        <pc:sldMkLst>
          <pc:docMk/>
          <pc:sldMk cId="1978780357" sldId="294"/>
        </pc:sldMkLst>
        <pc:spChg chg="mod">
          <ac:chgData name="Berg, Dirk van den" userId="035ecb32-01d9-4b47-a105-eacf059a4647" providerId="ADAL" clId="{F7FF961E-CF96-44AC-93C2-93612F62D46D}" dt="2026-05-06T07:39:44.273" v="2712"/>
          <ac:spMkLst>
            <pc:docMk/>
            <pc:sldMk cId="1978780357" sldId="294"/>
            <ac:spMk id="2" creationId="{75BA2A15-7B45-6087-CC73-B7475CF14263}"/>
          </ac:spMkLst>
        </pc:spChg>
        <pc:spChg chg="mod">
          <ac:chgData name="Berg, Dirk van den" userId="035ecb32-01d9-4b47-a105-eacf059a4647" providerId="ADAL" clId="{F7FF961E-CF96-44AC-93C2-93612F62D46D}" dt="2026-05-06T09:02:25.510" v="3311"/>
          <ac:spMkLst>
            <pc:docMk/>
            <pc:sldMk cId="1978780357" sldId="294"/>
            <ac:spMk id="3" creationId="{C541E0FF-E924-F066-834E-322FC802CC92}"/>
          </ac:spMkLst>
        </pc:spChg>
      </pc:sldChg>
      <pc:sldChg chg="modSp add mod">
        <pc:chgData name="Berg, Dirk van den" userId="035ecb32-01d9-4b47-a105-eacf059a4647" providerId="ADAL" clId="{F7FF961E-CF96-44AC-93C2-93612F62D46D}" dt="2026-05-06T07:44:54.986" v="2771" actId="27636"/>
        <pc:sldMkLst>
          <pc:docMk/>
          <pc:sldMk cId="1735075768" sldId="295"/>
        </pc:sldMkLst>
        <pc:spChg chg="mod">
          <ac:chgData name="Berg, Dirk van den" userId="035ecb32-01d9-4b47-a105-eacf059a4647" providerId="ADAL" clId="{F7FF961E-CF96-44AC-93C2-93612F62D46D}" dt="2026-05-06T07:44:54.986" v="2771" actId="27636"/>
          <ac:spMkLst>
            <pc:docMk/>
            <pc:sldMk cId="1735075768" sldId="295"/>
            <ac:spMk id="3" creationId="{3C3C68C0-A1D9-27BD-1D6C-601B158312D6}"/>
          </ac:spMkLst>
        </pc:spChg>
      </pc:sldChg>
      <pc:sldChg chg="modSp add mod">
        <pc:chgData name="Berg, Dirk van den" userId="035ecb32-01d9-4b47-a105-eacf059a4647" providerId="ADAL" clId="{F7FF961E-CF96-44AC-93C2-93612F62D46D}" dt="2026-05-06T07:45:07.185" v="2773"/>
        <pc:sldMkLst>
          <pc:docMk/>
          <pc:sldMk cId="1118092019" sldId="296"/>
        </pc:sldMkLst>
        <pc:spChg chg="mod">
          <ac:chgData name="Berg, Dirk van den" userId="035ecb32-01d9-4b47-a105-eacf059a4647" providerId="ADAL" clId="{F7FF961E-CF96-44AC-93C2-93612F62D46D}" dt="2026-05-06T07:45:07.185" v="2773"/>
          <ac:spMkLst>
            <pc:docMk/>
            <pc:sldMk cId="1118092019" sldId="296"/>
            <ac:spMk id="3" creationId="{380E93CA-08A1-1D76-CEF0-4D5A5B4FDBA1}"/>
          </ac:spMkLst>
        </pc:spChg>
      </pc:sldChg>
      <pc:sldChg chg="modSp add del mod ord">
        <pc:chgData name="Berg, Dirk van den" userId="035ecb32-01d9-4b47-a105-eacf059a4647" providerId="ADAL" clId="{F7FF961E-CF96-44AC-93C2-93612F62D46D}" dt="2026-05-06T08:08:19.157" v="3080" actId="47"/>
        <pc:sldMkLst>
          <pc:docMk/>
          <pc:sldMk cId="3724676487" sldId="297"/>
        </pc:sldMkLst>
        <pc:spChg chg="mod">
          <ac:chgData name="Berg, Dirk van den" userId="035ecb32-01d9-4b47-a105-eacf059a4647" providerId="ADAL" clId="{F7FF961E-CF96-44AC-93C2-93612F62D46D}" dt="2026-05-06T08:05:55.814" v="3074"/>
          <ac:spMkLst>
            <pc:docMk/>
            <pc:sldMk cId="3724676487" sldId="297"/>
            <ac:spMk id="3" creationId="{5B680503-2B09-8EC2-BE98-5C928B535F32}"/>
          </ac:spMkLst>
        </pc:spChg>
      </pc:sldChg>
      <pc:sldChg chg="modSp new mod">
        <pc:chgData name="Berg, Dirk van den" userId="035ecb32-01d9-4b47-a105-eacf059a4647" providerId="ADAL" clId="{F7FF961E-CF96-44AC-93C2-93612F62D46D}" dt="2026-05-06T08:52:53.095" v="3284" actId="20577"/>
        <pc:sldMkLst>
          <pc:docMk/>
          <pc:sldMk cId="2106631513" sldId="298"/>
        </pc:sldMkLst>
        <pc:spChg chg="mod">
          <ac:chgData name="Berg, Dirk van den" userId="035ecb32-01d9-4b47-a105-eacf059a4647" providerId="ADAL" clId="{F7FF961E-CF96-44AC-93C2-93612F62D46D}" dt="2026-05-06T07:48:59.914" v="2820" actId="20577"/>
          <ac:spMkLst>
            <pc:docMk/>
            <pc:sldMk cId="2106631513" sldId="298"/>
            <ac:spMk id="2" creationId="{D940D361-6547-FA4F-8894-642F032D0AD0}"/>
          </ac:spMkLst>
        </pc:spChg>
        <pc:spChg chg="mod">
          <ac:chgData name="Berg, Dirk van den" userId="035ecb32-01d9-4b47-a105-eacf059a4647" providerId="ADAL" clId="{F7FF961E-CF96-44AC-93C2-93612F62D46D}" dt="2026-05-06T08:52:53.095" v="3284" actId="20577"/>
          <ac:spMkLst>
            <pc:docMk/>
            <pc:sldMk cId="2106631513" sldId="298"/>
            <ac:spMk id="3" creationId="{4F44A523-27F8-78D7-2672-27FDB82B2B38}"/>
          </ac:spMkLst>
        </pc:spChg>
      </pc:sldChg>
      <pc:sldChg chg="modSp new mod">
        <pc:chgData name="Berg, Dirk van den" userId="035ecb32-01d9-4b47-a105-eacf059a4647" providerId="ADAL" clId="{F7FF961E-CF96-44AC-93C2-93612F62D46D}" dt="2026-05-06T09:19:13.648" v="3323"/>
        <pc:sldMkLst>
          <pc:docMk/>
          <pc:sldMk cId="196943200" sldId="299"/>
        </pc:sldMkLst>
        <pc:spChg chg="mod">
          <ac:chgData name="Berg, Dirk van den" userId="035ecb32-01d9-4b47-a105-eacf059a4647" providerId="ADAL" clId="{F7FF961E-CF96-44AC-93C2-93612F62D46D}" dt="2026-05-06T07:47:19.079" v="2804" actId="20577"/>
          <ac:spMkLst>
            <pc:docMk/>
            <pc:sldMk cId="196943200" sldId="299"/>
            <ac:spMk id="2" creationId="{3F1FFF8D-683C-C739-23C8-68A8163CD6BF}"/>
          </ac:spMkLst>
        </pc:spChg>
        <pc:spChg chg="mod">
          <ac:chgData name="Berg, Dirk van den" userId="035ecb32-01d9-4b47-a105-eacf059a4647" providerId="ADAL" clId="{F7FF961E-CF96-44AC-93C2-93612F62D46D}" dt="2026-05-06T09:19:13.648" v="3323"/>
          <ac:spMkLst>
            <pc:docMk/>
            <pc:sldMk cId="196943200" sldId="299"/>
            <ac:spMk id="3" creationId="{E9CCA0A4-8803-C44F-8501-8A62E56CC8AF}"/>
          </ac:spMkLst>
        </pc:spChg>
      </pc:sldChg>
      <pc:sldChg chg="modSp new mod ord">
        <pc:chgData name="Berg, Dirk van den" userId="035ecb32-01d9-4b47-a105-eacf059a4647" providerId="ADAL" clId="{F7FF961E-CF96-44AC-93C2-93612F62D46D}" dt="2026-05-06T07:56:05.872" v="3070" actId="20577"/>
        <pc:sldMkLst>
          <pc:docMk/>
          <pc:sldMk cId="879960904" sldId="300"/>
        </pc:sldMkLst>
        <pc:spChg chg="mod">
          <ac:chgData name="Berg, Dirk van den" userId="035ecb32-01d9-4b47-a105-eacf059a4647" providerId="ADAL" clId="{F7FF961E-CF96-44AC-93C2-93612F62D46D}" dt="2026-05-06T07:54:35.616" v="2830" actId="20577"/>
          <ac:spMkLst>
            <pc:docMk/>
            <pc:sldMk cId="879960904" sldId="300"/>
            <ac:spMk id="2" creationId="{3769386E-7715-234E-7B63-ED1DA0B4E1D1}"/>
          </ac:spMkLst>
        </pc:spChg>
        <pc:spChg chg="mod">
          <ac:chgData name="Berg, Dirk van den" userId="035ecb32-01d9-4b47-a105-eacf059a4647" providerId="ADAL" clId="{F7FF961E-CF96-44AC-93C2-93612F62D46D}" dt="2026-05-06T07:56:05.872" v="3070" actId="20577"/>
          <ac:spMkLst>
            <pc:docMk/>
            <pc:sldMk cId="879960904" sldId="300"/>
            <ac:spMk id="3" creationId="{A591DC39-51CD-9587-02A6-9C291639BD27}"/>
          </ac:spMkLst>
        </pc:spChg>
      </pc:sldChg>
      <pc:sldChg chg="new">
        <pc:chgData name="Berg, Dirk van den" userId="035ecb32-01d9-4b47-a105-eacf059a4647" providerId="ADAL" clId="{F7FF961E-CF96-44AC-93C2-93612F62D46D}" dt="2026-05-06T08:03:14.749" v="3071" actId="680"/>
        <pc:sldMkLst>
          <pc:docMk/>
          <pc:sldMk cId="138185284" sldId="301"/>
        </pc:sldMkLst>
      </pc:sldChg>
      <pc:sldChg chg="modSp new mod">
        <pc:chgData name="Berg, Dirk van den" userId="035ecb32-01d9-4b47-a105-eacf059a4647" providerId="ADAL" clId="{F7FF961E-CF96-44AC-93C2-93612F62D46D}" dt="2026-05-06T08:29:53.049" v="3186"/>
        <pc:sldMkLst>
          <pc:docMk/>
          <pc:sldMk cId="2493812509" sldId="302"/>
        </pc:sldMkLst>
        <pc:spChg chg="mod">
          <ac:chgData name="Berg, Dirk van den" userId="035ecb32-01d9-4b47-a105-eacf059a4647" providerId="ADAL" clId="{F7FF961E-CF96-44AC-93C2-93612F62D46D}" dt="2026-05-06T08:29:35.442" v="3185"/>
          <ac:spMkLst>
            <pc:docMk/>
            <pc:sldMk cId="2493812509" sldId="302"/>
            <ac:spMk id="2" creationId="{76074D72-3124-CA1D-2B8D-A69C0571CB59}"/>
          </ac:spMkLst>
        </pc:spChg>
        <pc:spChg chg="mod">
          <ac:chgData name="Berg, Dirk van den" userId="035ecb32-01d9-4b47-a105-eacf059a4647" providerId="ADAL" clId="{F7FF961E-CF96-44AC-93C2-93612F62D46D}" dt="2026-05-06T08:29:53.049" v="3186"/>
          <ac:spMkLst>
            <pc:docMk/>
            <pc:sldMk cId="2493812509" sldId="302"/>
            <ac:spMk id="3" creationId="{D44FD8B3-83E6-D0C6-5057-67144F96763B}"/>
          </ac:spMkLst>
        </pc:spChg>
      </pc:sldChg>
      <pc:sldChg chg="new del">
        <pc:chgData name="Berg, Dirk van den" userId="035ecb32-01d9-4b47-a105-eacf059a4647" providerId="ADAL" clId="{F7FF961E-CF96-44AC-93C2-93612F62D46D}" dt="2026-05-06T08:08:08.224" v="3077" actId="47"/>
        <pc:sldMkLst>
          <pc:docMk/>
          <pc:sldMk cId="4086296024" sldId="302"/>
        </pc:sldMkLst>
      </pc:sldChg>
      <pc:sldChg chg="modSp new mod">
        <pc:chgData name="Berg, Dirk van den" userId="035ecb32-01d9-4b47-a105-eacf059a4647" providerId="ADAL" clId="{F7FF961E-CF96-44AC-93C2-93612F62D46D}" dt="2026-05-06T09:02:25.510" v="3311"/>
        <pc:sldMkLst>
          <pc:docMk/>
          <pc:sldMk cId="3452543130" sldId="303"/>
        </pc:sldMkLst>
        <pc:spChg chg="mod">
          <ac:chgData name="Berg, Dirk van den" userId="035ecb32-01d9-4b47-a105-eacf059a4647" providerId="ADAL" clId="{F7FF961E-CF96-44AC-93C2-93612F62D46D}" dt="2026-05-06T09:02:25.510" v="3311"/>
          <ac:spMkLst>
            <pc:docMk/>
            <pc:sldMk cId="3452543130" sldId="303"/>
            <ac:spMk id="3" creationId="{99E7D8EF-4CF1-0C96-0561-88ACA1D43468}"/>
          </ac:spMkLst>
        </pc:spChg>
      </pc:sldChg>
      <pc:sldChg chg="modSp new mod">
        <pc:chgData name="Berg, Dirk van den" userId="035ecb32-01d9-4b47-a105-eacf059a4647" providerId="ADAL" clId="{F7FF961E-CF96-44AC-93C2-93612F62D46D}" dt="2026-05-06T09:02:42.499" v="3320"/>
        <pc:sldMkLst>
          <pc:docMk/>
          <pc:sldMk cId="2875568230" sldId="304"/>
        </pc:sldMkLst>
        <pc:spChg chg="mod">
          <ac:chgData name="Berg, Dirk van den" userId="035ecb32-01d9-4b47-a105-eacf059a4647" providerId="ADAL" clId="{F7FF961E-CF96-44AC-93C2-93612F62D46D}" dt="2026-05-06T09:01:35.263" v="3294" actId="20577"/>
          <ac:spMkLst>
            <pc:docMk/>
            <pc:sldMk cId="2875568230" sldId="304"/>
            <ac:spMk id="2" creationId="{FF4D19FD-73A2-9C5D-6054-EC0AB94584F1}"/>
          </ac:spMkLst>
        </pc:spChg>
        <pc:spChg chg="mod">
          <ac:chgData name="Berg, Dirk van den" userId="035ecb32-01d9-4b47-a105-eacf059a4647" providerId="ADAL" clId="{F7FF961E-CF96-44AC-93C2-93612F62D46D}" dt="2026-05-06T09:02:42.499" v="3320"/>
          <ac:spMkLst>
            <pc:docMk/>
            <pc:sldMk cId="2875568230" sldId="304"/>
            <ac:spMk id="3" creationId="{DCF89760-30B6-1867-ED17-30D805D670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084006-082A-4943-B998-4EE2CC6EFE35}" type="datetimeFigureOut">
              <a:rPr lang="en-NL" smtClean="0"/>
              <a:t>06/05/2026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A94820-1407-41AC-9CBC-636E7E1F9743}" type="slidenum">
              <a:rPr lang="en-NL" smtClean="0"/>
              <a:t>‹#›</a:t>
            </a:fld>
            <a:endParaRPr lang="en-NL"/>
          </a:p>
        </p:txBody>
      </p:sp>
    </p:spTree>
    <p:extLst>
      <p:ext uri="{BB962C8B-B14F-4D97-AF65-F5344CB8AC3E}">
        <p14:creationId xmlns:p14="http://schemas.microsoft.com/office/powerpoint/2010/main" val="2337659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 = </a:t>
            </a:r>
            <a:r>
              <a:rPr lang="en-US" dirty="0" err="1"/>
              <a:t>sum_i</a:t>
            </a:r>
            <a:r>
              <a:rPr lang="en-US" dirty="0"/>
              <a:t> cos(2*pi*</a:t>
            </a:r>
            <a:r>
              <a:rPr lang="en-US" dirty="0" err="1"/>
              <a:t>f_i</a:t>
            </a:r>
            <a:r>
              <a:rPr lang="en-US" dirty="0"/>
              <a:t>*t + </a:t>
            </a:r>
            <a:r>
              <a:rPr lang="en-US" dirty="0" err="1"/>
              <a:t>phi_i</a:t>
            </a:r>
            <a:r>
              <a:rPr lang="en-US" dirty="0"/>
              <a:t>)</a:t>
            </a:r>
          </a:p>
          <a:p>
            <a:r>
              <a:rPr lang="en-US" dirty="0"/>
              <a:t>  </a:t>
            </a:r>
            <a:r>
              <a:rPr lang="en-US" dirty="0" err="1"/>
              <a:t>phi_i</a:t>
            </a:r>
            <a:r>
              <a:rPr lang="en-US" dirty="0"/>
              <a:t> = -</a:t>
            </a:r>
            <a:r>
              <a:rPr lang="en-US" dirty="0" err="1"/>
              <a:t>i</a:t>
            </a:r>
            <a:r>
              <a:rPr lang="en-US" dirty="0"/>
              <a:t>(i-1)pi/F</a:t>
            </a:r>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32</a:t>
            </a:fld>
            <a:endParaRPr lang="en-NL"/>
          </a:p>
        </p:txBody>
      </p:sp>
    </p:spTree>
    <p:extLst>
      <p:ext uri="{BB962C8B-B14F-4D97-AF65-F5344CB8AC3E}">
        <p14:creationId xmlns:p14="http://schemas.microsoft.com/office/powerpoint/2010/main" val="3132850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33</a:t>
            </a:fld>
            <a:endParaRPr lang="en-NL"/>
          </a:p>
        </p:txBody>
      </p:sp>
    </p:spTree>
    <p:extLst>
      <p:ext uri="{BB962C8B-B14F-4D97-AF65-F5344CB8AC3E}">
        <p14:creationId xmlns:p14="http://schemas.microsoft.com/office/powerpoint/2010/main" val="2406985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diagonal SISO feedback controllers</a:t>
            </a:r>
          </a:p>
          <a:p>
            <a:r>
              <a:rPr lang="en-US" dirty="0"/>
              <a:t>one for X1</a:t>
            </a:r>
          </a:p>
          <a:p>
            <a:r>
              <a:rPr lang="en-US" dirty="0"/>
              <a:t>one for X2</a:t>
            </a:r>
          </a:p>
          <a:p>
            <a:r>
              <a:rPr lang="en-US" dirty="0"/>
              <a:t>one for Y</a:t>
            </a:r>
          </a:p>
          <a:p>
            <a:endParaRPr lang="en-US" dirty="0"/>
          </a:p>
          <a:p>
            <a:endParaRPr lang="en-US" dirty="0"/>
          </a:p>
          <a:p>
            <a:r>
              <a:rPr lang="en-US" dirty="0" err="1"/>
              <a:t>ruleOfThumb</a:t>
            </a:r>
            <a:r>
              <a:rPr lang="en-US" dirty="0"/>
              <a:t>(100, </a:t>
            </a:r>
            <a:r>
              <a:rPr lang="en-US" dirty="0" err="1"/>
              <a:t>plant_axis</a:t>
            </a:r>
            <a:r>
              <a:rPr lang="en-US" dirty="0"/>
              <a:t>, </a:t>
            </a:r>
            <a:r>
              <a:rPr lang="en-US" dirty="0" err="1"/>
              <a:t>ts</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[F_X1, F_X2, F_Y]</a:t>
            </a:r>
            <a:endParaRPr lang="en-NL" dirty="0"/>
          </a:p>
          <a:p>
            <a:endParaRPr lang="en-US" dirty="0"/>
          </a:p>
          <a:p>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36</a:t>
            </a:fld>
            <a:endParaRPr lang="en-NL"/>
          </a:p>
        </p:txBody>
      </p:sp>
    </p:spTree>
    <p:extLst>
      <p:ext uri="{BB962C8B-B14F-4D97-AF65-F5344CB8AC3E}">
        <p14:creationId xmlns:p14="http://schemas.microsoft.com/office/powerpoint/2010/main" val="3399509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frequency bands: 5-20, 20-50, 50-100, 100-200, 200-400 Hz</a:t>
            </a:r>
          </a:p>
          <a:p>
            <a:r>
              <a:rPr lang="en-US" dirty="0"/>
              <a:t>- RMS force levels: 10, 25, 50, 100, 200, 400, 800 N</a:t>
            </a:r>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38</a:t>
            </a:fld>
            <a:endParaRPr lang="en-NL"/>
          </a:p>
        </p:txBody>
      </p:sp>
    </p:spTree>
    <p:extLst>
      <p:ext uri="{BB962C8B-B14F-4D97-AF65-F5344CB8AC3E}">
        <p14:creationId xmlns:p14="http://schemas.microsoft.com/office/powerpoint/2010/main" val="4216725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reason is written in the code comment: acceleration from q1 would require double-differencing the Simulink output at 20 kHz, and that amplifies numerical/interpolation artifacts. So it can create false acceleration spikes that are not physically meaningful.</a:t>
            </a:r>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40</a:t>
            </a:fld>
            <a:endParaRPr lang="en-NL"/>
          </a:p>
        </p:txBody>
      </p:sp>
    </p:spTree>
    <p:extLst>
      <p:ext uri="{BB962C8B-B14F-4D97-AF65-F5344CB8AC3E}">
        <p14:creationId xmlns:p14="http://schemas.microsoft.com/office/powerpoint/2010/main" val="182579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06/05/2026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06/05/2026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06/05/2026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14</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lstStyle/>
          <a:p>
            <a:r>
              <a:rPr lang="en-US" dirty="0"/>
              <a:t>Last week summary</a:t>
            </a:r>
          </a:p>
          <a:p>
            <a:r>
              <a:rPr lang="en-US" dirty="0"/>
              <a:t>Action point 1</a:t>
            </a:r>
          </a:p>
          <a:p>
            <a:r>
              <a:rPr lang="en-US" dirty="0"/>
              <a:t>…</a:t>
            </a:r>
          </a:p>
          <a:p>
            <a:r>
              <a:rPr lang="en-US" dirty="0"/>
              <a:t>Question 1</a:t>
            </a:r>
          </a:p>
          <a:p>
            <a:r>
              <a:rPr lang="en-US" dirty="0"/>
              <a:t>…</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Theory or research discussed last week summarized. What was discussed last week.  Professor and PhD only work on this project 1-2hrs per week not 40hrs like you.</a:t>
            </a:r>
            <a:endParaRPr lang="en-NL" dirty="0"/>
          </a:p>
        </p:txBody>
      </p:sp>
      <p:sp>
        <p:nvSpPr>
          <p:cNvPr id="5" name="Rectangle 4">
            <a:extLst>
              <a:ext uri="{FF2B5EF4-FFF2-40B4-BE49-F238E27FC236}">
                <a16:creationId xmlns:a16="http://schemas.microsoft.com/office/drawing/2014/main" id="{7CFFA8B5-4335-A79D-381E-82C9B8A52E4E}"/>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CBB4-4332-CC27-31DC-1118749DC9EE}"/>
              </a:ext>
            </a:extLst>
          </p:cNvPr>
          <p:cNvSpPr>
            <a:spLocks noGrp="1"/>
          </p:cNvSpPr>
          <p:nvPr>
            <p:ph type="title"/>
          </p:nvPr>
        </p:nvSpPr>
        <p:spPr/>
        <p:txBody>
          <a:bodyPr/>
          <a:lstStyle/>
          <a:p>
            <a:r>
              <a:rPr lang="en-US" dirty="0"/>
              <a:t>Action point 1</a:t>
            </a:r>
            <a:endParaRPr lang="en-NL" dirty="0"/>
          </a:p>
        </p:txBody>
      </p:sp>
      <p:sp>
        <p:nvSpPr>
          <p:cNvPr id="3" name="Content Placeholder 2">
            <a:extLst>
              <a:ext uri="{FF2B5EF4-FFF2-40B4-BE49-F238E27FC236}">
                <a16:creationId xmlns:a16="http://schemas.microsoft.com/office/drawing/2014/main" id="{EF5F3971-08E2-AD39-C334-D1FA58F77EB2}"/>
              </a:ext>
            </a:extLst>
          </p:cNvPr>
          <p:cNvSpPr>
            <a:spLocks noGrp="1"/>
          </p:cNvSpPr>
          <p:nvPr>
            <p:ph idx="1"/>
          </p:nvPr>
        </p:nvSpPr>
        <p:spPr/>
        <p:txBody>
          <a:bodyPr/>
          <a:lstStyle/>
          <a:p>
            <a:r>
              <a:rPr lang="en-US" dirty="0"/>
              <a:t>You should have a Gantt-chart or some other planning with what should be the next steps in the research.</a:t>
            </a:r>
          </a:p>
          <a:p>
            <a:r>
              <a:rPr lang="en-US" dirty="0"/>
              <a:t>Questions can also be put here</a:t>
            </a:r>
            <a:endParaRPr lang="en-NL" dirty="0"/>
          </a:p>
        </p:txBody>
      </p:sp>
      <p:sp>
        <p:nvSpPr>
          <p:cNvPr id="4" name="Rectangle 3">
            <a:extLst>
              <a:ext uri="{FF2B5EF4-FFF2-40B4-BE49-F238E27FC236}">
                <a16:creationId xmlns:a16="http://schemas.microsoft.com/office/drawing/2014/main" id="{B119E904-9495-8CB1-E838-D562CF8BB5D9}"/>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showing the result achieved like a plot or some theory.</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38626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594DE-0C6C-7D08-09C4-BB1C1D2D4E83}"/>
              </a:ext>
            </a:extLst>
          </p:cNvPr>
          <p:cNvSpPr>
            <a:spLocks noGrp="1"/>
          </p:cNvSpPr>
          <p:nvPr>
            <p:ph type="title"/>
          </p:nvPr>
        </p:nvSpPr>
        <p:spPr/>
        <p:txBody>
          <a:bodyPr/>
          <a:lstStyle/>
          <a:p>
            <a:r>
              <a:rPr lang="en-US" dirty="0"/>
              <a:t>Geometric parameters</a:t>
            </a:r>
            <a:endParaRPr lang="en-NL" dirty="0"/>
          </a:p>
        </p:txBody>
      </p:sp>
      <p:sp>
        <p:nvSpPr>
          <p:cNvPr id="3" name="Content Placeholder 2">
            <a:extLst>
              <a:ext uri="{FF2B5EF4-FFF2-40B4-BE49-F238E27FC236}">
                <a16:creationId xmlns:a16="http://schemas.microsoft.com/office/drawing/2014/main" id="{AB7E9F38-2245-5577-F7EF-638D9123EC75}"/>
              </a:ext>
            </a:extLst>
          </p:cNvPr>
          <p:cNvSpPr>
            <a:spLocks noGrp="1"/>
          </p:cNvSpPr>
          <p:nvPr>
            <p:ph idx="1"/>
          </p:nvPr>
        </p:nvSpPr>
        <p:spPr/>
        <p:txBody>
          <a:bodyPr/>
          <a:lstStyle/>
          <a:p>
            <a:r>
              <a:rPr lang="en-US" dirty="0"/>
              <a:t>Didn’t add d initially</a:t>
            </a:r>
          </a:p>
          <a:p>
            <a:r>
              <a:rPr lang="en-US" dirty="0"/>
              <a:t>I still didn’t add </a:t>
            </a:r>
            <a:r>
              <a:rPr lang="en-US" dirty="0" err="1"/>
              <a:t>Lb</a:t>
            </a:r>
            <a:r>
              <a:rPr lang="en-US" dirty="0"/>
              <a:t> because the P transform from X1 X2 Y, to X Theta Y uses </a:t>
            </a:r>
            <a:r>
              <a:rPr lang="en-US" dirty="0" err="1"/>
              <a:t>Lb</a:t>
            </a:r>
            <a:endParaRPr lang="en-NL" dirty="0"/>
          </a:p>
        </p:txBody>
      </p:sp>
    </p:spTree>
    <p:extLst>
      <p:ext uri="{BB962C8B-B14F-4D97-AF65-F5344CB8AC3E}">
        <p14:creationId xmlns:p14="http://schemas.microsoft.com/office/powerpoint/2010/main" val="2626609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4085C-A8D6-2C16-5F88-2B943651CF41}"/>
              </a:ext>
            </a:extLst>
          </p:cNvPr>
          <p:cNvSpPr>
            <a:spLocks noGrp="1"/>
          </p:cNvSpPr>
          <p:nvPr>
            <p:ph type="title"/>
          </p:nvPr>
        </p:nvSpPr>
        <p:spPr/>
        <p:txBody>
          <a:bodyPr/>
          <a:lstStyle/>
          <a:p>
            <a:r>
              <a:rPr lang="en-US" dirty="0"/>
              <a:t>Experiments García - Trajectories</a:t>
            </a:r>
            <a:endParaRPr lang="en-NL" dirty="0"/>
          </a:p>
        </p:txBody>
      </p:sp>
      <p:sp>
        <p:nvSpPr>
          <p:cNvPr id="3" name="Content Placeholder 2">
            <a:extLst>
              <a:ext uri="{FF2B5EF4-FFF2-40B4-BE49-F238E27FC236}">
                <a16:creationId xmlns:a16="http://schemas.microsoft.com/office/drawing/2014/main" id="{11FA0827-3F1F-174D-677E-EDBDE31490EE}"/>
              </a:ext>
            </a:extLst>
          </p:cNvPr>
          <p:cNvSpPr>
            <a:spLocks noGrp="1"/>
          </p:cNvSpPr>
          <p:nvPr>
            <p:ph idx="1"/>
          </p:nvPr>
        </p:nvSpPr>
        <p:spPr/>
        <p:txBody>
          <a:bodyPr/>
          <a:lstStyle/>
          <a:p>
            <a:r>
              <a:rPr lang="en-US" dirty="0"/>
              <a:t>Explain why we will not be using García’s exact trajectories.</a:t>
            </a:r>
          </a:p>
          <a:p>
            <a:r>
              <a:rPr lang="en-US" dirty="0"/>
              <a:t>But we can use the motion types.</a:t>
            </a:r>
            <a:endParaRPr lang="en-NL" dirty="0"/>
          </a:p>
        </p:txBody>
      </p:sp>
      <p:pic>
        <p:nvPicPr>
          <p:cNvPr id="5" name="Picture 4">
            <a:extLst>
              <a:ext uri="{FF2B5EF4-FFF2-40B4-BE49-F238E27FC236}">
                <a16:creationId xmlns:a16="http://schemas.microsoft.com/office/drawing/2014/main" id="{CDAAFFAB-CD94-2132-FDF7-FBDD5E249F7D}"/>
              </a:ext>
            </a:extLst>
          </p:cNvPr>
          <p:cNvPicPr>
            <a:picLocks noChangeAspect="1"/>
          </p:cNvPicPr>
          <p:nvPr/>
        </p:nvPicPr>
        <p:blipFill>
          <a:blip r:embed="rId2"/>
          <a:stretch>
            <a:fillRect/>
          </a:stretch>
        </p:blipFill>
        <p:spPr>
          <a:xfrm>
            <a:off x="3528690" y="2903841"/>
            <a:ext cx="5311600" cy="2682472"/>
          </a:xfrm>
          <a:prstGeom prst="rect">
            <a:avLst/>
          </a:prstGeom>
        </p:spPr>
      </p:pic>
    </p:spTree>
    <p:extLst>
      <p:ext uri="{BB962C8B-B14F-4D97-AF65-F5344CB8AC3E}">
        <p14:creationId xmlns:p14="http://schemas.microsoft.com/office/powerpoint/2010/main" val="3786116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4253-5DE4-51AD-B140-4132470E588B}"/>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6FE90D28-92BC-3374-F4F4-1B9B4EEFD20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29530D5-C811-5410-A518-6DA26080D7DA}"/>
              </a:ext>
            </a:extLst>
          </p:cNvPr>
          <p:cNvPicPr>
            <a:picLocks noChangeAspect="1"/>
          </p:cNvPicPr>
          <p:nvPr/>
        </p:nvPicPr>
        <p:blipFill>
          <a:blip r:embed="rId2"/>
          <a:stretch>
            <a:fillRect/>
          </a:stretch>
        </p:blipFill>
        <p:spPr>
          <a:xfrm>
            <a:off x="1598238" y="1359284"/>
            <a:ext cx="8169217" cy="4019960"/>
          </a:xfrm>
          <a:prstGeom prst="rect">
            <a:avLst/>
          </a:prstGeom>
        </p:spPr>
      </p:pic>
    </p:spTree>
    <p:extLst>
      <p:ext uri="{BB962C8B-B14F-4D97-AF65-F5344CB8AC3E}">
        <p14:creationId xmlns:p14="http://schemas.microsoft.com/office/powerpoint/2010/main" val="728908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890B-5796-4398-2B34-653B200AE985}"/>
              </a:ext>
            </a:extLst>
          </p:cNvPr>
          <p:cNvSpPr>
            <a:spLocks noGrp="1"/>
          </p:cNvSpPr>
          <p:nvPr>
            <p:ph type="title"/>
          </p:nvPr>
        </p:nvSpPr>
        <p:spPr/>
        <p:txBody>
          <a:bodyPr/>
          <a:lstStyle/>
          <a:p>
            <a:r>
              <a:rPr lang="en-US" dirty="0" err="1"/>
              <a:t>Multisine</a:t>
            </a:r>
            <a:r>
              <a:rPr lang="en-US" dirty="0"/>
              <a:t> - Creation</a:t>
            </a:r>
            <a:endParaRPr lang="en-NL" dirty="0"/>
          </a:p>
        </p:txBody>
      </p:sp>
      <p:sp>
        <p:nvSpPr>
          <p:cNvPr id="3" name="Content Placeholder 2">
            <a:extLst>
              <a:ext uri="{FF2B5EF4-FFF2-40B4-BE49-F238E27FC236}">
                <a16:creationId xmlns:a16="http://schemas.microsoft.com/office/drawing/2014/main" id="{2DCF278F-0F78-0F87-5EF5-349AF859693E}"/>
              </a:ext>
            </a:extLst>
          </p:cNvPr>
          <p:cNvSpPr>
            <a:spLocks noGrp="1"/>
          </p:cNvSpPr>
          <p:nvPr>
            <p:ph idx="1"/>
          </p:nvPr>
        </p:nvSpPr>
        <p:spPr/>
        <p:txBody>
          <a:bodyPr/>
          <a:lstStyle/>
          <a:p>
            <a:r>
              <a:rPr lang="en-US" dirty="0"/>
              <a:t>Closed-loop, injected at feedforward point (after controller)</a:t>
            </a:r>
          </a:p>
          <a:p>
            <a:r>
              <a:rPr lang="en-US" dirty="0"/>
              <a:t>Controller is always Y=0.3, didn’t change this part for simulating, or should I?</a:t>
            </a:r>
          </a:p>
          <a:p>
            <a:r>
              <a:rPr lang="en-US" dirty="0"/>
              <a:t>Schroeder phase</a:t>
            </a:r>
          </a:p>
          <a:p>
            <a:pPr lvl="1"/>
            <a:r>
              <a:rPr lang="en-US" dirty="0"/>
              <a:t>Crest factor: Choose Schroeder phases because they give a </a:t>
            </a:r>
            <a:r>
              <a:rPr lang="en-US" b="1" dirty="0"/>
              <a:t>low crest factor without needing an optimization loop</a:t>
            </a:r>
            <a:r>
              <a:rPr lang="en-US" dirty="0"/>
              <a:t>.</a:t>
            </a:r>
          </a:p>
          <a:p>
            <a:r>
              <a:rPr lang="en-US" dirty="0"/>
              <a:t>Periodic </a:t>
            </a:r>
            <a:r>
              <a:rPr lang="en-US" dirty="0" err="1"/>
              <a:t>multisine</a:t>
            </a:r>
            <a:r>
              <a:rPr lang="en-US" dirty="0"/>
              <a:t> because: Periodic excitation enables clean spectral analysis after transients</a:t>
            </a:r>
          </a:p>
          <a:p>
            <a:endParaRPr lang="en-NL" dirty="0"/>
          </a:p>
        </p:txBody>
      </p:sp>
    </p:spTree>
    <p:extLst>
      <p:ext uri="{BB962C8B-B14F-4D97-AF65-F5344CB8AC3E}">
        <p14:creationId xmlns:p14="http://schemas.microsoft.com/office/powerpoint/2010/main" val="564545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3DE25-8C69-F28F-1FF6-DA399EA746E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71BCF9E-45FB-938E-2172-6B0D8D000718}"/>
              </a:ext>
            </a:extLst>
          </p:cNvPr>
          <p:cNvSpPr>
            <a:spLocks noGrp="1"/>
          </p:cNvSpPr>
          <p:nvPr>
            <p:ph idx="1"/>
          </p:nvPr>
        </p:nvSpPr>
        <p:spPr/>
        <p:txBody>
          <a:bodyPr>
            <a:normAutofit fontScale="77500" lnSpcReduction="20000"/>
          </a:bodyPr>
          <a:lstStyle/>
          <a:p>
            <a:r>
              <a:rPr lang="en-US" i="1" dirty="0"/>
              <a:t>We choose a 1 s </a:t>
            </a:r>
            <a:r>
              <a:rPr lang="en-US" i="1" dirty="0" err="1"/>
              <a:t>multisine</a:t>
            </a:r>
            <a:r>
              <a:rPr lang="en-US" i="1" dirty="0"/>
              <a:t> period and pad the record so that the exported data contains an integer number of periods. This follows the lecture rule that leakage is avoided when the window length contains an integer number of periods.</a:t>
            </a:r>
          </a:p>
          <a:p>
            <a:r>
              <a:rPr lang="en-US" dirty="0"/>
              <a:t>● Yes — all completing trajectories land at exactly 40 000       </a:t>
            </a:r>
          </a:p>
          <a:p>
            <a:r>
              <a:rPr lang="en-US" dirty="0"/>
              <a:t>  samples (2 seconds at 20 kHz).                                 </a:t>
            </a:r>
          </a:p>
          <a:p>
            <a:r>
              <a:rPr lang="en-US" dirty="0"/>
              <a:t>                                                                 </a:t>
            </a:r>
          </a:p>
          <a:p>
            <a:r>
              <a:rPr lang="en-US" dirty="0"/>
              <a:t>  Here's why: after </a:t>
            </a:r>
            <a:r>
              <a:rPr lang="en-US" dirty="0" err="1"/>
              <a:t>pad_to_multisine_periods</a:t>
            </a:r>
            <a:r>
              <a:rPr lang="en-US" dirty="0"/>
              <a:t>, the target is</a:t>
            </a:r>
          </a:p>
          <a:p>
            <a:r>
              <a:rPr lang="en-US" dirty="0"/>
              <a:t>  max(2, ceil(N/20000)) × 20000. Since </a:t>
            </a:r>
            <a:r>
              <a:rPr lang="en-US" dirty="0" err="1"/>
              <a:t>n_hold</a:t>
            </a:r>
            <a:r>
              <a:rPr lang="en-US" dirty="0"/>
              <a:t> = 10000 (0.5 s) and</a:t>
            </a:r>
          </a:p>
          <a:p>
            <a:r>
              <a:rPr lang="en-US" dirty="0"/>
              <a:t>   the main motions are short, every trajectory's raw sample</a:t>
            </a:r>
          </a:p>
          <a:p>
            <a:r>
              <a:rPr lang="en-US" dirty="0"/>
              <a:t>  count falls between ~20 000 and ~39 999, so ceil(N/20000) = 2 →</a:t>
            </a:r>
          </a:p>
          <a:p>
            <a:r>
              <a:rPr lang="en-US" dirty="0"/>
              <a:t>   padded to exactly 2 × 20 000 = 40 000. periodic leakage padding</a:t>
            </a:r>
          </a:p>
          <a:p>
            <a:r>
              <a:rPr lang="en-US" dirty="0"/>
              <a:t>Need to continue from where I left off</a:t>
            </a:r>
            <a:br>
              <a:rPr lang="en-US" dirty="0"/>
            </a:br>
            <a:endParaRPr lang="en-NL" dirty="0"/>
          </a:p>
        </p:txBody>
      </p:sp>
    </p:spTree>
    <p:extLst>
      <p:ext uri="{BB962C8B-B14F-4D97-AF65-F5344CB8AC3E}">
        <p14:creationId xmlns:p14="http://schemas.microsoft.com/office/powerpoint/2010/main" val="3609494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B7472-283C-296C-68E9-B96736FB9FA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006939C-3D05-31E2-5B86-ADB2D4961B64}"/>
              </a:ext>
            </a:extLst>
          </p:cNvPr>
          <p:cNvSpPr>
            <a:spLocks noGrp="1"/>
          </p:cNvSpPr>
          <p:nvPr>
            <p:ph idx="1"/>
          </p:nvPr>
        </p:nvSpPr>
        <p:spPr/>
        <p:txBody>
          <a:bodyPr/>
          <a:lstStyle/>
          <a:p>
            <a:pPr marL="0" indent="0">
              <a:buNone/>
            </a:pPr>
            <a:r>
              <a:rPr lang="en-US" dirty="0"/>
              <a:t> This is consistent with what the deep research described (Saupe &amp; Knoblach, Van</a:t>
            </a:r>
          </a:p>
          <a:p>
            <a:pPr marL="0" indent="0">
              <a:buNone/>
            </a:pPr>
            <a:r>
              <a:rPr lang="en-US" dirty="0"/>
              <a:t>  den Hof): for LPV/closed-loop parameter recovery, you want inputs that are</a:t>
            </a:r>
          </a:p>
          <a:p>
            <a:pPr marL="0" indent="0">
              <a:buNone/>
            </a:pPr>
            <a:r>
              <a:rPr lang="en-US" dirty="0"/>
              <a:t>  persistently exciting and that cover the scheduling space. A moving trajectory</a:t>
            </a:r>
          </a:p>
          <a:p>
            <a:pPr marL="0" indent="0">
              <a:buNone/>
            </a:pPr>
            <a:r>
              <a:rPr lang="en-US" dirty="0"/>
              <a:t>  with </a:t>
            </a:r>
            <a:r>
              <a:rPr lang="en-US" dirty="0" err="1"/>
              <a:t>multisine</a:t>
            </a:r>
            <a:r>
              <a:rPr lang="en-US" dirty="0"/>
              <a:t> achieves both simultaneously.</a:t>
            </a:r>
            <a:endParaRPr lang="en-NL" dirty="0"/>
          </a:p>
        </p:txBody>
      </p:sp>
    </p:spTree>
    <p:extLst>
      <p:ext uri="{BB962C8B-B14F-4D97-AF65-F5344CB8AC3E}">
        <p14:creationId xmlns:p14="http://schemas.microsoft.com/office/powerpoint/2010/main" val="328458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4EAC5-AD9F-D3BE-89CB-BD3F6ABF49F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5897ABD-D5CD-F7EB-BA26-6E39B2231D2C}"/>
              </a:ext>
            </a:extLst>
          </p:cNvPr>
          <p:cNvSpPr>
            <a:spLocks noGrp="1"/>
          </p:cNvSpPr>
          <p:nvPr>
            <p:ph idx="1"/>
          </p:nvPr>
        </p:nvSpPr>
        <p:spPr/>
        <p:txBody>
          <a:bodyPr>
            <a:normAutofit fontScale="92500" lnSpcReduction="10000"/>
          </a:bodyPr>
          <a:lstStyle/>
          <a:p>
            <a:r>
              <a:rPr lang="en-US" dirty="0"/>
              <a:t>The deep research says explicitly: "Voor een </a:t>
            </a:r>
            <a:r>
              <a:rPr lang="en-US" dirty="0" err="1"/>
              <a:t>lineair</a:t>
            </a:r>
            <a:r>
              <a:rPr lang="en-US" dirty="0"/>
              <a:t>, </a:t>
            </a:r>
            <a:r>
              <a:rPr lang="en-US" dirty="0" err="1"/>
              <a:t>synthetisch</a:t>
            </a:r>
            <a:r>
              <a:rPr lang="en-US" dirty="0"/>
              <a:t>, </a:t>
            </a:r>
            <a:r>
              <a:rPr lang="en-US" dirty="0" err="1"/>
              <a:t>ruisloos</a:t>
            </a:r>
            <a:endParaRPr lang="en-US" dirty="0"/>
          </a:p>
          <a:p>
            <a:r>
              <a:rPr lang="en-US" dirty="0"/>
              <a:t>  parameter-recovery </a:t>
            </a:r>
            <a:r>
              <a:rPr lang="en-US" dirty="0" err="1"/>
              <a:t>probleem</a:t>
            </a:r>
            <a:r>
              <a:rPr lang="en-US" dirty="0"/>
              <a:t> is odd-only </a:t>
            </a:r>
            <a:r>
              <a:rPr lang="en-US" dirty="0" err="1"/>
              <a:t>niet</a:t>
            </a:r>
            <a:r>
              <a:rPr lang="en-US" dirty="0"/>
              <a:t> </a:t>
            </a:r>
            <a:r>
              <a:rPr lang="en-US" dirty="0" err="1"/>
              <a:t>fundamenteel</a:t>
            </a:r>
            <a:r>
              <a:rPr lang="en-US" dirty="0"/>
              <a:t> </a:t>
            </a:r>
            <a:r>
              <a:rPr lang="en-US" dirty="0" err="1"/>
              <a:t>nodig</a:t>
            </a:r>
            <a:r>
              <a:rPr lang="en-US" dirty="0"/>
              <a:t>." It is primarily</a:t>
            </a:r>
          </a:p>
          <a:p>
            <a:r>
              <a:rPr lang="en-US" dirty="0"/>
              <a:t>   for nonlinearity detection and BLA diagnostics on hardware. The current script</a:t>
            </a:r>
          </a:p>
          <a:p>
            <a:r>
              <a:rPr lang="en-US" dirty="0"/>
              <a:t>  uses it, which is fine and lecture-consistent as a practical choice, but it</a:t>
            </a:r>
          </a:p>
          <a:p>
            <a:r>
              <a:rPr lang="en-US" dirty="0"/>
              <a:t>  should not be justified as theoretically necessary for the noise-free simulation</a:t>
            </a:r>
          </a:p>
          <a:p>
            <a:r>
              <a:rPr lang="en-US" dirty="0"/>
              <a:t>  case.</a:t>
            </a:r>
            <a:endParaRPr lang="en-NL" dirty="0"/>
          </a:p>
        </p:txBody>
      </p:sp>
    </p:spTree>
    <p:extLst>
      <p:ext uri="{BB962C8B-B14F-4D97-AF65-F5344CB8AC3E}">
        <p14:creationId xmlns:p14="http://schemas.microsoft.com/office/powerpoint/2010/main" val="2934426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31435-D375-C423-205C-3550137042C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199CFC6-2993-ACAE-5DBA-57B93950C133}"/>
              </a:ext>
            </a:extLst>
          </p:cNvPr>
          <p:cNvSpPr>
            <a:spLocks noGrp="1"/>
          </p:cNvSpPr>
          <p:nvPr>
            <p:ph idx="1"/>
          </p:nvPr>
        </p:nvSpPr>
        <p:spPr/>
        <p:txBody>
          <a:bodyPr>
            <a:normAutofit fontScale="25000" lnSpcReduction="20000"/>
          </a:bodyPr>
          <a:lstStyle/>
          <a:p>
            <a:pPr marL="0" indent="0">
              <a:buNone/>
            </a:pPr>
            <a:r>
              <a:rPr lang="en-US" dirty="0"/>
              <a:t>Good question. Checking the script's implementation against both sources         </a:t>
            </a:r>
          </a:p>
          <a:p>
            <a:pPr marL="0" indent="0">
              <a:buNone/>
            </a:pPr>
            <a:r>
              <a:rPr lang="en-US" dirty="0"/>
              <a:t>  directly.                                                 </a:t>
            </a:r>
          </a:p>
          <a:p>
            <a:pPr marL="0" indent="0">
              <a:buNone/>
            </a:pPr>
            <a:r>
              <a:rPr lang="en-US" dirty="0"/>
              <a:t>                                                                                   </a:t>
            </a:r>
          </a:p>
          <a:p>
            <a:pPr marL="0" indent="0">
              <a:buNone/>
            </a:pPr>
            <a:r>
              <a:rPr lang="en-US" dirty="0"/>
              <a:t>  Schroeder phases — correct and aligned                                           </a:t>
            </a:r>
          </a:p>
          <a:p>
            <a:pPr marL="0" indent="0">
              <a:buNone/>
            </a:pPr>
            <a:r>
              <a:rPr lang="en-US" dirty="0"/>
              <a:t>                                                                                   </a:t>
            </a:r>
          </a:p>
          <a:p>
            <a:pPr marL="0" indent="0">
              <a:buNone/>
            </a:pPr>
            <a:r>
              <a:rPr lang="en-US" dirty="0"/>
              <a:t>  Lecture notes: </a:t>
            </a:r>
            <a:r>
              <a:rPr lang="en-US" dirty="0" err="1"/>
              <a:t>φ_n</a:t>
            </a:r>
            <a:r>
              <a:rPr lang="en-US" dirty="0"/>
              <a:t> = −n(n−1)π/F, crest factor ~1.58. Deep research (</a:t>
            </a:r>
            <a:r>
              <a:rPr lang="en-US" dirty="0" err="1"/>
              <a:t>Vyncke</a:t>
            </a:r>
            <a:r>
              <a:rPr lang="en-US" dirty="0"/>
              <a:t> et    </a:t>
            </a:r>
          </a:p>
          <a:p>
            <a:pPr marL="0" indent="0">
              <a:buNone/>
            </a:pPr>
            <a:r>
              <a:rPr lang="en-US" dirty="0"/>
              <a:t>  al.): Schroeder "good results", CF ~1.7.                                         </a:t>
            </a:r>
          </a:p>
          <a:p>
            <a:pPr marL="0" indent="0">
              <a:buNone/>
            </a:pPr>
            <a:r>
              <a:rPr lang="en-US" dirty="0"/>
              <a:t>                                                                                  </a:t>
            </a:r>
          </a:p>
          <a:p>
            <a:pPr marL="0" indent="0">
              <a:buNone/>
            </a:pPr>
            <a:r>
              <a:rPr lang="en-US" dirty="0"/>
              <a:t>  Script:</a:t>
            </a:r>
          </a:p>
          <a:p>
            <a:pPr marL="0" indent="0">
              <a:buNone/>
            </a:pPr>
            <a:r>
              <a:rPr lang="en-US" dirty="0"/>
              <a:t>  phi = -</a:t>
            </a:r>
            <a:r>
              <a:rPr lang="en-US" dirty="0" err="1"/>
              <a:t>idx</a:t>
            </a:r>
            <a:r>
              <a:rPr lang="en-US" dirty="0"/>
              <a:t> .* (</a:t>
            </a:r>
            <a:r>
              <a:rPr lang="en-US" dirty="0" err="1"/>
              <a:t>idx</a:t>
            </a:r>
            <a:r>
              <a:rPr lang="en-US" dirty="0"/>
              <a:t> - 1) * pi / F;</a:t>
            </a:r>
          </a:p>
          <a:p>
            <a:pPr marL="0" indent="0">
              <a:buNone/>
            </a:pPr>
            <a:r>
              <a:rPr lang="en-US" dirty="0"/>
              <a:t>  phi = phi + 2*pi*</a:t>
            </a:r>
            <a:r>
              <a:rPr lang="en-US" dirty="0" err="1"/>
              <a:t>freqs</a:t>
            </a:r>
            <a:r>
              <a:rPr lang="en-US" dirty="0"/>
              <a:t>*(seed - 1)/(7*</a:t>
            </a:r>
            <a:r>
              <a:rPr lang="en-US" dirty="0" err="1"/>
              <a:t>f_high</a:t>
            </a:r>
            <a:r>
              <a:rPr lang="en-US" dirty="0"/>
              <a:t>);</a:t>
            </a:r>
          </a:p>
          <a:p>
            <a:pPr marL="0" indent="0">
              <a:buNone/>
            </a:pPr>
            <a:endParaRPr lang="en-US" dirty="0"/>
          </a:p>
          <a:p>
            <a:pPr marL="0" indent="0">
              <a:buNone/>
            </a:pPr>
            <a:r>
              <a:rPr lang="en-US" dirty="0"/>
              <a:t>  The first line is exactly the Schroeder formula. The second line is a linear</a:t>
            </a:r>
          </a:p>
          <a:p>
            <a:pPr marL="0" indent="0">
              <a:buNone/>
            </a:pPr>
            <a:r>
              <a:rPr lang="en-US" dirty="0"/>
              <a:t>  phase ramp (time shift) added per mode to decorrelate simultaneous modes — a time</a:t>
            </a:r>
          </a:p>
          <a:p>
            <a:pPr marL="0" indent="0">
              <a:buNone/>
            </a:pPr>
            <a:r>
              <a:rPr lang="en-US" dirty="0"/>
              <a:t>   shift of a periodic signal doesn't change crest factor, so Schroeder optimality</a:t>
            </a:r>
          </a:p>
          <a:p>
            <a:pPr marL="0" indent="0">
              <a:buNone/>
            </a:pPr>
            <a:r>
              <a:rPr lang="en-US" dirty="0"/>
              <a:t>  is preserved per mode. Both sources are satisfied.</a:t>
            </a:r>
          </a:p>
          <a:p>
            <a:pPr marL="0" indent="0">
              <a:buNone/>
            </a:pPr>
            <a:endParaRPr lang="en-US" dirty="0"/>
          </a:p>
          <a:p>
            <a:pPr marL="0" indent="0">
              <a:buNone/>
            </a:pPr>
            <a:r>
              <a:rPr lang="en-US" dirty="0"/>
              <a:t>  Odd harmonics — implemented, but deep research adds an important nuance</a:t>
            </a:r>
          </a:p>
          <a:p>
            <a:pPr marL="0" indent="0">
              <a:buNone/>
            </a:pPr>
            <a:endParaRPr lang="en-US" dirty="0"/>
          </a:p>
          <a:p>
            <a:pPr marL="0" indent="0">
              <a:buNone/>
            </a:pPr>
            <a:r>
              <a:rPr lang="en-US" dirty="0"/>
              <a:t>  The deep research says explicitly: "Voor een </a:t>
            </a:r>
            <a:r>
              <a:rPr lang="en-US" dirty="0" err="1"/>
              <a:t>lineair</a:t>
            </a:r>
            <a:r>
              <a:rPr lang="en-US" dirty="0"/>
              <a:t>, </a:t>
            </a:r>
            <a:r>
              <a:rPr lang="en-US" dirty="0" err="1"/>
              <a:t>synthetisch</a:t>
            </a:r>
            <a:r>
              <a:rPr lang="en-US" dirty="0"/>
              <a:t>, </a:t>
            </a:r>
            <a:r>
              <a:rPr lang="en-US" dirty="0" err="1"/>
              <a:t>ruisloos</a:t>
            </a:r>
            <a:endParaRPr lang="en-US" dirty="0"/>
          </a:p>
          <a:p>
            <a:pPr marL="0" indent="0">
              <a:buNone/>
            </a:pPr>
            <a:r>
              <a:rPr lang="en-US" dirty="0"/>
              <a:t>  parameter-recovery </a:t>
            </a:r>
            <a:r>
              <a:rPr lang="en-US" dirty="0" err="1"/>
              <a:t>probleem</a:t>
            </a:r>
            <a:r>
              <a:rPr lang="en-US" dirty="0"/>
              <a:t> is odd-only </a:t>
            </a:r>
            <a:r>
              <a:rPr lang="en-US" dirty="0" err="1"/>
              <a:t>niet</a:t>
            </a:r>
            <a:r>
              <a:rPr lang="en-US" dirty="0"/>
              <a:t> </a:t>
            </a:r>
            <a:r>
              <a:rPr lang="en-US" dirty="0" err="1"/>
              <a:t>fundamenteel</a:t>
            </a:r>
            <a:r>
              <a:rPr lang="en-US" dirty="0"/>
              <a:t> </a:t>
            </a:r>
            <a:r>
              <a:rPr lang="en-US" dirty="0" err="1"/>
              <a:t>nodig</a:t>
            </a:r>
            <a:r>
              <a:rPr lang="en-US" dirty="0"/>
              <a:t>." It is primarily</a:t>
            </a:r>
          </a:p>
          <a:p>
            <a:pPr marL="0" indent="0">
              <a:buNone/>
            </a:pPr>
            <a:r>
              <a:rPr lang="en-US" dirty="0"/>
              <a:t>   for nonlinearity detection and BLA diagnostics on hardware. The current script</a:t>
            </a:r>
          </a:p>
          <a:p>
            <a:pPr marL="0" indent="0">
              <a:buNone/>
            </a:pPr>
            <a:r>
              <a:rPr lang="en-US" dirty="0"/>
              <a:t>  uses it, which is fine and lecture-consistent as a practical choice, but it</a:t>
            </a:r>
          </a:p>
          <a:p>
            <a:pPr marL="0" indent="0">
              <a:buNone/>
            </a:pPr>
            <a:r>
              <a:rPr lang="en-US" dirty="0"/>
              <a:t>  should not be justified as theoretically necessary for the noise-free simulation</a:t>
            </a:r>
          </a:p>
          <a:p>
            <a:pPr marL="0" indent="0">
              <a:buNone/>
            </a:pPr>
            <a:r>
              <a:rPr lang="en-US" dirty="0"/>
              <a:t>  case.</a:t>
            </a:r>
          </a:p>
          <a:p>
            <a:pPr marL="0" indent="0">
              <a:buNone/>
            </a:pPr>
            <a:endParaRPr lang="en-US" dirty="0"/>
          </a:p>
          <a:p>
            <a:pPr marL="0" indent="0">
              <a:buNone/>
            </a:pPr>
            <a:r>
              <a:rPr lang="en-US" dirty="0"/>
              <a:t>  Integer DFT bins, leakage-free — correct</a:t>
            </a:r>
          </a:p>
          <a:p>
            <a:pPr marL="0" indent="0">
              <a:buNone/>
            </a:pPr>
            <a:endParaRPr lang="en-US" dirty="0"/>
          </a:p>
          <a:p>
            <a:pPr marL="0" indent="0">
              <a:buNone/>
            </a:pPr>
            <a:r>
              <a:rPr lang="en-US" dirty="0"/>
              <a:t>  Both sources support this. f0 = fs/</a:t>
            </a:r>
            <a:r>
              <a:rPr lang="en-US" dirty="0" err="1"/>
              <a:t>N_period</a:t>
            </a:r>
            <a:r>
              <a:rPr lang="en-US" dirty="0"/>
              <a:t>, </a:t>
            </a:r>
            <a:r>
              <a:rPr lang="en-US" dirty="0" err="1"/>
              <a:t>freqs</a:t>
            </a:r>
            <a:r>
              <a:rPr lang="en-US" dirty="0"/>
              <a:t> = k*f0, integer periods</a:t>
            </a:r>
          </a:p>
          <a:p>
            <a:pPr marL="0" indent="0">
              <a:buNone/>
            </a:pPr>
            <a:r>
              <a:rPr lang="en-US" dirty="0"/>
              <a:t>  enforced by </a:t>
            </a:r>
            <a:r>
              <a:rPr lang="en-US" dirty="0" err="1"/>
              <a:t>pad_to_multisine_periods</a:t>
            </a:r>
            <a:r>
              <a:rPr lang="en-US" dirty="0"/>
              <a:t>. Fully aligned.</a:t>
            </a:r>
          </a:p>
          <a:p>
            <a:pPr marL="0" indent="0">
              <a:buNone/>
            </a:pPr>
            <a:endParaRPr lang="en-US" dirty="0"/>
          </a:p>
          <a:p>
            <a:pPr marL="0" indent="0">
              <a:buNone/>
            </a:pPr>
            <a:r>
              <a:rPr lang="en-US" dirty="0"/>
              <a:t>  PE line count F ≥ 7 — correct but needs framing</a:t>
            </a:r>
          </a:p>
          <a:p>
            <a:pPr marL="0" indent="0">
              <a:buNone/>
            </a:pPr>
            <a:endParaRPr lang="en-US" dirty="0"/>
          </a:p>
          <a:p>
            <a:pPr marL="0" indent="0">
              <a:buNone/>
            </a:pPr>
            <a:r>
              <a:rPr lang="en-US" dirty="0"/>
              <a:t>  Both sources agree this is a minimum sanity check, not proof of identifiability.</a:t>
            </a:r>
          </a:p>
          <a:p>
            <a:pPr marL="0" indent="0">
              <a:buNone/>
            </a:pPr>
            <a:r>
              <a:rPr lang="en-US" dirty="0"/>
              <a:t>  The deep research is explicit: "</a:t>
            </a:r>
            <a:r>
              <a:rPr lang="en-US" dirty="0" err="1"/>
              <a:t>informativiteit</a:t>
            </a:r>
            <a:r>
              <a:rPr lang="en-US" dirty="0"/>
              <a:t> is een </a:t>
            </a:r>
            <a:r>
              <a:rPr lang="en-US" dirty="0" err="1"/>
              <a:t>eigenschap</a:t>
            </a:r>
            <a:r>
              <a:rPr lang="en-US" dirty="0"/>
              <a:t> van de data</a:t>
            </a:r>
          </a:p>
          <a:p>
            <a:pPr marL="0" indent="0">
              <a:buNone/>
            </a:pPr>
            <a:r>
              <a:rPr lang="en-US" dirty="0"/>
              <a:t>  </a:t>
            </a:r>
            <a:r>
              <a:rPr lang="en-US" dirty="0" err="1"/>
              <a:t>relatief</a:t>
            </a:r>
            <a:r>
              <a:rPr lang="en-US" dirty="0"/>
              <a:t> </a:t>
            </a:r>
            <a:r>
              <a:rPr lang="en-US" dirty="0" err="1"/>
              <a:t>aan</a:t>
            </a:r>
            <a:r>
              <a:rPr lang="en-US" dirty="0"/>
              <a:t> de </a:t>
            </a:r>
            <a:r>
              <a:rPr lang="en-US" dirty="0" err="1"/>
              <a:t>modelstructuur</a:t>
            </a:r>
            <a:r>
              <a:rPr lang="en-US" dirty="0"/>
              <a:t>, </a:t>
            </a:r>
            <a:r>
              <a:rPr lang="en-US" dirty="0" err="1"/>
              <a:t>niet</a:t>
            </a:r>
            <a:r>
              <a:rPr lang="en-US" dirty="0"/>
              <a:t> </a:t>
            </a:r>
            <a:r>
              <a:rPr lang="en-US" dirty="0" err="1"/>
              <a:t>alleen</a:t>
            </a:r>
            <a:r>
              <a:rPr lang="en-US" dirty="0"/>
              <a:t> van het </a:t>
            </a:r>
            <a:r>
              <a:rPr lang="en-US" dirty="0" err="1"/>
              <a:t>excitatie-signaal</a:t>
            </a:r>
            <a:r>
              <a:rPr lang="en-US" dirty="0"/>
              <a:t>."</a:t>
            </a:r>
          </a:p>
          <a:p>
            <a:pPr marL="0" indent="0">
              <a:buNone/>
            </a:pPr>
            <a:endParaRPr lang="en-US" dirty="0"/>
          </a:p>
          <a:p>
            <a:pPr marL="0" indent="0">
              <a:buNone/>
            </a:pPr>
            <a:r>
              <a:rPr lang="en-US" dirty="0"/>
              <a:t>  One gap: multi-mode crest factor</a:t>
            </a:r>
          </a:p>
          <a:p>
            <a:pPr marL="0" indent="0">
              <a:buNone/>
            </a:pPr>
            <a:endParaRPr lang="en-US" dirty="0"/>
          </a:p>
          <a:p>
            <a:pPr marL="0" indent="0">
              <a:buNone/>
            </a:pPr>
            <a:r>
              <a:rPr lang="en-US" dirty="0"/>
              <a:t>  For trajectories where multiple modes combine on the same channel (e.g., T8: X1 =</a:t>
            </a:r>
          </a:p>
          <a:p>
            <a:pPr marL="0" indent="0">
              <a:buNone/>
            </a:pPr>
            <a:r>
              <a:rPr lang="en-US" dirty="0"/>
              <a:t>   </a:t>
            </a:r>
            <a:r>
              <a:rPr lang="en-US" dirty="0" err="1"/>
              <a:t>common_sig</a:t>
            </a:r>
            <a:r>
              <a:rPr lang="en-US" dirty="0"/>
              <a:t> + </a:t>
            </a:r>
            <a:r>
              <a:rPr lang="en-US" dirty="0" err="1"/>
              <a:t>diff_sig</a:t>
            </a:r>
            <a:r>
              <a:rPr lang="en-US" dirty="0"/>
              <a:t>), each individual signal has Schroeder-optimal CF, but</a:t>
            </a:r>
          </a:p>
          <a:p>
            <a:pPr marL="0" indent="0">
              <a:buNone/>
            </a:pPr>
            <a:r>
              <a:rPr lang="en-US" dirty="0"/>
              <a:t>  their sum does not. The channel-level crest factor is not guaranteed to be ~1.58.</a:t>
            </a:r>
          </a:p>
          <a:p>
            <a:pPr marL="0" indent="0">
              <a:buNone/>
            </a:pPr>
            <a:r>
              <a:rPr lang="en-US" dirty="0"/>
              <a:t>   The notes and deep research don't call this out, but it's a real consequence of</a:t>
            </a:r>
          </a:p>
          <a:p>
            <a:pPr marL="0" indent="0">
              <a:buNone/>
            </a:pPr>
            <a:r>
              <a:rPr lang="en-US" dirty="0"/>
              <a:t>  the current structure. In practice the RMS normalization limits peak amplitude</a:t>
            </a:r>
          </a:p>
          <a:p>
            <a:pPr marL="0" indent="0">
              <a:buNone/>
            </a:pPr>
            <a:r>
              <a:rPr lang="en-US" dirty="0"/>
              <a:t>  indirectly, but it's worth being aware of.</a:t>
            </a:r>
          </a:p>
          <a:p>
            <a:pPr marL="0" indent="0">
              <a:buNone/>
            </a:pPr>
            <a:endParaRPr lang="en-US" dirty="0"/>
          </a:p>
          <a:p>
            <a:pPr marL="0" indent="0">
              <a:buNone/>
            </a:pPr>
            <a:r>
              <a:rPr lang="en-US" dirty="0"/>
              <a:t>  Summary</a:t>
            </a:r>
          </a:p>
          <a:p>
            <a:pPr marL="0" indent="0">
              <a:buNone/>
            </a:pPr>
            <a:endParaRPr lang="en-US" dirty="0"/>
          </a:p>
          <a:p>
            <a:pPr marL="0" indent="0">
              <a:buNone/>
            </a:pPr>
            <a:r>
              <a:rPr lang="en-US" dirty="0"/>
              <a:t>  Design choice: Schroeder phases</a:t>
            </a:r>
          </a:p>
          <a:p>
            <a:pPr marL="0" indent="0">
              <a:buNone/>
            </a:pPr>
            <a:r>
              <a:rPr lang="en-US" dirty="0"/>
              <a:t>  Lecture notes: CF ~1.58</a:t>
            </a:r>
          </a:p>
          <a:p>
            <a:pPr marL="0" indent="0">
              <a:buNone/>
            </a:pPr>
            <a:r>
              <a:rPr lang="en-US" dirty="0"/>
              <a:t>  Deep research: CF ~1.7, "good results"</a:t>
            </a:r>
          </a:p>
          <a:p>
            <a:pPr marL="0" indent="0">
              <a:buNone/>
            </a:pPr>
            <a:r>
              <a:rPr lang="en-US" dirty="0"/>
              <a:t>  Script: Correct formula</a:t>
            </a:r>
          </a:p>
          <a:p>
            <a:pPr marL="0" indent="0">
              <a:buNone/>
            </a:pPr>
            <a:r>
              <a:rPr lang="en-US" dirty="0"/>
              <a:t>  Status: Aligned</a:t>
            </a:r>
          </a:p>
          <a:p>
            <a:pPr marL="0" indent="0">
              <a:buNone/>
            </a:pPr>
            <a:r>
              <a:rPr lang="en-US" dirty="0"/>
              <a:t>  ────────────────────────────────────────</a:t>
            </a:r>
          </a:p>
          <a:p>
            <a:pPr marL="0" indent="0">
              <a:buNone/>
            </a:pPr>
            <a:r>
              <a:rPr lang="en-US" dirty="0"/>
              <a:t>  Design choice: Odd harmonics</a:t>
            </a:r>
          </a:p>
          <a:p>
            <a:pPr marL="0" indent="0">
              <a:buNone/>
            </a:pPr>
            <a:r>
              <a:rPr lang="en-US" dirty="0"/>
              <a:t>  Lecture notes: Nonlinearity detection</a:t>
            </a:r>
          </a:p>
          <a:p>
            <a:pPr marL="0" indent="0">
              <a:buNone/>
            </a:pPr>
            <a:r>
              <a:rPr lang="en-US" dirty="0"/>
              <a:t>  Deep research: Not needed for noise-free sim</a:t>
            </a:r>
          </a:p>
          <a:p>
            <a:pPr marL="0" indent="0">
              <a:buNone/>
            </a:pPr>
            <a:r>
              <a:rPr lang="en-US" dirty="0"/>
              <a:t>  Script: Implemented</a:t>
            </a:r>
          </a:p>
          <a:p>
            <a:pPr marL="0" indent="0">
              <a:buNone/>
            </a:pPr>
            <a:r>
              <a:rPr lang="en-US" dirty="0"/>
              <a:t>  Status: Fine as practical choice, not theoretically required</a:t>
            </a:r>
          </a:p>
          <a:p>
            <a:pPr marL="0" indent="0">
              <a:buNone/>
            </a:pPr>
            <a:r>
              <a:rPr lang="en-US" dirty="0"/>
              <a:t>  ────────────────────────────────────────</a:t>
            </a:r>
          </a:p>
          <a:p>
            <a:pPr marL="0" indent="0">
              <a:buNone/>
            </a:pPr>
            <a:r>
              <a:rPr lang="en-US" dirty="0"/>
              <a:t>  Design choice: Integer DFT bins</a:t>
            </a:r>
          </a:p>
          <a:p>
            <a:pPr marL="0" indent="0">
              <a:buNone/>
            </a:pPr>
            <a:r>
              <a:rPr lang="en-US" dirty="0"/>
              <a:t>  Lecture notes: Leakage-free</a:t>
            </a:r>
          </a:p>
          <a:p>
            <a:pPr marL="0" indent="0">
              <a:buNone/>
            </a:pPr>
            <a:r>
              <a:rPr lang="en-US" dirty="0"/>
              <a:t>  Deep research: Leakage-free</a:t>
            </a:r>
          </a:p>
          <a:p>
            <a:pPr marL="0" indent="0">
              <a:buNone/>
            </a:pPr>
            <a:r>
              <a:rPr lang="en-US" dirty="0"/>
              <a:t>  Script: Correct</a:t>
            </a:r>
          </a:p>
          <a:p>
            <a:pPr marL="0" indent="0">
              <a:buNone/>
            </a:pPr>
            <a:r>
              <a:rPr lang="en-US" dirty="0"/>
              <a:t>  Status: Aligned</a:t>
            </a:r>
          </a:p>
          <a:p>
            <a:pPr marL="0" indent="0">
              <a:buNone/>
            </a:pPr>
            <a:r>
              <a:rPr lang="en-US" dirty="0"/>
              <a:t>  ────────────────────────────────────────</a:t>
            </a:r>
          </a:p>
          <a:p>
            <a:pPr marL="0" indent="0">
              <a:buNone/>
            </a:pPr>
            <a:r>
              <a:rPr lang="en-US" dirty="0"/>
              <a:t>  Design choice: F ≥ 7 guard</a:t>
            </a:r>
          </a:p>
          <a:p>
            <a:pPr marL="0" indent="0">
              <a:buNone/>
            </a:pPr>
            <a:r>
              <a:rPr lang="en-US" dirty="0"/>
              <a:t>  Lecture notes: PE sanity check</a:t>
            </a:r>
          </a:p>
          <a:p>
            <a:pPr marL="0" indent="0">
              <a:buNone/>
            </a:pPr>
            <a:r>
              <a:rPr lang="en-US" dirty="0"/>
              <a:t>  Deep research: Informativity &gt; PE count</a:t>
            </a:r>
          </a:p>
          <a:p>
            <a:pPr marL="0" indent="0">
              <a:buNone/>
            </a:pPr>
            <a:r>
              <a:rPr lang="en-US" dirty="0"/>
              <a:t>  Script: Implemented</a:t>
            </a:r>
          </a:p>
          <a:p>
            <a:pPr marL="0" indent="0">
              <a:buNone/>
            </a:pPr>
            <a:r>
              <a:rPr lang="en-US" dirty="0"/>
              <a:t>  Status: Aligned, with correct framing</a:t>
            </a:r>
          </a:p>
          <a:p>
            <a:pPr marL="0" indent="0">
              <a:buNone/>
            </a:pPr>
            <a:r>
              <a:rPr lang="en-US" dirty="0"/>
              <a:t>  ────────────────────────────────────────</a:t>
            </a:r>
          </a:p>
          <a:p>
            <a:pPr marL="0" indent="0">
              <a:buNone/>
            </a:pPr>
            <a:r>
              <a:rPr lang="en-US" dirty="0"/>
              <a:t>  Design choice: Multi-mode CF</a:t>
            </a:r>
          </a:p>
          <a:p>
            <a:pPr marL="0" indent="0">
              <a:buNone/>
            </a:pPr>
            <a:r>
              <a:rPr lang="en-US" dirty="0"/>
              <a:t>  Lecture notes: Not addressed</a:t>
            </a:r>
          </a:p>
          <a:p>
            <a:pPr marL="0" indent="0">
              <a:buNone/>
            </a:pPr>
            <a:r>
              <a:rPr lang="en-US" dirty="0"/>
              <a:t>  Deep research: Not addressed</a:t>
            </a:r>
          </a:p>
          <a:p>
            <a:pPr marL="0" indent="0">
              <a:buNone/>
            </a:pPr>
            <a:r>
              <a:rPr lang="en-US" dirty="0"/>
              <a:t>  Script: Not guaranteed Schroeder</a:t>
            </a:r>
          </a:p>
          <a:p>
            <a:pPr marL="0" indent="0">
              <a:buNone/>
            </a:pPr>
            <a:r>
              <a:rPr lang="en-US" dirty="0"/>
              <a:t>  Status: Minor gap</a:t>
            </a:r>
            <a:endParaRPr lang="en-NL" dirty="0"/>
          </a:p>
        </p:txBody>
      </p:sp>
    </p:spTree>
    <p:extLst>
      <p:ext uri="{BB962C8B-B14F-4D97-AF65-F5344CB8AC3E}">
        <p14:creationId xmlns:p14="http://schemas.microsoft.com/office/powerpoint/2010/main" val="160596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5604-6FDE-0656-10FD-961D5637C65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92C504A-3A98-4F9B-225E-3B056DD650FF}"/>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662756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5739F-B73C-1B73-7EEA-69923442416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BE49531-300F-9F92-4F99-CDCEEF1FABDA}"/>
              </a:ext>
            </a:extLst>
          </p:cNvPr>
          <p:cNvSpPr>
            <a:spLocks noGrp="1"/>
          </p:cNvSpPr>
          <p:nvPr>
            <p:ph idx="1"/>
          </p:nvPr>
        </p:nvSpPr>
        <p:spPr/>
        <p:txBody>
          <a:bodyPr/>
          <a:lstStyle/>
          <a:p>
            <a:r>
              <a:rPr lang="en-US" dirty="0"/>
              <a:t>Trajectory Transient..?: </a:t>
            </a:r>
            <a:r>
              <a:rPr lang="en-US" b="1" dirty="0"/>
              <a:t>## 4. Data Collection and Pre-processing</a:t>
            </a:r>
            <a:endParaRPr lang="en-US" dirty="0"/>
          </a:p>
          <a:p>
            <a:br>
              <a:rPr lang="en-US" dirty="0"/>
            </a:br>
            <a:endParaRPr lang="en-US" dirty="0"/>
          </a:p>
          <a:p>
            <a:endParaRPr lang="en-NL" dirty="0"/>
          </a:p>
        </p:txBody>
      </p:sp>
    </p:spTree>
    <p:extLst>
      <p:ext uri="{BB962C8B-B14F-4D97-AF65-F5344CB8AC3E}">
        <p14:creationId xmlns:p14="http://schemas.microsoft.com/office/powerpoint/2010/main" val="2557758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12B4B-67D2-4194-B251-2AF9C8F4563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006A469-627B-2BE3-612F-42FAA86EE217}"/>
              </a:ext>
            </a:extLst>
          </p:cNvPr>
          <p:cNvSpPr>
            <a:spLocks noGrp="1"/>
          </p:cNvSpPr>
          <p:nvPr>
            <p:ph idx="1"/>
          </p:nvPr>
        </p:nvSpPr>
        <p:spPr/>
        <p:txBody>
          <a:bodyPr>
            <a:normAutofit lnSpcReduction="10000"/>
          </a:bodyPr>
          <a:lstStyle/>
          <a:p>
            <a:pPr marL="0" indent="0">
              <a:buNone/>
            </a:pPr>
            <a:r>
              <a:rPr lang="en-US" dirty="0"/>
              <a:t>Channel mode </a:t>
            </a:r>
            <a:r>
              <a:rPr lang="en-US" dirty="0" err="1"/>
              <a:t>multisine</a:t>
            </a:r>
            <a:r>
              <a:rPr lang="en-US" dirty="0"/>
              <a:t> separation</a:t>
            </a:r>
          </a:p>
          <a:p>
            <a:pPr marL="0" indent="0">
              <a:buNone/>
            </a:pPr>
            <a:r>
              <a:rPr lang="en-US" dirty="0"/>
              <a:t>Each channel sees different mode.: Each physical DOF only "sees" its own mode. If the three modes are given different frequency bands, then each physical</a:t>
            </a:r>
          </a:p>
          <a:p>
            <a:pPr marL="0" indent="0">
              <a:buNone/>
            </a:pPr>
            <a:r>
              <a:rPr lang="en-US" dirty="0"/>
              <a:t>  DOF is excited at a different frequency range. This means in the frequency domain, you can attribute dynamics at 1–10 Hz</a:t>
            </a:r>
          </a:p>
          <a:p>
            <a:pPr marL="0" indent="0">
              <a:buNone/>
            </a:pPr>
            <a:r>
              <a:rPr lang="en-US" dirty="0"/>
              <a:t>  to translation, 11–20 Hz to rotation, etc. — the modes are spectrally separated, which improves parameter</a:t>
            </a:r>
          </a:p>
          <a:p>
            <a:pPr marL="0" indent="0">
              <a:buNone/>
            </a:pPr>
            <a:r>
              <a:rPr lang="en-US" dirty="0"/>
              <a:t>  identifiability.</a:t>
            </a:r>
          </a:p>
          <a:p>
            <a:pPr marL="0" indent="0">
              <a:buNone/>
            </a:pPr>
            <a:r>
              <a:rPr lang="en-US" dirty="0"/>
              <a:t>Also explain hold and not hold</a:t>
            </a:r>
          </a:p>
        </p:txBody>
      </p:sp>
      <p:pic>
        <p:nvPicPr>
          <p:cNvPr id="5" name="Picture 4">
            <a:extLst>
              <a:ext uri="{FF2B5EF4-FFF2-40B4-BE49-F238E27FC236}">
                <a16:creationId xmlns:a16="http://schemas.microsoft.com/office/drawing/2014/main" id="{E10F27E1-BA0C-74C8-7AB8-B6D32C94C950}"/>
              </a:ext>
            </a:extLst>
          </p:cNvPr>
          <p:cNvPicPr>
            <a:picLocks noChangeAspect="1"/>
          </p:cNvPicPr>
          <p:nvPr/>
        </p:nvPicPr>
        <p:blipFill>
          <a:blip r:embed="rId2"/>
          <a:stretch>
            <a:fillRect/>
          </a:stretch>
        </p:blipFill>
        <p:spPr>
          <a:xfrm>
            <a:off x="11512146" y="2141097"/>
            <a:ext cx="6645216" cy="2804403"/>
          </a:xfrm>
          <a:prstGeom prst="rect">
            <a:avLst/>
          </a:prstGeom>
        </p:spPr>
      </p:pic>
    </p:spTree>
    <p:extLst>
      <p:ext uri="{BB962C8B-B14F-4D97-AF65-F5344CB8AC3E}">
        <p14:creationId xmlns:p14="http://schemas.microsoft.com/office/powerpoint/2010/main" val="2422320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A2088-F9C8-C2F1-D978-6D20AEEDFEEE}"/>
              </a:ext>
            </a:extLst>
          </p:cNvPr>
          <p:cNvSpPr>
            <a:spLocks noGrp="1"/>
          </p:cNvSpPr>
          <p:nvPr>
            <p:ph type="title"/>
          </p:nvPr>
        </p:nvSpPr>
        <p:spPr/>
        <p:txBody>
          <a:bodyPr/>
          <a:lstStyle/>
          <a:p>
            <a:r>
              <a:rPr lang="en-US" dirty="0"/>
              <a:t>T8 trajectory Fix?</a:t>
            </a:r>
            <a:endParaRPr lang="en-NL" dirty="0"/>
          </a:p>
        </p:txBody>
      </p:sp>
      <p:sp>
        <p:nvSpPr>
          <p:cNvPr id="3" name="Content Placeholder 2">
            <a:extLst>
              <a:ext uri="{FF2B5EF4-FFF2-40B4-BE49-F238E27FC236}">
                <a16:creationId xmlns:a16="http://schemas.microsoft.com/office/drawing/2014/main" id="{613DCF34-EA35-8176-22DF-F60773ACC4C0}"/>
              </a:ext>
            </a:extLst>
          </p:cNvPr>
          <p:cNvSpPr>
            <a:spLocks noGrp="1"/>
          </p:cNvSpPr>
          <p:nvPr>
            <p:ph idx="1"/>
          </p:nvPr>
        </p:nvSpPr>
        <p:spPr/>
        <p:txBody>
          <a:bodyPr/>
          <a:lstStyle/>
          <a:p>
            <a:r>
              <a:rPr lang="en-US"/>
              <a:t>Problem was…</a:t>
            </a:r>
            <a:endParaRPr lang="en-NL"/>
          </a:p>
        </p:txBody>
      </p:sp>
      <p:pic>
        <p:nvPicPr>
          <p:cNvPr id="5" name="Picture 4">
            <a:extLst>
              <a:ext uri="{FF2B5EF4-FFF2-40B4-BE49-F238E27FC236}">
                <a16:creationId xmlns:a16="http://schemas.microsoft.com/office/drawing/2014/main" id="{C023513F-F7DB-E1E9-8682-A609A86D953B}"/>
              </a:ext>
            </a:extLst>
          </p:cNvPr>
          <p:cNvPicPr>
            <a:picLocks noChangeAspect="1"/>
          </p:cNvPicPr>
          <p:nvPr/>
        </p:nvPicPr>
        <p:blipFill>
          <a:blip r:embed="rId2"/>
          <a:stretch>
            <a:fillRect/>
          </a:stretch>
        </p:blipFill>
        <p:spPr>
          <a:xfrm>
            <a:off x="2769581" y="3124543"/>
            <a:ext cx="6652837" cy="3368332"/>
          </a:xfrm>
          <a:prstGeom prst="rect">
            <a:avLst/>
          </a:prstGeom>
        </p:spPr>
      </p:pic>
    </p:spTree>
    <p:extLst>
      <p:ext uri="{BB962C8B-B14F-4D97-AF65-F5344CB8AC3E}">
        <p14:creationId xmlns:p14="http://schemas.microsoft.com/office/powerpoint/2010/main" val="3574159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1AAA2-ADA6-5A5D-3F81-C4F6BB264422}"/>
              </a:ext>
            </a:extLst>
          </p:cNvPr>
          <p:cNvSpPr>
            <a:spLocks noGrp="1"/>
          </p:cNvSpPr>
          <p:nvPr>
            <p:ph type="title"/>
          </p:nvPr>
        </p:nvSpPr>
        <p:spPr/>
        <p:txBody>
          <a:bodyPr/>
          <a:lstStyle/>
          <a:p>
            <a:r>
              <a:rPr lang="en-US" dirty="0" err="1"/>
              <a:t>Multisine</a:t>
            </a:r>
            <a:r>
              <a:rPr lang="en-US" dirty="0"/>
              <a:t> - design</a:t>
            </a:r>
            <a:endParaRPr lang="en-NL" dirty="0"/>
          </a:p>
        </p:txBody>
      </p:sp>
      <p:sp>
        <p:nvSpPr>
          <p:cNvPr id="3" name="Content Placeholder 2">
            <a:extLst>
              <a:ext uri="{FF2B5EF4-FFF2-40B4-BE49-F238E27FC236}">
                <a16:creationId xmlns:a16="http://schemas.microsoft.com/office/drawing/2014/main" id="{8C492640-C832-0F58-02AF-E620C5A40A7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D64DE84-7476-3C65-C05C-205CCE6BBC9E}"/>
              </a:ext>
            </a:extLst>
          </p:cNvPr>
          <p:cNvPicPr>
            <a:picLocks noChangeAspect="1"/>
          </p:cNvPicPr>
          <p:nvPr/>
        </p:nvPicPr>
        <p:blipFill>
          <a:blip r:embed="rId2"/>
          <a:stretch>
            <a:fillRect/>
          </a:stretch>
        </p:blipFill>
        <p:spPr>
          <a:xfrm>
            <a:off x="2578425" y="1895782"/>
            <a:ext cx="7605419" cy="5662151"/>
          </a:xfrm>
          <a:prstGeom prst="rect">
            <a:avLst/>
          </a:prstGeom>
        </p:spPr>
      </p:pic>
    </p:spTree>
    <p:extLst>
      <p:ext uri="{BB962C8B-B14F-4D97-AF65-F5344CB8AC3E}">
        <p14:creationId xmlns:p14="http://schemas.microsoft.com/office/powerpoint/2010/main" val="263638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0A994-E4E1-0B05-B3FE-34696C8A00A9}"/>
              </a:ext>
            </a:extLst>
          </p:cNvPr>
          <p:cNvSpPr>
            <a:spLocks noGrp="1"/>
          </p:cNvSpPr>
          <p:nvPr>
            <p:ph type="title"/>
          </p:nvPr>
        </p:nvSpPr>
        <p:spPr/>
        <p:txBody>
          <a:bodyPr/>
          <a:lstStyle/>
          <a:p>
            <a:r>
              <a:rPr lang="en-US" dirty="0" err="1"/>
              <a:t>Multisine</a:t>
            </a:r>
            <a:r>
              <a:rPr lang="en-US" dirty="0"/>
              <a:t> – high bandwidth controller problem</a:t>
            </a:r>
            <a:endParaRPr lang="en-NL" dirty="0"/>
          </a:p>
        </p:txBody>
      </p:sp>
      <p:sp>
        <p:nvSpPr>
          <p:cNvPr id="3" name="Content Placeholder 2">
            <a:extLst>
              <a:ext uri="{FF2B5EF4-FFF2-40B4-BE49-F238E27FC236}">
                <a16:creationId xmlns:a16="http://schemas.microsoft.com/office/drawing/2014/main" id="{89856DA0-76E4-6F5A-E131-DA897DDEFE6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B540705-C9A8-B005-0F74-074FD423EE90}"/>
              </a:ext>
            </a:extLst>
          </p:cNvPr>
          <p:cNvPicPr>
            <a:picLocks noChangeAspect="1"/>
          </p:cNvPicPr>
          <p:nvPr/>
        </p:nvPicPr>
        <p:blipFill>
          <a:blip r:embed="rId2"/>
          <a:stretch>
            <a:fillRect/>
          </a:stretch>
        </p:blipFill>
        <p:spPr>
          <a:xfrm>
            <a:off x="2897774" y="2446679"/>
            <a:ext cx="6553768" cy="3109229"/>
          </a:xfrm>
          <a:prstGeom prst="rect">
            <a:avLst/>
          </a:prstGeom>
        </p:spPr>
      </p:pic>
    </p:spTree>
    <p:extLst>
      <p:ext uri="{BB962C8B-B14F-4D97-AF65-F5344CB8AC3E}">
        <p14:creationId xmlns:p14="http://schemas.microsoft.com/office/powerpoint/2010/main" val="4209160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F29D9-9D81-E540-F7C7-60D95348359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2B4EDDC-80D0-7838-1E7E-3BE2C702F3D4}"/>
              </a:ext>
            </a:extLst>
          </p:cNvPr>
          <p:cNvSpPr>
            <a:spLocks noGrp="1"/>
          </p:cNvSpPr>
          <p:nvPr>
            <p:ph idx="1"/>
          </p:nvPr>
        </p:nvSpPr>
        <p:spPr/>
        <p:txBody>
          <a:bodyPr/>
          <a:lstStyle/>
          <a:p>
            <a:pPr marL="0" indent="0">
              <a:buNone/>
            </a:pPr>
            <a:r>
              <a:rPr lang="en-US" dirty="0"/>
              <a:t>1. Odd harmonics are not theoretically required for your current problem. They are for nonlinearity detection on hardware. For</a:t>
            </a:r>
          </a:p>
          <a:p>
            <a:pPr marL="0" indent="0">
              <a:buNone/>
            </a:pPr>
            <a:r>
              <a:rPr lang="en-US" dirty="0"/>
              <a:t>  noise-free synthetic parameter recovery they are a practical choice, not a necessity. Worth noting in your thesis.</a:t>
            </a:r>
            <a:endParaRPr lang="en-NL" dirty="0"/>
          </a:p>
        </p:txBody>
      </p:sp>
    </p:spTree>
    <p:extLst>
      <p:ext uri="{BB962C8B-B14F-4D97-AF65-F5344CB8AC3E}">
        <p14:creationId xmlns:p14="http://schemas.microsoft.com/office/powerpoint/2010/main" val="726858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7A207-AF75-DCCB-00C6-438E5E8D34BC}"/>
              </a:ext>
            </a:extLst>
          </p:cNvPr>
          <p:cNvSpPr>
            <a:spLocks noGrp="1"/>
          </p:cNvSpPr>
          <p:nvPr>
            <p:ph type="title"/>
          </p:nvPr>
        </p:nvSpPr>
        <p:spPr/>
        <p:txBody>
          <a:bodyPr/>
          <a:lstStyle/>
          <a:p>
            <a:r>
              <a:rPr lang="en-US" dirty="0" err="1"/>
              <a:t>Multisine</a:t>
            </a:r>
            <a:r>
              <a:rPr lang="en-US" dirty="0"/>
              <a:t> – Closed-loop identification</a:t>
            </a:r>
            <a:endParaRPr lang="en-NL" dirty="0"/>
          </a:p>
        </p:txBody>
      </p:sp>
      <p:sp>
        <p:nvSpPr>
          <p:cNvPr id="3" name="Content Placeholder 2">
            <a:extLst>
              <a:ext uri="{FF2B5EF4-FFF2-40B4-BE49-F238E27FC236}">
                <a16:creationId xmlns:a16="http://schemas.microsoft.com/office/drawing/2014/main" id="{6A526D62-C00F-EE2B-65BF-ADAF3CFC890B}"/>
              </a:ext>
            </a:extLst>
          </p:cNvPr>
          <p:cNvSpPr>
            <a:spLocks noGrp="1"/>
          </p:cNvSpPr>
          <p:nvPr>
            <p:ph idx="1"/>
          </p:nvPr>
        </p:nvSpPr>
        <p:spPr/>
        <p:txBody>
          <a:bodyPr/>
          <a:lstStyle/>
          <a:p>
            <a:r>
              <a:rPr lang="en-US" dirty="0" err="1"/>
              <a:t>Multisine</a:t>
            </a:r>
            <a:r>
              <a:rPr lang="en-US" dirty="0"/>
              <a:t> injection after controller (same place as feedforward) barely any disturbance, controller counteracts.</a:t>
            </a:r>
          </a:p>
          <a:p>
            <a:r>
              <a:rPr lang="en-US" dirty="0"/>
              <a:t>Show figure or something</a:t>
            </a:r>
          </a:p>
          <a:p>
            <a:r>
              <a:rPr lang="en-US" dirty="0"/>
              <a:t>Justify with paper instead using reference disturbance.</a:t>
            </a:r>
            <a:endParaRPr lang="en-NL" dirty="0"/>
          </a:p>
        </p:txBody>
      </p:sp>
    </p:spTree>
    <p:extLst>
      <p:ext uri="{BB962C8B-B14F-4D97-AF65-F5344CB8AC3E}">
        <p14:creationId xmlns:p14="http://schemas.microsoft.com/office/powerpoint/2010/main" val="644808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F4BD-346F-DAEC-5E78-368F859EA6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91569-4403-3A76-4668-AF1919200820}"/>
              </a:ext>
            </a:extLst>
          </p:cNvPr>
          <p:cNvSpPr>
            <a:spLocks noGrp="1"/>
          </p:cNvSpPr>
          <p:nvPr>
            <p:ph type="title"/>
          </p:nvPr>
        </p:nvSpPr>
        <p:spPr/>
        <p:txBody>
          <a:bodyPr/>
          <a:lstStyle/>
          <a:p>
            <a:r>
              <a:rPr lang="en-US" dirty="0" err="1"/>
              <a:t>Multisine</a:t>
            </a:r>
            <a:r>
              <a:rPr lang="en-US" dirty="0"/>
              <a:t> - Filter</a:t>
            </a:r>
            <a:endParaRPr lang="en-NL" dirty="0"/>
          </a:p>
        </p:txBody>
      </p:sp>
      <p:sp>
        <p:nvSpPr>
          <p:cNvPr id="3" name="Content Placeholder 2">
            <a:extLst>
              <a:ext uri="{FF2B5EF4-FFF2-40B4-BE49-F238E27FC236}">
                <a16:creationId xmlns:a16="http://schemas.microsoft.com/office/drawing/2014/main" id="{8581BD00-9AAE-AC5F-9149-93096C2351B6}"/>
              </a:ext>
            </a:extLst>
          </p:cNvPr>
          <p:cNvSpPr>
            <a:spLocks noGrp="1"/>
          </p:cNvSpPr>
          <p:nvPr>
            <p:ph idx="1"/>
          </p:nvPr>
        </p:nvSpPr>
        <p:spPr/>
        <p:txBody>
          <a:bodyPr/>
          <a:lstStyle/>
          <a:p>
            <a:r>
              <a:rPr lang="en-US" dirty="0"/>
              <a:t>Amp max sweep</a:t>
            </a:r>
          </a:p>
          <a:p>
            <a:r>
              <a:rPr lang="en-US" dirty="0"/>
              <a:t>García:     DIFF_LIM = sin(0.1) * </a:t>
            </a:r>
            <a:r>
              <a:rPr lang="en-US" dirty="0" err="1"/>
              <a:t>Lb</a:t>
            </a:r>
            <a:r>
              <a:rPr lang="en-US" dirty="0"/>
              <a:t>;   % 72.4 mm (yaw limit, Garcia 2013 eq.1); yaw/differential X limit |X1-X2|</a:t>
            </a:r>
          </a:p>
          <a:p>
            <a:endParaRPr lang="en-US" dirty="0"/>
          </a:p>
          <a:p>
            <a:r>
              <a:rPr lang="en-US" dirty="0"/>
              <a:t>Telica datasheet:</a:t>
            </a:r>
          </a:p>
          <a:p>
            <a:pPr lvl="1"/>
            <a:r>
              <a:rPr lang="en-US" dirty="0"/>
              <a:t>position limits</a:t>
            </a:r>
          </a:p>
          <a:p>
            <a:pPr lvl="1"/>
            <a:r>
              <a:rPr lang="en-US" dirty="0"/>
              <a:t>velocity limits</a:t>
            </a:r>
          </a:p>
          <a:p>
            <a:pPr lvl="1"/>
            <a:r>
              <a:rPr lang="en-US" dirty="0"/>
              <a:t>acceleration limits</a:t>
            </a:r>
          </a:p>
          <a:p>
            <a:endParaRPr lang="en-US" dirty="0"/>
          </a:p>
        </p:txBody>
      </p:sp>
    </p:spTree>
    <p:extLst>
      <p:ext uri="{BB962C8B-B14F-4D97-AF65-F5344CB8AC3E}">
        <p14:creationId xmlns:p14="http://schemas.microsoft.com/office/powerpoint/2010/main" val="2807402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7EE2-A4C5-CCA7-9317-2F679CB30BE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52E8EE-285B-6D94-F155-6A44F6442E00}"/>
              </a:ext>
            </a:extLst>
          </p:cNvPr>
          <p:cNvSpPr>
            <a:spLocks noGrp="1"/>
          </p:cNvSpPr>
          <p:nvPr>
            <p:ph idx="1"/>
          </p:nvPr>
        </p:nvSpPr>
        <p:spPr/>
        <p:txBody>
          <a:bodyPr/>
          <a:lstStyle/>
          <a:p>
            <a:pPr marL="0" indent="0">
              <a:buNone/>
            </a:pPr>
            <a:r>
              <a:rPr lang="en-US" dirty="0"/>
              <a:t>position limits</a:t>
            </a:r>
          </a:p>
          <a:p>
            <a:pPr marL="0" indent="0">
              <a:buNone/>
            </a:pPr>
            <a:r>
              <a:rPr lang="en-US" dirty="0"/>
              <a:t>velocity limits</a:t>
            </a:r>
          </a:p>
          <a:p>
            <a:pPr marL="0" indent="0">
              <a:buNone/>
            </a:pPr>
            <a:r>
              <a:rPr lang="en-US" dirty="0"/>
              <a:t>acceleration limits</a:t>
            </a:r>
          </a:p>
          <a:p>
            <a:pPr marL="0" indent="0">
              <a:buNone/>
            </a:pPr>
            <a:r>
              <a:rPr lang="en-US" dirty="0"/>
              <a:t>yaw/differential X limit</a:t>
            </a:r>
          </a:p>
          <a:p>
            <a:pPr marL="0" indent="0">
              <a:buNone/>
            </a:pPr>
            <a:r>
              <a:rPr lang="en-US" dirty="0"/>
              <a:t>peak total force</a:t>
            </a:r>
          </a:p>
          <a:p>
            <a:pPr marL="0" indent="0">
              <a:buNone/>
            </a:pPr>
            <a:r>
              <a:rPr lang="en-US" dirty="0"/>
              <a:t>RMS/continuous total force</a:t>
            </a:r>
          </a:p>
          <a:p>
            <a:pPr marL="0" indent="0">
              <a:buNone/>
            </a:pPr>
            <a:endParaRPr lang="en-NL" dirty="0"/>
          </a:p>
        </p:txBody>
      </p:sp>
    </p:spTree>
    <p:extLst>
      <p:ext uri="{BB962C8B-B14F-4D97-AF65-F5344CB8AC3E}">
        <p14:creationId xmlns:p14="http://schemas.microsoft.com/office/powerpoint/2010/main" val="2417123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03B8-860A-25A7-4808-AB92B10540A9}"/>
              </a:ext>
            </a:extLst>
          </p:cNvPr>
          <p:cNvSpPr>
            <a:spLocks noGrp="1"/>
          </p:cNvSpPr>
          <p:nvPr>
            <p:ph type="title"/>
          </p:nvPr>
        </p:nvSpPr>
        <p:spPr/>
        <p:txBody>
          <a:bodyPr/>
          <a:lstStyle/>
          <a:p>
            <a:r>
              <a:rPr lang="en-US" dirty="0"/>
              <a:t>Accuracy range ETEL TELICA</a:t>
            </a:r>
            <a:endParaRPr lang="en-NL" dirty="0"/>
          </a:p>
        </p:txBody>
      </p:sp>
      <p:sp>
        <p:nvSpPr>
          <p:cNvPr id="3" name="Content Placeholder 2">
            <a:extLst>
              <a:ext uri="{FF2B5EF4-FFF2-40B4-BE49-F238E27FC236}">
                <a16:creationId xmlns:a16="http://schemas.microsoft.com/office/drawing/2014/main" id="{87A05391-8DEB-46A9-7E37-A4B88331998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5A65803-8524-375D-B5FA-2AE443120EDD}"/>
              </a:ext>
            </a:extLst>
          </p:cNvPr>
          <p:cNvPicPr>
            <a:picLocks noChangeAspect="1"/>
          </p:cNvPicPr>
          <p:nvPr/>
        </p:nvPicPr>
        <p:blipFill>
          <a:blip r:embed="rId2"/>
          <a:stretch>
            <a:fillRect/>
          </a:stretch>
        </p:blipFill>
        <p:spPr>
          <a:xfrm>
            <a:off x="2678134" y="2857450"/>
            <a:ext cx="6835732" cy="1143099"/>
          </a:xfrm>
          <a:prstGeom prst="rect">
            <a:avLst/>
          </a:prstGeom>
        </p:spPr>
      </p:pic>
    </p:spTree>
    <p:extLst>
      <p:ext uri="{BB962C8B-B14F-4D97-AF65-F5344CB8AC3E}">
        <p14:creationId xmlns:p14="http://schemas.microsoft.com/office/powerpoint/2010/main" val="4130986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C6CA-178F-70C7-C426-BBE3DBAAA370}"/>
              </a:ext>
            </a:extLst>
          </p:cNvPr>
          <p:cNvSpPr>
            <a:spLocks noGrp="1"/>
          </p:cNvSpPr>
          <p:nvPr>
            <p:ph type="title"/>
          </p:nvPr>
        </p:nvSpPr>
        <p:spPr/>
        <p:txBody>
          <a:bodyPr/>
          <a:lstStyle/>
          <a:p>
            <a:r>
              <a:rPr lang="en-US" dirty="0"/>
              <a:t>Validation</a:t>
            </a:r>
            <a:endParaRPr lang="en-NL" dirty="0"/>
          </a:p>
        </p:txBody>
      </p:sp>
      <p:sp>
        <p:nvSpPr>
          <p:cNvPr id="3" name="Content Placeholder 2">
            <a:extLst>
              <a:ext uri="{FF2B5EF4-FFF2-40B4-BE49-F238E27FC236}">
                <a16:creationId xmlns:a16="http://schemas.microsoft.com/office/drawing/2014/main" id="{65368582-846B-7DA0-53C8-8A1CB72B5FE7}"/>
              </a:ext>
            </a:extLst>
          </p:cNvPr>
          <p:cNvSpPr>
            <a:spLocks noGrp="1"/>
          </p:cNvSpPr>
          <p:nvPr>
            <p:ph idx="1"/>
          </p:nvPr>
        </p:nvSpPr>
        <p:spPr/>
        <p:txBody>
          <a:bodyPr/>
          <a:lstStyle/>
          <a:p>
            <a:r>
              <a:rPr lang="en-US" dirty="0"/>
              <a:t>Validation and test trajectory… how to get unseen data..</a:t>
            </a:r>
            <a:endParaRPr lang="en-NL" dirty="0"/>
          </a:p>
        </p:txBody>
      </p:sp>
      <p:pic>
        <p:nvPicPr>
          <p:cNvPr id="5" name="Picture 4">
            <a:extLst>
              <a:ext uri="{FF2B5EF4-FFF2-40B4-BE49-F238E27FC236}">
                <a16:creationId xmlns:a16="http://schemas.microsoft.com/office/drawing/2014/main" id="{1FD4E9B3-2A9C-BEE7-7376-2788ACC10D7A}"/>
              </a:ext>
            </a:extLst>
          </p:cNvPr>
          <p:cNvPicPr>
            <a:picLocks noChangeAspect="1"/>
          </p:cNvPicPr>
          <p:nvPr/>
        </p:nvPicPr>
        <p:blipFill>
          <a:blip r:embed="rId2"/>
          <a:stretch>
            <a:fillRect/>
          </a:stretch>
        </p:blipFill>
        <p:spPr>
          <a:xfrm>
            <a:off x="2552393" y="2430693"/>
            <a:ext cx="7087214" cy="1996613"/>
          </a:xfrm>
          <a:prstGeom prst="rect">
            <a:avLst/>
          </a:prstGeom>
        </p:spPr>
      </p:pic>
    </p:spTree>
    <p:extLst>
      <p:ext uri="{BB962C8B-B14F-4D97-AF65-F5344CB8AC3E}">
        <p14:creationId xmlns:p14="http://schemas.microsoft.com/office/powerpoint/2010/main" val="2773889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5DA82-033F-A5A9-8242-2D5896D94857}"/>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07C68050-ABAC-21A7-30BB-2C997CD155E6}"/>
              </a:ext>
            </a:extLst>
          </p:cNvPr>
          <p:cNvSpPr>
            <a:spLocks noGrp="1"/>
          </p:cNvSpPr>
          <p:nvPr>
            <p:ph idx="1"/>
          </p:nvPr>
        </p:nvSpPr>
        <p:spPr/>
        <p:txBody>
          <a:bodyPr/>
          <a:lstStyle/>
          <a:p>
            <a:r>
              <a:rPr lang="en-US" dirty="0"/>
              <a:t>If a question needs to be answered. Make clear here what the problem/question is that needs to be answered. Questions can always be asked outside the meeting, but we may say prepare to explain what you really mean.</a:t>
            </a:r>
            <a:endParaRPr lang="en-NL" dirty="0"/>
          </a:p>
        </p:txBody>
      </p:sp>
      <p:sp>
        <p:nvSpPr>
          <p:cNvPr id="4" name="Rectangle 3">
            <a:extLst>
              <a:ext uri="{FF2B5EF4-FFF2-40B4-BE49-F238E27FC236}">
                <a16:creationId xmlns:a16="http://schemas.microsoft.com/office/drawing/2014/main" id="{C22B2196-272F-FC1F-4220-C87739CBF73F}"/>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75299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3D56D-0D68-2D4B-C537-133DCC6887B0}"/>
              </a:ext>
            </a:extLst>
          </p:cNvPr>
          <p:cNvSpPr>
            <a:spLocks noGrp="1"/>
          </p:cNvSpPr>
          <p:nvPr>
            <p:ph type="title"/>
          </p:nvPr>
        </p:nvSpPr>
        <p:spPr/>
        <p:txBody>
          <a:bodyPr/>
          <a:lstStyle/>
          <a:p>
            <a:r>
              <a:rPr lang="en-US" dirty="0"/>
              <a:t>Direct force logging include, benefit?</a:t>
            </a:r>
            <a:endParaRPr lang="en-NL" dirty="0"/>
          </a:p>
        </p:txBody>
      </p:sp>
      <p:sp>
        <p:nvSpPr>
          <p:cNvPr id="3" name="Content Placeholder 2">
            <a:extLst>
              <a:ext uri="{FF2B5EF4-FFF2-40B4-BE49-F238E27FC236}">
                <a16:creationId xmlns:a16="http://schemas.microsoft.com/office/drawing/2014/main" id="{6CA35590-7197-1E88-8763-302824076EDB}"/>
              </a:ext>
            </a:extLst>
          </p:cNvPr>
          <p:cNvSpPr>
            <a:spLocks noGrp="1"/>
          </p:cNvSpPr>
          <p:nvPr>
            <p:ph idx="1"/>
          </p:nvPr>
        </p:nvSpPr>
        <p:spPr/>
        <p:txBody>
          <a:bodyPr/>
          <a:lstStyle/>
          <a:p>
            <a:r>
              <a:rPr lang="en-US" dirty="0"/>
              <a:t>Should I use the forces directly?</a:t>
            </a:r>
            <a:endParaRPr lang="en-NL" dirty="0"/>
          </a:p>
        </p:txBody>
      </p:sp>
    </p:spTree>
    <p:extLst>
      <p:ext uri="{BB962C8B-B14F-4D97-AF65-F5344CB8AC3E}">
        <p14:creationId xmlns:p14="http://schemas.microsoft.com/office/powerpoint/2010/main" val="342037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1AE25-2039-0D05-3CDE-0130DF6500ED}"/>
              </a:ext>
            </a:extLst>
          </p:cNvPr>
          <p:cNvSpPr>
            <a:spLocks noGrp="1"/>
          </p:cNvSpPr>
          <p:nvPr>
            <p:ph type="title"/>
          </p:nvPr>
        </p:nvSpPr>
        <p:spPr/>
        <p:txBody>
          <a:bodyPr/>
          <a:lstStyle/>
          <a:p>
            <a:r>
              <a:rPr lang="en-US" dirty="0"/>
              <a:t>Rank trajectories based on information gained</a:t>
            </a:r>
            <a:endParaRPr lang="en-NL" dirty="0"/>
          </a:p>
        </p:txBody>
      </p:sp>
      <p:sp>
        <p:nvSpPr>
          <p:cNvPr id="3" name="Content Placeholder 2">
            <a:extLst>
              <a:ext uri="{FF2B5EF4-FFF2-40B4-BE49-F238E27FC236}">
                <a16:creationId xmlns:a16="http://schemas.microsoft.com/office/drawing/2014/main" id="{1EED6233-9864-CF91-1186-99D438D1CBB8}"/>
              </a:ext>
            </a:extLst>
          </p:cNvPr>
          <p:cNvSpPr>
            <a:spLocks noGrp="1"/>
          </p:cNvSpPr>
          <p:nvPr>
            <p:ph idx="1"/>
          </p:nvPr>
        </p:nvSpPr>
        <p:spPr/>
        <p:txBody>
          <a:bodyPr/>
          <a:lstStyle/>
          <a:p>
            <a:r>
              <a:rPr lang="en-US" dirty="0"/>
              <a:t>Should I use Jacobian and Fisher information matrix to rank information gain of trajectories / experiment design?</a:t>
            </a:r>
            <a:endParaRPr lang="en-NL" dirty="0"/>
          </a:p>
        </p:txBody>
      </p:sp>
    </p:spTree>
    <p:extLst>
      <p:ext uri="{BB962C8B-B14F-4D97-AF65-F5344CB8AC3E}">
        <p14:creationId xmlns:p14="http://schemas.microsoft.com/office/powerpoint/2010/main" val="3999922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CE7B5-7FCB-386A-3862-93791AF502C3}"/>
              </a:ext>
            </a:extLst>
          </p:cNvPr>
          <p:cNvSpPr>
            <a:spLocks noGrp="1"/>
          </p:cNvSpPr>
          <p:nvPr>
            <p:ph type="title"/>
          </p:nvPr>
        </p:nvSpPr>
        <p:spPr/>
        <p:txBody>
          <a:bodyPr/>
          <a:lstStyle/>
          <a:p>
            <a:r>
              <a:rPr lang="en-US" dirty="0"/>
              <a:t>Controller</a:t>
            </a:r>
            <a:endParaRPr lang="en-NL" dirty="0"/>
          </a:p>
        </p:txBody>
      </p:sp>
      <p:sp>
        <p:nvSpPr>
          <p:cNvPr id="3" name="Content Placeholder 2">
            <a:extLst>
              <a:ext uri="{FF2B5EF4-FFF2-40B4-BE49-F238E27FC236}">
                <a16:creationId xmlns:a16="http://schemas.microsoft.com/office/drawing/2014/main" id="{65A1CBD4-3784-867F-8BB2-BF63BC3E2FF5}"/>
              </a:ext>
            </a:extLst>
          </p:cNvPr>
          <p:cNvSpPr>
            <a:spLocks noGrp="1"/>
          </p:cNvSpPr>
          <p:nvPr>
            <p:ph idx="1"/>
          </p:nvPr>
        </p:nvSpPr>
        <p:spPr/>
        <p:txBody>
          <a:bodyPr>
            <a:normAutofit fontScale="85000" lnSpcReduction="20000"/>
          </a:bodyPr>
          <a:lstStyle/>
          <a:p>
            <a:r>
              <a:rPr lang="en-US" dirty="0"/>
              <a:t>Is it worth adding a gain schedule controller for the simulation over the current… approach</a:t>
            </a:r>
          </a:p>
          <a:p>
            <a:r>
              <a:rPr lang="en-US" dirty="0"/>
              <a:t>Always start at Y=0.3 / use this for the controller..</a:t>
            </a:r>
          </a:p>
          <a:p>
            <a:endParaRPr lang="en-US" dirty="0"/>
          </a:p>
          <a:p>
            <a:r>
              <a:rPr lang="en-US" dirty="0"/>
              <a:t>% Controller </a:t>
            </a:r>
            <a:r>
              <a:rPr lang="en-US" dirty="0" err="1"/>
              <a:t>Cfb</a:t>
            </a:r>
            <a:r>
              <a:rPr lang="en-US" dirty="0"/>
              <a:t> and frozen LTI G are designed per trajectory at </a:t>
            </a:r>
            <a:r>
              <a:rPr lang="en-US" dirty="0" err="1"/>
              <a:t>Y_initial</a:t>
            </a:r>
            <a:endParaRPr lang="en-US" dirty="0"/>
          </a:p>
          <a:p>
            <a:r>
              <a:rPr lang="en-US" dirty="0"/>
              <a:t>% (D-039: operating point </a:t>
            </a:r>
            <a:r>
              <a:rPr lang="en-US" dirty="0" err="1"/>
              <a:t>linearisation</a:t>
            </a:r>
            <a:r>
              <a:rPr lang="en-US" dirty="0"/>
              <a:t>).</a:t>
            </a:r>
          </a:p>
          <a:p>
            <a:endParaRPr lang="en-US" dirty="0"/>
          </a:p>
          <a:p>
            <a:r>
              <a:rPr lang="en-US" dirty="0"/>
              <a:t> </a:t>
            </a:r>
            <a:r>
              <a:rPr lang="en-US" dirty="0" err="1"/>
              <a:t>Cfb</a:t>
            </a:r>
            <a:r>
              <a:rPr lang="en-US" dirty="0"/>
              <a:t> is loaded once into the workspace before sim() and stays fixed for the entire   </a:t>
            </a:r>
          </a:p>
          <a:p>
            <a:r>
              <a:rPr lang="en-US" dirty="0"/>
              <a:t>  trajectory. The Simulink LTI System block reads it as a constant — it never updates </a:t>
            </a:r>
          </a:p>
          <a:p>
            <a:r>
              <a:rPr lang="en-US" dirty="0"/>
              <a:t>  during simulation. </a:t>
            </a:r>
          </a:p>
          <a:p>
            <a:endParaRPr lang="en-NL" dirty="0"/>
          </a:p>
        </p:txBody>
      </p:sp>
    </p:spTree>
    <p:extLst>
      <p:ext uri="{BB962C8B-B14F-4D97-AF65-F5344CB8AC3E}">
        <p14:creationId xmlns:p14="http://schemas.microsoft.com/office/powerpoint/2010/main" val="1412214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AD4B7-9113-E4D9-AA54-E804749D473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5413DA2-42DD-05CB-4DF4-0FBBB624E95C}"/>
              </a:ext>
            </a:extLst>
          </p:cNvPr>
          <p:cNvSpPr>
            <a:spLocks noGrp="1"/>
          </p:cNvSpPr>
          <p:nvPr>
            <p:ph idx="1"/>
          </p:nvPr>
        </p:nvSpPr>
        <p:spPr/>
        <p:txBody>
          <a:bodyPr/>
          <a:lstStyle/>
          <a:p>
            <a:pPr marL="0" indent="0">
              <a:buNone/>
            </a:pPr>
            <a:r>
              <a:rPr lang="en-US" dirty="0"/>
              <a:t>The remaining limitation is that </a:t>
            </a:r>
            <a:r>
              <a:rPr lang="en-US" dirty="0" err="1"/>
              <a:t>Cfb</a:t>
            </a:r>
            <a:r>
              <a:rPr lang="en-US" dirty="0"/>
              <a:t> is frozen for the whole trajectory     </a:t>
            </a:r>
          </a:p>
          <a:p>
            <a:pPr marL="0" indent="0">
              <a:buNone/>
            </a:pPr>
            <a:r>
              <a:rPr lang="en-US" dirty="0"/>
              <a:t>  (doesn't update as Y sweeps), but that's accepted. </a:t>
            </a:r>
            <a:endParaRPr lang="en-NL" dirty="0"/>
          </a:p>
        </p:txBody>
      </p:sp>
    </p:spTree>
    <p:extLst>
      <p:ext uri="{BB962C8B-B14F-4D97-AF65-F5344CB8AC3E}">
        <p14:creationId xmlns:p14="http://schemas.microsoft.com/office/powerpoint/2010/main" val="1071277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What is next on the planning and how is that going to be solved</a:t>
            </a:r>
          </a:p>
          <a:p>
            <a:r>
              <a:rPr lang="en-US" dirty="0"/>
              <a:t>This is also where new action points are formulated. What are you going to do next week.</a:t>
            </a:r>
          </a:p>
        </p:txBody>
      </p:sp>
    </p:spTree>
    <p:extLst>
      <p:ext uri="{BB962C8B-B14F-4D97-AF65-F5344CB8AC3E}">
        <p14:creationId xmlns:p14="http://schemas.microsoft.com/office/powerpoint/2010/main" val="4133975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E796-708B-909C-F9F8-D1C4E09DB0F7}"/>
              </a:ext>
            </a:extLst>
          </p:cNvPr>
          <p:cNvSpPr>
            <a:spLocks noGrp="1"/>
          </p:cNvSpPr>
          <p:nvPr>
            <p:ph type="title"/>
          </p:nvPr>
        </p:nvSpPr>
        <p:spPr/>
        <p:txBody>
          <a:bodyPr/>
          <a:lstStyle/>
          <a:p>
            <a:r>
              <a:rPr lang="en-US" dirty="0"/>
              <a:t>Possible Gantt-chart or Planning</a:t>
            </a:r>
            <a:endParaRPr lang="en-NL" dirty="0"/>
          </a:p>
        </p:txBody>
      </p:sp>
      <p:sp>
        <p:nvSpPr>
          <p:cNvPr id="3" name="Content Placeholder 2">
            <a:extLst>
              <a:ext uri="{FF2B5EF4-FFF2-40B4-BE49-F238E27FC236}">
                <a16:creationId xmlns:a16="http://schemas.microsoft.com/office/drawing/2014/main" id="{322F13D6-AF08-9392-A25C-ED43A705A9E8}"/>
              </a:ext>
            </a:extLst>
          </p:cNvPr>
          <p:cNvSpPr>
            <a:spLocks noGrp="1"/>
          </p:cNvSpPr>
          <p:nvPr>
            <p:ph idx="1"/>
          </p:nvPr>
        </p:nvSpPr>
        <p:spPr/>
        <p:txBody>
          <a:bodyPr/>
          <a:lstStyle/>
          <a:p>
            <a:r>
              <a:rPr lang="en-US" dirty="0"/>
              <a:t>To keep an overview of what the progress overall is.</a:t>
            </a:r>
            <a:endParaRPr lang="en-NL" dirty="0"/>
          </a:p>
        </p:txBody>
      </p:sp>
    </p:spTree>
    <p:extLst>
      <p:ext uri="{BB962C8B-B14F-4D97-AF65-F5344CB8AC3E}">
        <p14:creationId xmlns:p14="http://schemas.microsoft.com/office/powerpoint/2010/main" val="3503897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650E-3506-7F89-6C9F-2985419E12D1}"/>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46DF010D-CA64-CF75-261D-B695E923D25F}"/>
              </a:ext>
            </a:extLst>
          </p:cNvPr>
          <p:cNvSpPr>
            <a:spLocks noGrp="1"/>
          </p:cNvSpPr>
          <p:nvPr>
            <p:ph idx="1"/>
          </p:nvPr>
        </p:nvSpPr>
        <p:spPr>
          <a:xfrm>
            <a:off x="669071" y="5162212"/>
            <a:ext cx="10515600" cy="4351338"/>
          </a:xfrm>
        </p:spPr>
        <p:txBody>
          <a:bodyPr/>
          <a:lstStyle/>
          <a:p>
            <a:pPr marL="0" indent="0">
              <a:buNone/>
            </a:pPr>
            <a:r>
              <a:rPr lang="en-US" dirty="0"/>
              <a:t>T1-T6 isolate simple motion types</a:t>
            </a:r>
          </a:p>
          <a:p>
            <a:pPr marL="0" indent="0">
              <a:buNone/>
            </a:pPr>
            <a:r>
              <a:rPr lang="en-US" dirty="0"/>
              <a:t>Added T7 and T8 to improve coupling terms identifiability</a:t>
            </a:r>
            <a:endParaRPr lang="en-NL" dirty="0"/>
          </a:p>
        </p:txBody>
      </p:sp>
      <p:pic>
        <p:nvPicPr>
          <p:cNvPr id="7" name="Picture 6">
            <a:extLst>
              <a:ext uri="{FF2B5EF4-FFF2-40B4-BE49-F238E27FC236}">
                <a16:creationId xmlns:a16="http://schemas.microsoft.com/office/drawing/2014/main" id="{707EBB45-1E13-A40B-605A-4DC52B5306C0}"/>
              </a:ext>
            </a:extLst>
          </p:cNvPr>
          <p:cNvPicPr>
            <a:picLocks noChangeAspect="1"/>
          </p:cNvPicPr>
          <p:nvPr/>
        </p:nvPicPr>
        <p:blipFill>
          <a:blip r:embed="rId2"/>
          <a:stretch>
            <a:fillRect/>
          </a:stretch>
        </p:blipFill>
        <p:spPr>
          <a:xfrm>
            <a:off x="299420" y="1690688"/>
            <a:ext cx="11362949" cy="3096570"/>
          </a:xfrm>
          <a:prstGeom prst="rect">
            <a:avLst/>
          </a:prstGeom>
        </p:spPr>
      </p:pic>
    </p:spTree>
    <p:extLst>
      <p:ext uri="{BB962C8B-B14F-4D97-AF65-F5344CB8AC3E}">
        <p14:creationId xmlns:p14="http://schemas.microsoft.com/office/powerpoint/2010/main" val="3253796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D361-6547-FA4F-8894-642F032D0AD0}"/>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4F44A523-27F8-78D7-2672-27FDB82B2B38}"/>
              </a:ext>
            </a:extLst>
          </p:cNvPr>
          <p:cNvSpPr>
            <a:spLocks noGrp="1"/>
          </p:cNvSpPr>
          <p:nvPr>
            <p:ph idx="1"/>
          </p:nvPr>
        </p:nvSpPr>
        <p:spPr/>
        <p:txBody>
          <a:bodyPr/>
          <a:lstStyle/>
          <a:p>
            <a:r>
              <a:rPr lang="en-US" dirty="0"/>
              <a:t>Injected as force after controller</a:t>
            </a:r>
          </a:p>
          <a:p>
            <a:r>
              <a:rPr lang="en-US" dirty="0"/>
              <a:t>Schroeder-phase periodic </a:t>
            </a:r>
            <a:r>
              <a:rPr lang="en-US" dirty="0" err="1"/>
              <a:t>multisine</a:t>
            </a:r>
            <a:endParaRPr lang="en-US" dirty="0"/>
          </a:p>
          <a:p>
            <a:pPr lvl="1"/>
            <a:r>
              <a:rPr lang="en-US" dirty="0"/>
              <a:t>Resolution and padding</a:t>
            </a:r>
          </a:p>
          <a:p>
            <a:pPr lvl="1"/>
            <a:r>
              <a:rPr lang="en-US" dirty="0"/>
              <a:t>Frequency bins</a:t>
            </a:r>
          </a:p>
          <a:p>
            <a:pPr lvl="1"/>
            <a:r>
              <a:rPr lang="en-US" dirty="0"/>
              <a:t>Crest factor </a:t>
            </a:r>
            <a:r>
              <a:rPr lang="en-US" dirty="0">
                <a:sym typeface="Wingdings" panose="05000000000000000000" pitchFamily="2" charset="2"/>
              </a:rPr>
              <a:t> </a:t>
            </a:r>
            <a:r>
              <a:rPr lang="en-US" dirty="0"/>
              <a:t>Schroeder phase rule</a:t>
            </a:r>
          </a:p>
          <a:p>
            <a:r>
              <a:rPr lang="en-US" dirty="0"/>
              <a:t>Odd Harmonic Selection</a:t>
            </a:r>
          </a:p>
          <a:p>
            <a:r>
              <a:rPr lang="en-US" dirty="0"/>
              <a:t>Normalize </a:t>
            </a:r>
            <a:r>
              <a:rPr lang="en-US" dirty="0" err="1"/>
              <a:t>multisine</a:t>
            </a:r>
            <a:endParaRPr lang="en-US" dirty="0"/>
          </a:p>
          <a:p>
            <a:r>
              <a:rPr lang="en-US" dirty="0"/>
              <a:t>Scale to candidate force level</a:t>
            </a:r>
          </a:p>
          <a:p>
            <a:r>
              <a:rPr lang="en-US" dirty="0"/>
              <a:t>Start ramp??</a:t>
            </a:r>
            <a:endParaRPr lang="en-NL" dirty="0"/>
          </a:p>
          <a:p>
            <a:endParaRPr lang="en-NL" dirty="0"/>
          </a:p>
        </p:txBody>
      </p:sp>
    </p:spTree>
    <p:extLst>
      <p:ext uri="{BB962C8B-B14F-4D97-AF65-F5344CB8AC3E}">
        <p14:creationId xmlns:p14="http://schemas.microsoft.com/office/powerpoint/2010/main" val="2106631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D19FD-73A2-9C5D-6054-EC0AB94584F1}"/>
              </a:ext>
            </a:extLst>
          </p:cNvPr>
          <p:cNvSpPr>
            <a:spLocks noGrp="1"/>
          </p:cNvSpPr>
          <p:nvPr>
            <p:ph type="title"/>
          </p:nvPr>
        </p:nvSpPr>
        <p:spPr/>
        <p:txBody>
          <a:bodyPr/>
          <a:lstStyle/>
          <a:p>
            <a:r>
              <a:rPr lang="en-US" dirty="0" err="1"/>
              <a:t>Multisine</a:t>
            </a:r>
            <a:r>
              <a:rPr lang="en-US" dirty="0"/>
              <a:t> Signal Construction</a:t>
            </a:r>
            <a:endParaRPr lang="en-NL" dirty="0"/>
          </a:p>
        </p:txBody>
      </p:sp>
      <p:sp>
        <p:nvSpPr>
          <p:cNvPr id="3" name="Content Placeholder 2">
            <a:extLst>
              <a:ext uri="{FF2B5EF4-FFF2-40B4-BE49-F238E27FC236}">
                <a16:creationId xmlns:a16="http://schemas.microsoft.com/office/drawing/2014/main" id="{DCF89760-30B6-1867-ED17-30D805D67035}"/>
              </a:ext>
            </a:extLst>
          </p:cNvPr>
          <p:cNvSpPr>
            <a:spLocks noGrp="1"/>
          </p:cNvSpPr>
          <p:nvPr>
            <p:ph idx="1"/>
          </p:nvPr>
        </p:nvSpPr>
        <p:spPr/>
        <p:txBody>
          <a:bodyPr>
            <a:normAutofit fontScale="55000" lnSpcReduction="20000"/>
          </a:bodyPr>
          <a:lstStyle/>
          <a:p>
            <a:pPr marL="0" indent="0">
              <a:buNone/>
            </a:pPr>
            <a:r>
              <a:rPr lang="en-US" dirty="0"/>
              <a:t>Goal:</a:t>
            </a:r>
          </a:p>
          <a:p>
            <a:pPr marL="0" indent="0">
              <a:buNone/>
            </a:pPr>
            <a:r>
              <a:rPr lang="en-US" dirty="0"/>
              <a:t>- Broadband excitation for parameter recovery in one simulation.</a:t>
            </a:r>
          </a:p>
          <a:p>
            <a:pPr marL="0" indent="0">
              <a:buNone/>
            </a:pPr>
            <a:endParaRPr lang="en-US" dirty="0"/>
          </a:p>
          <a:p>
            <a:pPr marL="0" indent="0">
              <a:buNone/>
            </a:pPr>
            <a:r>
              <a:rPr lang="en-US" dirty="0"/>
              <a:t>Periodic Schroeder-phase </a:t>
            </a:r>
            <a:r>
              <a:rPr lang="en-US" dirty="0" err="1"/>
              <a:t>multisine</a:t>
            </a:r>
            <a:r>
              <a:rPr lang="en-US" dirty="0"/>
              <a:t>:</a:t>
            </a:r>
          </a:p>
          <a:p>
            <a:pPr marL="0" indent="0">
              <a:buNone/>
            </a:pPr>
            <a:r>
              <a:rPr lang="en-US" dirty="0"/>
              <a:t>s(t) = </a:t>
            </a:r>
            <a:r>
              <a:rPr lang="en-US" dirty="0" err="1"/>
              <a:t>sum_i</a:t>
            </a:r>
            <a:r>
              <a:rPr lang="en-US" dirty="0"/>
              <a:t> cos(2*pi*</a:t>
            </a:r>
            <a:r>
              <a:rPr lang="en-US" dirty="0" err="1"/>
              <a:t>f_i</a:t>
            </a:r>
            <a:r>
              <a:rPr lang="en-US" dirty="0"/>
              <a:t>*t + </a:t>
            </a:r>
            <a:r>
              <a:rPr lang="en-US" dirty="0" err="1"/>
              <a:t>phi_i</a:t>
            </a:r>
            <a:r>
              <a:rPr lang="en-US" dirty="0"/>
              <a:t>)</a:t>
            </a:r>
          </a:p>
          <a:p>
            <a:pPr marL="0" indent="0">
              <a:buNone/>
            </a:pPr>
            <a:endParaRPr lang="en-US" dirty="0"/>
          </a:p>
          <a:p>
            <a:pPr marL="0" indent="0">
              <a:buNone/>
            </a:pPr>
            <a:r>
              <a:rPr lang="en-US" dirty="0"/>
              <a:t>Schroeder phases:</a:t>
            </a:r>
          </a:p>
          <a:p>
            <a:pPr marL="0" indent="0">
              <a:buNone/>
            </a:pPr>
            <a:r>
              <a:rPr lang="en-US" dirty="0" err="1"/>
              <a:t>phi_i</a:t>
            </a:r>
            <a:r>
              <a:rPr lang="en-US" dirty="0"/>
              <a:t> = -</a:t>
            </a:r>
            <a:r>
              <a:rPr lang="en-US" dirty="0" err="1"/>
              <a:t>i</a:t>
            </a:r>
            <a:r>
              <a:rPr lang="en-US" dirty="0"/>
              <a:t>(i-1)pi/F</a:t>
            </a:r>
          </a:p>
          <a:p>
            <a:pPr marL="0" indent="0">
              <a:buNone/>
            </a:pPr>
            <a:endParaRPr lang="en-US" dirty="0"/>
          </a:p>
          <a:p>
            <a:pPr marL="0" indent="0">
              <a:buNone/>
            </a:pPr>
            <a:r>
              <a:rPr lang="en-US" dirty="0"/>
              <a:t>Design choices:</a:t>
            </a:r>
          </a:p>
          <a:p>
            <a:pPr marL="0" indent="0">
              <a:buNone/>
            </a:pPr>
            <a:r>
              <a:rPr lang="en-US" dirty="0"/>
              <a:t>- 1 s period </a:t>
            </a:r>
            <a:r>
              <a:rPr lang="en-US" dirty="0">
                <a:sym typeface="Wingdings" panose="05000000000000000000" pitchFamily="2" charset="2"/>
              </a:rPr>
              <a:t></a:t>
            </a:r>
            <a:r>
              <a:rPr lang="en-US" dirty="0"/>
              <a:t> 1 Hz frequency resolution</a:t>
            </a:r>
          </a:p>
          <a:p>
            <a:pPr marL="0" indent="0">
              <a:buNone/>
            </a:pPr>
            <a:r>
              <a:rPr lang="en-US" dirty="0"/>
              <a:t>- integer-period padding </a:t>
            </a:r>
            <a:r>
              <a:rPr lang="en-US" dirty="0">
                <a:sym typeface="Wingdings" panose="05000000000000000000" pitchFamily="2" charset="2"/>
              </a:rPr>
              <a:t></a:t>
            </a:r>
            <a:r>
              <a:rPr lang="en-US" dirty="0"/>
              <a:t> leakage-free signal</a:t>
            </a:r>
          </a:p>
          <a:p>
            <a:pPr marL="0" indent="0">
              <a:buNone/>
            </a:pPr>
            <a:r>
              <a:rPr lang="en-US" dirty="0"/>
              <a:t>- selected frequency bins within candidate band</a:t>
            </a:r>
          </a:p>
          <a:p>
            <a:pPr marL="0" indent="0">
              <a:buNone/>
            </a:pPr>
            <a:r>
              <a:rPr lang="en-US" dirty="0"/>
              <a:t>- odd harmonics only </a:t>
            </a:r>
            <a:r>
              <a:rPr lang="en-US" dirty="0">
                <a:sym typeface="Wingdings" panose="05000000000000000000" pitchFamily="2" charset="2"/>
              </a:rPr>
              <a:t></a:t>
            </a:r>
            <a:r>
              <a:rPr lang="en-US" dirty="0"/>
              <a:t> even lines left unexcited</a:t>
            </a:r>
          </a:p>
          <a:p>
            <a:pPr marL="0" indent="0">
              <a:buNone/>
            </a:pPr>
            <a:r>
              <a:rPr lang="en-US" dirty="0"/>
              <a:t>- Schroeder phases </a:t>
            </a:r>
            <a:r>
              <a:rPr lang="en-US" dirty="0">
                <a:sym typeface="Wingdings" panose="05000000000000000000" pitchFamily="2" charset="2"/>
              </a:rPr>
              <a:t></a:t>
            </a:r>
            <a:r>
              <a:rPr lang="en-US" dirty="0"/>
              <a:t> lower crest factor</a:t>
            </a:r>
          </a:p>
          <a:p>
            <a:pPr marL="0" indent="0">
              <a:buNone/>
            </a:pPr>
            <a:endParaRPr lang="en-NL" dirty="0"/>
          </a:p>
        </p:txBody>
      </p:sp>
    </p:spTree>
    <p:extLst>
      <p:ext uri="{BB962C8B-B14F-4D97-AF65-F5344CB8AC3E}">
        <p14:creationId xmlns:p14="http://schemas.microsoft.com/office/powerpoint/2010/main" val="28755682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4D72-3124-CA1D-2B8D-A69C0571CB59}"/>
              </a:ext>
            </a:extLst>
          </p:cNvPr>
          <p:cNvSpPr>
            <a:spLocks noGrp="1"/>
          </p:cNvSpPr>
          <p:nvPr>
            <p:ph type="title"/>
          </p:nvPr>
        </p:nvSpPr>
        <p:spPr/>
        <p:txBody>
          <a:bodyPr/>
          <a:lstStyle/>
          <a:p>
            <a:r>
              <a:rPr lang="en-US" dirty="0"/>
              <a:t>Mode-Dependent Phase Offset</a:t>
            </a:r>
            <a:endParaRPr lang="en-NL" dirty="0"/>
          </a:p>
        </p:txBody>
      </p:sp>
      <p:sp>
        <p:nvSpPr>
          <p:cNvPr id="3" name="Content Placeholder 2">
            <a:extLst>
              <a:ext uri="{FF2B5EF4-FFF2-40B4-BE49-F238E27FC236}">
                <a16:creationId xmlns:a16="http://schemas.microsoft.com/office/drawing/2014/main" id="{D44FD8B3-83E6-D0C6-5057-67144F96763B}"/>
              </a:ext>
            </a:extLst>
          </p:cNvPr>
          <p:cNvSpPr>
            <a:spLocks noGrp="1"/>
          </p:cNvSpPr>
          <p:nvPr>
            <p:ph idx="1"/>
          </p:nvPr>
        </p:nvSpPr>
        <p:spPr/>
        <p:txBody>
          <a:bodyPr/>
          <a:lstStyle/>
          <a:p>
            <a:r>
              <a:rPr lang="en-US" dirty="0"/>
              <a:t>Modes</a:t>
            </a:r>
          </a:p>
          <a:p>
            <a:r>
              <a:rPr lang="en-US" dirty="0"/>
              <a:t>And: That is why the script adds the mode-dependent phase/time shift. So the concept is:</a:t>
            </a:r>
          </a:p>
          <a:p>
            <a:endParaRPr lang="en-US" dirty="0"/>
          </a:p>
          <a:p>
            <a:r>
              <a:rPr lang="en-US" dirty="0"/>
              <a:t>is equivalent to a time shift by \(\tau\). In your script:</a:t>
            </a:r>
          </a:p>
          <a:p>
            <a:r>
              <a:rPr lang="en-US" dirty="0"/>
              <a:t>common: [</a:t>
            </a:r>
            <a:r>
              <a:rPr lang="en-US" dirty="0" err="1"/>
              <a:t>s_common</a:t>
            </a:r>
            <a:r>
              <a:rPr lang="en-US" dirty="0"/>
              <a:t>,  </a:t>
            </a:r>
            <a:r>
              <a:rPr lang="en-US" dirty="0" err="1"/>
              <a:t>s_common</a:t>
            </a:r>
            <a:r>
              <a:rPr lang="en-US" dirty="0"/>
              <a:t>, 0]</a:t>
            </a:r>
          </a:p>
          <a:p>
            <a:r>
              <a:rPr lang="en-US" dirty="0"/>
              <a:t>diff:   [</a:t>
            </a:r>
            <a:r>
              <a:rPr lang="en-US" dirty="0" err="1"/>
              <a:t>s_diff</a:t>
            </a:r>
            <a:r>
              <a:rPr lang="en-US" dirty="0"/>
              <a:t>,   -</a:t>
            </a:r>
            <a:r>
              <a:rPr lang="en-US" dirty="0" err="1"/>
              <a:t>s_diff</a:t>
            </a:r>
            <a:r>
              <a:rPr lang="en-US" dirty="0"/>
              <a:t>,   0]</a:t>
            </a:r>
          </a:p>
          <a:p>
            <a:r>
              <a:rPr lang="en-US" dirty="0"/>
              <a:t>y:      [0,         0,        </a:t>
            </a:r>
            <a:r>
              <a:rPr lang="en-US" dirty="0" err="1"/>
              <a:t>s_y</a:t>
            </a:r>
            <a:r>
              <a:rPr lang="en-US" dirty="0"/>
              <a:t>]</a:t>
            </a:r>
          </a:p>
          <a:p>
            <a:endParaRPr lang="en-NL" dirty="0"/>
          </a:p>
        </p:txBody>
      </p:sp>
    </p:spTree>
    <p:extLst>
      <p:ext uri="{BB962C8B-B14F-4D97-AF65-F5344CB8AC3E}">
        <p14:creationId xmlns:p14="http://schemas.microsoft.com/office/powerpoint/2010/main" val="2493812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D825-A4B0-1279-6824-869BDFAF6A6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9E7D8EF-4CF1-0C96-0561-88ACA1D43468}"/>
              </a:ext>
            </a:extLst>
          </p:cNvPr>
          <p:cNvSpPr>
            <a:spLocks noGrp="1"/>
          </p:cNvSpPr>
          <p:nvPr>
            <p:ph idx="1"/>
          </p:nvPr>
        </p:nvSpPr>
        <p:spPr/>
        <p:txBody>
          <a:bodyPr>
            <a:normAutofit fontScale="25000" lnSpcReduction="20000"/>
          </a:bodyPr>
          <a:lstStyle/>
          <a:p>
            <a:pPr marL="0" indent="0">
              <a:buNone/>
            </a:pPr>
            <a:r>
              <a:rPr lang="en-US" dirty="0"/>
              <a:t>Why force injection after the controller?</a:t>
            </a:r>
          </a:p>
          <a:p>
            <a:pPr marL="0" indent="0">
              <a:buNone/>
            </a:pPr>
            <a:r>
              <a:rPr lang="en-US" dirty="0"/>
              <a:t>- Reference trajectory remains clean.</a:t>
            </a:r>
          </a:p>
          <a:p>
            <a:pPr marL="0" indent="0">
              <a:buNone/>
            </a:pPr>
            <a:r>
              <a:rPr lang="en-US" dirty="0"/>
              <a:t>- Extra excitation enters plant input directly.</a:t>
            </a:r>
          </a:p>
          <a:p>
            <a:pPr marL="0" indent="0">
              <a:buNone/>
            </a:pPr>
            <a:r>
              <a:rPr lang="en-US" dirty="0"/>
              <a:t>- But closed-loop controller may reject it, so diagnostic scan is needed.</a:t>
            </a:r>
          </a:p>
          <a:p>
            <a:pPr marL="0" indent="0">
              <a:buNone/>
            </a:pPr>
            <a:endParaRPr lang="en-US" dirty="0"/>
          </a:p>
          <a:p>
            <a:pPr marL="0" indent="0">
              <a:buNone/>
            </a:pPr>
            <a:r>
              <a:rPr lang="en-US" dirty="0"/>
              <a:t>Modal force mapping</a:t>
            </a:r>
          </a:p>
          <a:p>
            <a:pPr marL="0" indent="0">
              <a:buNone/>
            </a:pPr>
            <a:r>
              <a:rPr lang="en-US" dirty="0"/>
              <a:t>- common: [F, F, 0</a:t>
            </a:r>
            <a:r>
              <a:rPr lang="en-US"/>
              <a:t>]   -&gt; </a:t>
            </a:r>
            <a:r>
              <a:rPr lang="en-US" dirty="0"/>
              <a:t>X translation</a:t>
            </a:r>
          </a:p>
          <a:p>
            <a:pPr marL="0" indent="0">
              <a:buNone/>
            </a:pPr>
            <a:r>
              <a:rPr lang="en-US" dirty="0"/>
              <a:t>- diff:   [F,-F, 0</a:t>
            </a:r>
            <a:r>
              <a:rPr lang="en-US"/>
              <a:t>]   -&gt; </a:t>
            </a:r>
            <a:r>
              <a:rPr lang="en-US" dirty="0"/>
              <a:t>X rotation/yaw</a:t>
            </a:r>
          </a:p>
          <a:p>
            <a:pPr marL="0" indent="0">
              <a:buNone/>
            </a:pPr>
            <a:r>
              <a:rPr lang="en-US" dirty="0"/>
              <a:t>- y:      [0, 0, F</a:t>
            </a:r>
            <a:r>
              <a:rPr lang="en-US"/>
              <a:t>]   -&gt; </a:t>
            </a:r>
            <a:r>
              <a:rPr lang="en-US" dirty="0"/>
              <a:t>Y motion</a:t>
            </a:r>
          </a:p>
          <a:p>
            <a:pPr marL="0" indent="0">
              <a:buNone/>
            </a:pPr>
            <a:endParaRPr lang="en-US" dirty="0"/>
          </a:p>
          <a:p>
            <a:pPr marL="0" indent="0">
              <a:buNone/>
            </a:pPr>
            <a:r>
              <a:rPr lang="en-US" dirty="0"/>
              <a:t>Mode-dependent phase/time shift</a:t>
            </a:r>
          </a:p>
          <a:p>
            <a:pPr marL="0" indent="0">
              <a:buNone/>
            </a:pPr>
            <a:r>
              <a:rPr lang="en-US" dirty="0"/>
              <a:t>- each mode gets a different phase offset</a:t>
            </a:r>
          </a:p>
          <a:p>
            <a:pPr marL="0" indent="0">
              <a:buNone/>
            </a:pPr>
            <a:r>
              <a:rPr lang="en-US" dirty="0"/>
              <a:t>- reduces correlation when multiple modes are combined, e.g. T7/T8</a:t>
            </a:r>
          </a:p>
          <a:p>
            <a:pPr marL="0" indent="0">
              <a:buNone/>
            </a:pPr>
            <a:endParaRPr lang="en-US" dirty="0"/>
          </a:p>
          <a:p>
            <a:pPr marL="0" indent="0">
              <a:buNone/>
            </a:pPr>
            <a:r>
              <a:rPr lang="en-US" dirty="0"/>
              <a:t>Diagnostic candidate grid</a:t>
            </a:r>
          </a:p>
          <a:p>
            <a:pPr marL="0" indent="0">
              <a:buNone/>
            </a:pPr>
            <a:r>
              <a:rPr lang="en-US" dirty="0"/>
              <a:t>- full scan: 5-20, 20-50, 50-100, 100-200, 200-400 Hz</a:t>
            </a:r>
          </a:p>
          <a:p>
            <a:pPr marL="0" indent="0">
              <a:buNone/>
            </a:pPr>
            <a:r>
              <a:rPr lang="en-US" dirty="0"/>
              <a:t>- full scan force RMS: 10-800 N</a:t>
            </a:r>
          </a:p>
          <a:p>
            <a:pPr marL="0" indent="0">
              <a:buNone/>
            </a:pPr>
            <a:r>
              <a:rPr lang="en-US" dirty="0"/>
              <a:t>- narrowed T7/T8 rerun used fewer candidates for speed</a:t>
            </a:r>
          </a:p>
          <a:p>
            <a:pPr marL="0" indent="0">
              <a:buNone/>
            </a:pPr>
            <a:endParaRPr lang="en-US" dirty="0"/>
          </a:p>
          <a:p>
            <a:pPr marL="0" indent="0">
              <a:buNone/>
            </a:pPr>
            <a:r>
              <a:rPr lang="en-US" dirty="0"/>
              <a:t>Safety and ranking</a:t>
            </a:r>
          </a:p>
          <a:p>
            <a:pPr marL="0" indent="0">
              <a:buNone/>
            </a:pPr>
            <a:r>
              <a:rPr lang="en-US" dirty="0"/>
              <a:t>- accept only if force peak/RMS and motion/velocity limits are respected</a:t>
            </a:r>
          </a:p>
          <a:p>
            <a:pPr marL="0" indent="0">
              <a:buNone/>
            </a:pPr>
            <a:r>
              <a:rPr lang="en-US" dirty="0"/>
              <a:t>- rank by force survival, extra output motion, and number of excited lines</a:t>
            </a:r>
          </a:p>
          <a:p>
            <a:pPr marL="0" indent="0">
              <a:buNone/>
            </a:pPr>
            <a:endParaRPr lang="en-US" dirty="0"/>
          </a:p>
          <a:p>
            <a:pPr marL="0" indent="0">
              <a:buNone/>
            </a:pPr>
            <a:r>
              <a:rPr lang="en-US" dirty="0"/>
              <a:t>Cumulative testing for multi-mode trajectories</a:t>
            </a:r>
          </a:p>
          <a:p>
            <a:pPr marL="0" indent="0">
              <a:buNone/>
            </a:pPr>
            <a:r>
              <a:rPr lang="en-US" dirty="0"/>
              <a:t>- choose first mode</a:t>
            </a:r>
          </a:p>
          <a:p>
            <a:pPr marL="0" indent="0">
              <a:buNone/>
            </a:pPr>
            <a:r>
              <a:rPr lang="en-US" dirty="0"/>
              <a:t>- keep it active while testing second mode</a:t>
            </a:r>
          </a:p>
          <a:p>
            <a:pPr marL="0" indent="0">
              <a:buNone/>
            </a:pPr>
            <a:r>
              <a:rPr lang="en-US" dirty="0"/>
              <a:t>- keep both active while testing third mode</a:t>
            </a:r>
          </a:p>
          <a:p>
            <a:pPr marL="0" indent="0">
              <a:buNone/>
            </a:pPr>
            <a:endParaRPr lang="en-NL" dirty="0"/>
          </a:p>
        </p:txBody>
      </p:sp>
    </p:spTree>
    <p:extLst>
      <p:ext uri="{BB962C8B-B14F-4D97-AF65-F5344CB8AC3E}">
        <p14:creationId xmlns:p14="http://schemas.microsoft.com/office/powerpoint/2010/main" val="3452543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B02F9-4819-B33C-D56E-E526D3EE0F53}"/>
              </a:ext>
            </a:extLst>
          </p:cNvPr>
          <p:cNvSpPr>
            <a:spLocks noGrp="1"/>
          </p:cNvSpPr>
          <p:nvPr>
            <p:ph type="title"/>
          </p:nvPr>
        </p:nvSpPr>
        <p:spPr/>
        <p:txBody>
          <a:bodyPr/>
          <a:lstStyle/>
          <a:p>
            <a:r>
              <a:rPr lang="en-US" dirty="0"/>
              <a:t>Diagnostics</a:t>
            </a:r>
            <a:endParaRPr lang="en-NL" dirty="0"/>
          </a:p>
        </p:txBody>
      </p:sp>
      <p:sp>
        <p:nvSpPr>
          <p:cNvPr id="3" name="Content Placeholder 2">
            <a:extLst>
              <a:ext uri="{FF2B5EF4-FFF2-40B4-BE49-F238E27FC236}">
                <a16:creationId xmlns:a16="http://schemas.microsoft.com/office/drawing/2014/main" id="{AA53E410-93AC-45C9-E43B-99F6D8498D00}"/>
              </a:ext>
            </a:extLst>
          </p:cNvPr>
          <p:cNvSpPr>
            <a:spLocks noGrp="1"/>
          </p:cNvSpPr>
          <p:nvPr>
            <p:ph idx="1"/>
          </p:nvPr>
        </p:nvSpPr>
        <p:spPr/>
        <p:txBody>
          <a:bodyPr/>
          <a:lstStyle/>
          <a:p>
            <a:r>
              <a:rPr lang="en-US" dirty="0"/>
              <a:t>Closed-loop controller can reject/counteract the injected </a:t>
            </a:r>
            <a:r>
              <a:rPr lang="en-US" dirty="0" err="1"/>
              <a:t>multisine</a:t>
            </a:r>
            <a:r>
              <a:rPr lang="en-US" dirty="0"/>
              <a:t> (feedback bandwidth 100 Hz)</a:t>
            </a:r>
          </a:p>
          <a:p>
            <a:r>
              <a:rPr lang="en-US" dirty="0"/>
              <a:t>First run without injecting the </a:t>
            </a:r>
            <a:r>
              <a:rPr lang="en-US" dirty="0" err="1"/>
              <a:t>multisine</a:t>
            </a:r>
            <a:r>
              <a:rPr lang="en-US" dirty="0"/>
              <a:t> store input and output.</a:t>
            </a:r>
          </a:p>
          <a:p>
            <a:pPr lvl="1"/>
            <a:r>
              <a:rPr lang="en-US" dirty="0"/>
              <a:t>Want to know how much of the additional force survived and how much “extra” motion the </a:t>
            </a:r>
            <a:r>
              <a:rPr lang="en-US" dirty="0" err="1"/>
              <a:t>multisine</a:t>
            </a:r>
            <a:r>
              <a:rPr lang="en-US" dirty="0"/>
              <a:t> adds</a:t>
            </a:r>
          </a:p>
          <a:p>
            <a:pPr marL="0" indent="0">
              <a:buNone/>
            </a:pPr>
            <a:endParaRPr lang="en-US" dirty="0"/>
          </a:p>
        </p:txBody>
      </p:sp>
    </p:spTree>
    <p:extLst>
      <p:ext uri="{BB962C8B-B14F-4D97-AF65-F5344CB8AC3E}">
        <p14:creationId xmlns:p14="http://schemas.microsoft.com/office/powerpoint/2010/main" val="3084022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F09B4-9503-8CCF-D885-7DBA458A7AE1}"/>
              </a:ext>
            </a:extLst>
          </p:cNvPr>
          <p:cNvSpPr>
            <a:spLocks noGrp="1"/>
          </p:cNvSpPr>
          <p:nvPr>
            <p:ph type="title"/>
          </p:nvPr>
        </p:nvSpPr>
        <p:spPr/>
        <p:txBody>
          <a:bodyPr/>
          <a:lstStyle/>
          <a:p>
            <a:r>
              <a:rPr lang="en-US" dirty="0"/>
              <a:t>Diagnostic force-</a:t>
            </a:r>
            <a:r>
              <a:rPr lang="en-US" dirty="0" err="1"/>
              <a:t>multisine</a:t>
            </a:r>
            <a:r>
              <a:rPr lang="en-US" dirty="0"/>
              <a:t> selection</a:t>
            </a:r>
            <a:endParaRPr lang="en-NL" dirty="0"/>
          </a:p>
        </p:txBody>
      </p:sp>
      <p:sp>
        <p:nvSpPr>
          <p:cNvPr id="3" name="Content Placeholder 2">
            <a:extLst>
              <a:ext uri="{FF2B5EF4-FFF2-40B4-BE49-F238E27FC236}">
                <a16:creationId xmlns:a16="http://schemas.microsoft.com/office/drawing/2014/main" id="{144C81F8-220D-A9EF-35C3-6FA327D89665}"/>
              </a:ext>
            </a:extLst>
          </p:cNvPr>
          <p:cNvSpPr>
            <a:spLocks noGrp="1"/>
          </p:cNvSpPr>
          <p:nvPr>
            <p:ph idx="1"/>
          </p:nvPr>
        </p:nvSpPr>
        <p:spPr/>
        <p:txBody>
          <a:bodyPr/>
          <a:lstStyle/>
          <a:p>
            <a:r>
              <a:rPr lang="en-US" dirty="0"/>
              <a:t>Why?</a:t>
            </a:r>
          </a:p>
          <a:p>
            <a:pPr marL="0" indent="0">
              <a:buNone/>
            </a:pPr>
            <a:r>
              <a:rPr lang="en-US" dirty="0"/>
              <a:t>- </a:t>
            </a:r>
            <a:r>
              <a:rPr lang="en-US" dirty="0" err="1"/>
              <a:t>Multisine</a:t>
            </a:r>
            <a:r>
              <a:rPr lang="en-US" dirty="0"/>
              <a:t> is injected as an additional plant force in closed loop.</a:t>
            </a:r>
          </a:p>
          <a:p>
            <a:pPr marL="0" indent="0">
              <a:buNone/>
            </a:pPr>
            <a:r>
              <a:rPr lang="en-US" dirty="0"/>
              <a:t>- The 100 Hz feedback controller can partially reject this excitation.</a:t>
            </a:r>
          </a:p>
          <a:p>
            <a:pPr marL="0" indent="0">
              <a:buNone/>
            </a:pPr>
            <a:r>
              <a:rPr lang="en-US" dirty="0"/>
              <a:t>- Therefore, injected force amplitude alone does not tell us whether the plant is actually excited.</a:t>
            </a:r>
            <a:endParaRPr lang="en-NL" dirty="0"/>
          </a:p>
        </p:txBody>
      </p:sp>
    </p:spTree>
    <p:extLst>
      <p:ext uri="{BB962C8B-B14F-4D97-AF65-F5344CB8AC3E}">
        <p14:creationId xmlns:p14="http://schemas.microsoft.com/office/powerpoint/2010/main" val="2135107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A2A15-7B45-6087-CC73-B7475CF14263}"/>
              </a:ext>
            </a:extLst>
          </p:cNvPr>
          <p:cNvSpPr>
            <a:spLocks noGrp="1"/>
          </p:cNvSpPr>
          <p:nvPr>
            <p:ph type="title"/>
          </p:nvPr>
        </p:nvSpPr>
        <p:spPr/>
        <p:txBody>
          <a:bodyPr/>
          <a:lstStyle/>
          <a:p>
            <a:r>
              <a:rPr lang="en-US" dirty="0"/>
              <a:t>Diagnostic force-</a:t>
            </a:r>
            <a:r>
              <a:rPr lang="en-US" dirty="0" err="1"/>
              <a:t>multisine</a:t>
            </a:r>
            <a:r>
              <a:rPr lang="en-US" dirty="0"/>
              <a:t> selection</a:t>
            </a:r>
            <a:endParaRPr lang="en-NL" dirty="0"/>
          </a:p>
        </p:txBody>
      </p:sp>
      <p:sp>
        <p:nvSpPr>
          <p:cNvPr id="3" name="Content Placeholder 2">
            <a:extLst>
              <a:ext uri="{FF2B5EF4-FFF2-40B4-BE49-F238E27FC236}">
                <a16:creationId xmlns:a16="http://schemas.microsoft.com/office/drawing/2014/main" id="{C541E0FF-E924-F066-834E-322FC802CC92}"/>
              </a:ext>
            </a:extLst>
          </p:cNvPr>
          <p:cNvSpPr>
            <a:spLocks noGrp="1"/>
          </p:cNvSpPr>
          <p:nvPr>
            <p:ph idx="1"/>
          </p:nvPr>
        </p:nvSpPr>
        <p:spPr/>
        <p:txBody>
          <a:bodyPr>
            <a:normAutofit fontScale="62500" lnSpcReduction="20000"/>
          </a:bodyPr>
          <a:lstStyle/>
          <a:p>
            <a:pPr marL="0" indent="0">
              <a:buNone/>
            </a:pPr>
            <a:r>
              <a:rPr lang="en-US" dirty="0"/>
              <a:t>Procedure</a:t>
            </a:r>
          </a:p>
          <a:p>
            <a:pPr marL="0" indent="0">
              <a:buNone/>
            </a:pPr>
            <a:r>
              <a:rPr lang="en-US" dirty="0"/>
              <a:t>1. Simulate clean closed-loop trajectory:</a:t>
            </a:r>
          </a:p>
          <a:p>
            <a:pPr marL="0" indent="0">
              <a:buNone/>
            </a:pPr>
            <a:r>
              <a:rPr lang="en-US" dirty="0"/>
              <a:t>   </a:t>
            </a:r>
            <a:r>
              <a:rPr lang="en-US" dirty="0" err="1"/>
              <a:t>f_ms</a:t>
            </a:r>
            <a:r>
              <a:rPr lang="en-US" dirty="0"/>
              <a:t> = 0</a:t>
            </a:r>
          </a:p>
          <a:p>
            <a:pPr marL="0" indent="0">
              <a:buNone/>
            </a:pPr>
            <a:r>
              <a:rPr lang="en-US" dirty="0"/>
              <a:t>   store </a:t>
            </a:r>
            <a:r>
              <a:rPr lang="en-US" dirty="0" err="1"/>
              <a:t>q_base</a:t>
            </a:r>
            <a:r>
              <a:rPr lang="en-US" dirty="0"/>
              <a:t> and </a:t>
            </a:r>
            <a:r>
              <a:rPr lang="en-US" dirty="0" err="1"/>
              <a:t>u_base</a:t>
            </a:r>
            <a:endParaRPr lang="en-US" dirty="0"/>
          </a:p>
          <a:p>
            <a:pPr marL="0" indent="0">
              <a:buNone/>
            </a:pPr>
            <a:endParaRPr lang="en-US" dirty="0"/>
          </a:p>
          <a:p>
            <a:pPr marL="0" indent="0">
              <a:buNone/>
            </a:pPr>
            <a:r>
              <a:rPr lang="en-US" dirty="0"/>
              <a:t>2. For each requested excitation mode:</a:t>
            </a:r>
          </a:p>
          <a:p>
            <a:pPr marL="0" indent="0">
              <a:buNone/>
            </a:pPr>
            <a:r>
              <a:rPr lang="en-US" dirty="0"/>
              <a:t>   common : [F, F, 0</a:t>
            </a:r>
            <a:r>
              <a:rPr lang="en-US"/>
              <a:t>]   -&gt; </a:t>
            </a:r>
            <a:r>
              <a:rPr lang="en-US" dirty="0"/>
              <a:t>X translation</a:t>
            </a:r>
          </a:p>
          <a:p>
            <a:pPr marL="0" indent="0">
              <a:buNone/>
            </a:pPr>
            <a:r>
              <a:rPr lang="en-US" dirty="0"/>
              <a:t>   diff   : [F,-F, 0</a:t>
            </a:r>
            <a:r>
              <a:rPr lang="en-US"/>
              <a:t>]   -&gt; </a:t>
            </a:r>
            <a:r>
              <a:rPr lang="en-US" dirty="0"/>
              <a:t>rotation</a:t>
            </a:r>
          </a:p>
          <a:p>
            <a:pPr marL="0" indent="0">
              <a:buNone/>
            </a:pPr>
            <a:r>
              <a:rPr lang="en-US" dirty="0"/>
              <a:t>   y      : [0, 0, F</a:t>
            </a:r>
            <a:r>
              <a:rPr lang="en-US"/>
              <a:t>]   -&gt; </a:t>
            </a:r>
            <a:r>
              <a:rPr lang="en-US" dirty="0"/>
              <a:t>Y motion</a:t>
            </a:r>
          </a:p>
          <a:p>
            <a:pPr marL="0" indent="0">
              <a:buNone/>
            </a:pPr>
            <a:endParaRPr lang="en-US" dirty="0"/>
          </a:p>
          <a:p>
            <a:pPr marL="0" indent="0">
              <a:buNone/>
            </a:pPr>
            <a:r>
              <a:rPr lang="en-US" dirty="0"/>
              <a:t>3. Test candidate bands/amplitudes</a:t>
            </a:r>
          </a:p>
          <a:p>
            <a:pPr marL="0" indent="0">
              <a:buNone/>
            </a:pPr>
            <a:r>
              <a:rPr lang="en-US" dirty="0"/>
              <a:t>Frequency and force RMS combinations</a:t>
            </a:r>
          </a:p>
          <a:p>
            <a:pPr marL="0" indent="0">
              <a:buNone/>
            </a:pPr>
            <a:r>
              <a:rPr lang="en-US" dirty="0"/>
              <a:t>   </a:t>
            </a:r>
            <a:endParaRPr lang="en-NL" dirty="0"/>
          </a:p>
        </p:txBody>
      </p:sp>
    </p:spTree>
    <p:extLst>
      <p:ext uri="{BB962C8B-B14F-4D97-AF65-F5344CB8AC3E}">
        <p14:creationId xmlns:p14="http://schemas.microsoft.com/office/powerpoint/2010/main" val="1978780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A85F4-33F4-3166-B835-3D28DE197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17C16-BDB4-C279-400E-B1C60EBF6A4A}"/>
              </a:ext>
            </a:extLst>
          </p:cNvPr>
          <p:cNvSpPr>
            <a:spLocks noGrp="1"/>
          </p:cNvSpPr>
          <p:nvPr>
            <p:ph type="title"/>
          </p:nvPr>
        </p:nvSpPr>
        <p:spPr/>
        <p:txBody>
          <a:bodyPr/>
          <a:lstStyle/>
          <a:p>
            <a:r>
              <a:rPr lang="en-US" dirty="0"/>
              <a:t>Diagnostic force-</a:t>
            </a:r>
            <a:r>
              <a:rPr lang="en-US" dirty="0" err="1"/>
              <a:t>multisine</a:t>
            </a:r>
            <a:r>
              <a:rPr lang="en-US" dirty="0"/>
              <a:t> selection</a:t>
            </a:r>
            <a:endParaRPr lang="en-NL" dirty="0"/>
          </a:p>
        </p:txBody>
      </p:sp>
      <p:sp>
        <p:nvSpPr>
          <p:cNvPr id="3" name="Content Placeholder 2">
            <a:extLst>
              <a:ext uri="{FF2B5EF4-FFF2-40B4-BE49-F238E27FC236}">
                <a16:creationId xmlns:a16="http://schemas.microsoft.com/office/drawing/2014/main" id="{3C3C68C0-A1D9-27BD-1D6C-601B158312D6}"/>
              </a:ext>
            </a:extLst>
          </p:cNvPr>
          <p:cNvSpPr>
            <a:spLocks noGrp="1"/>
          </p:cNvSpPr>
          <p:nvPr>
            <p:ph idx="1"/>
          </p:nvPr>
        </p:nvSpPr>
        <p:spPr/>
        <p:txBody>
          <a:bodyPr>
            <a:normAutofit fontScale="85000" lnSpcReduction="20000"/>
          </a:bodyPr>
          <a:lstStyle/>
          <a:p>
            <a:pPr marL="0" indent="0">
              <a:buNone/>
            </a:pPr>
            <a:r>
              <a:rPr lang="en-US" dirty="0"/>
              <a:t>4. Compare against the baseline / committed case:</a:t>
            </a:r>
          </a:p>
          <a:p>
            <a:pPr marL="0" indent="0">
              <a:buNone/>
            </a:pPr>
            <a:r>
              <a:rPr lang="en-US" dirty="0"/>
              <a:t>   extra motion:</a:t>
            </a:r>
          </a:p>
          <a:p>
            <a:pPr marL="0" indent="0">
              <a:buNone/>
            </a:pPr>
            <a:r>
              <a:rPr lang="en-US" dirty="0"/>
              <a:t>   </a:t>
            </a:r>
            <a:r>
              <a:rPr lang="en-US" dirty="0" err="1"/>
              <a:t>Δq</a:t>
            </a:r>
            <a:r>
              <a:rPr lang="en-US" dirty="0"/>
              <a:t> = </a:t>
            </a:r>
            <a:r>
              <a:rPr lang="en-US" dirty="0" err="1"/>
              <a:t>q_trial</a:t>
            </a:r>
            <a:r>
              <a:rPr lang="en-US" dirty="0"/>
              <a:t> - </a:t>
            </a:r>
            <a:r>
              <a:rPr lang="en-US" dirty="0" err="1"/>
              <a:t>q_committed</a:t>
            </a:r>
            <a:endParaRPr lang="en-US" dirty="0"/>
          </a:p>
          <a:p>
            <a:pPr marL="0" indent="0">
              <a:buNone/>
            </a:pPr>
            <a:endParaRPr lang="en-US" dirty="0"/>
          </a:p>
          <a:p>
            <a:pPr marL="0" indent="0">
              <a:buNone/>
            </a:pPr>
            <a:r>
              <a:rPr lang="en-US" dirty="0"/>
              <a:t>   surviving force:</a:t>
            </a:r>
          </a:p>
          <a:p>
            <a:pPr marL="0" indent="0">
              <a:buNone/>
            </a:pPr>
            <a:r>
              <a:rPr lang="en-US" dirty="0"/>
              <a:t>   </a:t>
            </a:r>
            <a:r>
              <a:rPr lang="en-US" dirty="0" err="1"/>
              <a:t>Δu</a:t>
            </a:r>
            <a:r>
              <a:rPr lang="en-US" dirty="0"/>
              <a:t> = (</a:t>
            </a:r>
            <a:r>
              <a:rPr lang="en-US" dirty="0" err="1"/>
              <a:t>u_fb,trial</a:t>
            </a:r>
            <a:r>
              <a:rPr lang="en-US" dirty="0"/>
              <a:t> - </a:t>
            </a:r>
            <a:r>
              <a:rPr lang="en-US" dirty="0" err="1"/>
              <a:t>u_fb,committed</a:t>
            </a:r>
            <a:r>
              <a:rPr lang="en-US" dirty="0"/>
              <a:t>) + </a:t>
            </a:r>
            <a:r>
              <a:rPr lang="en-US" dirty="0" err="1"/>
              <a:t>f_trial</a:t>
            </a:r>
            <a:endParaRPr lang="en-US" dirty="0"/>
          </a:p>
          <a:p>
            <a:pPr marL="0" indent="0">
              <a:buNone/>
            </a:pPr>
            <a:endParaRPr lang="en-US" dirty="0"/>
          </a:p>
          <a:p>
            <a:pPr marL="0" indent="0">
              <a:buNone/>
            </a:pPr>
            <a:r>
              <a:rPr lang="en-US" dirty="0"/>
              <a:t>5. Rank candidate:</a:t>
            </a:r>
          </a:p>
          <a:p>
            <a:pPr marL="0" indent="0">
              <a:buNone/>
            </a:pPr>
            <a:r>
              <a:rPr lang="en-US" dirty="0"/>
              <a:t>   score = survival × RMS(extra motion) × sqrt(number of frequency lines)</a:t>
            </a:r>
          </a:p>
          <a:p>
            <a:pPr marL="0" indent="0">
              <a:buNone/>
            </a:pPr>
            <a:endParaRPr lang="en-US" dirty="0"/>
          </a:p>
          <a:p>
            <a:pPr marL="0" indent="0">
              <a:buNone/>
            </a:pPr>
            <a:r>
              <a:rPr lang="en-US" dirty="0"/>
              <a:t>6. Commit best safe candidate and repeat cumulatively for next mode.</a:t>
            </a:r>
            <a:endParaRPr lang="en-NL" dirty="0"/>
          </a:p>
        </p:txBody>
      </p:sp>
    </p:spTree>
    <p:extLst>
      <p:ext uri="{BB962C8B-B14F-4D97-AF65-F5344CB8AC3E}">
        <p14:creationId xmlns:p14="http://schemas.microsoft.com/office/powerpoint/2010/main" val="17350757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8884F-6E03-2278-7A7E-E84AC4A8EC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7D422-99EA-9D8D-EF68-430210A62254}"/>
              </a:ext>
            </a:extLst>
          </p:cNvPr>
          <p:cNvSpPr>
            <a:spLocks noGrp="1"/>
          </p:cNvSpPr>
          <p:nvPr>
            <p:ph type="title"/>
          </p:nvPr>
        </p:nvSpPr>
        <p:spPr/>
        <p:txBody>
          <a:bodyPr/>
          <a:lstStyle/>
          <a:p>
            <a:r>
              <a:rPr lang="en-US" dirty="0"/>
              <a:t>Diagnostic force-</a:t>
            </a:r>
            <a:r>
              <a:rPr lang="en-US" dirty="0" err="1"/>
              <a:t>multisine</a:t>
            </a:r>
            <a:r>
              <a:rPr lang="en-US" dirty="0"/>
              <a:t> selection</a:t>
            </a:r>
            <a:endParaRPr lang="en-NL" dirty="0"/>
          </a:p>
        </p:txBody>
      </p:sp>
      <p:sp>
        <p:nvSpPr>
          <p:cNvPr id="3" name="Content Placeholder 2">
            <a:extLst>
              <a:ext uri="{FF2B5EF4-FFF2-40B4-BE49-F238E27FC236}">
                <a16:creationId xmlns:a16="http://schemas.microsoft.com/office/drawing/2014/main" id="{380E93CA-08A1-1D76-CEF0-4D5A5B4FDBA1}"/>
              </a:ext>
            </a:extLst>
          </p:cNvPr>
          <p:cNvSpPr>
            <a:spLocks noGrp="1"/>
          </p:cNvSpPr>
          <p:nvPr>
            <p:ph idx="1"/>
          </p:nvPr>
        </p:nvSpPr>
        <p:spPr/>
        <p:txBody>
          <a:bodyPr/>
          <a:lstStyle/>
          <a:p>
            <a:pPr marL="0" indent="0">
              <a:buNone/>
            </a:pPr>
            <a:r>
              <a:rPr lang="en-US" dirty="0"/>
              <a:t>Candidate accepted only if:</a:t>
            </a:r>
          </a:p>
          <a:p>
            <a:pPr marL="0" indent="0">
              <a:buNone/>
            </a:pPr>
            <a:r>
              <a:rPr lang="en-US" dirty="0"/>
              <a:t>- actuator peak and RMS force limits are respected</a:t>
            </a:r>
          </a:p>
          <a:p>
            <a:pPr marL="0" indent="0">
              <a:buNone/>
            </a:pPr>
            <a:r>
              <a:rPr lang="en-US" dirty="0"/>
              <a:t>- X, Y, and |X1 - X2| position limits are respected</a:t>
            </a:r>
          </a:p>
          <a:p>
            <a:pPr marL="0" indent="0">
              <a:buNone/>
            </a:pPr>
            <a:r>
              <a:rPr lang="en-US" dirty="0"/>
              <a:t>- velocity limits are respected</a:t>
            </a:r>
          </a:p>
          <a:p>
            <a:pPr marL="0" indent="0">
              <a:buNone/>
            </a:pPr>
            <a:endParaRPr lang="en-NL" dirty="0"/>
          </a:p>
        </p:txBody>
      </p:sp>
    </p:spTree>
    <p:extLst>
      <p:ext uri="{BB962C8B-B14F-4D97-AF65-F5344CB8AC3E}">
        <p14:creationId xmlns:p14="http://schemas.microsoft.com/office/powerpoint/2010/main" val="11180920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7B97F-823A-1F24-6845-DCD27B490DF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87F2A2B-7F80-B6E9-3E2B-D8CC6E92536F}"/>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38185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FF8D-683C-C739-23C8-68A8163CD6BF}"/>
              </a:ext>
            </a:extLst>
          </p:cNvPr>
          <p:cNvSpPr>
            <a:spLocks noGrp="1"/>
          </p:cNvSpPr>
          <p:nvPr>
            <p:ph type="title"/>
          </p:nvPr>
        </p:nvSpPr>
        <p:spPr/>
        <p:txBody>
          <a:bodyPr/>
          <a:lstStyle/>
          <a:p>
            <a:r>
              <a:rPr lang="en-US" dirty="0"/>
              <a:t>Trajectory analysis</a:t>
            </a:r>
            <a:endParaRPr lang="en-NL" dirty="0"/>
          </a:p>
        </p:txBody>
      </p:sp>
      <p:sp>
        <p:nvSpPr>
          <p:cNvPr id="3" name="Content Placeholder 2">
            <a:extLst>
              <a:ext uri="{FF2B5EF4-FFF2-40B4-BE49-F238E27FC236}">
                <a16:creationId xmlns:a16="http://schemas.microsoft.com/office/drawing/2014/main" id="{E9CCA0A4-8803-C44F-8501-8A62E56CC8AF}"/>
              </a:ext>
            </a:extLst>
          </p:cNvPr>
          <p:cNvSpPr>
            <a:spLocks noGrp="1"/>
          </p:cNvSpPr>
          <p:nvPr>
            <p:ph idx="1"/>
          </p:nvPr>
        </p:nvSpPr>
        <p:spPr/>
        <p:txBody>
          <a:bodyPr/>
          <a:lstStyle/>
          <a:p>
            <a:r>
              <a:rPr lang="en-US" dirty="0"/>
              <a:t>FFT / frequency content</a:t>
            </a:r>
          </a:p>
          <a:p>
            <a:r>
              <a:rPr lang="en-US" dirty="0"/>
              <a:t>Step response / pole analysis</a:t>
            </a:r>
            <a:endParaRPr lang="en-NL" dirty="0"/>
          </a:p>
        </p:txBody>
      </p:sp>
    </p:spTree>
    <p:extLst>
      <p:ext uri="{BB962C8B-B14F-4D97-AF65-F5344CB8AC3E}">
        <p14:creationId xmlns:p14="http://schemas.microsoft.com/office/powerpoint/2010/main" val="1969432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9386E-7715-234E-7B63-ED1DA0B4E1D1}"/>
              </a:ext>
            </a:extLst>
          </p:cNvPr>
          <p:cNvSpPr>
            <a:spLocks noGrp="1"/>
          </p:cNvSpPr>
          <p:nvPr>
            <p:ph type="title"/>
          </p:nvPr>
        </p:nvSpPr>
        <p:spPr/>
        <p:txBody>
          <a:bodyPr/>
          <a:lstStyle/>
          <a:p>
            <a:r>
              <a:rPr lang="en-US" dirty="0"/>
              <a:t>Problem</a:t>
            </a:r>
            <a:endParaRPr lang="en-NL" dirty="0"/>
          </a:p>
        </p:txBody>
      </p:sp>
      <p:sp>
        <p:nvSpPr>
          <p:cNvPr id="3" name="Content Placeholder 2">
            <a:extLst>
              <a:ext uri="{FF2B5EF4-FFF2-40B4-BE49-F238E27FC236}">
                <a16:creationId xmlns:a16="http://schemas.microsoft.com/office/drawing/2014/main" id="{A591DC39-51CD-9587-02A6-9C291639BD27}"/>
              </a:ext>
            </a:extLst>
          </p:cNvPr>
          <p:cNvSpPr>
            <a:spLocks noGrp="1"/>
          </p:cNvSpPr>
          <p:nvPr>
            <p:ph idx="1"/>
          </p:nvPr>
        </p:nvSpPr>
        <p:spPr/>
        <p:txBody>
          <a:bodyPr/>
          <a:lstStyle/>
          <a:p>
            <a:r>
              <a:rPr lang="en-US" dirty="0"/>
              <a:t>Shorter segments and </a:t>
            </a:r>
            <a:r>
              <a:rPr lang="en-US" dirty="0" err="1"/>
              <a:t>multisine</a:t>
            </a:r>
            <a:r>
              <a:rPr lang="en-US" dirty="0"/>
              <a:t> trajectories are worse then previous longer segments without </a:t>
            </a:r>
            <a:r>
              <a:rPr lang="en-US" dirty="0" err="1"/>
              <a:t>multisine</a:t>
            </a:r>
            <a:endParaRPr lang="en-US" dirty="0"/>
          </a:p>
          <a:p>
            <a:r>
              <a:rPr lang="en-US" dirty="0"/>
              <a:t>I could run longer segments with </a:t>
            </a:r>
            <a:r>
              <a:rPr lang="en-US" dirty="0" err="1"/>
              <a:t>multisine</a:t>
            </a:r>
            <a:r>
              <a:rPr lang="en-US" dirty="0"/>
              <a:t> to identify the problem</a:t>
            </a:r>
            <a:endParaRPr lang="en-NL" dirty="0"/>
          </a:p>
        </p:txBody>
      </p:sp>
    </p:spTree>
    <p:extLst>
      <p:ext uri="{BB962C8B-B14F-4D97-AF65-F5344CB8AC3E}">
        <p14:creationId xmlns:p14="http://schemas.microsoft.com/office/powerpoint/2010/main" val="879960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5A690-57FC-8875-8672-A6B687CCEFF4}"/>
              </a:ext>
            </a:extLst>
          </p:cNvPr>
          <p:cNvSpPr>
            <a:spLocks noGrp="1"/>
          </p:cNvSpPr>
          <p:nvPr>
            <p:ph type="title"/>
          </p:nvPr>
        </p:nvSpPr>
        <p:spPr/>
        <p:txBody>
          <a:bodyPr/>
          <a:lstStyle/>
          <a:p>
            <a:r>
              <a:rPr lang="en-US" dirty="0"/>
              <a:t>Diagnostic force-</a:t>
            </a:r>
            <a:r>
              <a:rPr lang="en-US" dirty="0" err="1"/>
              <a:t>multisine</a:t>
            </a:r>
            <a:r>
              <a:rPr lang="en-US" dirty="0"/>
              <a:t> selection</a:t>
            </a:r>
            <a:endParaRPr lang="en-NL" dirty="0"/>
          </a:p>
        </p:txBody>
      </p:sp>
      <p:sp>
        <p:nvSpPr>
          <p:cNvPr id="3" name="Content Placeholder 2">
            <a:extLst>
              <a:ext uri="{FF2B5EF4-FFF2-40B4-BE49-F238E27FC236}">
                <a16:creationId xmlns:a16="http://schemas.microsoft.com/office/drawing/2014/main" id="{5B94F08B-8D3E-66B6-2712-60B9EED8E89E}"/>
              </a:ext>
            </a:extLst>
          </p:cNvPr>
          <p:cNvSpPr>
            <a:spLocks noGrp="1"/>
          </p:cNvSpPr>
          <p:nvPr>
            <p:ph idx="1"/>
          </p:nvPr>
        </p:nvSpPr>
        <p:spPr/>
        <p:txBody>
          <a:bodyPr>
            <a:normAutofit fontScale="25000" lnSpcReduction="20000"/>
          </a:bodyPr>
          <a:lstStyle/>
          <a:p>
            <a:r>
              <a:rPr lang="en-US" dirty="0"/>
              <a:t>Why?</a:t>
            </a:r>
          </a:p>
          <a:p>
            <a:r>
              <a:rPr lang="en-US" dirty="0"/>
              <a:t>- </a:t>
            </a:r>
            <a:r>
              <a:rPr lang="en-US" dirty="0" err="1"/>
              <a:t>Multisine</a:t>
            </a:r>
            <a:r>
              <a:rPr lang="en-US" dirty="0"/>
              <a:t> is injected as an additional plant force in closed loop.</a:t>
            </a:r>
          </a:p>
          <a:p>
            <a:r>
              <a:rPr lang="en-US" dirty="0"/>
              <a:t>- The 100 Hz feedback controller can partially reject this excitation.</a:t>
            </a:r>
          </a:p>
          <a:p>
            <a:r>
              <a:rPr lang="en-US" dirty="0"/>
              <a:t>- Therefore, injected force amplitude alone does not tell us whether the plant is actually excited.</a:t>
            </a:r>
          </a:p>
          <a:p>
            <a:endParaRPr lang="en-US" dirty="0"/>
          </a:p>
          <a:p>
            <a:r>
              <a:rPr lang="en-US" dirty="0"/>
              <a:t>Procedure</a:t>
            </a:r>
          </a:p>
          <a:p>
            <a:r>
              <a:rPr lang="en-US" dirty="0"/>
              <a:t>1. Simulate clean closed-loop trajectory:</a:t>
            </a:r>
          </a:p>
          <a:p>
            <a:r>
              <a:rPr lang="en-US" dirty="0"/>
              <a:t>   </a:t>
            </a:r>
            <a:r>
              <a:rPr lang="en-US" dirty="0" err="1"/>
              <a:t>f_ms</a:t>
            </a:r>
            <a:r>
              <a:rPr lang="en-US" dirty="0"/>
              <a:t> = 0</a:t>
            </a:r>
          </a:p>
          <a:p>
            <a:r>
              <a:rPr lang="en-US" dirty="0"/>
              <a:t>   store </a:t>
            </a:r>
            <a:r>
              <a:rPr lang="en-US" dirty="0" err="1"/>
              <a:t>q_base</a:t>
            </a:r>
            <a:r>
              <a:rPr lang="en-US" dirty="0"/>
              <a:t> and </a:t>
            </a:r>
            <a:r>
              <a:rPr lang="en-US" dirty="0" err="1"/>
              <a:t>u_base</a:t>
            </a:r>
            <a:endParaRPr lang="en-US" dirty="0"/>
          </a:p>
          <a:p>
            <a:endParaRPr lang="en-US" dirty="0"/>
          </a:p>
          <a:p>
            <a:r>
              <a:rPr lang="en-US" dirty="0"/>
              <a:t>2. For each requested excitation mode:</a:t>
            </a:r>
          </a:p>
          <a:p>
            <a:r>
              <a:rPr lang="en-US" dirty="0"/>
              <a:t>   common : [F, F, 0</a:t>
            </a:r>
            <a:r>
              <a:rPr lang="en-US"/>
              <a:t>]   -&gt; </a:t>
            </a:r>
            <a:r>
              <a:rPr lang="en-US" dirty="0"/>
              <a:t>X translation</a:t>
            </a:r>
          </a:p>
          <a:p>
            <a:r>
              <a:rPr lang="en-US" dirty="0"/>
              <a:t>   diff   : [F,-F, 0</a:t>
            </a:r>
            <a:r>
              <a:rPr lang="en-US"/>
              <a:t>]   -&gt; </a:t>
            </a:r>
            <a:r>
              <a:rPr lang="en-US" dirty="0"/>
              <a:t>rotation</a:t>
            </a:r>
          </a:p>
          <a:p>
            <a:r>
              <a:rPr lang="en-US" dirty="0"/>
              <a:t>   y      : [0, 0, F</a:t>
            </a:r>
            <a:r>
              <a:rPr lang="en-US"/>
              <a:t>]   -&gt; </a:t>
            </a:r>
            <a:r>
              <a:rPr lang="en-US" dirty="0"/>
              <a:t>Y motion</a:t>
            </a:r>
          </a:p>
          <a:p>
            <a:endParaRPr lang="en-US" dirty="0"/>
          </a:p>
          <a:p>
            <a:r>
              <a:rPr lang="en-US" dirty="0"/>
              <a:t>3. Test candidate bands/amplitudes:</a:t>
            </a:r>
          </a:p>
          <a:p>
            <a:r>
              <a:rPr lang="en-US" dirty="0"/>
              <a:t>   50-100 Hz, 100-200 Hz</a:t>
            </a:r>
          </a:p>
          <a:p>
            <a:r>
              <a:rPr lang="en-US" dirty="0"/>
              <a:t>   200 N RMS, 400 N RMS</a:t>
            </a:r>
          </a:p>
          <a:p>
            <a:endParaRPr lang="en-US" dirty="0"/>
          </a:p>
          <a:p>
            <a:r>
              <a:rPr lang="en-US" dirty="0"/>
              <a:t>4. Compare against the baseline / committed case:</a:t>
            </a:r>
          </a:p>
          <a:p>
            <a:r>
              <a:rPr lang="en-US" dirty="0"/>
              <a:t>   extra motion:</a:t>
            </a:r>
          </a:p>
          <a:p>
            <a:r>
              <a:rPr lang="en-US" dirty="0"/>
              <a:t>   </a:t>
            </a:r>
            <a:r>
              <a:rPr lang="en-US" dirty="0" err="1"/>
              <a:t>Δq</a:t>
            </a:r>
            <a:r>
              <a:rPr lang="en-US" dirty="0"/>
              <a:t> = </a:t>
            </a:r>
            <a:r>
              <a:rPr lang="en-US" dirty="0" err="1"/>
              <a:t>q_trial</a:t>
            </a:r>
            <a:r>
              <a:rPr lang="en-US" dirty="0"/>
              <a:t> - </a:t>
            </a:r>
            <a:r>
              <a:rPr lang="en-US" dirty="0" err="1"/>
              <a:t>q_committed</a:t>
            </a:r>
            <a:endParaRPr lang="en-US" dirty="0"/>
          </a:p>
          <a:p>
            <a:endParaRPr lang="en-US" dirty="0"/>
          </a:p>
          <a:p>
            <a:r>
              <a:rPr lang="en-US" dirty="0"/>
              <a:t>   surviving force:</a:t>
            </a:r>
          </a:p>
          <a:p>
            <a:r>
              <a:rPr lang="en-US" dirty="0"/>
              <a:t>   </a:t>
            </a:r>
            <a:r>
              <a:rPr lang="en-US" dirty="0" err="1"/>
              <a:t>Δu</a:t>
            </a:r>
            <a:r>
              <a:rPr lang="en-US" dirty="0"/>
              <a:t> = (</a:t>
            </a:r>
            <a:r>
              <a:rPr lang="en-US" dirty="0" err="1"/>
              <a:t>u_fb,trial</a:t>
            </a:r>
            <a:r>
              <a:rPr lang="en-US" dirty="0"/>
              <a:t> - </a:t>
            </a:r>
            <a:r>
              <a:rPr lang="en-US" dirty="0" err="1"/>
              <a:t>u_fb,committed</a:t>
            </a:r>
            <a:r>
              <a:rPr lang="en-US" dirty="0"/>
              <a:t>) + </a:t>
            </a:r>
            <a:r>
              <a:rPr lang="en-US" dirty="0" err="1"/>
              <a:t>f_trial</a:t>
            </a:r>
            <a:endParaRPr lang="en-US" dirty="0"/>
          </a:p>
          <a:p>
            <a:endParaRPr lang="en-US" dirty="0"/>
          </a:p>
          <a:p>
            <a:r>
              <a:rPr lang="en-US" dirty="0"/>
              <a:t>5. Rank candidate:</a:t>
            </a:r>
          </a:p>
          <a:p>
            <a:r>
              <a:rPr lang="en-US" dirty="0"/>
              <a:t>   score = survival × RMS(extra motion) × sqrt(number of frequency lines)</a:t>
            </a:r>
          </a:p>
          <a:p>
            <a:endParaRPr lang="en-US" dirty="0"/>
          </a:p>
          <a:p>
            <a:r>
              <a:rPr lang="en-US" dirty="0"/>
              <a:t>6. Commit best safe candidate and repeat cumulatively for next mode.</a:t>
            </a:r>
          </a:p>
          <a:p>
            <a:endParaRPr lang="en-NL" dirty="0"/>
          </a:p>
        </p:txBody>
      </p:sp>
    </p:spTree>
    <p:extLst>
      <p:ext uri="{BB962C8B-B14F-4D97-AF65-F5344CB8AC3E}">
        <p14:creationId xmlns:p14="http://schemas.microsoft.com/office/powerpoint/2010/main" val="1849859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F445A-2027-2BD6-4D85-F3C40DA9C041}"/>
              </a:ext>
            </a:extLst>
          </p:cNvPr>
          <p:cNvSpPr>
            <a:spLocks noGrp="1"/>
          </p:cNvSpPr>
          <p:nvPr>
            <p:ph type="title"/>
          </p:nvPr>
        </p:nvSpPr>
        <p:spPr/>
        <p:txBody>
          <a:bodyPr/>
          <a:lstStyle/>
          <a:p>
            <a:r>
              <a:rPr lang="en-US" dirty="0"/>
              <a:t>Filter Hardware limit</a:t>
            </a:r>
            <a:endParaRPr lang="en-NL" dirty="0"/>
          </a:p>
        </p:txBody>
      </p:sp>
      <p:sp>
        <p:nvSpPr>
          <p:cNvPr id="3" name="Content Placeholder 2">
            <a:extLst>
              <a:ext uri="{FF2B5EF4-FFF2-40B4-BE49-F238E27FC236}">
                <a16:creationId xmlns:a16="http://schemas.microsoft.com/office/drawing/2014/main" id="{8D03907A-3859-C20E-477E-FD7150B79BFF}"/>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196573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1321-B4C9-3251-A4FD-6B87DA9133E2}"/>
              </a:ext>
            </a:extLst>
          </p:cNvPr>
          <p:cNvSpPr>
            <a:spLocks noGrp="1"/>
          </p:cNvSpPr>
          <p:nvPr>
            <p:ph type="title"/>
          </p:nvPr>
        </p:nvSpPr>
        <p:spPr/>
        <p:txBody>
          <a:bodyPr/>
          <a:lstStyle/>
          <a:p>
            <a:r>
              <a:rPr lang="en-US" dirty="0"/>
              <a:t>Multi sine – reference</a:t>
            </a:r>
            <a:endParaRPr lang="en-NL" dirty="0"/>
          </a:p>
        </p:txBody>
      </p:sp>
      <p:sp>
        <p:nvSpPr>
          <p:cNvPr id="3" name="Content Placeholder 2">
            <a:extLst>
              <a:ext uri="{FF2B5EF4-FFF2-40B4-BE49-F238E27FC236}">
                <a16:creationId xmlns:a16="http://schemas.microsoft.com/office/drawing/2014/main" id="{84168783-8C6C-39DD-4DD6-2F4847B0095C}"/>
              </a:ext>
            </a:extLst>
          </p:cNvPr>
          <p:cNvSpPr>
            <a:spLocks noGrp="1"/>
          </p:cNvSpPr>
          <p:nvPr>
            <p:ph idx="1"/>
          </p:nvPr>
        </p:nvSpPr>
        <p:spPr/>
        <p:txBody>
          <a:bodyPr/>
          <a:lstStyle/>
          <a:p>
            <a:pPr marL="0" indent="0">
              <a:buNone/>
            </a:pPr>
            <a:r>
              <a:rPr lang="en-US" dirty="0"/>
              <a:t>Why not anymore. Was not able to let any of the </a:t>
            </a:r>
            <a:r>
              <a:rPr lang="en-US" dirty="0" err="1"/>
              <a:t>multisine</a:t>
            </a:r>
            <a:r>
              <a:rPr lang="en-US" dirty="0"/>
              <a:t> forces survive and much worse results then without </a:t>
            </a:r>
            <a:r>
              <a:rPr lang="en-US" dirty="0" err="1"/>
              <a:t>multisine</a:t>
            </a:r>
            <a:endParaRPr lang="en-US" dirty="0"/>
          </a:p>
          <a:p>
            <a:pPr marL="0" indent="0">
              <a:buNone/>
            </a:pPr>
            <a:r>
              <a:rPr lang="en-US" dirty="0"/>
              <a:t>First tried </a:t>
            </a:r>
            <a:r>
              <a:rPr lang="en-US" dirty="0" err="1"/>
              <a:t>multisine</a:t>
            </a:r>
            <a:r>
              <a:rPr lang="en-US" dirty="0"/>
              <a:t> after controller but kept getting rejected</a:t>
            </a:r>
            <a:endParaRPr lang="en-NL" dirty="0"/>
          </a:p>
        </p:txBody>
      </p:sp>
    </p:spTree>
    <p:extLst>
      <p:ext uri="{BB962C8B-B14F-4D97-AF65-F5344CB8AC3E}">
        <p14:creationId xmlns:p14="http://schemas.microsoft.com/office/powerpoint/2010/main" val="27846277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1F6FF-3896-A656-D086-FABE0EB959C3}"/>
              </a:ext>
            </a:extLst>
          </p:cNvPr>
          <p:cNvSpPr>
            <a:spLocks noGrp="1"/>
          </p:cNvSpPr>
          <p:nvPr>
            <p:ph type="title"/>
          </p:nvPr>
        </p:nvSpPr>
        <p:spPr/>
        <p:txBody>
          <a:bodyPr/>
          <a:lstStyle/>
          <a:p>
            <a:r>
              <a:rPr lang="en-US" dirty="0" err="1"/>
              <a:t>Multisine</a:t>
            </a:r>
            <a:r>
              <a:rPr lang="en-US" dirty="0"/>
              <a:t> after controller injection</a:t>
            </a:r>
            <a:endParaRPr lang="en-NL" dirty="0"/>
          </a:p>
        </p:txBody>
      </p:sp>
      <p:sp>
        <p:nvSpPr>
          <p:cNvPr id="3" name="Content Placeholder 2">
            <a:extLst>
              <a:ext uri="{FF2B5EF4-FFF2-40B4-BE49-F238E27FC236}">
                <a16:creationId xmlns:a16="http://schemas.microsoft.com/office/drawing/2014/main" id="{1DB2AF8A-D737-AACB-DD02-45AB52D9E1B1}"/>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906017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5714</TotalTime>
  <Words>2887</Words>
  <Application>Microsoft Office PowerPoint</Application>
  <PresentationFormat>Widescreen</PresentationFormat>
  <Paragraphs>350</Paragraphs>
  <Slides>47</Slides>
  <Notes>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Aptos</vt:lpstr>
      <vt:lpstr>Aptos Display</vt:lpstr>
      <vt:lpstr>Arial</vt:lpstr>
      <vt:lpstr>Wingdings</vt:lpstr>
      <vt:lpstr>Office Theme</vt:lpstr>
      <vt:lpstr>Meeting Week 14</vt:lpstr>
      <vt:lpstr>Last week summary</vt:lpstr>
      <vt:lpstr>Action point 1</vt:lpstr>
      <vt:lpstr>Geometric parameters</vt:lpstr>
      <vt:lpstr>Experiments García - Trajectories</vt:lpstr>
      <vt:lpstr>PowerPoint Presentation</vt:lpstr>
      <vt:lpstr>Multisine - Creation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T8 trajectory Fix?</vt:lpstr>
      <vt:lpstr>Multisine - design</vt:lpstr>
      <vt:lpstr>Multisine – high bandwidth controller problem</vt:lpstr>
      <vt:lpstr>PowerPoint Presentation</vt:lpstr>
      <vt:lpstr>Multisine – Closed-loop identification</vt:lpstr>
      <vt:lpstr>Multisine - Filter</vt:lpstr>
      <vt:lpstr>PowerPoint Presentation</vt:lpstr>
      <vt:lpstr>Accuracy range ETEL TELICA</vt:lpstr>
      <vt:lpstr>Validation</vt:lpstr>
      <vt:lpstr>Question 1</vt:lpstr>
      <vt:lpstr>Direct force logging include, benefit?</vt:lpstr>
      <vt:lpstr>Rank trajectories based on information gained</vt:lpstr>
      <vt:lpstr>Controller</vt:lpstr>
      <vt:lpstr>PowerPoint Presentation</vt:lpstr>
      <vt:lpstr>Outline next week</vt:lpstr>
      <vt:lpstr>Possible Gantt-chart or Planning</vt:lpstr>
      <vt:lpstr>Trajectories</vt:lpstr>
      <vt:lpstr>Multisine design</vt:lpstr>
      <vt:lpstr>Multisine Signal Construction</vt:lpstr>
      <vt:lpstr>Mode-Dependent Phase Offset</vt:lpstr>
      <vt:lpstr>PowerPoint Presentation</vt:lpstr>
      <vt:lpstr>Diagnostics</vt:lpstr>
      <vt:lpstr>Diagnostic force-multisine selection</vt:lpstr>
      <vt:lpstr>Diagnostic force-multisine selection</vt:lpstr>
      <vt:lpstr>Diagnostic force-multisine selection</vt:lpstr>
      <vt:lpstr>Diagnostic force-multisine selection</vt:lpstr>
      <vt:lpstr>PowerPoint Presentation</vt:lpstr>
      <vt:lpstr>Trajectory analysis</vt:lpstr>
      <vt:lpstr>Problem</vt:lpstr>
      <vt:lpstr>Diagnostic force-multisine selection</vt:lpstr>
      <vt:lpstr>Filter Hardware limit</vt:lpstr>
      <vt:lpstr>Multi sine – reference</vt:lpstr>
      <vt:lpstr>Multisine after controller injection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1</cp:revision>
  <dcterms:created xsi:type="dcterms:W3CDTF">2026-02-02T15:14:22Z</dcterms:created>
  <dcterms:modified xsi:type="dcterms:W3CDTF">2026-05-06T09:24:40Z</dcterms:modified>
</cp:coreProperties>
</file>