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</p:sldMasterIdLst>
  <p:sldIdLst>
    <p:sldId id="279" r:id="rId2"/>
    <p:sldId id="257" r:id="rId3"/>
    <p:sldId id="267" r:id="rId4"/>
    <p:sldId id="275" r:id="rId5"/>
    <p:sldId id="278" r:id="rId6"/>
    <p:sldId id="272" r:id="rId7"/>
    <p:sldId id="274" r:id="rId8"/>
    <p:sldId id="271" r:id="rId9"/>
    <p:sldId id="269" r:id="rId10"/>
    <p:sldId id="270" r:id="rId11"/>
    <p:sldId id="283" r:id="rId12"/>
    <p:sldId id="280" r:id="rId13"/>
    <p:sldId id="285" r:id="rId14"/>
    <p:sldId id="286" r:id="rId15"/>
    <p:sldId id="263" r:id="rId16"/>
    <p:sldId id="287" r:id="rId17"/>
    <p:sldId id="264" r:id="rId18"/>
    <p:sldId id="288" r:id="rId19"/>
    <p:sldId id="266" r:id="rId20"/>
    <p:sldId id="281" r:id="rId21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2ACEB4-DDAD-4A19-9CDC-658C70445D14}" v="43" dt="2026-06-17T12:35:51.8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>
        <p:scale>
          <a:sx n="66" d="100"/>
          <a:sy n="66" d="100"/>
        </p:scale>
        <p:origin x="1238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g, Dirk van den" userId="035ecb32-01d9-4b47-a105-eacf059a4647" providerId="ADAL" clId="{F7FF961E-CF96-44AC-93C2-93612F62D46D}"/>
    <pc:docChg chg="undo custSel addSld delSld modSld">
      <pc:chgData name="Berg, Dirk van den" userId="035ecb32-01d9-4b47-a105-eacf059a4647" providerId="ADAL" clId="{F7FF961E-CF96-44AC-93C2-93612F62D46D}" dt="2026-06-17T12:36:13.398" v="166" actId="166"/>
      <pc:docMkLst>
        <pc:docMk/>
      </pc:docMkLst>
      <pc:sldChg chg="modSp mod">
        <pc:chgData name="Berg, Dirk van den" userId="035ecb32-01d9-4b47-a105-eacf059a4647" providerId="ADAL" clId="{F7FF961E-CF96-44AC-93C2-93612F62D46D}" dt="2026-06-17T11:28:36.398" v="148"/>
        <pc:sldMkLst>
          <pc:docMk/>
          <pc:sldMk cId="3992099319" sldId="263"/>
        </pc:sldMkLst>
        <pc:spChg chg="mod">
          <ac:chgData name="Berg, Dirk van den" userId="035ecb32-01d9-4b47-a105-eacf059a4647" providerId="ADAL" clId="{F7FF961E-CF96-44AC-93C2-93612F62D46D}" dt="2026-06-17T11:28:21.063" v="145" actId="20577"/>
          <ac:spMkLst>
            <pc:docMk/>
            <pc:sldMk cId="3992099319" sldId="263"/>
            <ac:spMk id="2" creationId="{2783655A-78D4-5E39-FB33-4A57BA346C48}"/>
          </ac:spMkLst>
        </pc:spChg>
        <pc:spChg chg="mod">
          <ac:chgData name="Berg, Dirk van den" userId="035ecb32-01d9-4b47-a105-eacf059a4647" providerId="ADAL" clId="{F7FF961E-CF96-44AC-93C2-93612F62D46D}" dt="2026-06-17T11:28:36.398" v="148"/>
          <ac:spMkLst>
            <pc:docMk/>
            <pc:sldMk cId="3992099319" sldId="263"/>
            <ac:spMk id="3" creationId="{AF6B0AE8-98FB-23BD-8CDD-A701C89E3FD1}"/>
          </ac:spMkLst>
        </pc:spChg>
      </pc:sldChg>
      <pc:sldChg chg="del">
        <pc:chgData name="Berg, Dirk van den" userId="035ecb32-01d9-4b47-a105-eacf059a4647" providerId="ADAL" clId="{F7FF961E-CF96-44AC-93C2-93612F62D46D}" dt="2026-06-17T11:27:55.634" v="143" actId="47"/>
        <pc:sldMkLst>
          <pc:docMk/>
          <pc:sldMk cId="1101252178" sldId="265"/>
        </pc:sldMkLst>
      </pc:sldChg>
      <pc:sldChg chg="modSp">
        <pc:chgData name="Berg, Dirk van den" userId="035ecb32-01d9-4b47-a105-eacf059a4647" providerId="ADAL" clId="{F7FF961E-CF96-44AC-93C2-93612F62D46D}" dt="2026-06-17T12:35:51.808" v="164" actId="20578"/>
        <pc:sldMkLst>
          <pc:docMk/>
          <pc:sldMk cId="2046347145" sldId="267"/>
        </pc:sldMkLst>
        <pc:spChg chg="mod">
          <ac:chgData name="Berg, Dirk van den" userId="035ecb32-01d9-4b47-a105-eacf059a4647" providerId="ADAL" clId="{F7FF961E-CF96-44AC-93C2-93612F62D46D}" dt="2026-06-17T12:35:51.808" v="164" actId="20578"/>
          <ac:spMkLst>
            <pc:docMk/>
            <pc:sldMk cId="2046347145" sldId="267"/>
            <ac:spMk id="3" creationId="{F742F061-E209-B3AE-F68F-24A29C1039F2}"/>
          </ac:spMkLst>
        </pc:spChg>
      </pc:sldChg>
      <pc:sldChg chg="modSp mod">
        <pc:chgData name="Berg, Dirk van den" userId="035ecb32-01d9-4b47-a105-eacf059a4647" providerId="ADAL" clId="{F7FF961E-CF96-44AC-93C2-93612F62D46D}" dt="2026-06-17T12:36:13.398" v="166" actId="166"/>
        <pc:sldMkLst>
          <pc:docMk/>
          <pc:sldMk cId="2209440689" sldId="272"/>
        </pc:sldMkLst>
        <pc:spChg chg="ord">
          <ac:chgData name="Berg, Dirk van den" userId="035ecb32-01d9-4b47-a105-eacf059a4647" providerId="ADAL" clId="{F7FF961E-CF96-44AC-93C2-93612F62D46D}" dt="2026-06-17T12:36:09.712" v="165" actId="166"/>
          <ac:spMkLst>
            <pc:docMk/>
            <pc:sldMk cId="2209440689" sldId="272"/>
            <ac:spMk id="4" creationId="{7048ADA2-1AA0-8D45-0F11-03184071FFAD}"/>
          </ac:spMkLst>
        </pc:spChg>
        <pc:spChg chg="ord">
          <ac:chgData name="Berg, Dirk van den" userId="035ecb32-01d9-4b47-a105-eacf059a4647" providerId="ADAL" clId="{F7FF961E-CF96-44AC-93C2-93612F62D46D}" dt="2026-06-17T12:36:13.398" v="166" actId="166"/>
          <ac:spMkLst>
            <pc:docMk/>
            <pc:sldMk cId="2209440689" sldId="272"/>
            <ac:spMk id="6" creationId="{ACCF4DC1-1303-87B4-25AF-FFC208A54F0F}"/>
          </ac:spMkLst>
        </pc:spChg>
      </pc:sldChg>
      <pc:sldChg chg="modSp mod">
        <pc:chgData name="Berg, Dirk van den" userId="035ecb32-01d9-4b47-a105-eacf059a4647" providerId="ADAL" clId="{F7FF961E-CF96-44AC-93C2-93612F62D46D}" dt="2026-06-17T10:58:43.737" v="21" actId="1076"/>
        <pc:sldMkLst>
          <pc:docMk/>
          <pc:sldMk cId="2193829138" sldId="274"/>
        </pc:sldMkLst>
        <pc:spChg chg="mod">
          <ac:chgData name="Berg, Dirk van den" userId="035ecb32-01d9-4b47-a105-eacf059a4647" providerId="ADAL" clId="{F7FF961E-CF96-44AC-93C2-93612F62D46D}" dt="2026-06-17T10:58:43.737" v="21" actId="1076"/>
          <ac:spMkLst>
            <pc:docMk/>
            <pc:sldMk cId="2193829138" sldId="274"/>
            <ac:spMk id="8" creationId="{F7C0AB63-EBA2-4577-2341-E8C764F6AC9D}"/>
          </ac:spMkLst>
        </pc:spChg>
        <pc:spChg chg="mod">
          <ac:chgData name="Berg, Dirk van den" userId="035ecb32-01d9-4b47-a105-eacf059a4647" providerId="ADAL" clId="{F7FF961E-CF96-44AC-93C2-93612F62D46D}" dt="2026-06-17T10:58:41.302" v="20" actId="1076"/>
          <ac:spMkLst>
            <pc:docMk/>
            <pc:sldMk cId="2193829138" sldId="274"/>
            <ac:spMk id="9" creationId="{FC87ABFC-7AE5-D742-9B84-BAE808B566FC}"/>
          </ac:spMkLst>
        </pc:spChg>
      </pc:sldChg>
      <pc:sldChg chg="modSp mod">
        <pc:chgData name="Berg, Dirk van den" userId="035ecb32-01d9-4b47-a105-eacf059a4647" providerId="ADAL" clId="{F7FF961E-CF96-44AC-93C2-93612F62D46D}" dt="2026-06-17T10:50:06.710" v="19" actId="20577"/>
        <pc:sldMkLst>
          <pc:docMk/>
          <pc:sldMk cId="3992830309" sldId="280"/>
        </pc:sldMkLst>
        <pc:spChg chg="mod">
          <ac:chgData name="Berg, Dirk van den" userId="035ecb32-01d9-4b47-a105-eacf059a4647" providerId="ADAL" clId="{F7FF961E-CF96-44AC-93C2-93612F62D46D}" dt="2026-06-17T10:50:06.710" v="19" actId="20577"/>
          <ac:spMkLst>
            <pc:docMk/>
            <pc:sldMk cId="3992830309" sldId="280"/>
            <ac:spMk id="3" creationId="{E782421A-D64E-29C1-9545-8DB254BDCAF8}"/>
          </ac:spMkLst>
        </pc:spChg>
      </pc:sldChg>
      <pc:sldChg chg="del">
        <pc:chgData name="Berg, Dirk van den" userId="035ecb32-01d9-4b47-a105-eacf059a4647" providerId="ADAL" clId="{F7FF961E-CF96-44AC-93C2-93612F62D46D}" dt="2026-06-17T10:59:01.804" v="25" actId="47"/>
        <pc:sldMkLst>
          <pc:docMk/>
          <pc:sldMk cId="564017339" sldId="282"/>
        </pc:sldMkLst>
      </pc:sldChg>
      <pc:sldChg chg="add del">
        <pc:chgData name="Berg, Dirk van den" userId="035ecb32-01d9-4b47-a105-eacf059a4647" providerId="ADAL" clId="{F7FF961E-CF96-44AC-93C2-93612F62D46D}" dt="2026-06-17T10:59:22.607" v="33" actId="47"/>
        <pc:sldMkLst>
          <pc:docMk/>
          <pc:sldMk cId="292281562" sldId="284"/>
        </pc:sldMkLst>
      </pc:sldChg>
      <pc:sldChg chg="addSp delSp modSp add mod">
        <pc:chgData name="Berg, Dirk van den" userId="035ecb32-01d9-4b47-a105-eacf059a4647" providerId="ADAL" clId="{F7FF961E-CF96-44AC-93C2-93612F62D46D}" dt="2026-06-17T10:59:20.523" v="32"/>
        <pc:sldMkLst>
          <pc:docMk/>
          <pc:sldMk cId="217867541" sldId="285"/>
        </pc:sldMkLst>
        <pc:spChg chg="add mod">
          <ac:chgData name="Berg, Dirk van den" userId="035ecb32-01d9-4b47-a105-eacf059a4647" providerId="ADAL" clId="{F7FF961E-CF96-44AC-93C2-93612F62D46D}" dt="2026-06-17T10:58:58.454" v="24"/>
          <ac:spMkLst>
            <pc:docMk/>
            <pc:sldMk cId="217867541" sldId="285"/>
            <ac:spMk id="2" creationId="{886EA90C-1B94-61B0-BB9B-84FA5F891682}"/>
          </ac:spMkLst>
        </pc:spChg>
        <pc:spChg chg="add mod">
          <ac:chgData name="Berg, Dirk van den" userId="035ecb32-01d9-4b47-a105-eacf059a4647" providerId="ADAL" clId="{F7FF961E-CF96-44AC-93C2-93612F62D46D}" dt="2026-06-17T10:59:20.523" v="32"/>
          <ac:spMkLst>
            <pc:docMk/>
            <pc:sldMk cId="217867541" sldId="285"/>
            <ac:spMk id="5" creationId="{3F73F3EF-4FF7-B362-AEFA-8706FA1A6E51}"/>
          </ac:spMkLst>
        </pc:spChg>
        <pc:spChg chg="del">
          <ac:chgData name="Berg, Dirk van den" userId="035ecb32-01d9-4b47-a105-eacf059a4647" providerId="ADAL" clId="{F7FF961E-CF96-44AC-93C2-93612F62D46D}" dt="2026-06-17T10:58:57.517" v="23" actId="478"/>
          <ac:spMkLst>
            <pc:docMk/>
            <pc:sldMk cId="217867541" sldId="285"/>
            <ac:spMk id="15" creationId="{4B5A4D0E-A660-68DF-CF7E-0DDE307C022E}"/>
          </ac:spMkLst>
        </pc:spChg>
      </pc:sldChg>
      <pc:sldChg chg="addSp delSp modSp add mod">
        <pc:chgData name="Berg, Dirk van den" userId="035ecb32-01d9-4b47-a105-eacf059a4647" providerId="ADAL" clId="{F7FF961E-CF96-44AC-93C2-93612F62D46D}" dt="2026-06-17T10:59:19.269" v="31"/>
        <pc:sldMkLst>
          <pc:docMk/>
          <pc:sldMk cId="742146595" sldId="286"/>
        </pc:sldMkLst>
        <pc:spChg chg="del">
          <ac:chgData name="Berg, Dirk van den" userId="035ecb32-01d9-4b47-a105-eacf059a4647" providerId="ADAL" clId="{F7FF961E-CF96-44AC-93C2-93612F62D46D}" dt="2026-06-17T10:59:06.603" v="27" actId="478"/>
          <ac:spMkLst>
            <pc:docMk/>
            <pc:sldMk cId="742146595" sldId="286"/>
            <ac:spMk id="2" creationId="{7B032577-A39D-C167-9E8D-A5DC093EAC91}"/>
          </ac:spMkLst>
        </pc:spChg>
        <pc:spChg chg="add mod">
          <ac:chgData name="Berg, Dirk van den" userId="035ecb32-01d9-4b47-a105-eacf059a4647" providerId="ADAL" clId="{F7FF961E-CF96-44AC-93C2-93612F62D46D}" dt="2026-06-17T10:59:10.589" v="28"/>
          <ac:spMkLst>
            <pc:docMk/>
            <pc:sldMk cId="742146595" sldId="286"/>
            <ac:spMk id="5" creationId="{2636A29C-7BF5-181C-FAC6-9ABCD9360D3E}"/>
          </ac:spMkLst>
        </pc:spChg>
        <pc:spChg chg="add mod">
          <ac:chgData name="Berg, Dirk van den" userId="035ecb32-01d9-4b47-a105-eacf059a4647" providerId="ADAL" clId="{F7FF961E-CF96-44AC-93C2-93612F62D46D}" dt="2026-06-17T10:59:19.269" v="31"/>
          <ac:spMkLst>
            <pc:docMk/>
            <pc:sldMk cId="742146595" sldId="286"/>
            <ac:spMk id="11" creationId="{E0BE277F-C435-2DB6-5874-9F0E3F12E454}"/>
          </ac:spMkLst>
        </pc:spChg>
      </pc:sldChg>
      <pc:sldChg chg="addSp delSp modSp new mod">
        <pc:chgData name="Berg, Dirk van den" userId="035ecb32-01d9-4b47-a105-eacf059a4647" providerId="ADAL" clId="{F7FF961E-CF96-44AC-93C2-93612F62D46D}" dt="2026-06-17T11:34:11.121" v="163"/>
        <pc:sldMkLst>
          <pc:docMk/>
          <pc:sldMk cId="619497440" sldId="287"/>
        </pc:sldMkLst>
        <pc:spChg chg="del">
          <ac:chgData name="Berg, Dirk van den" userId="035ecb32-01d9-4b47-a105-eacf059a4647" providerId="ADAL" clId="{F7FF961E-CF96-44AC-93C2-93612F62D46D}" dt="2026-06-17T11:32:07.253" v="158" actId="478"/>
          <ac:spMkLst>
            <pc:docMk/>
            <pc:sldMk cId="619497440" sldId="287"/>
            <ac:spMk id="2" creationId="{A8BCE521-E643-A410-D483-10EE853107B9}"/>
          </ac:spMkLst>
        </pc:spChg>
        <pc:spChg chg="del">
          <ac:chgData name="Berg, Dirk van den" userId="035ecb32-01d9-4b47-a105-eacf059a4647" providerId="ADAL" clId="{F7FF961E-CF96-44AC-93C2-93612F62D46D}" dt="2026-06-17T11:31:59.144" v="152"/>
          <ac:spMkLst>
            <pc:docMk/>
            <pc:sldMk cId="619497440" sldId="287"/>
            <ac:spMk id="3" creationId="{35A00CEC-2B04-7AA8-3437-1927ACCF6828}"/>
          </ac:spMkLst>
        </pc:spChg>
        <pc:spChg chg="add del mod">
          <ac:chgData name="Berg, Dirk van den" userId="035ecb32-01d9-4b47-a105-eacf059a4647" providerId="ADAL" clId="{F7FF961E-CF96-44AC-93C2-93612F62D46D}" dt="2026-06-17T11:32:03.552" v="155"/>
          <ac:spMkLst>
            <pc:docMk/>
            <pc:sldMk cId="619497440" sldId="287"/>
            <ac:spMk id="8" creationId="{89D7C7BC-5A01-C870-2050-94D31FCF8A45}"/>
          </ac:spMkLst>
        </pc:spChg>
        <pc:spChg chg="add del mod">
          <ac:chgData name="Berg, Dirk van den" userId="035ecb32-01d9-4b47-a105-eacf059a4647" providerId="ADAL" clId="{F7FF961E-CF96-44AC-93C2-93612F62D46D}" dt="2026-06-17T11:32:06.573" v="157" actId="478"/>
          <ac:spMkLst>
            <pc:docMk/>
            <pc:sldMk cId="619497440" sldId="287"/>
            <ac:spMk id="12" creationId="{2F079A07-D792-0F51-7074-57C3CBEDA4BE}"/>
          </ac:spMkLst>
        </pc:spChg>
        <pc:graphicFrameChg chg="add del mod">
          <ac:chgData name="Berg, Dirk van den" userId="035ecb32-01d9-4b47-a105-eacf059a4647" providerId="ADAL" clId="{F7FF961E-CF96-44AC-93C2-93612F62D46D}" dt="2026-06-17T11:31:53.930" v="150" actId="478"/>
          <ac:graphicFrameMkLst>
            <pc:docMk/>
            <pc:sldMk cId="619497440" sldId="287"/>
            <ac:graphicFrameMk id="4" creationId="{167573A4-E38A-4C14-8214-AFBC1088E750}"/>
          </ac:graphicFrameMkLst>
        </pc:graphicFrameChg>
        <pc:picChg chg="add del mod ord">
          <ac:chgData name="Berg, Dirk van den" userId="035ecb32-01d9-4b47-a105-eacf059a4647" providerId="ADAL" clId="{F7FF961E-CF96-44AC-93C2-93612F62D46D}" dt="2026-06-17T11:32:01.133" v="153" actId="478"/>
          <ac:picMkLst>
            <pc:docMk/>
            <pc:sldMk cId="619497440" sldId="287"/>
            <ac:picMk id="6" creationId="{3CBF827A-92F7-731D-D73F-D09E57100AE2}"/>
          </ac:picMkLst>
        </pc:picChg>
        <pc:picChg chg="add del mod ord">
          <ac:chgData name="Berg, Dirk van den" userId="035ecb32-01d9-4b47-a105-eacf059a4647" providerId="ADAL" clId="{F7FF961E-CF96-44AC-93C2-93612F62D46D}" dt="2026-06-17T11:32:05.039" v="156" actId="478"/>
          <ac:picMkLst>
            <pc:docMk/>
            <pc:sldMk cId="619497440" sldId="287"/>
            <ac:picMk id="10" creationId="{004C1A60-B5B3-2202-9226-11FD2EB2EBEA}"/>
          </ac:picMkLst>
        </pc:picChg>
        <pc:picChg chg="add del mod">
          <ac:chgData name="Berg, Dirk van den" userId="035ecb32-01d9-4b47-a105-eacf059a4647" providerId="ADAL" clId="{F7FF961E-CF96-44AC-93C2-93612F62D46D}" dt="2026-06-17T11:34:07.493" v="161" actId="478"/>
          <ac:picMkLst>
            <pc:docMk/>
            <pc:sldMk cId="619497440" sldId="287"/>
            <ac:picMk id="14" creationId="{7D397BC1-87A2-6930-195D-299E08407F26}"/>
          </ac:picMkLst>
        </pc:picChg>
        <pc:picChg chg="add mod">
          <ac:chgData name="Berg, Dirk van den" userId="035ecb32-01d9-4b47-a105-eacf059a4647" providerId="ADAL" clId="{F7FF961E-CF96-44AC-93C2-93612F62D46D}" dt="2026-06-17T11:34:11.121" v="163"/>
          <ac:picMkLst>
            <pc:docMk/>
            <pc:sldMk cId="619497440" sldId="287"/>
            <ac:picMk id="16" creationId="{BFEF8D71-2656-4F54-2DA9-6EBDD452E53E}"/>
          </ac:picMkLst>
        </pc:picChg>
      </pc:sldChg>
      <pc:sldChg chg="modSp add mod">
        <pc:chgData name="Berg, Dirk van den" userId="035ecb32-01d9-4b47-a105-eacf059a4647" providerId="ADAL" clId="{F7FF961E-CF96-44AC-93C2-93612F62D46D}" dt="2026-06-17T11:22:59.622" v="142" actId="20577"/>
        <pc:sldMkLst>
          <pc:docMk/>
          <pc:sldMk cId="3002242011" sldId="288"/>
        </pc:sldMkLst>
        <pc:spChg chg="mod">
          <ac:chgData name="Berg, Dirk van den" userId="035ecb32-01d9-4b47-a105-eacf059a4647" providerId="ADAL" clId="{F7FF961E-CF96-44AC-93C2-93612F62D46D}" dt="2026-06-17T11:22:59.622" v="142" actId="20577"/>
          <ac:spMkLst>
            <pc:docMk/>
            <pc:sldMk cId="3002242011" sldId="288"/>
            <ac:spMk id="3" creationId="{BC5BE2E0-1BB9-8BC9-D388-950033DF314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A9B0A-21A9-11D8-6AC0-0853C7FE8D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E18FFD-A4E2-0D4E-7BCD-58E1748D8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B645C-4A53-6DC7-25C3-9688B7178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314D-8566-407C-8138-35BC3B95AB82}" type="datetimeFigureOut">
              <a:rPr lang="en-NL" smtClean="0"/>
              <a:t>17/06/2026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82621-D3E9-86E1-A821-537728272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1C98C-0F73-A8F2-02F4-2AB4973CD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18716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0BA0-583D-0185-EE69-28099DAEC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8891D-C30A-9834-578C-76F335D9C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86B7C-AB90-7DAA-F0EA-C7122F775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17/06/2026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BD878-B8D5-9BF6-B119-CB8E2FBA6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A9D23-71DC-CC7B-17C0-5E08C967D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3801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55E79-0500-A1A2-6D30-0F0DFDD60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6914D-49A9-E97D-2C4E-18FAAF726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DA4EA-60CD-56E7-0DAD-21A6159BC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17/06/2026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721A8-BB79-306A-08AB-EFFF7B85E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46C38-EEEE-5592-0604-AA374F8CC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59230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65D4E-F716-266C-EB44-F320FF044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A0776-C324-EFAB-A946-10C85364B9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F9D3D4-7D3D-D1F4-CD2A-A518E5469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693131-FB94-2B88-8093-B6F21E860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17/06/2026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21B79-6DB2-349F-C356-71774F673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CBD36-D0DC-8F43-ACFD-1E9E357E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67830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3BC18-D101-9213-B897-8851FE7C3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E5057-8AB1-D931-F79F-0D54E845E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2EF1A-2434-D230-33B4-D17316B77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0C9925-AAE9-B6AC-9461-0917219EAC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4E5211-4325-D275-EE19-9984E66A82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7FEE0D-2772-4FE7-99AD-4C1D3AC62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17/06/2026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3169B9-CD5B-369C-DBC2-925297EB2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0BA7D5-A78A-09BB-A363-994BD9A02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69802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9777B-F5E7-C08C-590D-ACFBE4C45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CC399-4A6B-4593-9E74-B6F8CA3DC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17/06/2026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EE88BE-564F-9BC9-D256-883FCC299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97D54D-0C50-C773-E94C-9E2D30D93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45265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994506-3D43-84EA-E881-39D633077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17/06/2026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1C55CA-8DBE-9019-86DA-AEBED897E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9772A-9555-52DB-D4E9-75AF3C15D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74220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D3A6E-DBBE-812E-85F2-A38B5249B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B2DEC-7E11-7FE1-3C8F-AB40257CC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67515C-82D6-C8CD-79FD-0E6A1C9B19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8F352-32B7-00FA-4DA5-12E23612C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17/06/2026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78EF5-AAF6-9556-0DA1-762E1477F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3A06DC-6CC1-26FA-41F2-FA573F7A3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7678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5C77B-CBEF-A395-D0FA-1C65A9CE2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E17272-008C-028F-3164-75FD0D3FA4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CEFC27-BE0A-B312-4CAE-0D22A173EF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841F1B-BF0C-E7EE-C200-6ACDD52E8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17/06/2026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DBEA7-5C08-D5DF-326D-402497EEC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AB07C-EC9D-1E6E-88BF-08CF4DC29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13419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C2113-B4D5-3AA6-7F42-D0DF7E554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7AC1B1-B636-EC3C-8268-7CF0D78B63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08ECA-F03E-2322-8AB9-FF1B3570A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17/06/2026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60E39-73E9-DBC5-E7A0-57B509463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BA569-67AF-6D26-BB44-6C9DA6C33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15785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80FA20-7E26-5811-0F8E-E937CD7F6C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C0AB59-9859-7F7C-9F9C-9BFEA1EF0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83E10-4C21-18B0-80CE-477CC9350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17/06/2026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B85F3-CF9A-29D5-DEA3-31B619337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22B00-4173-AFD9-EDBF-57D15872F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18455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4814AA-CC4F-26EF-0940-42AD31BA4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EE76C-C9DD-829C-0E04-FD727D936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92AA8-31FA-1538-0020-A6770000A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B07CE9-C8DF-41DF-BDBB-830B84D62F5B}" type="datetimeFigureOut">
              <a:rPr lang="en-NL" smtClean="0"/>
              <a:t>17/06/2026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936D0-EF18-388D-6CDB-4886CBEB0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0218A-4CD5-B355-2F90-F63E2428D7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08427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D0016-D5AB-A116-5A4B-2DE50A378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4E326-C7A4-1BE1-C229-502FE0A6E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Meeting ASMPT – TU/e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98697-53E2-A885-34BB-1AB747FDA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Goal of this meeting</a:t>
            </a:r>
          </a:p>
          <a:p>
            <a:pPr lvl="1"/>
            <a:r>
              <a:rPr lang="en-US" sz="2800" dirty="0"/>
              <a:t>Where are we now</a:t>
            </a:r>
          </a:p>
          <a:p>
            <a:pPr lvl="1"/>
            <a:r>
              <a:rPr lang="en-US" sz="2800" dirty="0"/>
              <a:t>Where to go from here</a:t>
            </a:r>
          </a:p>
        </p:txBody>
      </p:sp>
    </p:spTree>
    <p:extLst>
      <p:ext uri="{BB962C8B-B14F-4D97-AF65-F5344CB8AC3E}">
        <p14:creationId xmlns:p14="http://schemas.microsoft.com/office/powerpoint/2010/main" val="844990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58346-11EF-AF16-3F7E-D4AE642D6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Meeting ASMPT – TU/e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EF679-3C39-E36C-B710-9B50CBAE4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600" dirty="0"/>
              <a:t>Agenda</a:t>
            </a:r>
          </a:p>
          <a:p>
            <a:pPr lvl="1"/>
            <a:r>
              <a:rPr lang="en-US" sz="3200" dirty="0"/>
              <a:t>What is the end goal / deliverable</a:t>
            </a:r>
          </a:p>
          <a:p>
            <a:pPr lvl="1"/>
            <a:r>
              <a:rPr lang="en-US" sz="3200" dirty="0"/>
              <a:t>How is this formulated in measurable metrics</a:t>
            </a:r>
          </a:p>
          <a:p>
            <a:pPr lvl="2"/>
            <a:r>
              <a:rPr lang="en-US" sz="2800" dirty="0"/>
              <a:t>Research question + aspects</a:t>
            </a:r>
          </a:p>
          <a:p>
            <a:pPr lvl="1"/>
            <a:r>
              <a:rPr lang="en-US" sz="3200" dirty="0"/>
              <a:t>Planning</a:t>
            </a:r>
          </a:p>
          <a:p>
            <a:pPr lvl="2"/>
            <a:r>
              <a:rPr lang="en-US" sz="2800" dirty="0"/>
              <a:t>Where are we currently standing</a:t>
            </a:r>
          </a:p>
          <a:p>
            <a:pPr lvl="2"/>
            <a:r>
              <a:rPr lang="en-US" sz="2800" dirty="0"/>
              <a:t>What still needs to be achieved</a:t>
            </a:r>
          </a:p>
          <a:p>
            <a:pPr lvl="1"/>
            <a:r>
              <a:rPr lang="en-US" sz="3200" dirty="0"/>
              <a:t>Discussion gantry data and experiments</a:t>
            </a:r>
          </a:p>
          <a:p>
            <a:pPr lvl="1"/>
            <a:r>
              <a:rPr lang="en-US" sz="3200" dirty="0"/>
              <a:t>Next meeting</a:t>
            </a:r>
          </a:p>
        </p:txBody>
      </p:sp>
    </p:spTree>
    <p:extLst>
      <p:ext uri="{BB962C8B-B14F-4D97-AF65-F5344CB8AC3E}">
        <p14:creationId xmlns:p14="http://schemas.microsoft.com/office/powerpoint/2010/main" val="2679595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D48D9-3539-D548-7764-405F16FEB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product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2F061-E209-B3AE-F68F-24A29C103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components is the final product made up off:</a:t>
            </a:r>
          </a:p>
          <a:p>
            <a:pPr lvl="1"/>
            <a:r>
              <a:rPr lang="en-US" dirty="0"/>
              <a:t>Parameter recovery</a:t>
            </a:r>
          </a:p>
          <a:p>
            <a:pPr lvl="1"/>
            <a:r>
              <a:rPr lang="en-US" dirty="0"/>
              <a:t>Augmentation</a:t>
            </a:r>
          </a:p>
          <a:p>
            <a:pPr lvl="1"/>
            <a:r>
              <a:rPr lang="en-US" dirty="0"/>
              <a:t>Joint estimation</a:t>
            </a:r>
          </a:p>
          <a:p>
            <a:pPr lvl="2"/>
            <a:r>
              <a:rPr lang="en-US" dirty="0"/>
              <a:t>Orthogonal regularization</a:t>
            </a:r>
          </a:p>
          <a:p>
            <a:r>
              <a:rPr lang="en-US" dirty="0"/>
              <a:t>Next slides step by step</a:t>
            </a:r>
            <a:endParaRPr lang="en-NL" dirty="0"/>
          </a:p>
          <a:p>
            <a:r>
              <a:rPr lang="en-US" dirty="0"/>
              <a:t>Two phases</a:t>
            </a:r>
          </a:p>
          <a:p>
            <a:pPr lvl="1"/>
            <a:r>
              <a:rPr lang="en-US" dirty="0"/>
              <a:t>Simulation and real gantry data</a:t>
            </a:r>
          </a:p>
        </p:txBody>
      </p:sp>
    </p:spTree>
    <p:extLst>
      <p:ext uri="{BB962C8B-B14F-4D97-AF65-F5344CB8AC3E}">
        <p14:creationId xmlns:p14="http://schemas.microsoft.com/office/powerpoint/2010/main" val="2046347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8E833-536E-F4DC-47AD-FD1124F4D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41B15-2B7E-71E6-C86D-FBA3AE183A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64061"/>
            <a:ext cx="10515600" cy="2912902"/>
          </a:xfrm>
        </p:spPr>
        <p:txBody>
          <a:bodyPr/>
          <a:lstStyle/>
          <a:p>
            <a:r>
              <a:rPr lang="en-US" dirty="0"/>
              <a:t>Baseline model</a:t>
            </a:r>
          </a:p>
          <a:p>
            <a:pPr lvl="1"/>
            <a:r>
              <a:rPr lang="en-US" dirty="0"/>
              <a:t>Want to be able to recover / re-estimate the parameters of the baseline model</a:t>
            </a:r>
            <a:endParaRPr lang="en-N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E15FA5-DCC2-8292-513E-046857D6672C}"/>
              </a:ext>
            </a:extLst>
          </p:cNvPr>
          <p:cNvSpPr/>
          <p:nvPr/>
        </p:nvSpPr>
        <p:spPr>
          <a:xfrm>
            <a:off x="597309" y="944333"/>
            <a:ext cx="2654710" cy="1927123"/>
          </a:xfrm>
          <a:prstGeom prst="rect">
            <a:avLst/>
          </a:prstGeom>
          <a:solidFill>
            <a:schemeClr val="accent2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Parameter recovery</a:t>
            </a:r>
            <a:endParaRPr lang="en-NL" sz="280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7B81502-8BCA-9C64-BF7C-7D0650886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43672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61CB5-1DB5-4F26-9147-A293192E2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F226C-84D9-0130-A03C-7BEAF01EE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64061"/>
            <a:ext cx="10515600" cy="2912902"/>
          </a:xfrm>
        </p:spPr>
        <p:txBody>
          <a:bodyPr/>
          <a:lstStyle/>
          <a:p>
            <a:r>
              <a:rPr lang="en-US" dirty="0"/>
              <a:t>Keep the baseline model parameters constant</a:t>
            </a:r>
          </a:p>
          <a:p>
            <a:pPr lvl="1"/>
            <a:r>
              <a:rPr lang="en-US" dirty="0"/>
              <a:t>Want the augmentation to explain the mismatch between the baseline model and the data</a:t>
            </a:r>
            <a:endParaRPr lang="en-N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7C4958-682B-4C85-63E4-8C86E492C7BC}"/>
              </a:ext>
            </a:extLst>
          </p:cNvPr>
          <p:cNvSpPr/>
          <p:nvPr/>
        </p:nvSpPr>
        <p:spPr>
          <a:xfrm>
            <a:off x="8939983" y="944333"/>
            <a:ext cx="2654710" cy="1927123"/>
          </a:xfrm>
          <a:prstGeom prst="rect">
            <a:avLst/>
          </a:prstGeom>
          <a:solidFill>
            <a:srgbClr val="00B0F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Augmentation</a:t>
            </a:r>
            <a:endParaRPr lang="en-NL" sz="280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A185AF6-2A73-632D-14BE-B15F09C75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36568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13D4B-2B87-4402-02C2-9165787E4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A4DCC8-E457-5982-EC4A-44602DCAED15}"/>
              </a:ext>
            </a:extLst>
          </p:cNvPr>
          <p:cNvSpPr/>
          <p:nvPr/>
        </p:nvSpPr>
        <p:spPr>
          <a:xfrm>
            <a:off x="4693724" y="4930877"/>
            <a:ext cx="2654710" cy="1927123"/>
          </a:xfrm>
          <a:prstGeom prst="rect">
            <a:avLst/>
          </a:prstGeom>
          <a:solidFill>
            <a:schemeClr val="accent3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Joint estimation</a:t>
            </a:r>
            <a:endParaRPr lang="en-NL" sz="2800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CAF8C56D-E0C1-FA85-6140-3CA8691900CE}"/>
              </a:ext>
            </a:extLst>
          </p:cNvPr>
          <p:cNvSpPr/>
          <p:nvPr/>
        </p:nvSpPr>
        <p:spPr>
          <a:xfrm rot="3228843">
            <a:off x="2228437" y="3346859"/>
            <a:ext cx="3506305" cy="1164306"/>
          </a:xfrm>
          <a:prstGeom prst="rightArrow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240BFDBC-4059-B71D-6590-E87D9365E118}"/>
              </a:ext>
            </a:extLst>
          </p:cNvPr>
          <p:cNvSpPr/>
          <p:nvPr/>
        </p:nvSpPr>
        <p:spPr>
          <a:xfrm rot="7682296">
            <a:off x="6341256" y="3419141"/>
            <a:ext cx="3506305" cy="1164306"/>
          </a:xfrm>
          <a:prstGeom prst="rightArrow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B0E119-B0A5-A3B6-A922-AD4359C33D65}"/>
              </a:ext>
            </a:extLst>
          </p:cNvPr>
          <p:cNvSpPr txBox="1">
            <a:spLocks/>
          </p:cNvSpPr>
          <p:nvPr/>
        </p:nvSpPr>
        <p:spPr>
          <a:xfrm>
            <a:off x="0" y="5601804"/>
            <a:ext cx="5849311" cy="29129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Parameter recovery + augmentation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A472BFCC-D111-3E79-DD31-9F850AD8A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48ADA2-1AA0-8D45-0F11-03184071FFAD}"/>
              </a:ext>
            </a:extLst>
          </p:cNvPr>
          <p:cNvSpPr/>
          <p:nvPr/>
        </p:nvSpPr>
        <p:spPr>
          <a:xfrm>
            <a:off x="597309" y="944333"/>
            <a:ext cx="2654710" cy="1927123"/>
          </a:xfrm>
          <a:prstGeom prst="rect">
            <a:avLst/>
          </a:prstGeom>
          <a:solidFill>
            <a:schemeClr val="accent2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Parameter recovery</a:t>
            </a:r>
            <a:endParaRPr lang="en-NL" sz="28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CF4DC1-1303-87B4-25AF-FFC208A54F0F}"/>
              </a:ext>
            </a:extLst>
          </p:cNvPr>
          <p:cNvSpPr/>
          <p:nvPr/>
        </p:nvSpPr>
        <p:spPr>
          <a:xfrm>
            <a:off x="8939983" y="944333"/>
            <a:ext cx="2654710" cy="1927123"/>
          </a:xfrm>
          <a:prstGeom prst="rect">
            <a:avLst/>
          </a:prstGeom>
          <a:solidFill>
            <a:srgbClr val="00B0F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Augmentation</a:t>
            </a:r>
            <a:endParaRPr lang="en-NL" sz="2800" dirty="0"/>
          </a:p>
        </p:txBody>
      </p:sp>
    </p:spTree>
    <p:extLst>
      <p:ext uri="{BB962C8B-B14F-4D97-AF65-F5344CB8AC3E}">
        <p14:creationId xmlns:p14="http://schemas.microsoft.com/office/powerpoint/2010/main" val="2209440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F0110-D20D-E1C8-C313-5D5F36531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CB492-78BA-B555-EF40-D0F414A44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22AAFF-5E1A-416B-0043-BE6A8F4F2C64}"/>
              </a:ext>
            </a:extLst>
          </p:cNvPr>
          <p:cNvSpPr/>
          <p:nvPr/>
        </p:nvSpPr>
        <p:spPr>
          <a:xfrm>
            <a:off x="597309" y="944333"/>
            <a:ext cx="2654710" cy="1927123"/>
          </a:xfrm>
          <a:prstGeom prst="rect">
            <a:avLst/>
          </a:prstGeom>
          <a:solidFill>
            <a:schemeClr val="accent2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Parameter recovery</a:t>
            </a:r>
            <a:endParaRPr lang="en-NL" sz="28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2559ED-7EC1-39E1-8324-C844BE8BD8B1}"/>
              </a:ext>
            </a:extLst>
          </p:cNvPr>
          <p:cNvSpPr/>
          <p:nvPr/>
        </p:nvSpPr>
        <p:spPr>
          <a:xfrm>
            <a:off x="8939983" y="944333"/>
            <a:ext cx="2654710" cy="1927123"/>
          </a:xfrm>
          <a:prstGeom prst="rect">
            <a:avLst/>
          </a:prstGeom>
          <a:solidFill>
            <a:srgbClr val="00B0F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Augmentation</a:t>
            </a:r>
            <a:endParaRPr lang="en-NL" sz="28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C0AB63-EBA2-4577-2341-E8C764F6AC9D}"/>
              </a:ext>
            </a:extLst>
          </p:cNvPr>
          <p:cNvSpPr/>
          <p:nvPr/>
        </p:nvSpPr>
        <p:spPr>
          <a:xfrm>
            <a:off x="4837473" y="4930877"/>
            <a:ext cx="2654710" cy="1927123"/>
          </a:xfrm>
          <a:prstGeom prst="rect">
            <a:avLst/>
          </a:prstGeom>
          <a:solidFill>
            <a:schemeClr val="accent3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Joint estimation</a:t>
            </a:r>
            <a:endParaRPr lang="en-NL" sz="2800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FC87ABFC-7AE5-D742-9B84-BAE808B566FC}"/>
              </a:ext>
            </a:extLst>
          </p:cNvPr>
          <p:cNvSpPr/>
          <p:nvPr/>
        </p:nvSpPr>
        <p:spPr>
          <a:xfrm rot="5400000">
            <a:off x="4944182" y="3167957"/>
            <a:ext cx="2441292" cy="1164306"/>
          </a:xfrm>
          <a:prstGeom prst="rightArrow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719836-D0A0-424C-BC94-0D7EE12C0C38}"/>
              </a:ext>
            </a:extLst>
          </p:cNvPr>
          <p:cNvSpPr/>
          <p:nvPr/>
        </p:nvSpPr>
        <p:spPr>
          <a:xfrm>
            <a:off x="4837473" y="944332"/>
            <a:ext cx="2654710" cy="192712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Orthogonal regularization</a:t>
            </a:r>
            <a:endParaRPr lang="en-NL" sz="2800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E8C18BB4-702E-4296-ECAD-8C35E425EC92}"/>
              </a:ext>
            </a:extLst>
          </p:cNvPr>
          <p:cNvSpPr/>
          <p:nvPr/>
        </p:nvSpPr>
        <p:spPr>
          <a:xfrm>
            <a:off x="3252019" y="1256516"/>
            <a:ext cx="1585454" cy="1164306"/>
          </a:xfrm>
          <a:prstGeom prst="rightArrow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C2A7D95-22CE-5368-D60E-F2B9CFA45D73}"/>
              </a:ext>
            </a:extLst>
          </p:cNvPr>
          <p:cNvSpPr/>
          <p:nvPr/>
        </p:nvSpPr>
        <p:spPr>
          <a:xfrm rot="10800000">
            <a:off x="7492183" y="1325740"/>
            <a:ext cx="1447800" cy="1164306"/>
          </a:xfrm>
          <a:prstGeom prst="rightArrow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D9BD7EF4-713C-DB09-75E9-2B8F2AF06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1C8E35A-468C-4904-A379-CD204911D465}"/>
              </a:ext>
            </a:extLst>
          </p:cNvPr>
          <p:cNvSpPr txBox="1">
            <a:spLocks/>
          </p:cNvSpPr>
          <p:nvPr/>
        </p:nvSpPr>
        <p:spPr>
          <a:xfrm>
            <a:off x="-93421" y="3606439"/>
            <a:ext cx="5849311" cy="29129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Constrain augmentation output, preserve physical parameters</a:t>
            </a:r>
          </a:p>
        </p:txBody>
      </p:sp>
    </p:spTree>
    <p:extLst>
      <p:ext uri="{BB962C8B-B14F-4D97-AF65-F5344CB8AC3E}">
        <p14:creationId xmlns:p14="http://schemas.microsoft.com/office/powerpoint/2010/main" val="2193829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BA75D-3D8C-2201-D875-344F46085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E7B50-EE58-6B82-B290-CC31F21D5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</a:t>
            </a:r>
            <a:br>
              <a:rPr lang="en-US" dirty="0"/>
            </a:br>
            <a:r>
              <a:rPr lang="en-US" dirty="0"/>
              <a:t>and aspects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BD339-095F-5122-CA14-B17EC4E5B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 the dual-gantry system, how should physics-based plant models be augmented to improve parameter interpretability and settling prediction accuracy, particularly of cross-coupling and position-dependent dynamics?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669877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E746A-3EC1-F4FC-FC1F-112B3E548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</a:t>
            </a:r>
            <a:br>
              <a:rPr lang="en-US" dirty="0"/>
            </a:br>
            <a:r>
              <a:rPr lang="en-US" dirty="0"/>
              <a:t>and aspects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4BAF1-F35C-2C33-448C-0A587EEBC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 the dual-gantry system, how should physics-based plant models be augmented to improve parameter interpretability and settling prediction accuracy, particularly of cross-coupling and position-dependent dynamics?</a:t>
            </a:r>
            <a:endParaRPr lang="en-NL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65D8D35-1144-28C6-64A8-722E9795F6CD}"/>
              </a:ext>
            </a:extLst>
          </p:cNvPr>
          <p:cNvSpPr txBox="1">
            <a:spLocks/>
          </p:cNvSpPr>
          <p:nvPr/>
        </p:nvSpPr>
        <p:spPr>
          <a:xfrm>
            <a:off x="695632" y="468233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Note: for model accuracy in simulation currently shifted away from settling specifically.</a:t>
            </a:r>
          </a:p>
          <a:p>
            <a:pPr lvl="1"/>
            <a:r>
              <a:rPr lang="en-US" dirty="0"/>
              <a:t>Shifted to more general approach: mismatch between model and the entire trajectory data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526644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9E293-CC25-4B89-864F-C17B23AE4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Aspects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65567-F424-3B13-8EB4-ADE1FDECA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Position-dependent baseline modeling</a:t>
            </a:r>
          </a:p>
          <a:p>
            <a:r>
              <a:rPr lang="en-US" dirty="0"/>
              <a:t>Augmentation structure</a:t>
            </a:r>
          </a:p>
          <a:p>
            <a:r>
              <a:rPr lang="en-US" dirty="0"/>
              <a:t>Interpretability preservation</a:t>
            </a:r>
          </a:p>
          <a:p>
            <a:r>
              <a:rPr lang="en-US" dirty="0"/>
              <a:t>Model generalization</a:t>
            </a:r>
          </a:p>
        </p:txBody>
      </p:sp>
    </p:spTree>
    <p:extLst>
      <p:ext uri="{BB962C8B-B14F-4D97-AF65-F5344CB8AC3E}">
        <p14:creationId xmlns:p14="http://schemas.microsoft.com/office/powerpoint/2010/main" val="422075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30144-A537-F89E-B603-EA5D996FB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F0B2E-BC60-C7E5-27F5-D32D2AE4D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Aspects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7FFE0-2EB0-AD60-368E-087F244BB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 Position-dependent baseline modeling</a:t>
            </a:r>
          </a:p>
          <a:p>
            <a:pPr lvl="1"/>
            <a:r>
              <a:rPr lang="en-US" dirty="0"/>
              <a:t>In what form should the baseline model be represented for subsequent augmentation, and does position-dependent (LPV) formulation improve prediction compared to position-independent (LTI) alternatives? </a:t>
            </a:r>
          </a:p>
          <a:p>
            <a:r>
              <a:rPr lang="en-US" dirty="0"/>
              <a:t>Augmentation structure</a:t>
            </a:r>
          </a:p>
          <a:p>
            <a:pPr lvl="1"/>
            <a:r>
              <a:rPr lang="en-US" dirty="0"/>
              <a:t>What augmentation structure can effectively capture dynamics not modeled in the physics-based baseline model, in particular flexible cross-coupling dynamics? </a:t>
            </a:r>
          </a:p>
          <a:p>
            <a:r>
              <a:rPr lang="en-US" dirty="0"/>
              <a:t>Interpretability preservation</a:t>
            </a:r>
          </a:p>
          <a:p>
            <a:pPr lvl="1"/>
            <a:r>
              <a:rPr lang="en-US" dirty="0"/>
              <a:t>How can parameter interpretability be maintained during data-driven augmentation, compared to unconstrained approaches? Here, interpretability means that the physical parameters of the baseline retain values close to their physically meaningful initialization after augmentation. </a:t>
            </a:r>
          </a:p>
          <a:p>
            <a:r>
              <a:rPr lang="en-US" dirty="0"/>
              <a:t>Model generalization</a:t>
            </a:r>
          </a:p>
          <a:p>
            <a:pPr lvl="1"/>
            <a:r>
              <a:rPr lang="en-US" dirty="0"/>
              <a:t>How well does the augmented model generalize to (</a:t>
            </a:r>
            <a:r>
              <a:rPr lang="en-US" dirty="0" err="1"/>
              <a:t>i</a:t>
            </a:r>
            <a:r>
              <a:rPr lang="en-US" dirty="0"/>
              <a:t>) held-out operating points representative of actual industrial operating conditions and (ii) unseen motion profiles relevant to the industrial use context, and how does its prediction accuracy compare to a black-box state-space model trained on the same data?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747216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DEEB9-2076-654B-E51F-E1078B674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AFF9-A40B-DC67-432C-A5A1752E7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Aspects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2421A-D64E-29C1-9545-8DB254BDC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 Position-dependent baseline modeling 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  <a:p>
            <a:pPr lvl="1"/>
            <a:r>
              <a:rPr lang="en-US" dirty="0"/>
              <a:t>In what form should the baseline model be represented for subsequent augmentation, and does position-dependent (LPV) formulation improve prediction compared to position-independent (LTI) alternatives?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Baseline model in simulation: LPV outperforms LTI</a:t>
            </a:r>
            <a:endParaRPr lang="en-US" dirty="0"/>
          </a:p>
          <a:p>
            <a:r>
              <a:rPr lang="en-US" dirty="0"/>
              <a:t>Augmentation structure</a:t>
            </a:r>
          </a:p>
          <a:p>
            <a:pPr lvl="1"/>
            <a:r>
              <a:rPr lang="en-US" dirty="0"/>
              <a:t>What augmentation structure can effectively capture dynamics not modeled in the physics-based baseline model, in particular flexible cross-coupling dynamics?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Currently working on adapting Jan’s framework for the gantry setup for augmentation in simulation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Dynamic parallel</a:t>
            </a:r>
          </a:p>
          <a:p>
            <a:r>
              <a:rPr lang="en-US" dirty="0"/>
              <a:t>Interpretability preservation</a:t>
            </a:r>
          </a:p>
          <a:p>
            <a:pPr lvl="1"/>
            <a:r>
              <a:rPr lang="en-US" dirty="0"/>
              <a:t>How can parameter interpretability be maintained during data-driven augmentation, compared to unconstrained approaches? Here, interpretability means that the physical parameters of the baseline retain values close to their physically meaningful initialization after augmentation. </a:t>
            </a:r>
          </a:p>
          <a:p>
            <a:r>
              <a:rPr lang="en-US" dirty="0"/>
              <a:t>Model generalization</a:t>
            </a:r>
          </a:p>
          <a:p>
            <a:pPr lvl="1"/>
            <a:r>
              <a:rPr lang="en-US" dirty="0"/>
              <a:t>How well does the augmented model generalize to (</a:t>
            </a:r>
            <a:r>
              <a:rPr lang="en-US" dirty="0" err="1"/>
              <a:t>i</a:t>
            </a:r>
            <a:r>
              <a:rPr lang="en-US" dirty="0"/>
              <a:t>) held-out operating points representative of actual industrial operating conditions and (ii) unseen motion profiles relevant to the industrial use context, and how does its prediction accuracy compare to a black-box state-space model trained on the same data?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992830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651E4-111D-C16F-60AC-17BAED774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0171C-0588-D3F4-9520-A089A2152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148F21-CB98-F08D-CCD5-9210C98EA3B4}"/>
              </a:ext>
            </a:extLst>
          </p:cNvPr>
          <p:cNvSpPr/>
          <p:nvPr/>
        </p:nvSpPr>
        <p:spPr>
          <a:xfrm>
            <a:off x="597309" y="944333"/>
            <a:ext cx="2654710" cy="1927123"/>
          </a:xfrm>
          <a:prstGeom prst="rect">
            <a:avLst/>
          </a:prstGeom>
          <a:solidFill>
            <a:schemeClr val="accent2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Parameter recovery</a:t>
            </a:r>
            <a:endParaRPr lang="en-NL" sz="28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7862C8-EDE3-08A4-3042-ACD2655780DE}"/>
              </a:ext>
            </a:extLst>
          </p:cNvPr>
          <p:cNvSpPr/>
          <p:nvPr/>
        </p:nvSpPr>
        <p:spPr>
          <a:xfrm>
            <a:off x="8939983" y="944333"/>
            <a:ext cx="2654710" cy="1927123"/>
          </a:xfrm>
          <a:prstGeom prst="rect">
            <a:avLst/>
          </a:prstGeom>
          <a:solidFill>
            <a:srgbClr val="00B0F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Augmentation</a:t>
            </a:r>
            <a:endParaRPr lang="en-NL" sz="28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53215A-51D1-1345-DD27-4652AE297186}"/>
              </a:ext>
            </a:extLst>
          </p:cNvPr>
          <p:cNvSpPr/>
          <p:nvPr/>
        </p:nvSpPr>
        <p:spPr>
          <a:xfrm>
            <a:off x="4837473" y="4930877"/>
            <a:ext cx="2654710" cy="1927123"/>
          </a:xfrm>
          <a:prstGeom prst="rect">
            <a:avLst/>
          </a:prstGeom>
          <a:solidFill>
            <a:schemeClr val="accent3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Joint estimation</a:t>
            </a:r>
            <a:endParaRPr lang="en-NL" sz="2800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2002C595-268C-7237-AC08-0AE78D2825C9}"/>
              </a:ext>
            </a:extLst>
          </p:cNvPr>
          <p:cNvSpPr/>
          <p:nvPr/>
        </p:nvSpPr>
        <p:spPr>
          <a:xfrm rot="5400000">
            <a:off x="4944182" y="3167957"/>
            <a:ext cx="2441292" cy="1164306"/>
          </a:xfrm>
          <a:prstGeom prst="rightArrow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23D8B5-59DF-C587-D2D9-520A7BB4C121}"/>
              </a:ext>
            </a:extLst>
          </p:cNvPr>
          <p:cNvSpPr/>
          <p:nvPr/>
        </p:nvSpPr>
        <p:spPr>
          <a:xfrm>
            <a:off x="4837473" y="944332"/>
            <a:ext cx="2654710" cy="192712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Orthogonal regularization</a:t>
            </a:r>
            <a:endParaRPr lang="en-NL" sz="2800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69B5140D-2BB7-8AAB-B2E5-D30B210F9B2A}"/>
              </a:ext>
            </a:extLst>
          </p:cNvPr>
          <p:cNvSpPr/>
          <p:nvPr/>
        </p:nvSpPr>
        <p:spPr>
          <a:xfrm>
            <a:off x="3252019" y="1256516"/>
            <a:ext cx="1585454" cy="1164306"/>
          </a:xfrm>
          <a:prstGeom prst="rightArrow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3B1CCDE1-C80F-04B3-3C9C-AAC9842E314A}"/>
              </a:ext>
            </a:extLst>
          </p:cNvPr>
          <p:cNvSpPr/>
          <p:nvPr/>
        </p:nvSpPr>
        <p:spPr>
          <a:xfrm rot="10800000">
            <a:off x="7492183" y="1325740"/>
            <a:ext cx="1447800" cy="1164306"/>
          </a:xfrm>
          <a:prstGeom prst="rightArrow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E9FFBA88-914F-4B76-2FDA-083837FA2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86EA90C-1B94-61B0-BB9B-84FA5F891682}"/>
              </a:ext>
            </a:extLst>
          </p:cNvPr>
          <p:cNvSpPr txBox="1">
            <a:spLocks/>
          </p:cNvSpPr>
          <p:nvPr/>
        </p:nvSpPr>
        <p:spPr>
          <a:xfrm>
            <a:off x="-93421" y="3606439"/>
            <a:ext cx="5849311" cy="29129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Parameter recovery is done</a:t>
            </a:r>
          </a:p>
          <a:p>
            <a:r>
              <a:rPr lang="en-US" dirty="0"/>
              <a:t>Currently working on augmentation</a:t>
            </a:r>
          </a:p>
        </p:txBody>
      </p:sp>
      <p:sp>
        <p:nvSpPr>
          <p:cNvPr id="5" name="Title 13">
            <a:extLst>
              <a:ext uri="{FF2B5EF4-FFF2-40B4-BE49-F238E27FC236}">
                <a16:creationId xmlns:a16="http://schemas.microsoft.com/office/drawing/2014/main" id="{3F73F3EF-4FF7-B362-AEFA-8706FA1A6E51}"/>
              </a:ext>
            </a:extLst>
          </p:cNvPr>
          <p:cNvSpPr txBox="1">
            <a:spLocks/>
          </p:cNvSpPr>
          <p:nvPr/>
        </p:nvSpPr>
        <p:spPr>
          <a:xfrm>
            <a:off x="181126" y="-22513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Current status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17867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758C9-C302-9502-2793-3ECA3096B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0170F-798D-B3E1-F836-1A8D83612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B963E5-3034-F324-F458-00AEE3EF9198}"/>
              </a:ext>
            </a:extLst>
          </p:cNvPr>
          <p:cNvSpPr/>
          <p:nvPr/>
        </p:nvSpPr>
        <p:spPr>
          <a:xfrm>
            <a:off x="597309" y="944333"/>
            <a:ext cx="2654710" cy="1927123"/>
          </a:xfrm>
          <a:prstGeom prst="rect">
            <a:avLst/>
          </a:prstGeom>
          <a:solidFill>
            <a:schemeClr val="accent2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Parameter recovery</a:t>
            </a:r>
            <a:endParaRPr lang="en-NL" sz="28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8513A8-9B4E-FE1B-D79C-8014346C9E42}"/>
              </a:ext>
            </a:extLst>
          </p:cNvPr>
          <p:cNvSpPr/>
          <p:nvPr/>
        </p:nvSpPr>
        <p:spPr>
          <a:xfrm>
            <a:off x="8939983" y="944333"/>
            <a:ext cx="2654710" cy="1927123"/>
          </a:xfrm>
          <a:prstGeom prst="rect">
            <a:avLst/>
          </a:prstGeom>
          <a:solidFill>
            <a:srgbClr val="00B0F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Augmentation</a:t>
            </a:r>
            <a:endParaRPr lang="en-NL" sz="28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9C51F4-3EC1-B89A-641B-214B3587C261}"/>
              </a:ext>
            </a:extLst>
          </p:cNvPr>
          <p:cNvSpPr/>
          <p:nvPr/>
        </p:nvSpPr>
        <p:spPr>
          <a:xfrm>
            <a:off x="4837473" y="4930877"/>
            <a:ext cx="2654710" cy="1927123"/>
          </a:xfrm>
          <a:prstGeom prst="rect">
            <a:avLst/>
          </a:prstGeom>
          <a:solidFill>
            <a:schemeClr val="accent3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Joint estimation</a:t>
            </a:r>
            <a:endParaRPr lang="en-NL" sz="2800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50B37BBA-985B-AF50-D68E-E51A4999CB75}"/>
              </a:ext>
            </a:extLst>
          </p:cNvPr>
          <p:cNvSpPr/>
          <p:nvPr/>
        </p:nvSpPr>
        <p:spPr>
          <a:xfrm rot="5400000">
            <a:off x="4944182" y="3167957"/>
            <a:ext cx="2441292" cy="1164306"/>
          </a:xfrm>
          <a:prstGeom prst="rightArrow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E7A7E4-38C8-C522-BD72-7069BFC570F2}"/>
              </a:ext>
            </a:extLst>
          </p:cNvPr>
          <p:cNvSpPr/>
          <p:nvPr/>
        </p:nvSpPr>
        <p:spPr>
          <a:xfrm>
            <a:off x="4837473" y="944332"/>
            <a:ext cx="2654710" cy="192712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Orthogonal regularization</a:t>
            </a:r>
            <a:endParaRPr lang="en-NL" sz="2800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2A51EB7A-188C-AA92-AF74-7356012DA950}"/>
              </a:ext>
            </a:extLst>
          </p:cNvPr>
          <p:cNvSpPr/>
          <p:nvPr/>
        </p:nvSpPr>
        <p:spPr>
          <a:xfrm>
            <a:off x="3252019" y="1256516"/>
            <a:ext cx="1585454" cy="1164306"/>
          </a:xfrm>
          <a:prstGeom prst="rightArrow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491A54EF-EB85-A36E-FE29-B7C88621E2EC}"/>
              </a:ext>
            </a:extLst>
          </p:cNvPr>
          <p:cNvSpPr/>
          <p:nvPr/>
        </p:nvSpPr>
        <p:spPr>
          <a:xfrm rot="10800000">
            <a:off x="7492183" y="1325740"/>
            <a:ext cx="1447800" cy="1164306"/>
          </a:xfrm>
          <a:prstGeom prst="rightArrow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26CA2507-DF61-FF25-6B92-67208CD7A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636A29C-7BF5-181C-FAC6-9ABCD9360D3E}"/>
              </a:ext>
            </a:extLst>
          </p:cNvPr>
          <p:cNvSpPr txBox="1">
            <a:spLocks/>
          </p:cNvSpPr>
          <p:nvPr/>
        </p:nvSpPr>
        <p:spPr>
          <a:xfrm>
            <a:off x="-93421" y="3606439"/>
            <a:ext cx="5849311" cy="29129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Parameter recovery is done</a:t>
            </a:r>
          </a:p>
          <a:p>
            <a:r>
              <a:rPr lang="en-US" dirty="0"/>
              <a:t>Currently working on augmentation</a:t>
            </a:r>
          </a:p>
          <a:p>
            <a:pPr lvl="1"/>
            <a:r>
              <a:rPr lang="en-US" dirty="0"/>
              <a:t>Encoder</a:t>
            </a:r>
          </a:p>
          <a:p>
            <a:pPr lvl="1"/>
            <a:r>
              <a:rPr lang="en-US" dirty="0"/>
              <a:t>LPV is implemented</a:t>
            </a:r>
          </a:p>
          <a:p>
            <a:pPr lvl="1"/>
            <a:r>
              <a:rPr lang="en-US" dirty="0"/>
              <a:t>Data from system with MSD</a:t>
            </a:r>
          </a:p>
        </p:txBody>
      </p:sp>
      <p:sp>
        <p:nvSpPr>
          <p:cNvPr id="11" name="Title 13">
            <a:extLst>
              <a:ext uri="{FF2B5EF4-FFF2-40B4-BE49-F238E27FC236}">
                <a16:creationId xmlns:a16="http://schemas.microsoft.com/office/drawing/2014/main" id="{E0BE277F-C435-2DB6-5874-9F0E3F12E454}"/>
              </a:ext>
            </a:extLst>
          </p:cNvPr>
          <p:cNvSpPr txBox="1">
            <a:spLocks/>
          </p:cNvSpPr>
          <p:nvPr/>
        </p:nvSpPr>
        <p:spPr>
          <a:xfrm>
            <a:off x="181126" y="-22513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Current status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7421465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3655A-78D4-5E39-FB33-4A57BA346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B0AE8-98FB-23BD-8CDD-A701C89E3F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Where we currently stand</a:t>
            </a:r>
          </a:p>
          <a:p>
            <a:r>
              <a:rPr lang="en-US" dirty="0"/>
              <a:t>What still needs to be achieved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9920993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BFEF8D71-2656-4F54-2DA9-6EBDD452E5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096" y="0"/>
            <a:ext cx="99978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4974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B8180-5B01-12B0-C6F7-4E014CA9E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of what currently works??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4A629-4E05-9C45-0B23-3F03355CD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101483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B8AB7-F214-935E-CD2E-C53414FF9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B66FB-1BB0-067F-6188-1DFD7064C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Gantry system data &amp; experiments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BE2E0-1BB9-8BC9-D388-950033DF3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Currently available data from Telica gantry system</a:t>
            </a:r>
          </a:p>
          <a:p>
            <a:pPr lvl="1"/>
            <a:r>
              <a:rPr lang="en-US" dirty="0"/>
              <a:t>Data obtained for ILC: repetitive motions and less generalizable</a:t>
            </a:r>
          </a:p>
          <a:p>
            <a:pPr lvl="2"/>
            <a:r>
              <a:rPr lang="en-US" dirty="0"/>
              <a:t>Possible not enough excitation</a:t>
            </a:r>
          </a:p>
          <a:p>
            <a:pPr lvl="1"/>
            <a:r>
              <a:rPr lang="en-US" dirty="0"/>
              <a:t>Kamtin system will probably not arrive</a:t>
            </a:r>
          </a:p>
          <a:p>
            <a:pPr lvl="2"/>
            <a:r>
              <a:rPr lang="en-US" dirty="0"/>
              <a:t>Possibly Telica will be shipped back?</a:t>
            </a:r>
          </a:p>
          <a:p>
            <a:r>
              <a:rPr lang="en-US" dirty="0"/>
              <a:t>Most likely limited to the current ILC data.</a:t>
            </a:r>
          </a:p>
          <a:p>
            <a:r>
              <a:rPr lang="en-US" dirty="0"/>
              <a:t>Depending on if and when a gantry system will arrive, considering asking for extension</a:t>
            </a:r>
          </a:p>
        </p:txBody>
      </p:sp>
    </p:spTree>
    <p:extLst>
      <p:ext uri="{BB962C8B-B14F-4D97-AF65-F5344CB8AC3E}">
        <p14:creationId xmlns:p14="http://schemas.microsoft.com/office/powerpoint/2010/main" val="30022420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BB782-BB03-1706-E786-33E0E8A91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joint meeting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5AAE1-08A6-A11E-036D-59EE9AED8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6 weeks from now</a:t>
            </a:r>
          </a:p>
          <a:p>
            <a:pPr lvl="1"/>
            <a:r>
              <a:rPr lang="en-US" dirty="0"/>
              <a:t>27 July  - 2 August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5447952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1867D-D9E7-8E74-133E-FDB676EF6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Meeting TU/e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44E2C-2A46-1599-42FB-03CDE0CE19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Next week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50608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273</TotalTime>
  <Words>729</Words>
  <Application>Microsoft Office PowerPoint</Application>
  <PresentationFormat>Widescreen</PresentationFormat>
  <Paragraphs>104</Paragraphs>
  <Slides>20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Joint Meeting ASMPT – TU/e</vt:lpstr>
      <vt:lpstr>Joint Meeting ASMPT – TU/e</vt:lpstr>
      <vt:lpstr>Final product</vt:lpstr>
      <vt:lpstr>PowerPoint Presentation</vt:lpstr>
      <vt:lpstr>PowerPoint Presentation</vt:lpstr>
      <vt:lpstr>PowerPoint Presentation</vt:lpstr>
      <vt:lpstr>PowerPoint Presentation</vt:lpstr>
      <vt:lpstr>Research question and aspects</vt:lpstr>
      <vt:lpstr>Research question and aspects</vt:lpstr>
      <vt:lpstr>Aspects</vt:lpstr>
      <vt:lpstr>Aspects</vt:lpstr>
      <vt:lpstr>Aspects</vt:lpstr>
      <vt:lpstr>PowerPoint Presentation</vt:lpstr>
      <vt:lpstr>PowerPoint Presentation</vt:lpstr>
      <vt:lpstr>Planning</vt:lpstr>
      <vt:lpstr>PowerPoint Presentation</vt:lpstr>
      <vt:lpstr>Results of what currently works??</vt:lpstr>
      <vt:lpstr>Gantry system data &amp; experiments</vt:lpstr>
      <vt:lpstr>Next joint meeting</vt:lpstr>
      <vt:lpstr>Meeting TU/e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Hoekstra, Jan</dc:creator>
  <cp:lastModifiedBy>Berg, Dirk van den</cp:lastModifiedBy>
  <cp:revision>1</cp:revision>
  <dcterms:created xsi:type="dcterms:W3CDTF">2026-02-02T15:14:22Z</dcterms:created>
  <dcterms:modified xsi:type="dcterms:W3CDTF">2026-06-17T12:36:18Z</dcterms:modified>
</cp:coreProperties>
</file>