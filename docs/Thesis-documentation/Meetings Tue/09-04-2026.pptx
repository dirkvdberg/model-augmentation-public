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1"/>
  </p:sldMasterIdLst>
  <p:notesMasterIdLst>
    <p:notesMasterId r:id="rId38"/>
  </p:notesMasterIdLst>
  <p:sldIdLst>
    <p:sldId id="257" r:id="rId2"/>
    <p:sldId id="270" r:id="rId3"/>
    <p:sldId id="346" r:id="rId4"/>
    <p:sldId id="272" r:id="rId5"/>
    <p:sldId id="347" r:id="rId6"/>
    <p:sldId id="342" r:id="rId7"/>
    <p:sldId id="343" r:id="rId8"/>
    <p:sldId id="345" r:id="rId9"/>
    <p:sldId id="385" r:id="rId10"/>
    <p:sldId id="352" r:id="rId11"/>
    <p:sldId id="378" r:id="rId12"/>
    <p:sldId id="390" r:id="rId13"/>
    <p:sldId id="376" r:id="rId14"/>
    <p:sldId id="379" r:id="rId15"/>
    <p:sldId id="380" r:id="rId16"/>
    <p:sldId id="382" r:id="rId17"/>
    <p:sldId id="387" r:id="rId18"/>
    <p:sldId id="388" r:id="rId19"/>
    <p:sldId id="389" r:id="rId20"/>
    <p:sldId id="383" r:id="rId21"/>
    <p:sldId id="384" r:id="rId22"/>
    <p:sldId id="392" r:id="rId23"/>
    <p:sldId id="391" r:id="rId24"/>
    <p:sldId id="386" r:id="rId25"/>
    <p:sldId id="350" r:id="rId26"/>
    <p:sldId id="351" r:id="rId27"/>
    <p:sldId id="349" r:id="rId28"/>
    <p:sldId id="393" r:id="rId29"/>
    <p:sldId id="268" r:id="rId30"/>
    <p:sldId id="263" r:id="rId31"/>
    <p:sldId id="265" r:id="rId32"/>
    <p:sldId id="266" r:id="rId33"/>
    <p:sldId id="264" r:id="rId34"/>
    <p:sldId id="260" r:id="rId35"/>
    <p:sldId id="267" r:id="rId36"/>
    <p:sldId id="261" r:id="rId37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8FACBB-BF2A-4031-822D-D44AF9413C11}" v="52" dt="2026-04-09T10:37:29.1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83529" autoAdjust="0"/>
  </p:normalViewPr>
  <p:slideViewPr>
    <p:cSldViewPr snapToGrid="0">
      <p:cViewPr>
        <p:scale>
          <a:sx n="75" d="100"/>
          <a:sy n="75" d="100"/>
        </p:scale>
        <p:origin x="883" y="-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rg, Dirk van den" userId="035ecb32-01d9-4b47-a105-eacf059a4647" providerId="ADAL" clId="{F7FF961E-CF96-44AC-93C2-93612F62D46D}"/>
    <pc:docChg chg="undo custSel addSld delSld modSld sldOrd">
      <pc:chgData name="Berg, Dirk van den" userId="035ecb32-01d9-4b47-a105-eacf059a4647" providerId="ADAL" clId="{F7FF961E-CF96-44AC-93C2-93612F62D46D}" dt="2026-04-09T10:37:40.079" v="2617" actId="729"/>
      <pc:docMkLst>
        <pc:docMk/>
      </pc:docMkLst>
      <pc:sldChg chg="delSp modSp mod">
        <pc:chgData name="Berg, Dirk van den" userId="035ecb32-01d9-4b47-a105-eacf059a4647" providerId="ADAL" clId="{F7FF961E-CF96-44AC-93C2-93612F62D46D}" dt="2026-04-09T10:13:13.757" v="1763" actId="27636"/>
        <pc:sldMkLst>
          <pc:docMk/>
          <pc:sldMk cId="2679595137" sldId="257"/>
        </pc:sldMkLst>
        <pc:spChg chg="mod">
          <ac:chgData name="Berg, Dirk van den" userId="035ecb32-01d9-4b47-a105-eacf059a4647" providerId="ADAL" clId="{F7FF961E-CF96-44AC-93C2-93612F62D46D}" dt="2026-04-09T07:49:29.582" v="548" actId="20577"/>
          <ac:spMkLst>
            <pc:docMk/>
            <pc:sldMk cId="2679595137" sldId="257"/>
            <ac:spMk id="2" creationId="{1CA58346-11EF-AF16-3F7E-D4AE642D6182}"/>
          </ac:spMkLst>
        </pc:spChg>
        <pc:spChg chg="mod">
          <ac:chgData name="Berg, Dirk van den" userId="035ecb32-01d9-4b47-a105-eacf059a4647" providerId="ADAL" clId="{F7FF961E-CF96-44AC-93C2-93612F62D46D}" dt="2026-04-09T10:13:13.757" v="1763" actId="27636"/>
          <ac:spMkLst>
            <pc:docMk/>
            <pc:sldMk cId="2679595137" sldId="257"/>
            <ac:spMk id="3" creationId="{DAAEF679-3C39-E36C-B710-9B50CBAE487E}"/>
          </ac:spMkLst>
        </pc:spChg>
        <pc:spChg chg="del">
          <ac:chgData name="Berg, Dirk van den" userId="035ecb32-01d9-4b47-a105-eacf059a4647" providerId="ADAL" clId="{F7FF961E-CF96-44AC-93C2-93612F62D46D}" dt="2026-04-09T07:49:32.855" v="549" actId="478"/>
          <ac:spMkLst>
            <pc:docMk/>
            <pc:sldMk cId="2679595137" sldId="257"/>
            <ac:spMk id="4" creationId="{465EFC2D-66CC-A333-8AD7-17BCBCDB18BB}"/>
          </ac:spMkLst>
        </pc:spChg>
      </pc:sldChg>
      <pc:sldChg chg="del">
        <pc:chgData name="Berg, Dirk van den" userId="035ecb32-01d9-4b47-a105-eacf059a4647" providerId="ADAL" clId="{F7FF961E-CF96-44AC-93C2-93612F62D46D}" dt="2026-04-09T08:28:20.129" v="916" actId="47"/>
        <pc:sldMkLst>
          <pc:docMk/>
          <pc:sldMk cId="1617226886" sldId="258"/>
        </pc:sldMkLst>
      </pc:sldChg>
      <pc:sldChg chg="del">
        <pc:chgData name="Berg, Dirk van den" userId="035ecb32-01d9-4b47-a105-eacf059a4647" providerId="ADAL" clId="{F7FF961E-CF96-44AC-93C2-93612F62D46D}" dt="2026-04-09T09:56:51.339" v="1526" actId="47"/>
        <pc:sldMkLst>
          <pc:docMk/>
          <pc:sldMk cId="2138626586" sldId="259"/>
        </pc:sldMkLst>
      </pc:sldChg>
      <pc:sldChg chg="mod modShow">
        <pc:chgData name="Berg, Dirk van den" userId="035ecb32-01d9-4b47-a105-eacf059a4647" providerId="ADAL" clId="{F7FF961E-CF96-44AC-93C2-93612F62D46D}" dt="2026-04-09T10:02:57.413" v="1649" actId="729"/>
        <pc:sldMkLst>
          <pc:docMk/>
          <pc:sldMk cId="2175299465" sldId="260"/>
        </pc:sldMkLst>
      </pc:sldChg>
      <pc:sldChg chg="modSp">
        <pc:chgData name="Berg, Dirk van den" userId="035ecb32-01d9-4b47-a105-eacf059a4647" providerId="ADAL" clId="{F7FF961E-CF96-44AC-93C2-93612F62D46D}" dt="2026-04-09T09:49:18.316" v="1495"/>
        <pc:sldMkLst>
          <pc:docMk/>
          <pc:sldMk cId="4133975854" sldId="261"/>
        </pc:sldMkLst>
        <pc:spChg chg="mod">
          <ac:chgData name="Berg, Dirk van den" userId="035ecb32-01d9-4b47-a105-eacf059a4647" providerId="ADAL" clId="{F7FF961E-CF96-44AC-93C2-93612F62D46D}" dt="2026-04-09T09:49:18.316" v="1495"/>
          <ac:spMkLst>
            <pc:docMk/>
            <pc:sldMk cId="4133975854" sldId="261"/>
            <ac:spMk id="3" creationId="{78179DB8-2509-8E4F-14E4-B0B6B2FE756A}"/>
          </ac:spMkLst>
        </pc:spChg>
      </pc:sldChg>
      <pc:sldChg chg="del">
        <pc:chgData name="Berg, Dirk van den" userId="035ecb32-01d9-4b47-a105-eacf059a4647" providerId="ADAL" clId="{F7FF961E-CF96-44AC-93C2-93612F62D46D}" dt="2026-04-09T09:49:24.685" v="1496" actId="47"/>
        <pc:sldMkLst>
          <pc:docMk/>
          <pc:sldMk cId="3503897311" sldId="262"/>
        </pc:sldMkLst>
      </pc:sldChg>
      <pc:sldChg chg="addSp delSp modSp new mod modShow">
        <pc:chgData name="Berg, Dirk van den" userId="035ecb32-01d9-4b47-a105-eacf059a4647" providerId="ADAL" clId="{F7FF961E-CF96-44AC-93C2-93612F62D46D}" dt="2026-04-09T10:02:57.413" v="1649" actId="729"/>
        <pc:sldMkLst>
          <pc:docMk/>
          <pc:sldMk cId="2046352008" sldId="263"/>
        </pc:sldMkLst>
        <pc:spChg chg="del">
          <ac:chgData name="Berg, Dirk van den" userId="035ecb32-01d9-4b47-a105-eacf059a4647" providerId="ADAL" clId="{F7FF961E-CF96-44AC-93C2-93612F62D46D}" dt="2026-04-08T13:48:52.590" v="2" actId="22"/>
          <ac:spMkLst>
            <pc:docMk/>
            <pc:sldMk cId="2046352008" sldId="263"/>
            <ac:spMk id="3" creationId="{4F756CCF-1911-285A-FFAD-931D62FC77D4}"/>
          </ac:spMkLst>
        </pc:spChg>
        <pc:picChg chg="add mod">
          <ac:chgData name="Berg, Dirk van den" userId="035ecb32-01d9-4b47-a105-eacf059a4647" providerId="ADAL" clId="{F7FF961E-CF96-44AC-93C2-93612F62D46D}" dt="2026-04-08T14:22:35.624" v="33" actId="1076"/>
          <ac:picMkLst>
            <pc:docMk/>
            <pc:sldMk cId="2046352008" sldId="263"/>
            <ac:picMk id="5" creationId="{8855B030-C182-34DC-8AC1-CAC6D5478E6F}"/>
          </ac:picMkLst>
        </pc:picChg>
        <pc:picChg chg="add mod ord">
          <ac:chgData name="Berg, Dirk van den" userId="035ecb32-01d9-4b47-a105-eacf059a4647" providerId="ADAL" clId="{F7FF961E-CF96-44AC-93C2-93612F62D46D}" dt="2026-04-08T14:22:39.045" v="35" actId="14100"/>
          <ac:picMkLst>
            <pc:docMk/>
            <pc:sldMk cId="2046352008" sldId="263"/>
            <ac:picMk id="7" creationId="{DDEEA7A6-9574-DEBC-1C0A-CA2E013F6615}"/>
          </ac:picMkLst>
        </pc:picChg>
      </pc:sldChg>
      <pc:sldChg chg="addSp modSp new mod modShow">
        <pc:chgData name="Berg, Dirk van den" userId="035ecb32-01d9-4b47-a105-eacf059a4647" providerId="ADAL" clId="{F7FF961E-CF96-44AC-93C2-93612F62D46D}" dt="2026-04-09T10:02:57.413" v="1649" actId="729"/>
        <pc:sldMkLst>
          <pc:docMk/>
          <pc:sldMk cId="1032618232" sldId="264"/>
        </pc:sldMkLst>
        <pc:spChg chg="mod">
          <ac:chgData name="Berg, Dirk van den" userId="035ecb32-01d9-4b47-a105-eacf059a4647" providerId="ADAL" clId="{F7FF961E-CF96-44AC-93C2-93612F62D46D}" dt="2026-04-08T14:00:16.453" v="26" actId="20577"/>
          <ac:spMkLst>
            <pc:docMk/>
            <pc:sldMk cId="1032618232" sldId="264"/>
            <ac:spMk id="2" creationId="{CD63F27F-7F3D-E088-50FA-D2EA33E1B901}"/>
          </ac:spMkLst>
        </pc:spChg>
        <pc:picChg chg="add mod">
          <ac:chgData name="Berg, Dirk van den" userId="035ecb32-01d9-4b47-a105-eacf059a4647" providerId="ADAL" clId="{F7FF961E-CF96-44AC-93C2-93612F62D46D}" dt="2026-04-08T14:00:27.233" v="28" actId="14100"/>
          <ac:picMkLst>
            <pc:docMk/>
            <pc:sldMk cId="1032618232" sldId="264"/>
            <ac:picMk id="5" creationId="{5679110F-7C40-9B32-D420-7767F18CB49A}"/>
          </ac:picMkLst>
        </pc:picChg>
      </pc:sldChg>
      <pc:sldChg chg="addSp new mod modShow">
        <pc:chgData name="Berg, Dirk van den" userId="035ecb32-01d9-4b47-a105-eacf059a4647" providerId="ADAL" clId="{F7FF961E-CF96-44AC-93C2-93612F62D46D}" dt="2026-04-09T10:02:57.413" v="1649" actId="729"/>
        <pc:sldMkLst>
          <pc:docMk/>
          <pc:sldMk cId="3785744539" sldId="265"/>
        </pc:sldMkLst>
        <pc:picChg chg="add">
          <ac:chgData name="Berg, Dirk van den" userId="035ecb32-01d9-4b47-a105-eacf059a4647" providerId="ADAL" clId="{F7FF961E-CF96-44AC-93C2-93612F62D46D}" dt="2026-04-08T15:25:16.658" v="37" actId="22"/>
          <ac:picMkLst>
            <pc:docMk/>
            <pc:sldMk cId="3785744539" sldId="265"/>
            <ac:picMk id="5" creationId="{D7D56371-E919-4F09-7FA6-B18C4A8487E2}"/>
          </ac:picMkLst>
        </pc:picChg>
      </pc:sldChg>
      <pc:sldChg chg="addSp modSp new mod modShow">
        <pc:chgData name="Berg, Dirk van den" userId="035ecb32-01d9-4b47-a105-eacf059a4647" providerId="ADAL" clId="{F7FF961E-CF96-44AC-93C2-93612F62D46D}" dt="2026-04-09T10:02:57.413" v="1649" actId="729"/>
        <pc:sldMkLst>
          <pc:docMk/>
          <pc:sldMk cId="3909342983" sldId="266"/>
        </pc:sldMkLst>
        <pc:spChg chg="mod">
          <ac:chgData name="Berg, Dirk van den" userId="035ecb32-01d9-4b47-a105-eacf059a4647" providerId="ADAL" clId="{F7FF961E-CF96-44AC-93C2-93612F62D46D}" dt="2026-04-09T07:26:43.567" v="66" actId="20577"/>
          <ac:spMkLst>
            <pc:docMk/>
            <pc:sldMk cId="3909342983" sldId="266"/>
            <ac:spMk id="2" creationId="{BA89518F-C0E7-BBFA-5279-09383635F27A}"/>
          </ac:spMkLst>
        </pc:spChg>
        <pc:picChg chg="add mod">
          <ac:chgData name="Berg, Dirk van den" userId="035ecb32-01d9-4b47-a105-eacf059a4647" providerId="ADAL" clId="{F7FF961E-CF96-44AC-93C2-93612F62D46D}" dt="2026-04-09T07:34:00.517" v="70" actId="14100"/>
          <ac:picMkLst>
            <pc:docMk/>
            <pc:sldMk cId="3909342983" sldId="266"/>
            <ac:picMk id="5" creationId="{47B82108-A5E5-4842-C810-CDA95CA08216}"/>
          </ac:picMkLst>
        </pc:picChg>
      </pc:sldChg>
      <pc:sldChg chg="modSp new mod modShow">
        <pc:chgData name="Berg, Dirk van den" userId="035ecb32-01d9-4b47-a105-eacf059a4647" providerId="ADAL" clId="{F7FF961E-CF96-44AC-93C2-93612F62D46D}" dt="2026-04-09T10:37:40.079" v="2617" actId="729"/>
        <pc:sldMkLst>
          <pc:docMk/>
          <pc:sldMk cId="1393951078" sldId="267"/>
        </pc:sldMkLst>
        <pc:spChg chg="mod">
          <ac:chgData name="Berg, Dirk van den" userId="035ecb32-01d9-4b47-a105-eacf059a4647" providerId="ADAL" clId="{F7FF961E-CF96-44AC-93C2-93612F62D46D}" dt="2026-04-09T07:41:26.538" v="83" actId="20577"/>
          <ac:spMkLst>
            <pc:docMk/>
            <pc:sldMk cId="1393951078" sldId="267"/>
            <ac:spMk id="2" creationId="{C4109EB2-2581-2E86-716F-73F319B1F698}"/>
          </ac:spMkLst>
        </pc:spChg>
        <pc:spChg chg="mod">
          <ac:chgData name="Berg, Dirk van den" userId="035ecb32-01d9-4b47-a105-eacf059a4647" providerId="ADAL" clId="{F7FF961E-CF96-44AC-93C2-93612F62D46D}" dt="2026-04-09T07:42:57.873" v="526" actId="20577"/>
          <ac:spMkLst>
            <pc:docMk/>
            <pc:sldMk cId="1393951078" sldId="267"/>
            <ac:spMk id="3" creationId="{430DED37-0545-B360-EE14-D622821E3828}"/>
          </ac:spMkLst>
        </pc:spChg>
      </pc:sldChg>
      <pc:sldChg chg="modSp new mod modNotesTx">
        <pc:chgData name="Berg, Dirk van den" userId="035ecb32-01d9-4b47-a105-eacf059a4647" providerId="ADAL" clId="{F7FF961E-CF96-44AC-93C2-93612F62D46D}" dt="2026-04-09T10:32:05.698" v="2475" actId="20577"/>
        <pc:sldMkLst>
          <pc:docMk/>
          <pc:sldMk cId="306788576" sldId="268"/>
        </pc:sldMkLst>
        <pc:spChg chg="mod">
          <ac:chgData name="Berg, Dirk van den" userId="035ecb32-01d9-4b47-a105-eacf059a4647" providerId="ADAL" clId="{F7FF961E-CF96-44AC-93C2-93612F62D46D}" dt="2026-04-09T10:17:01.744" v="1793"/>
          <ac:spMkLst>
            <pc:docMk/>
            <pc:sldMk cId="306788576" sldId="268"/>
            <ac:spMk id="2" creationId="{FF44CF6E-CDF7-DF88-8F51-2D6CFD1650F3}"/>
          </ac:spMkLst>
        </pc:spChg>
        <pc:spChg chg="mod">
          <ac:chgData name="Berg, Dirk van den" userId="035ecb32-01d9-4b47-a105-eacf059a4647" providerId="ADAL" clId="{F7FF961E-CF96-44AC-93C2-93612F62D46D}" dt="2026-04-09T10:32:05.698" v="2475" actId="20577"/>
          <ac:spMkLst>
            <pc:docMk/>
            <pc:sldMk cId="306788576" sldId="268"/>
            <ac:spMk id="3" creationId="{ED230B95-F44B-C3E9-7017-FDA27DB6B21D}"/>
          </ac:spMkLst>
        </pc:spChg>
      </pc:sldChg>
      <pc:sldChg chg="addSp delSp modSp new del mod">
        <pc:chgData name="Berg, Dirk van den" userId="035ecb32-01d9-4b47-a105-eacf059a4647" providerId="ADAL" clId="{F7FF961E-CF96-44AC-93C2-93612F62D46D}" dt="2026-04-09T09:56:52.364" v="1527" actId="47"/>
        <pc:sldMkLst>
          <pc:docMk/>
          <pc:sldMk cId="3681273142" sldId="269"/>
        </pc:sldMkLst>
        <pc:spChg chg="mod">
          <ac:chgData name="Berg, Dirk van den" userId="035ecb32-01d9-4b47-a105-eacf059a4647" providerId="ADAL" clId="{F7FF961E-CF96-44AC-93C2-93612F62D46D}" dt="2026-04-09T07:49:47.744" v="566" actId="20577"/>
          <ac:spMkLst>
            <pc:docMk/>
            <pc:sldMk cId="3681273142" sldId="269"/>
            <ac:spMk id="3" creationId="{93C3B504-7CFD-6BF9-0212-546EB0F0AAFF}"/>
          </ac:spMkLst>
        </pc:spChg>
        <pc:picChg chg="add del mod">
          <ac:chgData name="Berg, Dirk van den" userId="035ecb32-01d9-4b47-a105-eacf059a4647" providerId="ADAL" clId="{F7FF961E-CF96-44AC-93C2-93612F62D46D}" dt="2026-04-09T07:54:15.559" v="576" actId="478"/>
          <ac:picMkLst>
            <pc:docMk/>
            <pc:sldMk cId="3681273142" sldId="269"/>
            <ac:picMk id="5" creationId="{2094C2C2-08FB-B0DF-6A95-E2C5D6A4B1AB}"/>
          </ac:picMkLst>
        </pc:picChg>
        <pc:picChg chg="add del mod">
          <ac:chgData name="Berg, Dirk van den" userId="035ecb32-01d9-4b47-a105-eacf059a4647" providerId="ADAL" clId="{F7FF961E-CF96-44AC-93C2-93612F62D46D}" dt="2026-04-09T07:54:15.064" v="575" actId="478"/>
          <ac:picMkLst>
            <pc:docMk/>
            <pc:sldMk cId="3681273142" sldId="269"/>
            <ac:picMk id="7" creationId="{457BC955-66F8-E9A4-6DD4-3D1C2447CCAF}"/>
          </ac:picMkLst>
        </pc:picChg>
      </pc:sldChg>
      <pc:sldChg chg="modSp add mod">
        <pc:chgData name="Berg, Dirk van den" userId="035ecb32-01d9-4b47-a105-eacf059a4647" providerId="ADAL" clId="{F7FF961E-CF96-44AC-93C2-93612F62D46D}" dt="2026-04-09T08:07:03.122" v="712" actId="20577"/>
        <pc:sldMkLst>
          <pc:docMk/>
          <pc:sldMk cId="1280755024" sldId="270"/>
        </pc:sldMkLst>
        <pc:spChg chg="mod">
          <ac:chgData name="Berg, Dirk van den" userId="035ecb32-01d9-4b47-a105-eacf059a4647" providerId="ADAL" clId="{F7FF961E-CF96-44AC-93C2-93612F62D46D}" dt="2026-04-09T08:07:03.122" v="712" actId="20577"/>
          <ac:spMkLst>
            <pc:docMk/>
            <pc:sldMk cId="1280755024" sldId="270"/>
            <ac:spMk id="3" creationId="{1B16F991-22E1-98ED-FDA2-6483679AE450}"/>
          </ac:spMkLst>
        </pc:spChg>
      </pc:sldChg>
      <pc:sldChg chg="modSp add">
        <pc:chgData name="Berg, Dirk van den" userId="035ecb32-01d9-4b47-a105-eacf059a4647" providerId="ADAL" clId="{F7FF961E-CF96-44AC-93C2-93612F62D46D}" dt="2026-04-09T08:01:49.225" v="673"/>
        <pc:sldMkLst>
          <pc:docMk/>
          <pc:sldMk cId="472015965" sldId="272"/>
        </pc:sldMkLst>
        <pc:spChg chg="mod">
          <ac:chgData name="Berg, Dirk van den" userId="035ecb32-01d9-4b47-a105-eacf059a4647" providerId="ADAL" clId="{F7FF961E-CF96-44AC-93C2-93612F62D46D}" dt="2026-04-09T08:01:49.225" v="673"/>
          <ac:spMkLst>
            <pc:docMk/>
            <pc:sldMk cId="472015965" sldId="272"/>
            <ac:spMk id="2" creationId="{BA78E1D4-2F83-7852-9BEC-457045C3BD5B}"/>
          </ac:spMkLst>
        </pc:spChg>
      </pc:sldChg>
      <pc:sldChg chg="addSp modSp add mod">
        <pc:chgData name="Berg, Dirk van den" userId="035ecb32-01d9-4b47-a105-eacf059a4647" providerId="ADAL" clId="{F7FF961E-CF96-44AC-93C2-93612F62D46D}" dt="2026-04-09T08:44:55.789" v="924" actId="14100"/>
        <pc:sldMkLst>
          <pc:docMk/>
          <pc:sldMk cId="2141876746" sldId="342"/>
        </pc:sldMkLst>
        <pc:spChg chg="add mod">
          <ac:chgData name="Berg, Dirk van den" userId="035ecb32-01d9-4b47-a105-eacf059a4647" providerId="ADAL" clId="{F7FF961E-CF96-44AC-93C2-93612F62D46D}" dt="2026-04-09T08:44:55.789" v="924" actId="14100"/>
          <ac:spMkLst>
            <pc:docMk/>
            <pc:sldMk cId="2141876746" sldId="342"/>
            <ac:spMk id="3" creationId="{532AECC6-FD32-12C9-6328-82930576B1EF}"/>
          </ac:spMkLst>
        </pc:spChg>
      </pc:sldChg>
      <pc:sldChg chg="addSp modSp add">
        <pc:chgData name="Berg, Dirk van den" userId="035ecb32-01d9-4b47-a105-eacf059a4647" providerId="ADAL" clId="{F7FF961E-CF96-44AC-93C2-93612F62D46D}" dt="2026-04-09T08:44:59.480" v="925"/>
        <pc:sldMkLst>
          <pc:docMk/>
          <pc:sldMk cId="3228370844" sldId="343"/>
        </pc:sldMkLst>
        <pc:spChg chg="add mod">
          <ac:chgData name="Berg, Dirk van den" userId="035ecb32-01d9-4b47-a105-eacf059a4647" providerId="ADAL" clId="{F7FF961E-CF96-44AC-93C2-93612F62D46D}" dt="2026-04-09T08:44:59.480" v="925"/>
          <ac:spMkLst>
            <pc:docMk/>
            <pc:sldMk cId="3228370844" sldId="343"/>
            <ac:spMk id="5" creationId="{BE82D352-179E-4565-FB67-F156F57BAC04}"/>
          </ac:spMkLst>
        </pc:spChg>
      </pc:sldChg>
      <pc:sldChg chg="add">
        <pc:chgData name="Berg, Dirk van den" userId="035ecb32-01d9-4b47-a105-eacf059a4647" providerId="ADAL" clId="{F7FF961E-CF96-44AC-93C2-93612F62D46D}" dt="2026-04-09T08:00:55.224" v="577"/>
        <pc:sldMkLst>
          <pc:docMk/>
          <pc:sldMk cId="3640250606" sldId="345"/>
        </pc:sldMkLst>
      </pc:sldChg>
      <pc:sldChg chg="modSp add mod">
        <pc:chgData name="Berg, Dirk van den" userId="035ecb32-01d9-4b47-a105-eacf059a4647" providerId="ADAL" clId="{F7FF961E-CF96-44AC-93C2-93612F62D46D}" dt="2026-04-09T08:02:19.099" v="675"/>
        <pc:sldMkLst>
          <pc:docMk/>
          <pc:sldMk cId="2036716175" sldId="346"/>
        </pc:sldMkLst>
        <pc:spChg chg="mod">
          <ac:chgData name="Berg, Dirk van den" userId="035ecb32-01d9-4b47-a105-eacf059a4647" providerId="ADAL" clId="{F7FF961E-CF96-44AC-93C2-93612F62D46D}" dt="2026-04-09T08:02:19.099" v="675"/>
          <ac:spMkLst>
            <pc:docMk/>
            <pc:sldMk cId="2036716175" sldId="346"/>
            <ac:spMk id="3" creationId="{33CC5C39-1973-1377-05FE-4BFF0279635C}"/>
          </ac:spMkLst>
        </pc:spChg>
      </pc:sldChg>
      <pc:sldChg chg="modSp add mod">
        <pc:chgData name="Berg, Dirk van den" userId="035ecb32-01d9-4b47-a105-eacf059a4647" providerId="ADAL" clId="{F7FF961E-CF96-44AC-93C2-93612F62D46D}" dt="2026-04-09T08:02:32.065" v="676" actId="20577"/>
        <pc:sldMkLst>
          <pc:docMk/>
          <pc:sldMk cId="2147549989" sldId="347"/>
        </pc:sldMkLst>
        <pc:spChg chg="mod">
          <ac:chgData name="Berg, Dirk van den" userId="035ecb32-01d9-4b47-a105-eacf059a4647" providerId="ADAL" clId="{F7FF961E-CF96-44AC-93C2-93612F62D46D}" dt="2026-04-09T08:01:51.537" v="674"/>
          <ac:spMkLst>
            <pc:docMk/>
            <pc:sldMk cId="2147549989" sldId="347"/>
            <ac:spMk id="2" creationId="{E8B78D7D-655B-FF3C-6BAE-48C8AA1797C3}"/>
          </ac:spMkLst>
        </pc:spChg>
        <pc:spChg chg="mod">
          <ac:chgData name="Berg, Dirk van den" userId="035ecb32-01d9-4b47-a105-eacf059a4647" providerId="ADAL" clId="{F7FF961E-CF96-44AC-93C2-93612F62D46D}" dt="2026-04-09T08:02:32.065" v="676" actId="20577"/>
          <ac:spMkLst>
            <pc:docMk/>
            <pc:sldMk cId="2147549989" sldId="347"/>
            <ac:spMk id="10" creationId="{43F34035-2E37-A969-2766-A94BA0A14143}"/>
          </ac:spMkLst>
        </pc:spChg>
      </pc:sldChg>
      <pc:sldChg chg="addSp modSp new del mod">
        <pc:chgData name="Berg, Dirk van den" userId="035ecb32-01d9-4b47-a105-eacf059a4647" providerId="ADAL" clId="{F7FF961E-CF96-44AC-93C2-93612F62D46D}" dt="2026-04-09T08:17:02.256" v="767" actId="47"/>
        <pc:sldMkLst>
          <pc:docMk/>
          <pc:sldMk cId="1911465640" sldId="348"/>
        </pc:sldMkLst>
        <pc:spChg chg="mod">
          <ac:chgData name="Berg, Dirk van den" userId="035ecb32-01d9-4b47-a105-eacf059a4647" providerId="ADAL" clId="{F7FF961E-CF96-44AC-93C2-93612F62D46D}" dt="2026-04-09T08:15:23.010" v="755" actId="20577"/>
          <ac:spMkLst>
            <pc:docMk/>
            <pc:sldMk cId="1911465640" sldId="348"/>
            <ac:spMk id="2" creationId="{356F821A-8361-BF7F-3A05-2F8E56152A51}"/>
          </ac:spMkLst>
        </pc:spChg>
        <pc:picChg chg="add mod">
          <ac:chgData name="Berg, Dirk van den" userId="035ecb32-01d9-4b47-a105-eacf059a4647" providerId="ADAL" clId="{F7FF961E-CF96-44AC-93C2-93612F62D46D}" dt="2026-04-09T08:15:13.866" v="717" actId="1076"/>
          <ac:picMkLst>
            <pc:docMk/>
            <pc:sldMk cId="1911465640" sldId="348"/>
            <ac:picMk id="5" creationId="{8FEAD9D0-94A5-9E14-F451-F4A287159F7B}"/>
          </ac:picMkLst>
        </pc:picChg>
      </pc:sldChg>
      <pc:sldChg chg="addSp delSp modSp add mod ord">
        <pc:chgData name="Berg, Dirk van den" userId="035ecb32-01d9-4b47-a105-eacf059a4647" providerId="ADAL" clId="{F7FF961E-CF96-44AC-93C2-93612F62D46D}" dt="2026-04-09T08:21:47.767" v="832" actId="1076"/>
        <pc:sldMkLst>
          <pc:docMk/>
          <pc:sldMk cId="3535506409" sldId="349"/>
        </pc:sldMkLst>
        <pc:spChg chg="add del">
          <ac:chgData name="Berg, Dirk van den" userId="035ecb32-01d9-4b47-a105-eacf059a4647" providerId="ADAL" clId="{F7FF961E-CF96-44AC-93C2-93612F62D46D}" dt="2026-04-09T08:16:45.278" v="760" actId="22"/>
          <ac:spMkLst>
            <pc:docMk/>
            <pc:sldMk cId="3535506409" sldId="349"/>
            <ac:spMk id="3" creationId="{73D0E731-F328-0220-DE39-F0AB69B887C6}"/>
          </ac:spMkLst>
        </pc:spChg>
        <pc:spChg chg="add mod">
          <ac:chgData name="Berg, Dirk van den" userId="035ecb32-01d9-4b47-a105-eacf059a4647" providerId="ADAL" clId="{F7FF961E-CF96-44AC-93C2-93612F62D46D}" dt="2026-04-09T08:19:03.231" v="774" actId="14100"/>
          <ac:spMkLst>
            <pc:docMk/>
            <pc:sldMk cId="3535506409" sldId="349"/>
            <ac:spMk id="9" creationId="{567CAFAB-D219-E227-923D-05E4EA951C90}"/>
          </ac:spMkLst>
        </pc:spChg>
        <pc:spChg chg="add mod">
          <ac:chgData name="Berg, Dirk van den" userId="035ecb32-01d9-4b47-a105-eacf059a4647" providerId="ADAL" clId="{F7FF961E-CF96-44AC-93C2-93612F62D46D}" dt="2026-04-09T08:19:27.171" v="778" actId="14100"/>
          <ac:spMkLst>
            <pc:docMk/>
            <pc:sldMk cId="3535506409" sldId="349"/>
            <ac:spMk id="10" creationId="{08000E7C-D939-755F-173A-D9EE03A94528}"/>
          </ac:spMkLst>
        </pc:spChg>
        <pc:spChg chg="add mod">
          <ac:chgData name="Berg, Dirk van den" userId="035ecb32-01d9-4b47-a105-eacf059a4647" providerId="ADAL" clId="{F7FF961E-CF96-44AC-93C2-93612F62D46D}" dt="2026-04-09T08:19:43.207" v="782" actId="1076"/>
          <ac:spMkLst>
            <pc:docMk/>
            <pc:sldMk cId="3535506409" sldId="349"/>
            <ac:spMk id="11" creationId="{76EEA4F1-9891-D746-5F3D-7F5C3FAB88CA}"/>
          </ac:spMkLst>
        </pc:spChg>
        <pc:spChg chg="add mod">
          <ac:chgData name="Berg, Dirk van den" userId="035ecb32-01d9-4b47-a105-eacf059a4647" providerId="ADAL" clId="{F7FF961E-CF96-44AC-93C2-93612F62D46D}" dt="2026-04-09T08:21:47.767" v="832" actId="1076"/>
          <ac:spMkLst>
            <pc:docMk/>
            <pc:sldMk cId="3535506409" sldId="349"/>
            <ac:spMk id="12" creationId="{1039F059-3890-067F-6DF9-E525060C68DA}"/>
          </ac:spMkLst>
        </pc:spChg>
        <pc:picChg chg="mod">
          <ac:chgData name="Berg, Dirk van den" userId="035ecb32-01d9-4b47-a105-eacf059a4647" providerId="ADAL" clId="{F7FF961E-CF96-44AC-93C2-93612F62D46D}" dt="2026-04-09T08:16:44.768" v="759" actId="1076"/>
          <ac:picMkLst>
            <pc:docMk/>
            <pc:sldMk cId="3535506409" sldId="349"/>
            <ac:picMk id="5" creationId="{9BCAA604-6E2F-6B89-9751-159BA87A5C44}"/>
          </ac:picMkLst>
        </pc:picChg>
        <pc:picChg chg="add del mod ord">
          <ac:chgData name="Berg, Dirk van den" userId="035ecb32-01d9-4b47-a105-eacf059a4647" providerId="ADAL" clId="{F7FF961E-CF96-44AC-93C2-93612F62D46D}" dt="2026-04-09T08:16:45.278" v="760" actId="22"/>
          <ac:picMkLst>
            <pc:docMk/>
            <pc:sldMk cId="3535506409" sldId="349"/>
            <ac:picMk id="6" creationId="{2A9E615B-C9F2-7E58-D6A3-532AB4CA019E}"/>
          </ac:picMkLst>
        </pc:picChg>
        <pc:picChg chg="add mod">
          <ac:chgData name="Berg, Dirk van den" userId="035ecb32-01d9-4b47-a105-eacf059a4647" providerId="ADAL" clId="{F7FF961E-CF96-44AC-93C2-93612F62D46D}" dt="2026-04-09T08:16:54.820" v="764" actId="1076"/>
          <ac:picMkLst>
            <pc:docMk/>
            <pc:sldMk cId="3535506409" sldId="349"/>
            <ac:picMk id="8" creationId="{4F2FC1F0-6BDD-A299-F527-A4998CD628E1}"/>
          </ac:picMkLst>
        </pc:picChg>
      </pc:sldChg>
      <pc:sldChg chg="add">
        <pc:chgData name="Berg, Dirk van den" userId="035ecb32-01d9-4b47-a105-eacf059a4647" providerId="ADAL" clId="{F7FF961E-CF96-44AC-93C2-93612F62D46D}" dt="2026-04-09T08:17:06.245" v="768" actId="2890"/>
        <pc:sldMkLst>
          <pc:docMk/>
          <pc:sldMk cId="4020232614" sldId="350"/>
        </pc:sldMkLst>
      </pc:sldChg>
      <pc:sldChg chg="addSp modSp add mod">
        <pc:chgData name="Berg, Dirk van den" userId="035ecb32-01d9-4b47-a105-eacf059a4647" providerId="ADAL" clId="{F7FF961E-CF96-44AC-93C2-93612F62D46D}" dt="2026-04-09T08:23:24.099" v="915" actId="1076"/>
        <pc:sldMkLst>
          <pc:docMk/>
          <pc:sldMk cId="1713676536" sldId="351"/>
        </pc:sldMkLst>
        <pc:spChg chg="add mod">
          <ac:chgData name="Berg, Dirk van den" userId="035ecb32-01d9-4b47-a105-eacf059a4647" providerId="ADAL" clId="{F7FF961E-CF96-44AC-93C2-93612F62D46D}" dt="2026-04-09T08:23:24.099" v="915" actId="1076"/>
          <ac:spMkLst>
            <pc:docMk/>
            <pc:sldMk cId="1713676536" sldId="351"/>
            <ac:spMk id="4" creationId="{57894E58-6552-142F-3AEF-13DEF7390CA4}"/>
          </ac:spMkLst>
        </pc:spChg>
        <pc:spChg chg="add mod">
          <ac:chgData name="Berg, Dirk van den" userId="035ecb32-01d9-4b47-a105-eacf059a4647" providerId="ADAL" clId="{F7FF961E-CF96-44AC-93C2-93612F62D46D}" dt="2026-04-09T08:23:13.536" v="914" actId="1076"/>
          <ac:spMkLst>
            <pc:docMk/>
            <pc:sldMk cId="1713676536" sldId="351"/>
            <ac:spMk id="6" creationId="{E9A213CD-B50E-373E-5DD9-5C33E0161B5E}"/>
          </ac:spMkLst>
        </pc:spChg>
      </pc:sldChg>
      <pc:sldChg chg="new del">
        <pc:chgData name="Berg, Dirk van den" userId="035ecb32-01d9-4b47-a105-eacf059a4647" providerId="ADAL" clId="{F7FF961E-CF96-44AC-93C2-93612F62D46D}" dt="2026-04-09T08:21:06.098" v="786" actId="47"/>
        <pc:sldMkLst>
          <pc:docMk/>
          <pc:sldMk cId="4026381155" sldId="351"/>
        </pc:sldMkLst>
      </pc:sldChg>
      <pc:sldChg chg="add">
        <pc:chgData name="Berg, Dirk van den" userId="035ecb32-01d9-4b47-a105-eacf059a4647" providerId="ADAL" clId="{F7FF961E-CF96-44AC-93C2-93612F62D46D}" dt="2026-04-09T08:28:22.877" v="917"/>
        <pc:sldMkLst>
          <pc:docMk/>
          <pc:sldMk cId="2806345543" sldId="352"/>
        </pc:sldMkLst>
      </pc:sldChg>
      <pc:sldChg chg="modSp add mod">
        <pc:chgData name="Berg, Dirk van den" userId="035ecb32-01d9-4b47-a105-eacf059a4647" providerId="ADAL" clId="{F7FF961E-CF96-44AC-93C2-93612F62D46D}" dt="2026-04-09T09:32:03.768" v="1144" actId="14100"/>
        <pc:sldMkLst>
          <pc:docMk/>
          <pc:sldMk cId="1057206655" sldId="376"/>
        </pc:sldMkLst>
        <pc:spChg chg="mod">
          <ac:chgData name="Berg, Dirk van den" userId="035ecb32-01d9-4b47-a105-eacf059a4647" providerId="ADAL" clId="{F7FF961E-CF96-44AC-93C2-93612F62D46D}" dt="2026-04-09T09:31:31.353" v="1136"/>
          <ac:spMkLst>
            <pc:docMk/>
            <pc:sldMk cId="1057206655" sldId="376"/>
            <ac:spMk id="4" creationId="{F2F5964E-79B2-1822-991D-7ED8CF40421A}"/>
          </ac:spMkLst>
        </pc:spChg>
        <pc:spChg chg="mod">
          <ac:chgData name="Berg, Dirk van den" userId="035ecb32-01d9-4b47-a105-eacf059a4647" providerId="ADAL" clId="{F7FF961E-CF96-44AC-93C2-93612F62D46D}" dt="2026-04-09T09:31:31.353" v="1136"/>
          <ac:spMkLst>
            <pc:docMk/>
            <pc:sldMk cId="1057206655" sldId="376"/>
            <ac:spMk id="5" creationId="{ADBE0C36-3EE9-9CA3-EA73-739C2B10DB28}"/>
          </ac:spMkLst>
        </pc:spChg>
        <pc:spChg chg="mod">
          <ac:chgData name="Berg, Dirk van den" userId="035ecb32-01d9-4b47-a105-eacf059a4647" providerId="ADAL" clId="{F7FF961E-CF96-44AC-93C2-93612F62D46D}" dt="2026-04-09T09:31:31.353" v="1136"/>
          <ac:spMkLst>
            <pc:docMk/>
            <pc:sldMk cId="1057206655" sldId="376"/>
            <ac:spMk id="6" creationId="{02A98253-47A7-9395-B34A-5DF531A0165A}"/>
          </ac:spMkLst>
        </pc:spChg>
        <pc:spChg chg="mod">
          <ac:chgData name="Berg, Dirk van den" userId="035ecb32-01d9-4b47-a105-eacf059a4647" providerId="ADAL" clId="{F7FF961E-CF96-44AC-93C2-93612F62D46D}" dt="2026-04-09T09:31:31.353" v="1136"/>
          <ac:spMkLst>
            <pc:docMk/>
            <pc:sldMk cId="1057206655" sldId="376"/>
            <ac:spMk id="7" creationId="{1A203041-7538-FFEB-67B6-9E60EE1ABB7C}"/>
          </ac:spMkLst>
        </pc:spChg>
        <pc:spChg chg="mod">
          <ac:chgData name="Berg, Dirk van den" userId="035ecb32-01d9-4b47-a105-eacf059a4647" providerId="ADAL" clId="{F7FF961E-CF96-44AC-93C2-93612F62D46D}" dt="2026-04-09T09:31:31.353" v="1136"/>
          <ac:spMkLst>
            <pc:docMk/>
            <pc:sldMk cId="1057206655" sldId="376"/>
            <ac:spMk id="8" creationId="{643D0707-9721-0589-FDE0-8C991AA57B25}"/>
          </ac:spMkLst>
        </pc:spChg>
        <pc:spChg chg="mod">
          <ac:chgData name="Berg, Dirk van den" userId="035ecb32-01d9-4b47-a105-eacf059a4647" providerId="ADAL" clId="{F7FF961E-CF96-44AC-93C2-93612F62D46D}" dt="2026-04-09T09:31:31.353" v="1136"/>
          <ac:spMkLst>
            <pc:docMk/>
            <pc:sldMk cId="1057206655" sldId="376"/>
            <ac:spMk id="26" creationId="{0D405309-5F2A-6331-729E-E413B62AE287}"/>
          </ac:spMkLst>
        </pc:spChg>
        <pc:spChg chg="mod">
          <ac:chgData name="Berg, Dirk van den" userId="035ecb32-01d9-4b47-a105-eacf059a4647" providerId="ADAL" clId="{F7FF961E-CF96-44AC-93C2-93612F62D46D}" dt="2026-04-09T09:31:31.353" v="1136"/>
          <ac:spMkLst>
            <pc:docMk/>
            <pc:sldMk cId="1057206655" sldId="376"/>
            <ac:spMk id="28" creationId="{92BECD1E-48B3-3718-DC89-436C4B68C293}"/>
          </ac:spMkLst>
        </pc:spChg>
        <pc:spChg chg="mod">
          <ac:chgData name="Berg, Dirk van den" userId="035ecb32-01d9-4b47-a105-eacf059a4647" providerId="ADAL" clId="{F7FF961E-CF96-44AC-93C2-93612F62D46D}" dt="2026-04-09T09:31:31.353" v="1136"/>
          <ac:spMkLst>
            <pc:docMk/>
            <pc:sldMk cId="1057206655" sldId="376"/>
            <ac:spMk id="29" creationId="{9C904DC5-BB36-E971-FA77-F8778B396DBE}"/>
          </ac:spMkLst>
        </pc:spChg>
        <pc:spChg chg="mod">
          <ac:chgData name="Berg, Dirk van den" userId="035ecb32-01d9-4b47-a105-eacf059a4647" providerId="ADAL" clId="{F7FF961E-CF96-44AC-93C2-93612F62D46D}" dt="2026-04-09T09:31:31.353" v="1136"/>
          <ac:spMkLst>
            <pc:docMk/>
            <pc:sldMk cId="1057206655" sldId="376"/>
            <ac:spMk id="41" creationId="{D3EC38EB-6747-F571-C7AA-96920FCA8FC7}"/>
          </ac:spMkLst>
        </pc:spChg>
        <pc:spChg chg="mod">
          <ac:chgData name="Berg, Dirk van den" userId="035ecb32-01d9-4b47-a105-eacf059a4647" providerId="ADAL" clId="{F7FF961E-CF96-44AC-93C2-93612F62D46D}" dt="2026-04-09T09:31:31.353" v="1136"/>
          <ac:spMkLst>
            <pc:docMk/>
            <pc:sldMk cId="1057206655" sldId="376"/>
            <ac:spMk id="43" creationId="{08E7BCC3-D433-4A72-DAF3-A51A56AC0020}"/>
          </ac:spMkLst>
        </pc:spChg>
        <pc:cxnChg chg="mod">
          <ac:chgData name="Berg, Dirk van den" userId="035ecb32-01d9-4b47-a105-eacf059a4647" providerId="ADAL" clId="{F7FF961E-CF96-44AC-93C2-93612F62D46D}" dt="2026-04-09T09:31:57.779" v="1142" actId="14100"/>
          <ac:cxnSpMkLst>
            <pc:docMk/>
            <pc:sldMk cId="1057206655" sldId="376"/>
            <ac:cxnSpMk id="10" creationId="{B9FCA89E-851E-AF37-E0A1-F5F26F5A369C}"/>
          </ac:cxnSpMkLst>
        </pc:cxnChg>
        <pc:cxnChg chg="mod">
          <ac:chgData name="Berg, Dirk van den" userId="035ecb32-01d9-4b47-a105-eacf059a4647" providerId="ADAL" clId="{F7FF961E-CF96-44AC-93C2-93612F62D46D}" dt="2026-04-09T09:32:00.566" v="1143" actId="14100"/>
          <ac:cxnSpMkLst>
            <pc:docMk/>
            <pc:sldMk cId="1057206655" sldId="376"/>
            <ac:cxnSpMk id="14" creationId="{15D65365-7C2F-C1F1-D565-0B3B99A8858E}"/>
          </ac:cxnSpMkLst>
        </pc:cxnChg>
        <pc:cxnChg chg="mod">
          <ac:chgData name="Berg, Dirk van den" userId="035ecb32-01d9-4b47-a105-eacf059a4647" providerId="ADAL" clId="{F7FF961E-CF96-44AC-93C2-93612F62D46D}" dt="2026-04-09T09:32:03.768" v="1144" actId="14100"/>
          <ac:cxnSpMkLst>
            <pc:docMk/>
            <pc:sldMk cId="1057206655" sldId="376"/>
            <ac:cxnSpMk id="21" creationId="{88DBEA52-85E6-D640-86E4-94A6F30A3271}"/>
          </ac:cxnSpMkLst>
        </pc:cxnChg>
      </pc:sldChg>
      <pc:sldChg chg="addSp delSp modSp add mod">
        <pc:chgData name="Berg, Dirk van den" userId="035ecb32-01d9-4b47-a105-eacf059a4647" providerId="ADAL" clId="{F7FF961E-CF96-44AC-93C2-93612F62D46D}" dt="2026-04-09T09:23:45.369" v="1110" actId="1076"/>
        <pc:sldMkLst>
          <pc:docMk/>
          <pc:sldMk cId="3746725905" sldId="378"/>
        </pc:sldMkLst>
        <pc:spChg chg="mod">
          <ac:chgData name="Berg, Dirk van den" userId="035ecb32-01d9-4b47-a105-eacf059a4647" providerId="ADAL" clId="{F7FF961E-CF96-44AC-93C2-93612F62D46D}" dt="2026-04-09T09:19:11.444" v="1043" actId="20577"/>
          <ac:spMkLst>
            <pc:docMk/>
            <pc:sldMk cId="3746725905" sldId="378"/>
            <ac:spMk id="5" creationId="{92680B80-9581-D757-2263-C83B523E6270}"/>
          </ac:spMkLst>
        </pc:spChg>
        <pc:spChg chg="add del mod">
          <ac:chgData name="Berg, Dirk van den" userId="035ecb32-01d9-4b47-a105-eacf059a4647" providerId="ADAL" clId="{F7FF961E-CF96-44AC-93C2-93612F62D46D}" dt="2026-04-09T09:23:22.234" v="1106" actId="20577"/>
          <ac:spMkLst>
            <pc:docMk/>
            <pc:sldMk cId="3746725905" sldId="378"/>
            <ac:spMk id="6" creationId="{B8188E43-17DF-2413-2DB6-2096733BC8EF}"/>
          </ac:spMkLst>
        </pc:spChg>
        <pc:spChg chg="mod">
          <ac:chgData name="Berg, Dirk van den" userId="035ecb32-01d9-4b47-a105-eacf059a4647" providerId="ADAL" clId="{F7FF961E-CF96-44AC-93C2-93612F62D46D}" dt="2026-04-09T09:19:43.229" v="1075" actId="20577"/>
          <ac:spMkLst>
            <pc:docMk/>
            <pc:sldMk cId="3746725905" sldId="378"/>
            <ac:spMk id="8" creationId="{F73505E3-CFFD-7904-EAF8-13DA64D4059C}"/>
          </ac:spMkLst>
        </pc:spChg>
        <pc:spChg chg="ord">
          <ac:chgData name="Berg, Dirk van den" userId="035ecb32-01d9-4b47-a105-eacf059a4647" providerId="ADAL" clId="{F7FF961E-CF96-44AC-93C2-93612F62D46D}" dt="2026-04-09T09:21:55.007" v="1089" actId="166"/>
          <ac:spMkLst>
            <pc:docMk/>
            <pc:sldMk cId="3746725905" sldId="378"/>
            <ac:spMk id="25" creationId="{B4B6B865-48F0-1882-51E0-288778B9AB90}"/>
          </ac:spMkLst>
        </pc:spChg>
        <pc:spChg chg="mod">
          <ac:chgData name="Berg, Dirk van den" userId="035ecb32-01d9-4b47-a105-eacf059a4647" providerId="ADAL" clId="{F7FF961E-CF96-44AC-93C2-93612F62D46D}" dt="2026-04-09T09:19:52.321" v="1077" actId="20577"/>
          <ac:spMkLst>
            <pc:docMk/>
            <pc:sldMk cId="3746725905" sldId="378"/>
            <ac:spMk id="27" creationId="{B7E84880-8493-6B4C-DCDF-7F96209C6861}"/>
          </ac:spMkLst>
        </pc:spChg>
        <pc:spChg chg="mod">
          <ac:chgData name="Berg, Dirk van den" userId="035ecb32-01d9-4b47-a105-eacf059a4647" providerId="ADAL" clId="{F7FF961E-CF96-44AC-93C2-93612F62D46D}" dt="2026-04-09T09:21:13.788" v="1080" actId="368"/>
          <ac:spMkLst>
            <pc:docMk/>
            <pc:sldMk cId="3746725905" sldId="378"/>
            <ac:spMk id="43" creationId="{E73862A8-32D6-BC5D-E243-F078FA69CDE8}"/>
          </ac:spMkLst>
        </pc:spChg>
        <pc:cxnChg chg="mod">
          <ac:chgData name="Berg, Dirk van den" userId="035ecb32-01d9-4b47-a105-eacf059a4647" providerId="ADAL" clId="{F7FF961E-CF96-44AC-93C2-93612F62D46D}" dt="2026-04-09T09:23:27.965" v="1107" actId="14100"/>
          <ac:cxnSpMkLst>
            <pc:docMk/>
            <pc:sldMk cId="3746725905" sldId="378"/>
            <ac:cxnSpMk id="10" creationId="{67931A66-3ABC-9FD1-7CAA-5E2C24C36513}"/>
          </ac:cxnSpMkLst>
        </pc:cxnChg>
        <pc:cxnChg chg="add del mod">
          <ac:chgData name="Berg, Dirk van den" userId="035ecb32-01d9-4b47-a105-eacf059a4647" providerId="ADAL" clId="{F7FF961E-CF96-44AC-93C2-93612F62D46D}" dt="2026-04-09T09:21:05.049" v="1079" actId="11529"/>
          <ac:cxnSpMkLst>
            <pc:docMk/>
            <pc:sldMk cId="3746725905" sldId="378"/>
            <ac:cxnSpMk id="11" creationId="{DC37583C-7ECE-6832-4CFF-B376233B9083}"/>
          </ac:cxnSpMkLst>
        </pc:cxnChg>
        <pc:cxnChg chg="add del mod">
          <ac:chgData name="Berg, Dirk van den" userId="035ecb32-01d9-4b47-a105-eacf059a4647" providerId="ADAL" clId="{F7FF961E-CF96-44AC-93C2-93612F62D46D}" dt="2026-04-09T09:22:11.944" v="1092" actId="478"/>
          <ac:cxnSpMkLst>
            <pc:docMk/>
            <pc:sldMk cId="3746725905" sldId="378"/>
            <ac:cxnSpMk id="13" creationId="{57D534C9-F47C-0EE9-233D-6FDBB7144940}"/>
          </ac:cxnSpMkLst>
        </pc:cxnChg>
        <pc:cxnChg chg="mod">
          <ac:chgData name="Berg, Dirk van den" userId="035ecb32-01d9-4b47-a105-eacf059a4647" providerId="ADAL" clId="{F7FF961E-CF96-44AC-93C2-93612F62D46D}" dt="2026-04-09T09:23:45.369" v="1110" actId="1076"/>
          <ac:cxnSpMkLst>
            <pc:docMk/>
            <pc:sldMk cId="3746725905" sldId="378"/>
            <ac:cxnSpMk id="14" creationId="{AEC24AA5-48D5-9BD3-4FA8-5731C9F713BA}"/>
          </ac:cxnSpMkLst>
        </pc:cxnChg>
        <pc:cxnChg chg="add del">
          <ac:chgData name="Berg, Dirk van den" userId="035ecb32-01d9-4b47-a105-eacf059a4647" providerId="ADAL" clId="{F7FF961E-CF96-44AC-93C2-93612F62D46D}" dt="2026-04-09T09:21:36.445" v="1085" actId="11529"/>
          <ac:cxnSpMkLst>
            <pc:docMk/>
            <pc:sldMk cId="3746725905" sldId="378"/>
            <ac:cxnSpMk id="16" creationId="{E987494E-D9EE-08D0-B05F-83BC77035326}"/>
          </ac:cxnSpMkLst>
        </pc:cxnChg>
        <pc:cxnChg chg="add del">
          <ac:chgData name="Berg, Dirk van den" userId="035ecb32-01d9-4b47-a105-eacf059a4647" providerId="ADAL" clId="{F7FF961E-CF96-44AC-93C2-93612F62D46D}" dt="2026-04-09T09:21:35.937" v="1084" actId="11529"/>
          <ac:cxnSpMkLst>
            <pc:docMk/>
            <pc:sldMk cId="3746725905" sldId="378"/>
            <ac:cxnSpMk id="18" creationId="{BCFA5331-F19D-D6DB-743D-FA0AEE6C7FCA}"/>
          </ac:cxnSpMkLst>
        </pc:cxnChg>
        <pc:cxnChg chg="mod">
          <ac:chgData name="Berg, Dirk van den" userId="035ecb32-01d9-4b47-a105-eacf059a4647" providerId="ADAL" clId="{F7FF961E-CF96-44AC-93C2-93612F62D46D}" dt="2026-04-09T09:19:30.640" v="1050" actId="14100"/>
          <ac:cxnSpMkLst>
            <pc:docMk/>
            <pc:sldMk cId="3746725905" sldId="378"/>
            <ac:cxnSpMk id="21" creationId="{FBC8F1D1-BD3C-4E4F-B32E-F9B54AA9070E}"/>
          </ac:cxnSpMkLst>
        </pc:cxnChg>
        <pc:cxnChg chg="add del ord">
          <ac:chgData name="Berg, Dirk van den" userId="035ecb32-01d9-4b47-a105-eacf059a4647" providerId="ADAL" clId="{F7FF961E-CF96-44AC-93C2-93612F62D46D}" dt="2026-04-09T09:22:11.108" v="1091" actId="478"/>
          <ac:cxnSpMkLst>
            <pc:docMk/>
            <pc:sldMk cId="3746725905" sldId="378"/>
            <ac:cxnSpMk id="22" creationId="{2AD9DF09-D9CC-F32A-EF70-B0199E6E2F72}"/>
          </ac:cxnSpMkLst>
        </pc:cxnChg>
        <pc:cxnChg chg="mod">
          <ac:chgData name="Berg, Dirk van den" userId="035ecb32-01d9-4b47-a105-eacf059a4647" providerId="ADAL" clId="{F7FF961E-CF96-44AC-93C2-93612F62D46D}" dt="2026-04-09T09:19:52.321" v="1077" actId="20577"/>
          <ac:cxnSpMkLst>
            <pc:docMk/>
            <pc:sldMk cId="3746725905" sldId="378"/>
            <ac:cxnSpMk id="37" creationId="{0E0D96FC-9B0C-DBF4-BBCF-1C06FA6E37B8}"/>
          </ac:cxnSpMkLst>
        </pc:cxnChg>
        <pc:cxnChg chg="mod">
          <ac:chgData name="Berg, Dirk van den" userId="035ecb32-01d9-4b47-a105-eacf059a4647" providerId="ADAL" clId="{F7FF961E-CF96-44AC-93C2-93612F62D46D}" dt="2026-04-09T09:19:52.321" v="1077" actId="20577"/>
          <ac:cxnSpMkLst>
            <pc:docMk/>
            <pc:sldMk cId="3746725905" sldId="378"/>
            <ac:cxnSpMk id="45" creationId="{8F52CB25-7685-40E0-FF96-4D919D066F5B}"/>
          </ac:cxnSpMkLst>
        </pc:cxnChg>
      </pc:sldChg>
      <pc:sldChg chg="modSp add mod">
        <pc:chgData name="Berg, Dirk van den" userId="035ecb32-01d9-4b47-a105-eacf059a4647" providerId="ADAL" clId="{F7FF961E-CF96-44AC-93C2-93612F62D46D}" dt="2026-04-09T09:32:14.272" v="1147" actId="14100"/>
        <pc:sldMkLst>
          <pc:docMk/>
          <pc:sldMk cId="3267879511" sldId="379"/>
        </pc:sldMkLst>
        <pc:spChg chg="mod">
          <ac:chgData name="Berg, Dirk van den" userId="035ecb32-01d9-4b47-a105-eacf059a4647" providerId="ADAL" clId="{F7FF961E-CF96-44AC-93C2-93612F62D46D}" dt="2026-04-09T09:31:33.882" v="1137"/>
          <ac:spMkLst>
            <pc:docMk/>
            <pc:sldMk cId="3267879511" sldId="379"/>
            <ac:spMk id="5" creationId="{1A2E5E9F-561E-1620-1506-74475CF66C0A}"/>
          </ac:spMkLst>
        </pc:spChg>
        <pc:spChg chg="mod">
          <ac:chgData name="Berg, Dirk van den" userId="035ecb32-01d9-4b47-a105-eacf059a4647" providerId="ADAL" clId="{F7FF961E-CF96-44AC-93C2-93612F62D46D}" dt="2026-04-09T09:31:33.882" v="1137"/>
          <ac:spMkLst>
            <pc:docMk/>
            <pc:sldMk cId="3267879511" sldId="379"/>
            <ac:spMk id="6" creationId="{979C307F-222D-5878-F30F-78FBB62A27C7}"/>
          </ac:spMkLst>
        </pc:spChg>
        <pc:spChg chg="mod">
          <ac:chgData name="Berg, Dirk van den" userId="035ecb32-01d9-4b47-a105-eacf059a4647" providerId="ADAL" clId="{F7FF961E-CF96-44AC-93C2-93612F62D46D}" dt="2026-04-09T09:31:33.882" v="1137"/>
          <ac:spMkLst>
            <pc:docMk/>
            <pc:sldMk cId="3267879511" sldId="379"/>
            <ac:spMk id="7" creationId="{23653CB0-E182-472A-7771-B158FDF78661}"/>
          </ac:spMkLst>
        </pc:spChg>
        <pc:spChg chg="mod">
          <ac:chgData name="Berg, Dirk van den" userId="035ecb32-01d9-4b47-a105-eacf059a4647" providerId="ADAL" clId="{F7FF961E-CF96-44AC-93C2-93612F62D46D}" dt="2026-04-09T09:31:33.882" v="1137"/>
          <ac:spMkLst>
            <pc:docMk/>
            <pc:sldMk cId="3267879511" sldId="379"/>
            <ac:spMk id="8" creationId="{6F17A89D-D622-58AE-2A43-3506EA173175}"/>
          </ac:spMkLst>
        </pc:spChg>
        <pc:spChg chg="mod">
          <ac:chgData name="Berg, Dirk van den" userId="035ecb32-01d9-4b47-a105-eacf059a4647" providerId="ADAL" clId="{F7FF961E-CF96-44AC-93C2-93612F62D46D}" dt="2026-04-09T09:31:33.882" v="1137"/>
          <ac:spMkLst>
            <pc:docMk/>
            <pc:sldMk cId="3267879511" sldId="379"/>
            <ac:spMk id="26" creationId="{D7F3E69D-DF0E-3BE9-2DDF-F562F28DF4E0}"/>
          </ac:spMkLst>
        </pc:spChg>
        <pc:spChg chg="mod">
          <ac:chgData name="Berg, Dirk van den" userId="035ecb32-01d9-4b47-a105-eacf059a4647" providerId="ADAL" clId="{F7FF961E-CF96-44AC-93C2-93612F62D46D}" dt="2026-04-09T09:31:33.882" v="1137"/>
          <ac:spMkLst>
            <pc:docMk/>
            <pc:sldMk cId="3267879511" sldId="379"/>
            <ac:spMk id="28" creationId="{1F744734-4946-228C-1D1A-B7933B5A1F7E}"/>
          </ac:spMkLst>
        </pc:spChg>
        <pc:spChg chg="mod">
          <ac:chgData name="Berg, Dirk van den" userId="035ecb32-01d9-4b47-a105-eacf059a4647" providerId="ADAL" clId="{F7FF961E-CF96-44AC-93C2-93612F62D46D}" dt="2026-04-09T09:31:33.882" v="1137"/>
          <ac:spMkLst>
            <pc:docMk/>
            <pc:sldMk cId="3267879511" sldId="379"/>
            <ac:spMk id="29" creationId="{02FCAC02-8134-78FC-2CE2-D263AA9409B6}"/>
          </ac:spMkLst>
        </pc:spChg>
        <pc:spChg chg="mod">
          <ac:chgData name="Berg, Dirk van den" userId="035ecb32-01d9-4b47-a105-eacf059a4647" providerId="ADAL" clId="{F7FF961E-CF96-44AC-93C2-93612F62D46D}" dt="2026-04-09T09:31:33.882" v="1137"/>
          <ac:spMkLst>
            <pc:docMk/>
            <pc:sldMk cId="3267879511" sldId="379"/>
            <ac:spMk id="40" creationId="{1D51B9CC-E708-E817-4086-8B5E3253B6F7}"/>
          </ac:spMkLst>
        </pc:spChg>
        <pc:spChg chg="mod">
          <ac:chgData name="Berg, Dirk van den" userId="035ecb32-01d9-4b47-a105-eacf059a4647" providerId="ADAL" clId="{F7FF961E-CF96-44AC-93C2-93612F62D46D}" dt="2026-04-09T09:31:33.882" v="1137"/>
          <ac:spMkLst>
            <pc:docMk/>
            <pc:sldMk cId="3267879511" sldId="379"/>
            <ac:spMk id="41" creationId="{AC81CA6A-7DAC-5E20-77E0-178E26F38106}"/>
          </ac:spMkLst>
        </pc:spChg>
        <pc:spChg chg="mod">
          <ac:chgData name="Berg, Dirk van den" userId="035ecb32-01d9-4b47-a105-eacf059a4647" providerId="ADAL" clId="{F7FF961E-CF96-44AC-93C2-93612F62D46D}" dt="2026-04-09T09:31:33.882" v="1137"/>
          <ac:spMkLst>
            <pc:docMk/>
            <pc:sldMk cId="3267879511" sldId="379"/>
            <ac:spMk id="43" creationId="{6D359A93-EF26-4237-BB18-3E3DB1749C61}"/>
          </ac:spMkLst>
        </pc:spChg>
        <pc:cxnChg chg="mod">
          <ac:chgData name="Berg, Dirk van den" userId="035ecb32-01d9-4b47-a105-eacf059a4647" providerId="ADAL" clId="{F7FF961E-CF96-44AC-93C2-93612F62D46D}" dt="2026-04-09T09:32:08.697" v="1145" actId="14100"/>
          <ac:cxnSpMkLst>
            <pc:docMk/>
            <pc:sldMk cId="3267879511" sldId="379"/>
            <ac:cxnSpMk id="10" creationId="{4BA25615-85BE-8871-CB78-25431C011441}"/>
          </ac:cxnSpMkLst>
        </pc:cxnChg>
        <pc:cxnChg chg="mod">
          <ac:chgData name="Berg, Dirk van den" userId="035ecb32-01d9-4b47-a105-eacf059a4647" providerId="ADAL" clId="{F7FF961E-CF96-44AC-93C2-93612F62D46D}" dt="2026-04-09T09:32:10.847" v="1146" actId="14100"/>
          <ac:cxnSpMkLst>
            <pc:docMk/>
            <pc:sldMk cId="3267879511" sldId="379"/>
            <ac:cxnSpMk id="14" creationId="{95F95C0F-F55C-092C-BBD0-287F64BAC2FD}"/>
          </ac:cxnSpMkLst>
        </pc:cxnChg>
        <pc:cxnChg chg="mod">
          <ac:chgData name="Berg, Dirk van den" userId="035ecb32-01d9-4b47-a105-eacf059a4647" providerId="ADAL" clId="{F7FF961E-CF96-44AC-93C2-93612F62D46D}" dt="2026-04-09T09:32:14.272" v="1147" actId="14100"/>
          <ac:cxnSpMkLst>
            <pc:docMk/>
            <pc:sldMk cId="3267879511" sldId="379"/>
            <ac:cxnSpMk id="21" creationId="{9E0FA6E9-F8E1-3DFE-B11C-2CBA1CC48408}"/>
          </ac:cxnSpMkLst>
        </pc:cxnChg>
      </pc:sldChg>
      <pc:sldChg chg="add">
        <pc:chgData name="Berg, Dirk van den" userId="035ecb32-01d9-4b47-a105-eacf059a4647" providerId="ADAL" clId="{F7FF961E-CF96-44AC-93C2-93612F62D46D}" dt="2026-04-09T08:28:22.877" v="917"/>
        <pc:sldMkLst>
          <pc:docMk/>
          <pc:sldMk cId="753240274" sldId="380"/>
        </pc:sldMkLst>
      </pc:sldChg>
      <pc:sldChg chg="add">
        <pc:chgData name="Berg, Dirk van den" userId="035ecb32-01d9-4b47-a105-eacf059a4647" providerId="ADAL" clId="{F7FF961E-CF96-44AC-93C2-93612F62D46D}" dt="2026-04-09T08:28:22.877" v="917"/>
        <pc:sldMkLst>
          <pc:docMk/>
          <pc:sldMk cId="183647270" sldId="382"/>
        </pc:sldMkLst>
      </pc:sldChg>
      <pc:sldChg chg="modSp add mod">
        <pc:chgData name="Berg, Dirk van den" userId="035ecb32-01d9-4b47-a105-eacf059a4647" providerId="ADAL" clId="{F7FF961E-CF96-44AC-93C2-93612F62D46D}" dt="2026-04-09T09:35:00.429" v="1203" actId="20577"/>
        <pc:sldMkLst>
          <pc:docMk/>
          <pc:sldMk cId="202890920" sldId="383"/>
        </pc:sldMkLst>
        <pc:spChg chg="mod">
          <ac:chgData name="Berg, Dirk van den" userId="035ecb32-01d9-4b47-a105-eacf059a4647" providerId="ADAL" clId="{F7FF961E-CF96-44AC-93C2-93612F62D46D}" dt="2026-04-09T09:35:00.429" v="1203" actId="20577"/>
          <ac:spMkLst>
            <pc:docMk/>
            <pc:sldMk cId="202890920" sldId="383"/>
            <ac:spMk id="3" creationId="{192A8CE8-941B-CB34-0357-D65852551972}"/>
          </ac:spMkLst>
        </pc:spChg>
      </pc:sldChg>
      <pc:sldChg chg="delSp modSp add mod">
        <pc:chgData name="Berg, Dirk van den" userId="035ecb32-01d9-4b47-a105-eacf059a4647" providerId="ADAL" clId="{F7FF961E-CF96-44AC-93C2-93612F62D46D}" dt="2026-04-09T09:45:00.059" v="1420" actId="478"/>
        <pc:sldMkLst>
          <pc:docMk/>
          <pc:sldMk cId="3097582750" sldId="384"/>
        </pc:sldMkLst>
        <pc:spChg chg="del mod">
          <ac:chgData name="Berg, Dirk van den" userId="035ecb32-01d9-4b47-a105-eacf059a4647" providerId="ADAL" clId="{F7FF961E-CF96-44AC-93C2-93612F62D46D}" dt="2026-04-09T09:45:00.059" v="1420" actId="478"/>
          <ac:spMkLst>
            <pc:docMk/>
            <pc:sldMk cId="3097582750" sldId="384"/>
            <ac:spMk id="7" creationId="{6CC6E12C-0C78-542E-C800-C8C4819866E2}"/>
          </ac:spMkLst>
        </pc:spChg>
      </pc:sldChg>
      <pc:sldChg chg="modSp add mod">
        <pc:chgData name="Berg, Dirk van den" userId="035ecb32-01d9-4b47-a105-eacf059a4647" providerId="ADAL" clId="{F7FF961E-CF96-44AC-93C2-93612F62D46D}" dt="2026-04-09T08:45:55.363" v="930" actId="20577"/>
        <pc:sldMkLst>
          <pc:docMk/>
          <pc:sldMk cId="2925873057" sldId="385"/>
        </pc:sldMkLst>
        <pc:spChg chg="mod">
          <ac:chgData name="Berg, Dirk van den" userId="035ecb32-01d9-4b47-a105-eacf059a4647" providerId="ADAL" clId="{F7FF961E-CF96-44AC-93C2-93612F62D46D}" dt="2026-04-09T08:45:55.363" v="930" actId="20577"/>
          <ac:spMkLst>
            <pc:docMk/>
            <pc:sldMk cId="2925873057" sldId="385"/>
            <ac:spMk id="3" creationId="{5FCB95E8-5CE0-AFA0-C618-912257AC26FC}"/>
          </ac:spMkLst>
        </pc:spChg>
      </pc:sldChg>
      <pc:sldChg chg="modSp new mod ord">
        <pc:chgData name="Berg, Dirk van den" userId="035ecb32-01d9-4b47-a105-eacf059a4647" providerId="ADAL" clId="{F7FF961E-CF96-44AC-93C2-93612F62D46D}" dt="2026-04-09T10:02:08.831" v="1648" actId="6549"/>
        <pc:sldMkLst>
          <pc:docMk/>
          <pc:sldMk cId="3096316847" sldId="386"/>
        </pc:sldMkLst>
        <pc:spChg chg="mod">
          <ac:chgData name="Berg, Dirk van den" userId="035ecb32-01d9-4b47-a105-eacf059a4647" providerId="ADAL" clId="{F7FF961E-CF96-44AC-93C2-93612F62D46D}" dt="2026-04-09T08:56:51.497" v="982" actId="20577"/>
          <ac:spMkLst>
            <pc:docMk/>
            <pc:sldMk cId="3096316847" sldId="386"/>
            <ac:spMk id="2" creationId="{584446A3-2F3A-CD0D-813F-3B21A6E68A07}"/>
          </ac:spMkLst>
        </pc:spChg>
        <pc:spChg chg="mod">
          <ac:chgData name="Berg, Dirk van den" userId="035ecb32-01d9-4b47-a105-eacf059a4647" providerId="ADAL" clId="{F7FF961E-CF96-44AC-93C2-93612F62D46D}" dt="2026-04-09T10:02:08.831" v="1648" actId="6549"/>
          <ac:spMkLst>
            <pc:docMk/>
            <pc:sldMk cId="3096316847" sldId="386"/>
            <ac:spMk id="3" creationId="{40AB9B8C-A6BF-9084-5064-FC467700280D}"/>
          </ac:spMkLst>
        </pc:spChg>
      </pc:sldChg>
      <pc:sldChg chg="addSp delSp modSp new mod">
        <pc:chgData name="Berg, Dirk van den" userId="035ecb32-01d9-4b47-a105-eacf059a4647" providerId="ADAL" clId="{F7FF961E-CF96-44AC-93C2-93612F62D46D}" dt="2026-04-09T09:37:56.042" v="1398" actId="12"/>
        <pc:sldMkLst>
          <pc:docMk/>
          <pc:sldMk cId="3073220681" sldId="387"/>
        </pc:sldMkLst>
        <pc:spChg chg="mod">
          <ac:chgData name="Berg, Dirk van den" userId="035ecb32-01d9-4b47-a105-eacf059a4647" providerId="ADAL" clId="{F7FF961E-CF96-44AC-93C2-93612F62D46D}" dt="2026-04-09T08:58:03.417" v="1011" actId="20577"/>
          <ac:spMkLst>
            <pc:docMk/>
            <pc:sldMk cId="3073220681" sldId="387"/>
            <ac:spMk id="2" creationId="{5B092AE7-7433-84ED-9404-5A1708BAD0DC}"/>
          </ac:spMkLst>
        </pc:spChg>
        <pc:spChg chg="mod">
          <ac:chgData name="Berg, Dirk van den" userId="035ecb32-01d9-4b47-a105-eacf059a4647" providerId="ADAL" clId="{F7FF961E-CF96-44AC-93C2-93612F62D46D}" dt="2026-04-09T09:37:56.042" v="1398" actId="12"/>
          <ac:spMkLst>
            <pc:docMk/>
            <pc:sldMk cId="3073220681" sldId="387"/>
            <ac:spMk id="3" creationId="{5F8ED2CA-7A24-51D7-D493-2853AD3FAB47}"/>
          </ac:spMkLst>
        </pc:spChg>
        <pc:picChg chg="add del mod">
          <ac:chgData name="Berg, Dirk van den" userId="035ecb32-01d9-4b47-a105-eacf059a4647" providerId="ADAL" clId="{F7FF961E-CF96-44AC-93C2-93612F62D46D}" dt="2026-04-09T09:15:34.672" v="1015" actId="22"/>
          <ac:picMkLst>
            <pc:docMk/>
            <pc:sldMk cId="3073220681" sldId="387"/>
            <ac:picMk id="5" creationId="{1B72D0F1-E530-F75A-8F5C-2E6AC7F49167}"/>
          </ac:picMkLst>
        </pc:picChg>
      </pc:sldChg>
      <pc:sldChg chg="addSp add mod">
        <pc:chgData name="Berg, Dirk van den" userId="035ecb32-01d9-4b47-a105-eacf059a4647" providerId="ADAL" clId="{F7FF961E-CF96-44AC-93C2-93612F62D46D}" dt="2026-04-09T09:15:38.916" v="1017" actId="22"/>
        <pc:sldMkLst>
          <pc:docMk/>
          <pc:sldMk cId="1299751392" sldId="388"/>
        </pc:sldMkLst>
        <pc:picChg chg="add">
          <ac:chgData name="Berg, Dirk van den" userId="035ecb32-01d9-4b47-a105-eacf059a4647" providerId="ADAL" clId="{F7FF961E-CF96-44AC-93C2-93612F62D46D}" dt="2026-04-09T09:15:38.916" v="1017" actId="22"/>
          <ac:picMkLst>
            <pc:docMk/>
            <pc:sldMk cId="1299751392" sldId="388"/>
            <ac:picMk id="5" creationId="{BFF98282-D145-7ACD-47EA-13707FD71F80}"/>
          </ac:picMkLst>
        </pc:picChg>
      </pc:sldChg>
      <pc:sldChg chg="addSp new mod">
        <pc:chgData name="Berg, Dirk van den" userId="035ecb32-01d9-4b47-a105-eacf059a4647" providerId="ADAL" clId="{F7FF961E-CF96-44AC-93C2-93612F62D46D}" dt="2026-04-09T09:16:13.887" v="1019" actId="22"/>
        <pc:sldMkLst>
          <pc:docMk/>
          <pc:sldMk cId="2383740215" sldId="389"/>
        </pc:sldMkLst>
        <pc:picChg chg="add">
          <ac:chgData name="Berg, Dirk van den" userId="035ecb32-01d9-4b47-a105-eacf059a4647" providerId="ADAL" clId="{F7FF961E-CF96-44AC-93C2-93612F62D46D}" dt="2026-04-09T09:16:13.887" v="1019" actId="22"/>
          <ac:picMkLst>
            <pc:docMk/>
            <pc:sldMk cId="2383740215" sldId="389"/>
            <ac:picMk id="5" creationId="{8198C179-D564-3AFF-BB20-71755756889D}"/>
          </ac:picMkLst>
        </pc:picChg>
      </pc:sldChg>
      <pc:sldChg chg="addSp modSp add mod">
        <pc:chgData name="Berg, Dirk van den" userId="035ecb32-01d9-4b47-a105-eacf059a4647" providerId="ADAL" clId="{F7FF961E-CF96-44AC-93C2-93612F62D46D}" dt="2026-04-09T09:31:52.883" v="1141" actId="14100"/>
        <pc:sldMkLst>
          <pc:docMk/>
          <pc:sldMk cId="50572499" sldId="390"/>
        </pc:sldMkLst>
        <pc:spChg chg="add mod">
          <ac:chgData name="Berg, Dirk van den" userId="035ecb32-01d9-4b47-a105-eacf059a4647" providerId="ADAL" clId="{F7FF961E-CF96-44AC-93C2-93612F62D46D}" dt="2026-04-09T09:30:41.204" v="1128" actId="1076"/>
          <ac:spMkLst>
            <pc:docMk/>
            <pc:sldMk cId="50572499" sldId="390"/>
            <ac:spMk id="3" creationId="{6BBC904C-A701-E8EF-B266-BF65A2A46308}"/>
          </ac:spMkLst>
        </pc:spChg>
        <pc:spChg chg="mod">
          <ac:chgData name="Berg, Dirk van den" userId="035ecb32-01d9-4b47-a105-eacf059a4647" providerId="ADAL" clId="{F7FF961E-CF96-44AC-93C2-93612F62D46D}" dt="2026-04-09T09:31:14.384" v="1133"/>
          <ac:spMkLst>
            <pc:docMk/>
            <pc:sldMk cId="50572499" sldId="390"/>
            <ac:spMk id="4" creationId="{A5CB95FB-6956-0B77-9B74-AA99FFE3A55D}"/>
          </ac:spMkLst>
        </pc:spChg>
        <pc:spChg chg="mod">
          <ac:chgData name="Berg, Dirk van den" userId="035ecb32-01d9-4b47-a105-eacf059a4647" providerId="ADAL" clId="{F7FF961E-CF96-44AC-93C2-93612F62D46D}" dt="2026-04-09T09:31:14.384" v="1133"/>
          <ac:spMkLst>
            <pc:docMk/>
            <pc:sldMk cId="50572499" sldId="390"/>
            <ac:spMk id="5" creationId="{3F3042B9-2414-ADA0-FE96-3C46E02B15F0}"/>
          </ac:spMkLst>
        </pc:spChg>
        <pc:spChg chg="mod">
          <ac:chgData name="Berg, Dirk van den" userId="035ecb32-01d9-4b47-a105-eacf059a4647" providerId="ADAL" clId="{F7FF961E-CF96-44AC-93C2-93612F62D46D}" dt="2026-04-09T09:31:14.384" v="1133"/>
          <ac:spMkLst>
            <pc:docMk/>
            <pc:sldMk cId="50572499" sldId="390"/>
            <ac:spMk id="6" creationId="{348D3237-0EB0-00FD-2BC4-E512AA0484D0}"/>
          </ac:spMkLst>
        </pc:spChg>
        <pc:spChg chg="mod">
          <ac:chgData name="Berg, Dirk van den" userId="035ecb32-01d9-4b47-a105-eacf059a4647" providerId="ADAL" clId="{F7FF961E-CF96-44AC-93C2-93612F62D46D}" dt="2026-04-09T09:31:14.384" v="1133"/>
          <ac:spMkLst>
            <pc:docMk/>
            <pc:sldMk cId="50572499" sldId="390"/>
            <ac:spMk id="7" creationId="{9D524721-83DE-5E10-A096-5535A3AD53A7}"/>
          </ac:spMkLst>
        </pc:spChg>
        <pc:spChg chg="mod">
          <ac:chgData name="Berg, Dirk van den" userId="035ecb32-01d9-4b47-a105-eacf059a4647" providerId="ADAL" clId="{F7FF961E-CF96-44AC-93C2-93612F62D46D}" dt="2026-04-09T09:31:14.384" v="1133"/>
          <ac:spMkLst>
            <pc:docMk/>
            <pc:sldMk cId="50572499" sldId="390"/>
            <ac:spMk id="8" creationId="{BFF83197-07A8-68D7-E247-438129EAC491}"/>
          </ac:spMkLst>
        </pc:spChg>
        <pc:spChg chg="add mod">
          <ac:chgData name="Berg, Dirk van den" userId="035ecb32-01d9-4b47-a105-eacf059a4647" providerId="ADAL" clId="{F7FF961E-CF96-44AC-93C2-93612F62D46D}" dt="2026-04-09T09:30:34.011" v="1124" actId="14100"/>
          <ac:spMkLst>
            <pc:docMk/>
            <pc:sldMk cId="50572499" sldId="390"/>
            <ac:spMk id="9" creationId="{D60E2896-0859-25EB-1B75-11010A4EDB86}"/>
          </ac:spMkLst>
        </pc:spChg>
        <pc:spChg chg="mod">
          <ac:chgData name="Berg, Dirk van den" userId="035ecb32-01d9-4b47-a105-eacf059a4647" providerId="ADAL" clId="{F7FF961E-CF96-44AC-93C2-93612F62D46D}" dt="2026-04-09T09:31:14.384" v="1133"/>
          <ac:spMkLst>
            <pc:docMk/>
            <pc:sldMk cId="50572499" sldId="390"/>
            <ac:spMk id="27" creationId="{4F4B8629-C11D-D556-CB03-2DD51471F40F}"/>
          </ac:spMkLst>
        </pc:spChg>
        <pc:spChg chg="mod">
          <ac:chgData name="Berg, Dirk van den" userId="035ecb32-01d9-4b47-a105-eacf059a4647" providerId="ADAL" clId="{F7FF961E-CF96-44AC-93C2-93612F62D46D}" dt="2026-04-09T09:31:14.384" v="1133"/>
          <ac:spMkLst>
            <pc:docMk/>
            <pc:sldMk cId="50572499" sldId="390"/>
            <ac:spMk id="28" creationId="{44B4A65D-46F4-41ED-0C59-5468A366E8D4}"/>
          </ac:spMkLst>
        </pc:spChg>
        <pc:spChg chg="mod">
          <ac:chgData name="Berg, Dirk van den" userId="035ecb32-01d9-4b47-a105-eacf059a4647" providerId="ADAL" clId="{F7FF961E-CF96-44AC-93C2-93612F62D46D}" dt="2026-04-09T09:31:14.384" v="1133"/>
          <ac:spMkLst>
            <pc:docMk/>
            <pc:sldMk cId="50572499" sldId="390"/>
            <ac:spMk id="29" creationId="{B16C5768-FB0F-C0D7-53A8-6FC91DDC6D74}"/>
          </ac:spMkLst>
        </pc:spChg>
        <pc:spChg chg="mod">
          <ac:chgData name="Berg, Dirk van den" userId="035ecb32-01d9-4b47-a105-eacf059a4647" providerId="ADAL" clId="{F7FF961E-CF96-44AC-93C2-93612F62D46D}" dt="2026-04-09T09:31:14.384" v="1133"/>
          <ac:spMkLst>
            <pc:docMk/>
            <pc:sldMk cId="50572499" sldId="390"/>
            <ac:spMk id="41" creationId="{CB42DCCE-9B6B-F437-10D2-25FFA72FC194}"/>
          </ac:spMkLst>
        </pc:spChg>
        <pc:spChg chg="mod">
          <ac:chgData name="Berg, Dirk van den" userId="035ecb32-01d9-4b47-a105-eacf059a4647" providerId="ADAL" clId="{F7FF961E-CF96-44AC-93C2-93612F62D46D}" dt="2026-04-09T09:31:14.384" v="1133"/>
          <ac:spMkLst>
            <pc:docMk/>
            <pc:sldMk cId="50572499" sldId="390"/>
            <ac:spMk id="43" creationId="{C77B89FA-A4E2-8462-E907-95B4ADE4A9F8}"/>
          </ac:spMkLst>
        </pc:spChg>
        <pc:cxnChg chg="mod">
          <ac:chgData name="Berg, Dirk van den" userId="035ecb32-01d9-4b47-a105-eacf059a4647" providerId="ADAL" clId="{F7FF961E-CF96-44AC-93C2-93612F62D46D}" dt="2026-04-09T09:31:44.072" v="1138" actId="14100"/>
          <ac:cxnSpMkLst>
            <pc:docMk/>
            <pc:sldMk cId="50572499" sldId="390"/>
            <ac:cxnSpMk id="10" creationId="{9E4ACF36-D8E8-CF20-F149-36B7FF7F88DB}"/>
          </ac:cxnSpMkLst>
        </pc:cxnChg>
        <pc:cxnChg chg="mod">
          <ac:chgData name="Berg, Dirk van den" userId="035ecb32-01d9-4b47-a105-eacf059a4647" providerId="ADAL" clId="{F7FF961E-CF96-44AC-93C2-93612F62D46D}" dt="2026-04-09T09:31:52.883" v="1141" actId="14100"/>
          <ac:cxnSpMkLst>
            <pc:docMk/>
            <pc:sldMk cId="50572499" sldId="390"/>
            <ac:cxnSpMk id="14" creationId="{A738BFF7-6E2A-161D-D50C-BF83100F1169}"/>
          </ac:cxnSpMkLst>
        </pc:cxnChg>
      </pc:sldChg>
      <pc:sldChg chg="modSp new mod">
        <pc:chgData name="Berg, Dirk van den" userId="035ecb32-01d9-4b47-a105-eacf059a4647" providerId="ADAL" clId="{F7FF961E-CF96-44AC-93C2-93612F62D46D}" dt="2026-04-09T10:14:46.999" v="1792" actId="20577"/>
        <pc:sldMkLst>
          <pc:docMk/>
          <pc:sldMk cId="4194304435" sldId="391"/>
        </pc:sldMkLst>
        <pc:spChg chg="mod">
          <ac:chgData name="Berg, Dirk van den" userId="035ecb32-01d9-4b47-a105-eacf059a4647" providerId="ADAL" clId="{F7FF961E-CF96-44AC-93C2-93612F62D46D}" dt="2026-04-09T10:14:46.999" v="1792" actId="20577"/>
          <ac:spMkLst>
            <pc:docMk/>
            <pc:sldMk cId="4194304435" sldId="391"/>
            <ac:spMk id="3" creationId="{55066528-7294-BFBA-577D-2A756B330EC4}"/>
          </ac:spMkLst>
        </pc:spChg>
      </pc:sldChg>
      <pc:sldChg chg="addSp modSp add mod">
        <pc:chgData name="Berg, Dirk van den" userId="035ecb32-01d9-4b47-a105-eacf059a4647" providerId="ADAL" clId="{F7FF961E-CF96-44AC-93C2-93612F62D46D}" dt="2026-04-09T09:45:50.789" v="1473" actId="1076"/>
        <pc:sldMkLst>
          <pc:docMk/>
          <pc:sldMk cId="3239175868" sldId="392"/>
        </pc:sldMkLst>
        <pc:spChg chg="add mod">
          <ac:chgData name="Berg, Dirk van den" userId="035ecb32-01d9-4b47-a105-eacf059a4647" providerId="ADAL" clId="{F7FF961E-CF96-44AC-93C2-93612F62D46D}" dt="2026-04-09T09:45:15.180" v="1424" actId="14100"/>
          <ac:spMkLst>
            <pc:docMk/>
            <pc:sldMk cId="3239175868" sldId="392"/>
            <ac:spMk id="2" creationId="{77BDDD00-2838-72A2-3389-58C1E27CFA4B}"/>
          </ac:spMkLst>
        </pc:spChg>
        <pc:spChg chg="add mod">
          <ac:chgData name="Berg, Dirk van den" userId="035ecb32-01d9-4b47-a105-eacf059a4647" providerId="ADAL" clId="{F7FF961E-CF96-44AC-93C2-93612F62D46D}" dt="2026-04-09T09:45:50.789" v="1473" actId="1076"/>
          <ac:spMkLst>
            <pc:docMk/>
            <pc:sldMk cId="3239175868" sldId="392"/>
            <ac:spMk id="4" creationId="{5B544950-B3E1-DAF7-3478-679E7FB67056}"/>
          </ac:spMkLst>
        </pc:spChg>
      </pc:sldChg>
      <pc:sldChg chg="modSp add mod ord modNotesTx">
        <pc:chgData name="Berg, Dirk van den" userId="035ecb32-01d9-4b47-a105-eacf059a4647" providerId="ADAL" clId="{F7FF961E-CF96-44AC-93C2-93612F62D46D}" dt="2026-04-09T10:37:28.488" v="2616" actId="20577"/>
        <pc:sldMkLst>
          <pc:docMk/>
          <pc:sldMk cId="1479938988" sldId="393"/>
        </pc:sldMkLst>
        <pc:spChg chg="mod">
          <ac:chgData name="Berg, Dirk van den" userId="035ecb32-01d9-4b47-a105-eacf059a4647" providerId="ADAL" clId="{F7FF961E-CF96-44AC-93C2-93612F62D46D}" dt="2026-04-09T10:36:30.158" v="2608" actId="20577"/>
          <ac:spMkLst>
            <pc:docMk/>
            <pc:sldMk cId="1479938988" sldId="393"/>
            <ac:spMk id="3" creationId="{F95C80E4-04AB-C3E1-A97B-A1EB54DCC40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EC9B19-5142-41D1-9E92-5C1C3E9E89E0}" type="datetimeFigureOut">
              <a:rPr lang="en-NL" smtClean="0"/>
              <a:t>09/04/2026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B76DA6-E69A-4461-A879-E4922675322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80904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LFR structure is preserved because z and w are assembled</a:t>
            </a:r>
          </a:p>
          <a:p>
            <a:r>
              <a:rPr lang="en-US" dirty="0"/>
              <a:t>and kept explicitly as tensors at the bottom. </a:t>
            </a:r>
          </a:p>
          <a:p>
            <a:endParaRPr lang="en-US" dirty="0"/>
          </a:p>
          <a:p>
            <a:r>
              <a:rPr lang="en-US" dirty="0"/>
              <a:t>Delayed was discussed with Roland but introduces errors</a:t>
            </a:r>
          </a:p>
          <a:p>
            <a:r>
              <a:rPr lang="en-US" dirty="0"/>
              <a:t>Elimination is mathematically correct but we sacrifice LFR structure</a:t>
            </a:r>
          </a:p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358F0A-AA49-4BAE-A19B-D9E9B17610DC}" type="slidenum">
              <a:rPr lang="en-NL" smtClean="0"/>
              <a:t>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129346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E6FE1-5046-7413-647D-26E1B8769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A553A4-E319-4AE4-5809-93DF956688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758943-0E7B-CC03-96F3-472DC9599B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invertibility of M(Y)</a:t>
            </a:r>
          </a:p>
          <a:p>
            <a:r>
              <a:rPr lang="en-US" dirty="0"/>
              <a:t>The latent signals are dependent on this invertibility</a:t>
            </a:r>
          </a:p>
          <a:p>
            <a:endParaRPr lang="en-US" dirty="0"/>
          </a:p>
          <a:p>
            <a:r>
              <a:rPr lang="en-US" dirty="0"/>
              <a:t>The LFR structure is preserved because z and w are assembled</a:t>
            </a:r>
          </a:p>
          <a:p>
            <a:r>
              <a:rPr lang="en-US" dirty="0"/>
              <a:t>and kept explicitly as tensors at the bottom. 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89DE51-9C7E-808A-5760-55E7B75C39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358F0A-AA49-4BAE-A19B-D9E9B17610DC}" type="slidenum">
              <a:rPr lang="en-NL" smtClean="0"/>
              <a:t>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130417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4D2C5-7339-5916-FED1-B9CE0DABF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3EC248-95F5-0664-6161-95D9625F29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B40E87-5664-C4ED-6038-7425293CFE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invertibility of M(Y)</a:t>
            </a:r>
          </a:p>
          <a:p>
            <a:r>
              <a:rPr lang="en-US" dirty="0"/>
              <a:t>The latent signals are dependent on this invertibility</a:t>
            </a:r>
          </a:p>
          <a:p>
            <a:endParaRPr lang="en-US" dirty="0"/>
          </a:p>
          <a:p>
            <a:r>
              <a:rPr lang="en-US" dirty="0"/>
              <a:t>The LFR structure is preserved because z and w are assembled</a:t>
            </a:r>
          </a:p>
          <a:p>
            <a:r>
              <a:rPr lang="en-US" dirty="0"/>
              <a:t>and kept explicitly as tensors at the bottom. </a:t>
            </a:r>
          </a:p>
          <a:p>
            <a:endParaRPr lang="en-US" dirty="0"/>
          </a:p>
          <a:p>
            <a:r>
              <a:rPr lang="en-US" dirty="0"/>
              <a:t>---------------------------------------------------</a:t>
            </a:r>
          </a:p>
          <a:p>
            <a:r>
              <a:rPr lang="en-US" dirty="0"/>
              <a:t>Roland discussed other method: online resolve</a:t>
            </a:r>
          </a:p>
          <a:p>
            <a:r>
              <a:rPr lang="en-US" dirty="0"/>
              <a:t>Is better at preserving LFR structure</a:t>
            </a:r>
          </a:p>
          <a:p>
            <a:r>
              <a:rPr lang="en-US" dirty="0"/>
              <a:t>(But for ease / wanting to implement in simulation went with Elimination method)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50F0C8-7525-2FD9-A5B4-B28DD90BF4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358F0A-AA49-4BAE-A19B-D9E9B17610DC}" type="slidenum">
              <a:rPr lang="en-NL" smtClean="0"/>
              <a:t>8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745505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model is CT LPV-LFR use RK4 to discretize it</a:t>
            </a:r>
          </a:p>
          <a:p>
            <a:r>
              <a:rPr lang="en-US" dirty="0"/>
              <a:t>The forward solves the “algebraic loop”</a:t>
            </a:r>
          </a:p>
          <a:p>
            <a:r>
              <a:rPr lang="en-US" dirty="0"/>
              <a:t>Calculate 4 different x states, determine </a:t>
            </a:r>
            <a:r>
              <a:rPr lang="en-US" dirty="0" err="1"/>
              <a:t>x_next</a:t>
            </a:r>
            <a:r>
              <a:rPr lang="en-US" dirty="0"/>
              <a:t> based on that / discretization method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485658-6F4E-427B-9249-24FAC25B2FB2}" type="slidenum">
              <a:rPr lang="en-NL" smtClean="0"/>
              <a:t>11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233979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BD0F4-3E77-00C5-5505-639A58020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34C592-BD33-2EB3-F5D3-E06E7C46A4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6365EA-03C7-651F-D59E-61F908DA50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model is CT LPV-LFR use RK4 to discretize it</a:t>
            </a:r>
          </a:p>
          <a:p>
            <a:r>
              <a:rPr lang="en-US" dirty="0"/>
              <a:t>The forward solves the “algebraic loop”</a:t>
            </a:r>
          </a:p>
          <a:p>
            <a:r>
              <a:rPr lang="en-US" dirty="0"/>
              <a:t>Calculate 4 different x states, determine </a:t>
            </a:r>
            <a:r>
              <a:rPr lang="en-US" dirty="0" err="1"/>
              <a:t>x_next</a:t>
            </a:r>
            <a:r>
              <a:rPr lang="en-US" dirty="0"/>
              <a:t> based on that / discretization method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590D95-E59B-768F-2E38-4EBC4F74B8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485658-6F4E-427B-9249-24FAC25B2FB2}" type="slidenum">
              <a:rPr lang="en-NL" smtClean="0"/>
              <a:t>12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654553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Also worth noting for the diagram: z and w are only retained    </a:t>
            </a:r>
          </a:p>
          <a:p>
            <a:r>
              <a:rPr lang="en-US" dirty="0"/>
              <a:t>  from the k1 call (at the actual state x[k]). The other 3 calls  </a:t>
            </a:r>
          </a:p>
          <a:p>
            <a:r>
              <a:rPr lang="en-US" dirty="0"/>
              <a:t>  discard z, w (they get _). So the diagram should show z and w   </a:t>
            </a:r>
          </a:p>
          <a:p>
            <a:r>
              <a:rPr lang="en-US" dirty="0"/>
              <a:t>  branching off from k1 only.</a:t>
            </a:r>
          </a:p>
          <a:p>
            <a:endParaRPr lang="en-US" dirty="0"/>
          </a:p>
          <a:p>
            <a:r>
              <a:rPr lang="en-US" dirty="0"/>
              <a:t>- k1: at the current state x[k] — the start of the step         </a:t>
            </a:r>
          </a:p>
          <a:p>
            <a:r>
              <a:rPr lang="en-US" dirty="0"/>
              <a:t>  - k2: at x + (</a:t>
            </a:r>
            <a:r>
              <a:rPr lang="en-US" dirty="0" err="1"/>
              <a:t>ts</a:t>
            </a:r>
            <a:r>
              <a:rPr lang="en-US" dirty="0"/>
              <a:t>/2)·k1 — a half-step ahead using k1 as the slope</a:t>
            </a:r>
          </a:p>
          <a:p>
            <a:r>
              <a:rPr lang="en-US" dirty="0"/>
              <a:t>  - k3: at x + (</a:t>
            </a:r>
            <a:r>
              <a:rPr lang="en-US" dirty="0" err="1"/>
              <a:t>ts</a:t>
            </a:r>
            <a:r>
              <a:rPr lang="en-US" dirty="0"/>
              <a:t>/2)·k2 — a half-step ahead using k2 as the slope</a:t>
            </a:r>
          </a:p>
          <a:p>
            <a:r>
              <a:rPr lang="en-US" dirty="0"/>
              <a:t>                                                                  </a:t>
            </a:r>
          </a:p>
          <a:p>
            <a:r>
              <a:rPr lang="en-US" dirty="0"/>
              <a:t>  - k4: at x + ts·k3 — a full step ahead using k3 as the slope</a:t>
            </a:r>
          </a:p>
          <a:p>
            <a:endParaRPr lang="en-US" dirty="0"/>
          </a:p>
          <a:p>
            <a:r>
              <a:rPr lang="en-US" dirty="0"/>
              <a:t>  So k2, k3, k4 are evaluated at temporary/intermediate states    </a:t>
            </a:r>
          </a:p>
          <a:p>
            <a:r>
              <a:rPr lang="en-US" dirty="0"/>
              <a:t>  that are never stored — they exist only to get a better estimate</a:t>
            </a:r>
          </a:p>
          <a:p>
            <a:r>
              <a:rPr lang="en-US" dirty="0"/>
              <a:t>   of the average slope over the interval. Then all four slope    </a:t>
            </a:r>
          </a:p>
          <a:p>
            <a:r>
              <a:rPr lang="en-US" dirty="0"/>
              <a:t>  estimates are combined:</a:t>
            </a:r>
          </a:p>
          <a:p>
            <a:endParaRPr lang="en-US" dirty="0"/>
          </a:p>
          <a:p>
            <a:r>
              <a:rPr lang="en-US" dirty="0"/>
              <a:t>  </a:t>
            </a:r>
            <a:r>
              <a:rPr lang="en-US" dirty="0" err="1"/>
              <a:t>x_next</a:t>
            </a:r>
            <a:r>
              <a:rPr lang="en-US" dirty="0"/>
              <a:t> = x + (</a:t>
            </a:r>
            <a:r>
              <a:rPr lang="en-US" dirty="0" err="1"/>
              <a:t>ts</a:t>
            </a:r>
            <a:r>
              <a:rPr lang="en-US" dirty="0"/>
              <a:t>/6) * (k1 + 2·k2 + 2·k3 + k4)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485658-6F4E-427B-9249-24FAC25B2FB2}" type="slidenum">
              <a:rPr lang="en-NL" smtClean="0"/>
              <a:t>13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2191339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C7610-4479-8EBC-618F-7D9A41E93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54E04E-5367-49EC-3385-35E9514BAE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9E0BBA-98D6-3AF4-DE61-9B0EB7E47A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Z,w</a:t>
            </a:r>
            <a:r>
              <a:rPr lang="en-US" dirty="0"/>
              <a:t> useful for augmentation, currently not used explicitly</a:t>
            </a:r>
          </a:p>
          <a:p>
            <a:endParaRPr lang="en-US" dirty="0"/>
          </a:p>
          <a:p>
            <a:r>
              <a:rPr lang="en-US" dirty="0"/>
              <a:t>Also worth noting for the diagram: z and w are only retained    </a:t>
            </a:r>
          </a:p>
          <a:p>
            <a:r>
              <a:rPr lang="en-US" dirty="0"/>
              <a:t>  from the k1 call (at the actual state x[k]). The other 3 calls  </a:t>
            </a:r>
          </a:p>
          <a:p>
            <a:r>
              <a:rPr lang="en-US" dirty="0"/>
              <a:t>  discard z, w (they get _). So the diagram should show z and w   </a:t>
            </a:r>
          </a:p>
          <a:p>
            <a:r>
              <a:rPr lang="en-US" dirty="0"/>
              <a:t>  branching off from k1 only.</a:t>
            </a:r>
          </a:p>
          <a:p>
            <a:endParaRPr lang="en-US" dirty="0"/>
          </a:p>
          <a:p>
            <a:r>
              <a:rPr lang="en-US" dirty="0"/>
              <a:t>- k1: at the current state x[k] — the start of the step         </a:t>
            </a:r>
          </a:p>
          <a:p>
            <a:r>
              <a:rPr lang="en-US" dirty="0"/>
              <a:t>  - k2: at x + (</a:t>
            </a:r>
            <a:r>
              <a:rPr lang="en-US" dirty="0" err="1"/>
              <a:t>ts</a:t>
            </a:r>
            <a:r>
              <a:rPr lang="en-US" dirty="0"/>
              <a:t>/2)·k1 — a half-step ahead using k1 as the slope</a:t>
            </a:r>
          </a:p>
          <a:p>
            <a:r>
              <a:rPr lang="en-US" dirty="0"/>
              <a:t>  - k3: at x + (</a:t>
            </a:r>
            <a:r>
              <a:rPr lang="en-US" dirty="0" err="1"/>
              <a:t>ts</a:t>
            </a:r>
            <a:r>
              <a:rPr lang="en-US" dirty="0"/>
              <a:t>/2)·k2 — a half-step ahead using k2 as the slope</a:t>
            </a:r>
          </a:p>
          <a:p>
            <a:r>
              <a:rPr lang="en-US" dirty="0"/>
              <a:t>                                                                  </a:t>
            </a:r>
          </a:p>
          <a:p>
            <a:r>
              <a:rPr lang="en-US" dirty="0"/>
              <a:t>  - k4: at x + ts·k3 — a full step ahead using k3 as the slope</a:t>
            </a:r>
          </a:p>
          <a:p>
            <a:endParaRPr lang="en-US" dirty="0"/>
          </a:p>
          <a:p>
            <a:r>
              <a:rPr lang="en-US" dirty="0"/>
              <a:t>  So k2, k3, k4 are evaluated at temporary/intermediate states    </a:t>
            </a:r>
          </a:p>
          <a:p>
            <a:r>
              <a:rPr lang="en-US" dirty="0"/>
              <a:t>  that are never stored — they exist only to get a better estimate</a:t>
            </a:r>
          </a:p>
          <a:p>
            <a:r>
              <a:rPr lang="en-US" dirty="0"/>
              <a:t>   of the average slope over the interval. Then all four slope    </a:t>
            </a:r>
          </a:p>
          <a:p>
            <a:r>
              <a:rPr lang="en-US" dirty="0"/>
              <a:t>  estimates are combined:</a:t>
            </a:r>
          </a:p>
          <a:p>
            <a:endParaRPr lang="en-US" dirty="0"/>
          </a:p>
          <a:p>
            <a:r>
              <a:rPr lang="en-US" dirty="0"/>
              <a:t>  </a:t>
            </a:r>
            <a:r>
              <a:rPr lang="en-US" dirty="0" err="1"/>
              <a:t>x_next</a:t>
            </a:r>
            <a:r>
              <a:rPr lang="en-US" dirty="0"/>
              <a:t> = x + (</a:t>
            </a:r>
            <a:r>
              <a:rPr lang="en-US" dirty="0" err="1"/>
              <a:t>ts</a:t>
            </a:r>
            <a:r>
              <a:rPr lang="en-US" dirty="0"/>
              <a:t>/6) * (k1 + 2·k2 + 2·k3 + k4)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4F1425-EEFE-71E6-EB9B-9123BF46F0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485658-6F4E-427B-9249-24FAC25B2FB2}" type="slidenum">
              <a:rPr lang="en-NL" smtClean="0"/>
              <a:t>14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426138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The physics in q1 (</a:t>
            </a:r>
            <a:r>
              <a:rPr lang="en-US" dirty="0" err="1"/>
              <a:t>gantrySystem.m</a:t>
            </a:r>
            <a:r>
              <a:rPr lang="en-US" dirty="0"/>
              <a:t>) includes:</a:t>
            </a:r>
          </a:p>
          <a:p>
            <a:r>
              <a:rPr lang="en-US" dirty="0"/>
              <a:t>  - Y-dependent inertia via M(Y)</a:t>
            </a:r>
          </a:p>
          <a:p>
            <a:r>
              <a:rPr lang="en-US" dirty="0"/>
              <a:t>  - Viscous damping C</a:t>
            </a:r>
          </a:p>
          <a:p>
            <a:r>
              <a:rPr lang="en-US" dirty="0"/>
              <a:t>  - Joint stiffness K</a:t>
            </a:r>
          </a:p>
          <a:p>
            <a:r>
              <a:rPr lang="en-US" dirty="0"/>
              <a:t>  - No Coulomb friction</a:t>
            </a:r>
          </a:p>
          <a:p>
            <a:r>
              <a:rPr lang="en-US" dirty="0"/>
              <a:t>  - No Coriolis/centripetal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Frozen baseline in python: Verified python against </a:t>
            </a:r>
            <a:r>
              <a:rPr lang="en-US" dirty="0" err="1"/>
              <a:t>matlab</a:t>
            </a:r>
            <a:r>
              <a:rPr lang="en-US" dirty="0"/>
              <a:t> couple meetings before.</a:t>
            </a:r>
          </a:p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485658-6F4E-427B-9249-24FAC25B2FB2}" type="slidenum">
              <a:rPr lang="en-NL" smtClean="0"/>
              <a:t>15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289657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B76DA6-E69A-4461-A879-E4922675322A}" type="slidenum">
              <a:rPr lang="en-NL" smtClean="0"/>
              <a:t>27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90157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(For this step won’t use Jan’s encoder initialization)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 </a:t>
            </a:r>
            <a:r>
              <a:rPr lang="fr-FR" dirty="0" err="1"/>
              <a:t>qdot</a:t>
            </a:r>
            <a:r>
              <a:rPr lang="fr-FR" dirty="0"/>
              <a:t>[t] = (q[t+1] - q[t-1]) / (2·ts)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B76DA6-E69A-4461-A879-E4922675322A}" type="slidenum">
              <a:rPr lang="en-NL" smtClean="0"/>
              <a:t>28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193971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Instead of optimizing the parameters directly, we optimize their  </a:t>
            </a:r>
          </a:p>
          <a:p>
            <a:r>
              <a:rPr lang="en-US" dirty="0"/>
              <a:t>  logarithms. At each forward pass we apply exp() to recover the    </a:t>
            </a:r>
          </a:p>
          <a:p>
            <a:r>
              <a:rPr lang="en-US" dirty="0"/>
              <a:t>  physical values before they enter the simulation. Since exp()     </a:t>
            </a:r>
          </a:p>
          <a:p>
            <a:r>
              <a:rPr lang="en-US" dirty="0"/>
              <a:t>  always returns a positive number, masses, stiffnesses, and        </a:t>
            </a:r>
          </a:p>
          <a:p>
            <a:r>
              <a:rPr lang="en-US" dirty="0"/>
              <a:t>  </a:t>
            </a:r>
            <a:r>
              <a:rPr lang="en-US" dirty="0" err="1"/>
              <a:t>dampings</a:t>
            </a:r>
            <a:r>
              <a:rPr lang="en-US" dirty="0"/>
              <a:t> are guaranteed positive at every step — keeping the mass</a:t>
            </a:r>
          </a:p>
          <a:p>
            <a:r>
              <a:rPr lang="en-US" dirty="0"/>
              <a:t>  matrix M(Y) invertible and the simulation numerically stable.</a:t>
            </a:r>
          </a:p>
          <a:p>
            <a:endParaRPr lang="en-US" dirty="0"/>
          </a:p>
          <a:p>
            <a:r>
              <a:rPr lang="en-US" dirty="0"/>
              <a:t>1. Forward: exp(</a:t>
            </a:r>
            <a:r>
              <a:rPr lang="en-US" dirty="0" err="1"/>
              <a:t>log_params</a:t>
            </a:r>
            <a:r>
              <a:rPr lang="en-US" dirty="0"/>
              <a:t>) → physical params → M(Y) → simulation   → loss                                                            </a:t>
            </a:r>
          </a:p>
          <a:p>
            <a:r>
              <a:rPr lang="en-US" dirty="0"/>
              <a:t>  2. Backward: gradient computed </a:t>
            </a:r>
            <a:r>
              <a:rPr lang="en-US" dirty="0" err="1"/>
              <a:t>w.r.t.</a:t>
            </a:r>
            <a:r>
              <a:rPr lang="en-US" dirty="0"/>
              <a:t> </a:t>
            </a:r>
            <a:r>
              <a:rPr lang="en-US" dirty="0" err="1"/>
              <a:t>log_params</a:t>
            </a:r>
            <a:r>
              <a:rPr lang="en-US" dirty="0"/>
              <a:t>                  </a:t>
            </a:r>
          </a:p>
          <a:p>
            <a:r>
              <a:rPr lang="en-US" dirty="0"/>
              <a:t>  3. Update: Adam changes </a:t>
            </a:r>
            <a:r>
              <a:rPr lang="en-US" dirty="0" err="1"/>
              <a:t>log_params</a:t>
            </a:r>
            <a:r>
              <a:rPr lang="en-US" dirty="0"/>
              <a:t> by some step 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B76DA6-E69A-4461-A879-E4922675322A}" type="slidenum">
              <a:rPr lang="en-NL" smtClean="0"/>
              <a:t>29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401031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A9B0A-21A9-11D8-6AC0-0853C7FE8D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E18FFD-A4E2-0D4E-7BCD-58E1748D8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B645C-4A53-6DC7-25C3-9688B7178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B314D-8566-407C-8138-35BC3B95AB82}" type="datetimeFigureOut">
              <a:rPr lang="en-NL" smtClean="0"/>
              <a:t>08/04/2026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82621-D3E9-86E1-A821-537728272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11C98C-0F73-A8F2-02F4-2AB4973CD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18716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50BA0-583D-0185-EE69-28099DAEC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8891D-C30A-9834-578C-76F335D9C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86B7C-AB90-7DAA-F0EA-C7122F775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08/04/2026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BD878-B8D5-9BF6-B119-CB8E2FBA6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A9D23-71DC-CC7B-17C0-5E08C967D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83801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55E79-0500-A1A2-6D30-0F0DFDD60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6914D-49A9-E97D-2C4E-18FAAF726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DA4EA-60CD-56E7-0DAD-21A6159BC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08/04/2026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721A8-BB79-306A-08AB-EFFF7B85E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46C38-EEEE-5592-0604-AA374F8CC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59230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65D4E-F716-266C-EB44-F320FF044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A0776-C324-EFAB-A946-10C85364B9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F9D3D4-7D3D-D1F4-CD2A-A518E54694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693131-FB94-2B88-8093-B6F21E860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08/04/2026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D21B79-6DB2-349F-C356-71774F673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CBD36-D0DC-8F43-ACFD-1E9E357E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67830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3BC18-D101-9213-B897-8851FE7C3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5E5057-8AB1-D931-F79F-0D54E845E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C2EF1A-2434-D230-33B4-D17316B77A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0C9925-AAE9-B6AC-9461-0917219EAC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4E5211-4325-D275-EE19-9984E66A82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7FEE0D-2772-4FE7-99AD-4C1D3AC62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08/04/2026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3169B9-CD5B-369C-DBC2-925297EB2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0BA7D5-A78A-09BB-A363-994BD9A02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69802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9777B-F5E7-C08C-590D-ACFBE4C45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0CC399-4A6B-4593-9E74-B6F8CA3DC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08/04/2026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EE88BE-564F-9BC9-D256-883FCC299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97D54D-0C50-C773-E94C-9E2D30D93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45265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994506-3D43-84EA-E881-39D633077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08/04/2026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1C55CA-8DBE-9019-86DA-AEBED897E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9772A-9555-52DB-D4E9-75AF3C15D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74220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D3A6E-DBBE-812E-85F2-A38B5249B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B2DEC-7E11-7FE1-3C8F-AB40257CC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67515C-82D6-C8CD-79FD-0E6A1C9B19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08F352-32B7-00FA-4DA5-12E23612C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08/04/2026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D78EF5-AAF6-9556-0DA1-762E1477F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3A06DC-6CC1-26FA-41F2-FA573F7A3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87678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5C77B-CBEF-A395-D0FA-1C65A9CE2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E17272-008C-028F-3164-75FD0D3FA4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CEFC27-BE0A-B312-4CAE-0D22A173EF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841F1B-BF0C-E7EE-C200-6ACDD52E8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08/04/2026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3DBEA7-5C08-D5DF-326D-402497EEC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8AB07C-EC9D-1E6E-88BF-08CF4DC29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13419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C2113-B4D5-3AA6-7F42-D0DF7E554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7AC1B1-B636-EC3C-8268-7CF0D78B63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308ECA-F03E-2322-8AB9-FF1B3570A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08/04/2026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60E39-73E9-DBC5-E7A0-57B509463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BBA569-67AF-6D26-BB44-6C9DA6C33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15785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80FA20-7E26-5811-0F8E-E937CD7F6C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C0AB59-9859-7F7C-9F9C-9BFEA1EF0F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83E10-4C21-18B0-80CE-477CC9350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08/04/2026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B85F3-CF9A-29D5-DEA3-31B619337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22B00-4173-AFD9-EDBF-57D15872F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18455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4814AA-CC4F-26EF-0940-42AD31BA4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8EE76C-C9DD-829C-0E04-FD727D936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A92AA8-31FA-1538-0020-A6770000A6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B07CE9-C8DF-41DF-BDBB-830B84D62F5B}" type="datetimeFigureOut">
              <a:rPr lang="en-NL" smtClean="0"/>
              <a:t>08/04/2026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936D0-EF18-388D-6CDB-4886CBEB09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0218A-4CD5-B355-2F90-F63E2428D7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08427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58346-11EF-AF16-3F7E-D4AE642D6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Meeting Week 10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EF679-3C39-E36C-B710-9B50CBAE4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Last week summary</a:t>
            </a:r>
          </a:p>
          <a:p>
            <a:r>
              <a:rPr lang="en-US" dirty="0"/>
              <a:t>Simulation</a:t>
            </a:r>
          </a:p>
          <a:p>
            <a:pPr lvl="1"/>
            <a:r>
              <a:rPr lang="en-US" dirty="0"/>
              <a:t>LPV-LFR format</a:t>
            </a:r>
          </a:p>
          <a:p>
            <a:pPr lvl="1"/>
            <a:r>
              <a:rPr lang="en-US" dirty="0"/>
              <a:t>Compare against frozen baseline</a:t>
            </a:r>
          </a:p>
          <a:p>
            <a:r>
              <a:rPr lang="en-US" dirty="0"/>
              <a:t>Augmentation – parameter updating</a:t>
            </a:r>
          </a:p>
          <a:p>
            <a:pPr lvl="1"/>
            <a:r>
              <a:rPr lang="en-US" dirty="0"/>
              <a:t>Some notes about design choices</a:t>
            </a:r>
          </a:p>
          <a:p>
            <a:r>
              <a:rPr lang="en-US" dirty="0"/>
              <a:t>Outline </a:t>
            </a:r>
            <a:r>
              <a:rPr lang="en-US" dirty="0" err="1"/>
              <a:t>ToDo</a:t>
            </a:r>
            <a:r>
              <a:rPr lang="en-US" dirty="0"/>
              <a:t> next week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679595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9700D-FF42-415C-9519-CE16CBBB5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week summary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6F991-22E1-98ED-FDA2-6483679AE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LPV in LFR format</a:t>
            </a:r>
          </a:p>
          <a:p>
            <a:r>
              <a:rPr lang="en-US" dirty="0"/>
              <a:t>M(Y) invertibility proven with Sylvester’s criterion</a:t>
            </a:r>
          </a:p>
          <a:p>
            <a:r>
              <a:rPr lang="en-US" dirty="0"/>
              <a:t>Causal chain</a:t>
            </a:r>
          </a:p>
          <a:p>
            <a:pPr lvl="1"/>
            <a:r>
              <a:rPr lang="en-US" dirty="0"/>
              <a:t>Because of the invertibility of M(Y) this can be resolved</a:t>
            </a:r>
          </a:p>
          <a:p>
            <a:r>
              <a:rPr lang="en-US" dirty="0"/>
              <a:t>SVD</a:t>
            </a:r>
          </a:p>
          <a:p>
            <a:pPr lvl="1"/>
            <a:r>
              <a:rPr lang="en-US" dirty="0"/>
              <a:t>The 6-channel scheduling loop Δ(Y)=YI6 can be reduced by an equivalent 4-channel loop Δ(Y)=YI4</a:t>
            </a:r>
            <a:endParaRPr lang="en-NL" dirty="0"/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280755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C5819-37CA-7ACB-B0CB-BBF78DDAA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row: Right 6">
            <a:extLst>
              <a:ext uri="{FF2B5EF4-FFF2-40B4-BE49-F238E27FC236}">
                <a16:creationId xmlns:a16="http://schemas.microsoft.com/office/drawing/2014/main" id="{9F62C920-F90A-ACBF-D525-0B45A2BF4C2D}"/>
              </a:ext>
            </a:extLst>
          </p:cNvPr>
          <p:cNvSpPr/>
          <p:nvPr/>
        </p:nvSpPr>
        <p:spPr>
          <a:xfrm>
            <a:off x="3188970" y="4001294"/>
            <a:ext cx="3854404" cy="122301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200A0D-F1C0-F2A7-81CD-D53FCE169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8684" y="2284684"/>
            <a:ext cx="4573316" cy="457331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EC2F419-D2D5-B418-8605-6A394D911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week summary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CC5C39-1973-1377-05FE-4BFF027963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LPV in LFR format</a:t>
            </a:r>
          </a:p>
          <a:p>
            <a:r>
              <a:rPr lang="en-US" dirty="0"/>
              <a:t>M(Y) invertibility proven with Sylvester’s criterion</a:t>
            </a:r>
          </a:p>
          <a:p>
            <a:r>
              <a:rPr lang="en-US" dirty="0"/>
              <a:t>Causal chain</a:t>
            </a:r>
          </a:p>
          <a:p>
            <a:pPr lvl="1"/>
            <a:r>
              <a:rPr lang="en-US" dirty="0"/>
              <a:t>Because of the invertibility of M(Y) this can be resolved</a:t>
            </a:r>
            <a:endParaRPr lang="en-NL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D78E3C-6AC4-7E68-BC07-E47658F3125C}"/>
              </a:ext>
            </a:extLst>
          </p:cNvPr>
          <p:cNvSpPr txBox="1"/>
          <p:nvPr/>
        </p:nvSpPr>
        <p:spPr>
          <a:xfrm>
            <a:off x="3188970" y="4289633"/>
            <a:ext cx="30860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LPV model from García paper in LFR format</a:t>
            </a:r>
          </a:p>
        </p:txBody>
      </p:sp>
    </p:spTree>
    <p:extLst>
      <p:ext uri="{BB962C8B-B14F-4D97-AF65-F5344CB8AC3E}">
        <p14:creationId xmlns:p14="http://schemas.microsoft.com/office/powerpoint/2010/main" val="2036716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EC876-8EA0-9281-F3A3-53AA1497C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267FC0-EA0C-29FE-06B7-335BABC42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66" y="170584"/>
            <a:ext cx="3560034" cy="390856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78E1D4-2F83-7852-9BEC-457045C3B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Causal chain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26C80B-FB59-74B2-C889-A114A1039C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378"/>
          <a:stretch>
            <a:fillRect/>
          </a:stretch>
        </p:blipFill>
        <p:spPr>
          <a:xfrm>
            <a:off x="190349" y="1300307"/>
            <a:ext cx="8422622" cy="5557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015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491AC-9F4A-8E56-1D1B-D136A0E30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BA524F-AF0C-3FCA-8D10-93E85B625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66" y="170584"/>
            <a:ext cx="3560034" cy="390856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8B78D7D-655B-FF3C-6BAE-48C8AA179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Causal chain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9FCD902-F1A8-2F69-F3F2-D3A06D004B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378"/>
          <a:stretch>
            <a:fillRect/>
          </a:stretch>
        </p:blipFill>
        <p:spPr>
          <a:xfrm>
            <a:off x="190349" y="1300307"/>
            <a:ext cx="8422622" cy="555769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8CF6A44-5A2B-F5D3-1765-5729D1AF7CB5}"/>
              </a:ext>
            </a:extLst>
          </p:cNvPr>
          <p:cNvSpPr/>
          <p:nvPr/>
        </p:nvSpPr>
        <p:spPr>
          <a:xfrm>
            <a:off x="8701548" y="170584"/>
            <a:ext cx="3372465" cy="315783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F34035-2E37-A969-2766-A94BA0A14143}"/>
              </a:ext>
            </a:extLst>
          </p:cNvPr>
          <p:cNvSpPr txBox="1"/>
          <p:nvPr/>
        </p:nvSpPr>
        <p:spPr>
          <a:xfrm>
            <a:off x="8612971" y="4154935"/>
            <a:ext cx="388865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Because of the LFR-structure we have this loop structure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G uses 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Delta uses z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/>
              <a:t>No delay in between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NL" sz="2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B8D074-1D84-0B53-53EB-DF8872E1CA05}"/>
              </a:ext>
            </a:extLst>
          </p:cNvPr>
          <p:cNvSpPr/>
          <p:nvPr/>
        </p:nvSpPr>
        <p:spPr>
          <a:xfrm>
            <a:off x="3486420" y="6169709"/>
            <a:ext cx="5443728" cy="64633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47549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69E6E-5EC7-70BA-CE27-EE3E83129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58F52-C770-8588-BD75-A1ED96B02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576" y="0"/>
            <a:ext cx="10515600" cy="1325563"/>
          </a:xfrm>
        </p:spPr>
        <p:txBody>
          <a:bodyPr/>
          <a:lstStyle/>
          <a:p>
            <a:r>
              <a:rPr lang="en-US" dirty="0"/>
              <a:t>Elimination</a:t>
            </a:r>
            <a:endParaRPr lang="en-NL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64F16FE-D73D-6865-7172-595342410F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E3FD6A-F9FD-3136-B1B2-2F9E197318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261" b="8844"/>
          <a:stretch>
            <a:fillRect/>
          </a:stretch>
        </p:blipFill>
        <p:spPr>
          <a:xfrm>
            <a:off x="259644" y="941831"/>
            <a:ext cx="11672711" cy="583285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32AECC6-FD32-12C9-6328-82930576B1EF}"/>
              </a:ext>
            </a:extLst>
          </p:cNvPr>
          <p:cNvSpPr/>
          <p:nvPr/>
        </p:nvSpPr>
        <p:spPr>
          <a:xfrm>
            <a:off x="8318810" y="1227903"/>
            <a:ext cx="1215483" cy="2998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41876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54D2A-F05B-273E-0874-57D14763C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BE8B4-7E72-8268-4B3B-DD1FAA752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576" y="0"/>
            <a:ext cx="10515600" cy="1325563"/>
          </a:xfrm>
        </p:spPr>
        <p:txBody>
          <a:bodyPr/>
          <a:lstStyle/>
          <a:p>
            <a:r>
              <a:rPr lang="en-US" dirty="0"/>
              <a:t>Elimination</a:t>
            </a:r>
            <a:endParaRPr lang="en-NL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291804C-95D7-92EF-AF55-C8A7ADEC83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A72A66-00C4-5CA8-95B7-108E2BFBEC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261" b="8844"/>
          <a:stretch>
            <a:fillRect/>
          </a:stretch>
        </p:blipFill>
        <p:spPr>
          <a:xfrm>
            <a:off x="259644" y="941831"/>
            <a:ext cx="11672711" cy="583285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14EE5A1-8387-F640-6A9F-01CDC4F3965C}"/>
              </a:ext>
            </a:extLst>
          </p:cNvPr>
          <p:cNvSpPr/>
          <p:nvPr/>
        </p:nvSpPr>
        <p:spPr>
          <a:xfrm>
            <a:off x="4032504" y="3355848"/>
            <a:ext cx="7808976" cy="48463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82D352-179E-4565-FB67-F156F57BAC04}"/>
              </a:ext>
            </a:extLst>
          </p:cNvPr>
          <p:cNvSpPr/>
          <p:nvPr/>
        </p:nvSpPr>
        <p:spPr>
          <a:xfrm>
            <a:off x="8318810" y="1227903"/>
            <a:ext cx="1215483" cy="2998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28370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DD17B-961B-87E4-F822-5A960A9E0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B93DD-9A23-B33F-95CE-2BC3ADB30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576" y="0"/>
            <a:ext cx="10515600" cy="1325563"/>
          </a:xfrm>
        </p:spPr>
        <p:txBody>
          <a:bodyPr/>
          <a:lstStyle/>
          <a:p>
            <a:r>
              <a:rPr lang="en-US" dirty="0"/>
              <a:t>Elimination</a:t>
            </a:r>
            <a:endParaRPr lang="en-NL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BABEC22-7781-7C7D-2FAB-CE448AC90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AF8BDF-D230-1163-0F3D-6A3544EC2B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261" b="8844"/>
          <a:stretch>
            <a:fillRect/>
          </a:stretch>
        </p:blipFill>
        <p:spPr>
          <a:xfrm>
            <a:off x="259644" y="941831"/>
            <a:ext cx="11672711" cy="583285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4B20C87-43D9-0488-6110-233AB64C5B5C}"/>
              </a:ext>
            </a:extLst>
          </p:cNvPr>
          <p:cNvSpPr/>
          <p:nvPr/>
        </p:nvSpPr>
        <p:spPr>
          <a:xfrm>
            <a:off x="4032504" y="3355848"/>
            <a:ext cx="7808976" cy="48463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BCCE3B-F666-E051-EF10-4E9B894901B6}"/>
              </a:ext>
            </a:extLst>
          </p:cNvPr>
          <p:cNvSpPr/>
          <p:nvPr/>
        </p:nvSpPr>
        <p:spPr>
          <a:xfrm>
            <a:off x="3840480" y="5769864"/>
            <a:ext cx="4766310" cy="100482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25EBFC-B756-0484-E7B2-2997F23110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374" y="83314"/>
            <a:ext cx="4138589" cy="454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250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1536B-F0EB-B0CB-5E23-6BBC5A826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Elimination – Sacrifices separate Blocks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B95E8-5CE0-AFA0-C618-912257AC2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z and w can be reconstructed exactly after the loop has been resolved.</a:t>
            </a:r>
          </a:p>
          <a:p>
            <a:r>
              <a:rPr lang="en-US" dirty="0"/>
              <a:t>System is not executed as two separate runtime blocks G and Δ in feedback anymore.</a:t>
            </a:r>
          </a:p>
          <a:p>
            <a:pPr lvl="1"/>
            <a:r>
              <a:rPr lang="en-US" dirty="0"/>
              <a:t>But the system still come from an exact LFR factorization, with valid latent signals z and w that satisfy the LFR equations.</a:t>
            </a:r>
            <a:br>
              <a:rPr lang="en-US" dirty="0"/>
            </a:b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9258730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1CBB4-4332-CC27-31DC-1118749DC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– LPV-LFR baseline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F3971-08E2-AD39-C334-D1FA58F77E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LPV-LFR structure: compute x in logical coordinates [X, theta, Y]^T based on given input</a:t>
            </a:r>
          </a:p>
          <a:p>
            <a:r>
              <a:rPr lang="en-US" dirty="0"/>
              <a:t>Compare against MATLAB output</a:t>
            </a:r>
          </a:p>
          <a:p>
            <a:r>
              <a:rPr lang="en-US" dirty="0"/>
              <a:t>Metrics used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8063455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276B1-1319-5DE2-6D92-7EA9341D2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oup 54">
            <a:extLst>
              <a:ext uri="{FF2B5EF4-FFF2-40B4-BE49-F238E27FC236}">
                <a16:creationId xmlns:a16="http://schemas.microsoft.com/office/drawing/2014/main" id="{D212C9D6-998F-6609-5D8B-4C996DA8FD6A}"/>
              </a:ext>
            </a:extLst>
          </p:cNvPr>
          <p:cNvGrpSpPr/>
          <p:nvPr/>
        </p:nvGrpSpPr>
        <p:grpSpPr>
          <a:xfrm>
            <a:off x="62230" y="198121"/>
            <a:ext cx="6968068" cy="6221492"/>
            <a:chOff x="1201182" y="502920"/>
            <a:chExt cx="6968068" cy="622149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2680B80-9581-D757-2263-C83B523E6270}"/>
                </a:ext>
              </a:extLst>
            </p:cNvPr>
            <p:cNvSpPr txBox="1"/>
            <p:nvPr/>
          </p:nvSpPr>
          <p:spPr>
            <a:xfrm>
              <a:off x="1268730" y="502920"/>
              <a:ext cx="9598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u_stage</a:t>
              </a:r>
              <a:endParaRPr lang="en-NL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8188E43-17DF-2413-2DB6-2096733BC8EF}"/>
                </a:ext>
              </a:extLst>
            </p:cNvPr>
            <p:cNvSpPr txBox="1"/>
            <p:nvPr/>
          </p:nvSpPr>
          <p:spPr>
            <a:xfrm>
              <a:off x="1201182" y="1614964"/>
              <a:ext cx="16448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u_transformed</a:t>
              </a:r>
              <a:endParaRPr lang="en-NL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25B112A-0198-DF23-6F89-9FC3563BE925}"/>
                </a:ext>
              </a:extLst>
            </p:cNvPr>
            <p:cNvSpPr txBox="1"/>
            <p:nvPr/>
          </p:nvSpPr>
          <p:spPr>
            <a:xfrm>
              <a:off x="1946672" y="1036082"/>
              <a:ext cx="13386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 transform</a:t>
              </a:r>
              <a:endParaRPr lang="en-NL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73505E3-CFFD-7904-EAF8-13DA64D4059C}"/>
                </a:ext>
              </a:extLst>
            </p:cNvPr>
            <p:cNvSpPr txBox="1"/>
            <p:nvPr/>
          </p:nvSpPr>
          <p:spPr>
            <a:xfrm>
              <a:off x="5124212" y="1614964"/>
              <a:ext cx="26634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X, Y, Physical parameters</a:t>
              </a:r>
              <a:endParaRPr lang="en-NL" dirty="0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7931A66-3ABC-9FD1-7CAA-5E2C24C36513}"/>
                </a:ext>
              </a:extLst>
            </p:cNvPr>
            <p:cNvCxnSpPr>
              <a:cxnSpLocks/>
              <a:stCxn id="5" idx="2"/>
            </p:cNvCxnSpPr>
            <p:nvPr/>
          </p:nvCxnSpPr>
          <p:spPr>
            <a:xfrm>
              <a:off x="1748638" y="872252"/>
              <a:ext cx="0" cy="74271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EC24AA5-48D5-9BD3-4FA8-5731C9F713BA}"/>
                </a:ext>
              </a:extLst>
            </p:cNvPr>
            <p:cNvCxnSpPr>
              <a:cxnSpLocks/>
            </p:cNvCxnSpPr>
            <p:nvPr/>
          </p:nvCxnSpPr>
          <p:spPr>
            <a:xfrm>
              <a:off x="1753802" y="1984296"/>
              <a:ext cx="0" cy="35135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C8ACC93-6DF8-383D-0C26-2E43BC5E698E}"/>
                </a:ext>
              </a:extLst>
            </p:cNvPr>
            <p:cNvCxnSpPr/>
            <p:nvPr/>
          </p:nvCxnSpPr>
          <p:spPr>
            <a:xfrm>
              <a:off x="1748637" y="2343150"/>
              <a:ext cx="397545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BC8F1D1-BD3C-4E4F-B32E-F9B54AA907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24088" y="1984296"/>
              <a:ext cx="0" cy="31313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490F63DC-61E2-37E4-6005-8B25BC99969E}"/>
                </a:ext>
              </a:extLst>
            </p:cNvPr>
            <p:cNvCxnSpPr>
              <a:cxnSpLocks/>
            </p:cNvCxnSpPr>
            <p:nvPr/>
          </p:nvCxnSpPr>
          <p:spPr>
            <a:xfrm>
              <a:off x="3589020" y="2377440"/>
              <a:ext cx="0" cy="90344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5387A73-4D4D-A493-909B-8DC86DB4A069}"/>
                </a:ext>
              </a:extLst>
            </p:cNvPr>
            <p:cNvSpPr txBox="1"/>
            <p:nvPr/>
          </p:nvSpPr>
          <p:spPr>
            <a:xfrm>
              <a:off x="5566678" y="3678199"/>
              <a:ext cx="26025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 = x[2] (self-scheduling)</a:t>
              </a:r>
              <a:endParaRPr lang="en-NL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7E84880-8493-6B4C-DCDF-7F96209C6861}"/>
                </a:ext>
              </a:extLst>
            </p:cNvPr>
            <p:cNvSpPr txBox="1"/>
            <p:nvPr/>
          </p:nvSpPr>
          <p:spPr>
            <a:xfrm>
              <a:off x="2308309" y="4889778"/>
              <a:ext cx="6447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Xdot</a:t>
              </a:r>
              <a:endParaRPr lang="en-NL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051238E-C700-78DD-DBDE-EA3AE27A4462}"/>
                </a:ext>
              </a:extLst>
            </p:cNvPr>
            <p:cNvSpPr txBox="1"/>
            <p:nvPr/>
          </p:nvSpPr>
          <p:spPr>
            <a:xfrm>
              <a:off x="3422338" y="4889778"/>
              <a:ext cx="2856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z</a:t>
              </a:r>
              <a:endParaRPr lang="en-NL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C4285AC-D5EA-A223-133A-CF8CFF7DE2D0}"/>
                </a:ext>
              </a:extLst>
            </p:cNvPr>
            <p:cNvSpPr txBox="1"/>
            <p:nvPr/>
          </p:nvSpPr>
          <p:spPr>
            <a:xfrm>
              <a:off x="4206662" y="4898946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</a:t>
              </a:r>
              <a:endParaRPr lang="en-NL" dirty="0"/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D7F6B18B-6AD7-57EB-AC7E-BD7782C7AEC6}"/>
                </a:ext>
              </a:extLst>
            </p:cNvPr>
            <p:cNvCxnSpPr>
              <a:cxnSpLocks/>
              <a:stCxn id="28" idx="0"/>
            </p:cNvCxnSpPr>
            <p:nvPr/>
          </p:nvCxnSpPr>
          <p:spPr>
            <a:xfrm flipV="1">
              <a:off x="3565166" y="4091940"/>
              <a:ext cx="23854" cy="7978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E0D96FC-9B0C-DBF4-BBCF-1C06FA6E37B8}"/>
                </a:ext>
              </a:extLst>
            </p:cNvPr>
            <p:cNvCxnSpPr>
              <a:stCxn id="27" idx="0"/>
            </p:cNvCxnSpPr>
            <p:nvPr/>
          </p:nvCxnSpPr>
          <p:spPr>
            <a:xfrm flipH="1" flipV="1">
              <a:off x="2615990" y="4274820"/>
              <a:ext cx="14683" cy="6149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23233EC-3EAD-EB08-E2C7-F7CB4DB63617}"/>
                </a:ext>
              </a:extLst>
            </p:cNvPr>
            <p:cNvCxnSpPr>
              <a:cxnSpLocks/>
              <a:stCxn id="29" idx="0"/>
            </p:cNvCxnSpPr>
            <p:nvPr/>
          </p:nvCxnSpPr>
          <p:spPr>
            <a:xfrm flipH="1" flipV="1">
              <a:off x="4366260" y="4091940"/>
              <a:ext cx="16091" cy="80700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6A9A80B-8CF4-1E24-0A58-6841B4BE8CD3}"/>
                </a:ext>
              </a:extLst>
            </p:cNvPr>
            <p:cNvSpPr txBox="1"/>
            <p:nvPr/>
          </p:nvSpPr>
          <p:spPr>
            <a:xfrm>
              <a:off x="4748364" y="4889778"/>
              <a:ext cx="1709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ym typeface="Wingdings" panose="05000000000000000000" pitchFamily="2" charset="2"/>
                </a:rPr>
                <a:t> z, w retained</a:t>
              </a:r>
              <a:endParaRPr lang="en-NL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BAC2269-E0A3-5B98-F528-F45A1E0BB0B0}"/>
                </a:ext>
              </a:extLst>
            </p:cNvPr>
            <p:cNvSpPr txBox="1"/>
            <p:nvPr/>
          </p:nvSpPr>
          <p:spPr>
            <a:xfrm>
              <a:off x="1748637" y="5532120"/>
              <a:ext cx="20769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ym typeface="Wingdings" panose="05000000000000000000" pitchFamily="2" charset="2"/>
                </a:rPr>
                <a:t>[x 4 RK4 sub-steps]</a:t>
              </a:r>
              <a:endParaRPr lang="en-NL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73862A8-32D6-BC5D-E243-F078FA69CDE8}"/>
                </a:ext>
              </a:extLst>
            </p:cNvPr>
            <p:cNvSpPr txBox="1"/>
            <p:nvPr/>
          </p:nvSpPr>
          <p:spPr>
            <a:xfrm>
              <a:off x="2078695" y="6355080"/>
              <a:ext cx="107458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 err="1">
                  <a:sym typeface="Wingdings" panose="05000000000000000000" pitchFamily="2" charset="2"/>
                </a:rPr>
                <a:t>X_next</a:t>
              </a:r>
              <a:endParaRPr lang="en-NL" dirty="0"/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8F52CB25-7685-40E0-FF96-4D919D066F5B}"/>
                </a:ext>
              </a:extLst>
            </p:cNvPr>
            <p:cNvCxnSpPr>
              <a:stCxn id="27" idx="2"/>
            </p:cNvCxnSpPr>
            <p:nvPr/>
          </p:nvCxnSpPr>
          <p:spPr>
            <a:xfrm flipH="1">
              <a:off x="2615989" y="5259110"/>
              <a:ext cx="14684" cy="27301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44D051A2-1B83-88CC-D530-C6A1C2940665}"/>
                </a:ext>
              </a:extLst>
            </p:cNvPr>
            <p:cNvCxnSpPr>
              <a:endCxn id="43" idx="0"/>
            </p:cNvCxnSpPr>
            <p:nvPr/>
          </p:nvCxnSpPr>
          <p:spPr>
            <a:xfrm>
              <a:off x="2615989" y="5901452"/>
              <a:ext cx="0" cy="45362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F98CE2E-2B50-7BA8-B95F-1FB39508253E}"/>
                </a:ext>
              </a:extLst>
            </p:cNvPr>
            <p:cNvSpPr/>
            <p:nvPr/>
          </p:nvSpPr>
          <p:spPr>
            <a:xfrm>
              <a:off x="2387577" y="3315177"/>
              <a:ext cx="2413873" cy="12573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lfr_forward</a:t>
              </a:r>
              <a:endParaRPr lang="en-US" dirty="0"/>
            </a:p>
            <a:p>
              <a:pPr algn="ctr"/>
              <a:endParaRPr lang="en-US" dirty="0"/>
            </a:p>
            <a:p>
              <a:pPr algn="ctr"/>
              <a:r>
                <a:rPr lang="en-US" dirty="0"/>
                <a:t>Solve a = M(Y)^-1 </a:t>
              </a:r>
              <a:r>
                <a:rPr lang="en-US" dirty="0" err="1"/>
                <a:t>f_net</a:t>
              </a:r>
              <a:endParaRPr lang="en-NL" dirty="0"/>
            </a:p>
          </p:txBody>
        </p:sp>
      </p:grpSp>
      <p:pic>
        <p:nvPicPr>
          <p:cNvPr id="54" name="Picture 53">
            <a:extLst>
              <a:ext uri="{FF2B5EF4-FFF2-40B4-BE49-F238E27FC236}">
                <a16:creationId xmlns:a16="http://schemas.microsoft.com/office/drawing/2014/main" id="{85E26F4D-362E-A42B-9E23-86F5CB87BE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796" y="0"/>
            <a:ext cx="5258666" cy="391045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B4B6B865-48F0-1882-51E0-288778B9AB90}"/>
              </a:ext>
            </a:extLst>
          </p:cNvPr>
          <p:cNvSpPr txBox="1"/>
          <p:nvPr/>
        </p:nvSpPr>
        <p:spPr>
          <a:xfrm>
            <a:off x="3899509" y="3033238"/>
            <a:ext cx="30612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Wingdings" panose="05000000000000000000" pitchFamily="2" charset="2"/>
              </a:rPr>
              <a:t> M(Y) = M0 + M1 Y + M2 Y^2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7467259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8DA30-D586-A0BB-1AF7-64D86EA17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5209C31-5844-45A8-66CD-AB951232AF22}"/>
              </a:ext>
            </a:extLst>
          </p:cNvPr>
          <p:cNvCxnSpPr/>
          <p:nvPr/>
        </p:nvCxnSpPr>
        <p:spPr>
          <a:xfrm flipV="1">
            <a:off x="5586761" y="1992631"/>
            <a:ext cx="0" cy="42855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5" name="Group 54">
            <a:extLst>
              <a:ext uri="{FF2B5EF4-FFF2-40B4-BE49-F238E27FC236}">
                <a16:creationId xmlns:a16="http://schemas.microsoft.com/office/drawing/2014/main" id="{EB707EA4-39D1-E82F-AEEB-48E4670B53B8}"/>
              </a:ext>
            </a:extLst>
          </p:cNvPr>
          <p:cNvGrpSpPr/>
          <p:nvPr/>
        </p:nvGrpSpPr>
        <p:grpSpPr>
          <a:xfrm>
            <a:off x="72390" y="198121"/>
            <a:ext cx="6957908" cy="6221492"/>
            <a:chOff x="1211342" y="502920"/>
            <a:chExt cx="6957908" cy="622149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F3042B9-2414-ADA0-FE96-3C46E02B15F0}"/>
                </a:ext>
              </a:extLst>
            </p:cNvPr>
            <p:cNvSpPr txBox="1"/>
            <p:nvPr/>
          </p:nvSpPr>
          <p:spPr>
            <a:xfrm>
              <a:off x="1268730" y="502920"/>
              <a:ext cx="9598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u_stage</a:t>
              </a:r>
              <a:endParaRPr lang="en-NL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48D3237-0EB0-00FD-2BC4-E512AA0484D0}"/>
                </a:ext>
              </a:extLst>
            </p:cNvPr>
            <p:cNvSpPr txBox="1"/>
            <p:nvPr/>
          </p:nvSpPr>
          <p:spPr>
            <a:xfrm>
              <a:off x="1211342" y="1614964"/>
              <a:ext cx="16448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u_transformed</a:t>
              </a:r>
              <a:endParaRPr lang="en-NL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D524721-83DE-5E10-A096-5535A3AD53A7}"/>
                </a:ext>
              </a:extLst>
            </p:cNvPr>
            <p:cNvSpPr txBox="1"/>
            <p:nvPr/>
          </p:nvSpPr>
          <p:spPr>
            <a:xfrm>
              <a:off x="1946672" y="1036082"/>
              <a:ext cx="13386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 transform</a:t>
              </a:r>
              <a:endParaRPr lang="en-NL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FF83197-07A8-68D7-E247-438129EAC491}"/>
                </a:ext>
              </a:extLst>
            </p:cNvPr>
            <p:cNvSpPr txBox="1"/>
            <p:nvPr/>
          </p:nvSpPr>
          <p:spPr>
            <a:xfrm>
              <a:off x="5124212" y="1614964"/>
              <a:ext cx="26634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X, Y, Physical parameters</a:t>
              </a:r>
              <a:endParaRPr lang="en-NL" dirty="0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E4ACF36-D8E8-CF20-F149-36B7FF7F88DB}"/>
                </a:ext>
              </a:extLst>
            </p:cNvPr>
            <p:cNvCxnSpPr>
              <a:cxnSpLocks/>
              <a:stCxn id="5" idx="2"/>
            </p:cNvCxnSpPr>
            <p:nvPr/>
          </p:nvCxnSpPr>
          <p:spPr>
            <a:xfrm>
              <a:off x="1748638" y="872252"/>
              <a:ext cx="0" cy="74271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738BFF7-6E2A-161D-D50C-BF83100F1169}"/>
                </a:ext>
              </a:extLst>
            </p:cNvPr>
            <p:cNvCxnSpPr>
              <a:cxnSpLocks/>
            </p:cNvCxnSpPr>
            <p:nvPr/>
          </p:nvCxnSpPr>
          <p:spPr>
            <a:xfrm>
              <a:off x="1748637" y="1984296"/>
              <a:ext cx="0" cy="31313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B62A802-9163-4F3A-E357-A0DD3A1BFCC9}"/>
                </a:ext>
              </a:extLst>
            </p:cNvPr>
            <p:cNvCxnSpPr/>
            <p:nvPr/>
          </p:nvCxnSpPr>
          <p:spPr>
            <a:xfrm>
              <a:off x="1748637" y="2343150"/>
              <a:ext cx="397545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0518AAC-42FF-73AD-84CD-E8798A665C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24088" y="1984296"/>
              <a:ext cx="0" cy="31313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E44831F7-324C-9E1D-8C5F-E5E5A8470630}"/>
                </a:ext>
              </a:extLst>
            </p:cNvPr>
            <p:cNvCxnSpPr>
              <a:cxnSpLocks/>
            </p:cNvCxnSpPr>
            <p:nvPr/>
          </p:nvCxnSpPr>
          <p:spPr>
            <a:xfrm>
              <a:off x="3589020" y="2377440"/>
              <a:ext cx="0" cy="90344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14899DD-442F-1A17-F5AF-C980AE47D838}"/>
                </a:ext>
              </a:extLst>
            </p:cNvPr>
            <p:cNvSpPr txBox="1"/>
            <p:nvPr/>
          </p:nvSpPr>
          <p:spPr>
            <a:xfrm>
              <a:off x="5566678" y="3678199"/>
              <a:ext cx="26025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 = x[2] (self-scheduling)</a:t>
              </a:r>
              <a:endParaRPr lang="en-NL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F4B8629-C11D-D556-CB03-2DD51471F40F}"/>
                </a:ext>
              </a:extLst>
            </p:cNvPr>
            <p:cNvSpPr txBox="1"/>
            <p:nvPr/>
          </p:nvSpPr>
          <p:spPr>
            <a:xfrm>
              <a:off x="2308309" y="4889778"/>
              <a:ext cx="6447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Xdot</a:t>
              </a:r>
              <a:endParaRPr lang="en-NL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4B4A65D-46F4-41ED-0C59-5468A366E8D4}"/>
                </a:ext>
              </a:extLst>
            </p:cNvPr>
            <p:cNvSpPr txBox="1"/>
            <p:nvPr/>
          </p:nvSpPr>
          <p:spPr>
            <a:xfrm>
              <a:off x="3422338" y="4889778"/>
              <a:ext cx="2856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z</a:t>
              </a:r>
              <a:endParaRPr lang="en-NL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16C5768-FB0F-C0D7-53A8-6FC91DDC6D74}"/>
                </a:ext>
              </a:extLst>
            </p:cNvPr>
            <p:cNvSpPr txBox="1"/>
            <p:nvPr/>
          </p:nvSpPr>
          <p:spPr>
            <a:xfrm>
              <a:off x="4206662" y="4898946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</a:t>
              </a:r>
              <a:endParaRPr lang="en-NL" dirty="0"/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419104F5-70E5-E7D5-8F09-5DD3342D5F4B}"/>
                </a:ext>
              </a:extLst>
            </p:cNvPr>
            <p:cNvCxnSpPr>
              <a:cxnSpLocks/>
              <a:stCxn id="28" idx="0"/>
            </p:cNvCxnSpPr>
            <p:nvPr/>
          </p:nvCxnSpPr>
          <p:spPr>
            <a:xfrm flipV="1">
              <a:off x="3565166" y="4091940"/>
              <a:ext cx="23854" cy="7978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ECB62814-8BB9-F183-BC22-124C68CD5154}"/>
                </a:ext>
              </a:extLst>
            </p:cNvPr>
            <p:cNvCxnSpPr>
              <a:stCxn id="27" idx="0"/>
            </p:cNvCxnSpPr>
            <p:nvPr/>
          </p:nvCxnSpPr>
          <p:spPr>
            <a:xfrm flipH="1" flipV="1">
              <a:off x="2615990" y="4274820"/>
              <a:ext cx="14683" cy="6149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A9F8D1B-6059-2730-49F3-C8DA958ECFF7}"/>
                </a:ext>
              </a:extLst>
            </p:cNvPr>
            <p:cNvCxnSpPr>
              <a:cxnSpLocks/>
              <a:stCxn id="29" idx="0"/>
            </p:cNvCxnSpPr>
            <p:nvPr/>
          </p:nvCxnSpPr>
          <p:spPr>
            <a:xfrm flipH="1" flipV="1">
              <a:off x="4366260" y="4091940"/>
              <a:ext cx="16091" cy="80700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6871289-9EA0-2324-D13D-B6E0203D4A2B}"/>
                </a:ext>
              </a:extLst>
            </p:cNvPr>
            <p:cNvSpPr txBox="1"/>
            <p:nvPr/>
          </p:nvSpPr>
          <p:spPr>
            <a:xfrm>
              <a:off x="4748364" y="4889778"/>
              <a:ext cx="1709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ym typeface="Wingdings" panose="05000000000000000000" pitchFamily="2" charset="2"/>
                </a:rPr>
                <a:t> z, w retained</a:t>
              </a:r>
              <a:endParaRPr lang="en-NL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B42DCCE-9B6B-F437-10D2-25FFA72FC194}"/>
                </a:ext>
              </a:extLst>
            </p:cNvPr>
            <p:cNvSpPr txBox="1"/>
            <p:nvPr/>
          </p:nvSpPr>
          <p:spPr>
            <a:xfrm>
              <a:off x="1748637" y="5532120"/>
              <a:ext cx="20769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ym typeface="Wingdings" panose="05000000000000000000" pitchFamily="2" charset="2"/>
                </a:rPr>
                <a:t>[x 4 RK4 sub-steps]</a:t>
              </a:r>
              <a:endParaRPr lang="en-NL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77B89FA-A4E2-8462-E907-95B4ADE4A9F8}"/>
                </a:ext>
              </a:extLst>
            </p:cNvPr>
            <p:cNvSpPr txBox="1"/>
            <p:nvPr/>
          </p:nvSpPr>
          <p:spPr>
            <a:xfrm>
              <a:off x="2078695" y="6355080"/>
              <a:ext cx="107458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 err="1">
                  <a:sym typeface="Wingdings" panose="05000000000000000000" pitchFamily="2" charset="2"/>
                </a:rPr>
                <a:t>X_next</a:t>
              </a:r>
              <a:endParaRPr lang="en-NL" dirty="0"/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BC236062-FAB8-AEE0-E9E4-7BD14D09D5EA}"/>
                </a:ext>
              </a:extLst>
            </p:cNvPr>
            <p:cNvCxnSpPr>
              <a:stCxn id="27" idx="2"/>
            </p:cNvCxnSpPr>
            <p:nvPr/>
          </p:nvCxnSpPr>
          <p:spPr>
            <a:xfrm flipH="1">
              <a:off x="2615989" y="5259110"/>
              <a:ext cx="14684" cy="27301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AC347AFD-7B2E-AD06-B6A2-50479306BDAC}"/>
                </a:ext>
              </a:extLst>
            </p:cNvPr>
            <p:cNvCxnSpPr>
              <a:endCxn id="43" idx="0"/>
            </p:cNvCxnSpPr>
            <p:nvPr/>
          </p:nvCxnSpPr>
          <p:spPr>
            <a:xfrm>
              <a:off x="2615989" y="5901452"/>
              <a:ext cx="0" cy="45362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5CB95FB-6956-0B77-9B74-AA99FFE3A55D}"/>
                </a:ext>
              </a:extLst>
            </p:cNvPr>
            <p:cNvSpPr/>
            <p:nvPr/>
          </p:nvSpPr>
          <p:spPr>
            <a:xfrm>
              <a:off x="2387577" y="3315177"/>
              <a:ext cx="2413873" cy="12573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lfr_forward</a:t>
              </a:r>
              <a:endParaRPr lang="en-US" dirty="0"/>
            </a:p>
            <a:p>
              <a:pPr algn="ctr"/>
              <a:endParaRPr lang="en-US" dirty="0"/>
            </a:p>
            <a:p>
              <a:pPr algn="ctr"/>
              <a:r>
                <a:rPr lang="en-US" dirty="0"/>
                <a:t>Solve a = M(Y)^-1 </a:t>
              </a:r>
              <a:r>
                <a:rPr lang="en-US" dirty="0" err="1"/>
                <a:t>f_net</a:t>
              </a:r>
              <a:endParaRPr lang="en-NL" dirty="0"/>
            </a:p>
          </p:txBody>
        </p:sp>
      </p:grpSp>
      <p:pic>
        <p:nvPicPr>
          <p:cNvPr id="54" name="Picture 53">
            <a:extLst>
              <a:ext uri="{FF2B5EF4-FFF2-40B4-BE49-F238E27FC236}">
                <a16:creationId xmlns:a16="http://schemas.microsoft.com/office/drawing/2014/main" id="{E9E624D5-295F-59B9-8AEF-C129EBD1F2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796" y="0"/>
            <a:ext cx="5258666" cy="3910455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3CE92E2-41B2-A90F-7E05-97B153FFFBDB}"/>
              </a:ext>
            </a:extLst>
          </p:cNvPr>
          <p:cNvCxnSpPr>
            <a:stCxn id="43" idx="3"/>
          </p:cNvCxnSpPr>
          <p:nvPr/>
        </p:nvCxnSpPr>
        <p:spPr>
          <a:xfrm>
            <a:off x="2014331" y="6234947"/>
            <a:ext cx="3561279" cy="320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F541EAA-F1BF-56B8-7CCD-0E7DB12F4D90}"/>
              </a:ext>
            </a:extLst>
          </p:cNvPr>
          <p:cNvSpPr txBox="1"/>
          <p:nvPr/>
        </p:nvSpPr>
        <p:spPr>
          <a:xfrm>
            <a:off x="3899509" y="3033238"/>
            <a:ext cx="30612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Wingdings" panose="05000000000000000000" pitchFamily="2" charset="2"/>
              </a:rPr>
              <a:t> M(Y) = M0 + M1 Y + M2 Y^2</a:t>
            </a:r>
            <a:endParaRPr lang="en-NL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BC904C-A701-E8EF-B266-BF65A2A46308}"/>
              </a:ext>
            </a:extLst>
          </p:cNvPr>
          <p:cNvSpPr txBox="1"/>
          <p:nvPr/>
        </p:nvSpPr>
        <p:spPr>
          <a:xfrm>
            <a:off x="6791160" y="4822064"/>
            <a:ext cx="61112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X0 = </a:t>
            </a:r>
            <a:r>
              <a:rPr lang="en-NL" sz="2400" dirty="0"/>
              <a:t>[0, 0, 0.3, 0, 0, 0]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0E2896-0859-25EB-1B75-11010A4EDB86}"/>
              </a:ext>
            </a:extLst>
          </p:cNvPr>
          <p:cNvSpPr/>
          <p:nvPr/>
        </p:nvSpPr>
        <p:spPr>
          <a:xfrm>
            <a:off x="7030298" y="1100615"/>
            <a:ext cx="5189164" cy="416157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05724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97DE5966-9520-387F-B091-70A58177586E}"/>
              </a:ext>
            </a:extLst>
          </p:cNvPr>
          <p:cNvSpPr txBox="1"/>
          <p:nvPr/>
        </p:nvSpPr>
        <p:spPr>
          <a:xfrm>
            <a:off x="3899509" y="3033238"/>
            <a:ext cx="30612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Wingdings" panose="05000000000000000000" pitchFamily="2" charset="2"/>
              </a:rPr>
              <a:t> M(Y) = M0 + M1 Y + M2 Y^2</a:t>
            </a:r>
            <a:endParaRPr lang="en-NL" dirty="0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88F9798B-5F9F-6C3A-58DB-74B42A97E62A}"/>
              </a:ext>
            </a:extLst>
          </p:cNvPr>
          <p:cNvGrpSpPr/>
          <p:nvPr/>
        </p:nvGrpSpPr>
        <p:grpSpPr>
          <a:xfrm>
            <a:off x="72390" y="198121"/>
            <a:ext cx="6957908" cy="6221492"/>
            <a:chOff x="1211342" y="502920"/>
            <a:chExt cx="6957908" cy="622149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DBE0C36-3EE9-9CA3-EA73-739C2B10DB28}"/>
                </a:ext>
              </a:extLst>
            </p:cNvPr>
            <p:cNvSpPr txBox="1"/>
            <p:nvPr/>
          </p:nvSpPr>
          <p:spPr>
            <a:xfrm>
              <a:off x="1268730" y="502920"/>
              <a:ext cx="9598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u_stage</a:t>
              </a:r>
              <a:endParaRPr lang="en-NL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2A98253-47A7-9395-B34A-5DF531A0165A}"/>
                </a:ext>
              </a:extLst>
            </p:cNvPr>
            <p:cNvSpPr txBox="1"/>
            <p:nvPr/>
          </p:nvSpPr>
          <p:spPr>
            <a:xfrm>
              <a:off x="1211342" y="1614964"/>
              <a:ext cx="16448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u_transformed</a:t>
              </a:r>
              <a:endParaRPr lang="en-NL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A203041-7538-FFEB-67B6-9E60EE1ABB7C}"/>
                </a:ext>
              </a:extLst>
            </p:cNvPr>
            <p:cNvSpPr txBox="1"/>
            <p:nvPr/>
          </p:nvSpPr>
          <p:spPr>
            <a:xfrm>
              <a:off x="1946672" y="1036082"/>
              <a:ext cx="13386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 transform</a:t>
              </a:r>
              <a:endParaRPr lang="en-NL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43D0707-9721-0589-FDE0-8C991AA57B25}"/>
                </a:ext>
              </a:extLst>
            </p:cNvPr>
            <p:cNvSpPr txBox="1"/>
            <p:nvPr/>
          </p:nvSpPr>
          <p:spPr>
            <a:xfrm>
              <a:off x="5124212" y="1614964"/>
              <a:ext cx="26634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X, Y, Physical parameters</a:t>
              </a:r>
              <a:endParaRPr lang="en-NL" dirty="0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B9FCA89E-851E-AF37-E0A1-F5F26F5A369C}"/>
                </a:ext>
              </a:extLst>
            </p:cNvPr>
            <p:cNvCxnSpPr>
              <a:cxnSpLocks/>
              <a:stCxn id="5" idx="2"/>
            </p:cNvCxnSpPr>
            <p:nvPr/>
          </p:nvCxnSpPr>
          <p:spPr>
            <a:xfrm flipH="1">
              <a:off x="1748637" y="872252"/>
              <a:ext cx="1" cy="74271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5D65365-7C2F-C1F1-D565-0B3B99A8858E}"/>
                </a:ext>
              </a:extLst>
            </p:cNvPr>
            <p:cNvCxnSpPr>
              <a:cxnSpLocks/>
            </p:cNvCxnSpPr>
            <p:nvPr/>
          </p:nvCxnSpPr>
          <p:spPr>
            <a:xfrm>
              <a:off x="1748637" y="1984296"/>
              <a:ext cx="0" cy="31313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5F89873-3C1B-6297-5650-F1E0EF85D211}"/>
                </a:ext>
              </a:extLst>
            </p:cNvPr>
            <p:cNvCxnSpPr/>
            <p:nvPr/>
          </p:nvCxnSpPr>
          <p:spPr>
            <a:xfrm>
              <a:off x="1748637" y="2343150"/>
              <a:ext cx="397545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8DBEA52-85E6-D640-86E4-94A6F30A32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24088" y="1879599"/>
              <a:ext cx="0" cy="4178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F9C9A93E-AF04-AB11-4DEA-5BA39E9E543F}"/>
                </a:ext>
              </a:extLst>
            </p:cNvPr>
            <p:cNvCxnSpPr>
              <a:cxnSpLocks/>
            </p:cNvCxnSpPr>
            <p:nvPr/>
          </p:nvCxnSpPr>
          <p:spPr>
            <a:xfrm>
              <a:off x="3589020" y="2377440"/>
              <a:ext cx="0" cy="90344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D405309-5F2A-6331-729E-E413B62AE287}"/>
                </a:ext>
              </a:extLst>
            </p:cNvPr>
            <p:cNvSpPr txBox="1"/>
            <p:nvPr/>
          </p:nvSpPr>
          <p:spPr>
            <a:xfrm>
              <a:off x="5566678" y="3678199"/>
              <a:ext cx="26025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 = x[2] (self-scheduling)</a:t>
              </a:r>
              <a:endParaRPr lang="en-NL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9FCF57C-A2BB-B58D-2FA5-0A2FEB108D2B}"/>
                </a:ext>
              </a:extLst>
            </p:cNvPr>
            <p:cNvSpPr txBox="1"/>
            <p:nvPr/>
          </p:nvSpPr>
          <p:spPr>
            <a:xfrm>
              <a:off x="2308309" y="4889778"/>
              <a:ext cx="6153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xdot</a:t>
              </a:r>
              <a:endParaRPr lang="en-NL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2BECD1E-48B3-3718-DC89-436C4B68C293}"/>
                </a:ext>
              </a:extLst>
            </p:cNvPr>
            <p:cNvSpPr txBox="1"/>
            <p:nvPr/>
          </p:nvSpPr>
          <p:spPr>
            <a:xfrm>
              <a:off x="3422338" y="4889778"/>
              <a:ext cx="2856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z</a:t>
              </a:r>
              <a:endParaRPr lang="en-NL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C904DC5-BB36-E971-FA77-F8778B396DBE}"/>
                </a:ext>
              </a:extLst>
            </p:cNvPr>
            <p:cNvSpPr txBox="1"/>
            <p:nvPr/>
          </p:nvSpPr>
          <p:spPr>
            <a:xfrm>
              <a:off x="4206662" y="4898946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</a:t>
              </a:r>
              <a:endParaRPr lang="en-NL" dirty="0"/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445E419C-254F-8C08-860F-62A22606AD3D}"/>
                </a:ext>
              </a:extLst>
            </p:cNvPr>
            <p:cNvCxnSpPr>
              <a:stCxn id="28" idx="0"/>
            </p:cNvCxnSpPr>
            <p:nvPr/>
          </p:nvCxnSpPr>
          <p:spPr>
            <a:xfrm flipV="1">
              <a:off x="3565166" y="4091940"/>
              <a:ext cx="23854" cy="7978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9D172F1-B01A-7C1D-62A8-50679F36994B}"/>
                </a:ext>
              </a:extLst>
            </p:cNvPr>
            <p:cNvCxnSpPr>
              <a:stCxn id="27" idx="0"/>
            </p:cNvCxnSpPr>
            <p:nvPr/>
          </p:nvCxnSpPr>
          <p:spPr>
            <a:xfrm flipV="1">
              <a:off x="2615990" y="4274820"/>
              <a:ext cx="0" cy="6149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E49B13E-093E-7468-0980-673AF355CFB8}"/>
                </a:ext>
              </a:extLst>
            </p:cNvPr>
            <p:cNvCxnSpPr>
              <a:stCxn id="29" idx="0"/>
            </p:cNvCxnSpPr>
            <p:nvPr/>
          </p:nvCxnSpPr>
          <p:spPr>
            <a:xfrm flipH="1" flipV="1">
              <a:off x="4366260" y="4091940"/>
              <a:ext cx="16091" cy="80700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DE65AB4-2921-BE46-26C0-424641E02BAD}"/>
                </a:ext>
              </a:extLst>
            </p:cNvPr>
            <p:cNvSpPr txBox="1"/>
            <p:nvPr/>
          </p:nvSpPr>
          <p:spPr>
            <a:xfrm>
              <a:off x="4748364" y="4889778"/>
              <a:ext cx="1709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ym typeface="Wingdings" panose="05000000000000000000" pitchFamily="2" charset="2"/>
                </a:rPr>
                <a:t> z, w retained</a:t>
              </a:r>
              <a:endParaRPr lang="en-NL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3EC38EB-6747-F571-C7AA-96920FCA8FC7}"/>
                </a:ext>
              </a:extLst>
            </p:cNvPr>
            <p:cNvSpPr txBox="1"/>
            <p:nvPr/>
          </p:nvSpPr>
          <p:spPr>
            <a:xfrm>
              <a:off x="1748637" y="5532120"/>
              <a:ext cx="20769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ym typeface="Wingdings" panose="05000000000000000000" pitchFamily="2" charset="2"/>
                </a:rPr>
                <a:t>[x 4 RK4 sub-steps]</a:t>
              </a:r>
              <a:endParaRPr lang="en-NL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8E7BCC3-D433-4A72-DAF3-A51A56AC0020}"/>
                </a:ext>
              </a:extLst>
            </p:cNvPr>
            <p:cNvSpPr txBox="1"/>
            <p:nvPr/>
          </p:nvSpPr>
          <p:spPr>
            <a:xfrm>
              <a:off x="2078695" y="6355080"/>
              <a:ext cx="107458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 err="1">
                  <a:sym typeface="Wingdings" panose="05000000000000000000" pitchFamily="2" charset="2"/>
                </a:rPr>
                <a:t>x_next</a:t>
              </a:r>
              <a:endParaRPr lang="en-NL" dirty="0"/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69283CC6-6C48-C8AD-3079-98A859F86E9B}"/>
                </a:ext>
              </a:extLst>
            </p:cNvPr>
            <p:cNvCxnSpPr>
              <a:stCxn id="27" idx="2"/>
            </p:cNvCxnSpPr>
            <p:nvPr/>
          </p:nvCxnSpPr>
          <p:spPr>
            <a:xfrm flipH="1">
              <a:off x="2615989" y="5259110"/>
              <a:ext cx="1" cy="27301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93736274-78A3-218F-C3CC-5B03B2DFFC39}"/>
                </a:ext>
              </a:extLst>
            </p:cNvPr>
            <p:cNvCxnSpPr>
              <a:endCxn id="43" idx="0"/>
            </p:cNvCxnSpPr>
            <p:nvPr/>
          </p:nvCxnSpPr>
          <p:spPr>
            <a:xfrm>
              <a:off x="2615989" y="5901452"/>
              <a:ext cx="0" cy="45362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2F5964E-79B2-1822-991D-7ED8CF40421A}"/>
                </a:ext>
              </a:extLst>
            </p:cNvPr>
            <p:cNvSpPr/>
            <p:nvPr/>
          </p:nvSpPr>
          <p:spPr>
            <a:xfrm>
              <a:off x="2387577" y="3315177"/>
              <a:ext cx="2413873" cy="12573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lfr_forward</a:t>
              </a:r>
              <a:endParaRPr lang="en-US" dirty="0"/>
            </a:p>
            <a:p>
              <a:pPr algn="ctr"/>
              <a:endParaRPr lang="en-US" dirty="0"/>
            </a:p>
            <a:p>
              <a:pPr algn="ctr"/>
              <a:r>
                <a:rPr lang="en-US" dirty="0"/>
                <a:t>Solve a = M(Y)^-1 </a:t>
              </a:r>
              <a:r>
                <a:rPr lang="en-US" dirty="0" err="1"/>
                <a:t>f_net</a:t>
              </a:r>
              <a:endParaRPr lang="en-NL" dirty="0"/>
            </a:p>
          </p:txBody>
        </p:sp>
      </p:grpSp>
      <p:pic>
        <p:nvPicPr>
          <p:cNvPr id="54" name="Picture 53">
            <a:extLst>
              <a:ext uri="{FF2B5EF4-FFF2-40B4-BE49-F238E27FC236}">
                <a16:creationId xmlns:a16="http://schemas.microsoft.com/office/drawing/2014/main" id="{36BFBA10-4566-11C2-1808-FD68CF71CD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796" y="0"/>
            <a:ext cx="5258666" cy="3910455"/>
          </a:xfrm>
          <a:prstGeom prst="rect">
            <a:avLst/>
          </a:prstGeom>
        </p:spPr>
      </p:pic>
      <p:sp>
        <p:nvSpPr>
          <p:cNvPr id="56" name="Rectangle 55">
            <a:extLst>
              <a:ext uri="{FF2B5EF4-FFF2-40B4-BE49-F238E27FC236}">
                <a16:creationId xmlns:a16="http://schemas.microsoft.com/office/drawing/2014/main" id="{C561EB56-FB0C-DDCE-1E53-D8FF89412956}"/>
              </a:ext>
            </a:extLst>
          </p:cNvPr>
          <p:cNvSpPr/>
          <p:nvPr/>
        </p:nvSpPr>
        <p:spPr>
          <a:xfrm>
            <a:off x="508980" y="5051380"/>
            <a:ext cx="2268510" cy="74517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BB23E37-C968-C54C-F29A-251A88B5830A}"/>
              </a:ext>
            </a:extLst>
          </p:cNvPr>
          <p:cNvSpPr txBox="1"/>
          <p:nvPr/>
        </p:nvSpPr>
        <p:spPr>
          <a:xfrm>
            <a:off x="5403450" y="4154450"/>
            <a:ext cx="610933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k1, z, w, y = </a:t>
            </a:r>
            <a:r>
              <a:rPr lang="en-NL" dirty="0" err="1"/>
              <a:t>lfr_forward</a:t>
            </a:r>
            <a:r>
              <a:rPr lang="en-NL" dirty="0"/>
              <a:t>(x, ...)                               </a:t>
            </a:r>
          </a:p>
          <a:p>
            <a:r>
              <a:rPr lang="en-NL" dirty="0"/>
              <a:t>x2 = x + (</a:t>
            </a:r>
            <a:r>
              <a:rPr lang="en-NL" dirty="0" err="1"/>
              <a:t>ts</a:t>
            </a:r>
            <a:r>
              <a:rPr lang="en-NL" dirty="0"/>
              <a:t> / 2) * k1</a:t>
            </a:r>
          </a:p>
          <a:p>
            <a:r>
              <a:rPr lang="en-NL" dirty="0"/>
              <a:t>k2, _, _, _ = </a:t>
            </a:r>
            <a:r>
              <a:rPr lang="en-NL" dirty="0" err="1"/>
              <a:t>lfr_forward</a:t>
            </a:r>
            <a:r>
              <a:rPr lang="en-NL" dirty="0"/>
              <a:t>(x2, ...)                              </a:t>
            </a:r>
          </a:p>
          <a:p>
            <a:r>
              <a:rPr lang="en-NL" dirty="0"/>
              <a:t>x3 = x + (</a:t>
            </a:r>
            <a:r>
              <a:rPr lang="en-NL" dirty="0" err="1"/>
              <a:t>ts</a:t>
            </a:r>
            <a:r>
              <a:rPr lang="en-NL" dirty="0"/>
              <a:t> / 2) * k2</a:t>
            </a:r>
          </a:p>
          <a:p>
            <a:r>
              <a:rPr lang="en-NL" dirty="0"/>
              <a:t>k3, _, _, _ = </a:t>
            </a:r>
            <a:r>
              <a:rPr lang="en-NL" dirty="0" err="1"/>
              <a:t>lfr_forward</a:t>
            </a:r>
            <a:r>
              <a:rPr lang="en-NL" dirty="0"/>
              <a:t>(x3, ...)</a:t>
            </a:r>
          </a:p>
          <a:p>
            <a:r>
              <a:rPr lang="en-NL" dirty="0"/>
              <a:t>x4 = x + </a:t>
            </a:r>
            <a:r>
              <a:rPr lang="en-NL" dirty="0" err="1"/>
              <a:t>ts</a:t>
            </a:r>
            <a:r>
              <a:rPr lang="en-NL" dirty="0"/>
              <a:t> * k3</a:t>
            </a:r>
          </a:p>
          <a:p>
            <a:r>
              <a:rPr lang="en-NL" dirty="0"/>
              <a:t>k4, _, _, _ = </a:t>
            </a:r>
            <a:r>
              <a:rPr lang="en-NL" dirty="0" err="1"/>
              <a:t>lfr_forward</a:t>
            </a:r>
            <a:r>
              <a:rPr lang="en-NL" dirty="0"/>
              <a:t>(x4, ...)</a:t>
            </a:r>
          </a:p>
          <a:p>
            <a:r>
              <a:rPr lang="en-NL" dirty="0" err="1"/>
              <a:t>x_next</a:t>
            </a:r>
            <a:r>
              <a:rPr lang="en-NL" dirty="0"/>
              <a:t> = x + (</a:t>
            </a:r>
            <a:r>
              <a:rPr lang="en-NL" dirty="0" err="1"/>
              <a:t>ts</a:t>
            </a:r>
            <a:r>
              <a:rPr lang="en-NL" dirty="0"/>
              <a:t> / 6) * (k1 + 2 * k2 + 2 * k3 + k4)</a:t>
            </a:r>
          </a:p>
        </p:txBody>
      </p:sp>
    </p:spTree>
    <p:extLst>
      <p:ext uri="{BB962C8B-B14F-4D97-AF65-F5344CB8AC3E}">
        <p14:creationId xmlns:p14="http://schemas.microsoft.com/office/powerpoint/2010/main" val="10572066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7D718-3748-EA82-D23C-90DA6615F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733E5B75-C93C-CC98-8E46-E1E9962AF1EB}"/>
              </a:ext>
            </a:extLst>
          </p:cNvPr>
          <p:cNvSpPr txBox="1"/>
          <p:nvPr/>
        </p:nvSpPr>
        <p:spPr>
          <a:xfrm>
            <a:off x="3899509" y="3033238"/>
            <a:ext cx="30612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Wingdings" panose="05000000000000000000" pitchFamily="2" charset="2"/>
              </a:rPr>
              <a:t> M(Y) = M0 + M1 Y + M2 Y^2</a:t>
            </a:r>
            <a:endParaRPr lang="en-NL" dirty="0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84ADFA2D-D59D-5CDA-8359-001EE6AFB8F7}"/>
              </a:ext>
            </a:extLst>
          </p:cNvPr>
          <p:cNvGrpSpPr/>
          <p:nvPr/>
        </p:nvGrpSpPr>
        <p:grpSpPr>
          <a:xfrm>
            <a:off x="72390" y="198121"/>
            <a:ext cx="6957908" cy="6221492"/>
            <a:chOff x="1211342" y="502920"/>
            <a:chExt cx="6957908" cy="622149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A2E5E9F-561E-1620-1506-74475CF66C0A}"/>
                </a:ext>
              </a:extLst>
            </p:cNvPr>
            <p:cNvSpPr txBox="1"/>
            <p:nvPr/>
          </p:nvSpPr>
          <p:spPr>
            <a:xfrm>
              <a:off x="1268730" y="502920"/>
              <a:ext cx="9598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u_stage</a:t>
              </a:r>
              <a:endParaRPr lang="en-NL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79C307F-222D-5878-F30F-78FBB62A27C7}"/>
                </a:ext>
              </a:extLst>
            </p:cNvPr>
            <p:cNvSpPr txBox="1"/>
            <p:nvPr/>
          </p:nvSpPr>
          <p:spPr>
            <a:xfrm>
              <a:off x="1211342" y="1614964"/>
              <a:ext cx="16448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u_transformed</a:t>
              </a:r>
              <a:endParaRPr lang="en-NL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3653CB0-E182-472A-7771-B158FDF78661}"/>
                </a:ext>
              </a:extLst>
            </p:cNvPr>
            <p:cNvSpPr txBox="1"/>
            <p:nvPr/>
          </p:nvSpPr>
          <p:spPr>
            <a:xfrm>
              <a:off x="1946672" y="1036082"/>
              <a:ext cx="13386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 transform</a:t>
              </a:r>
              <a:endParaRPr lang="en-NL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F17A89D-D622-58AE-2A43-3506EA173175}"/>
                </a:ext>
              </a:extLst>
            </p:cNvPr>
            <p:cNvSpPr txBox="1"/>
            <p:nvPr/>
          </p:nvSpPr>
          <p:spPr>
            <a:xfrm>
              <a:off x="5124212" y="1614964"/>
              <a:ext cx="26634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X, Y, Physical parameters</a:t>
              </a:r>
              <a:endParaRPr lang="en-NL" dirty="0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BA25615-85BE-8871-CB78-25431C011441}"/>
                </a:ext>
              </a:extLst>
            </p:cNvPr>
            <p:cNvCxnSpPr>
              <a:cxnSpLocks/>
              <a:stCxn id="5" idx="2"/>
            </p:cNvCxnSpPr>
            <p:nvPr/>
          </p:nvCxnSpPr>
          <p:spPr>
            <a:xfrm flipH="1">
              <a:off x="1748637" y="872252"/>
              <a:ext cx="1" cy="69389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5F95C0F-F55C-092C-BBD0-287F64BAC2FD}"/>
                </a:ext>
              </a:extLst>
            </p:cNvPr>
            <p:cNvCxnSpPr>
              <a:cxnSpLocks/>
            </p:cNvCxnSpPr>
            <p:nvPr/>
          </p:nvCxnSpPr>
          <p:spPr>
            <a:xfrm>
              <a:off x="1748637" y="1984296"/>
              <a:ext cx="0" cy="31313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CEE8542-088D-19BA-F665-BCB9B2D7AC65}"/>
                </a:ext>
              </a:extLst>
            </p:cNvPr>
            <p:cNvCxnSpPr/>
            <p:nvPr/>
          </p:nvCxnSpPr>
          <p:spPr>
            <a:xfrm>
              <a:off x="1748637" y="2343150"/>
              <a:ext cx="397545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E0FA6E9-F8E1-3DFE-B11C-2CBA1CC484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24088" y="1984296"/>
              <a:ext cx="0" cy="31313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B23F8E42-A056-6F89-99E7-3F2E176FA897}"/>
                </a:ext>
              </a:extLst>
            </p:cNvPr>
            <p:cNvCxnSpPr>
              <a:cxnSpLocks/>
            </p:cNvCxnSpPr>
            <p:nvPr/>
          </p:nvCxnSpPr>
          <p:spPr>
            <a:xfrm>
              <a:off x="3589020" y="2377440"/>
              <a:ext cx="0" cy="90344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7F3E69D-DF0E-3BE9-2DDF-F562F28DF4E0}"/>
                </a:ext>
              </a:extLst>
            </p:cNvPr>
            <p:cNvSpPr txBox="1"/>
            <p:nvPr/>
          </p:nvSpPr>
          <p:spPr>
            <a:xfrm>
              <a:off x="5566678" y="3678199"/>
              <a:ext cx="26025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 = x[2] (self-scheduling)</a:t>
              </a:r>
              <a:endParaRPr lang="en-NL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94C12BB-38F0-EF6F-EE7D-4F783F8121B3}"/>
                </a:ext>
              </a:extLst>
            </p:cNvPr>
            <p:cNvSpPr txBox="1"/>
            <p:nvPr/>
          </p:nvSpPr>
          <p:spPr>
            <a:xfrm>
              <a:off x="2308309" y="4889778"/>
              <a:ext cx="6153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xdot</a:t>
              </a:r>
              <a:endParaRPr lang="en-NL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F744734-4946-228C-1D1A-B7933B5A1F7E}"/>
                </a:ext>
              </a:extLst>
            </p:cNvPr>
            <p:cNvSpPr txBox="1"/>
            <p:nvPr/>
          </p:nvSpPr>
          <p:spPr>
            <a:xfrm>
              <a:off x="3422338" y="4889778"/>
              <a:ext cx="2856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z</a:t>
              </a:r>
              <a:endParaRPr lang="en-NL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2FCAC02-8134-78FC-2CE2-D263AA9409B6}"/>
                </a:ext>
              </a:extLst>
            </p:cNvPr>
            <p:cNvSpPr txBox="1"/>
            <p:nvPr/>
          </p:nvSpPr>
          <p:spPr>
            <a:xfrm>
              <a:off x="4206662" y="4898946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</a:t>
              </a:r>
              <a:endParaRPr lang="en-NL" dirty="0"/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4C7D6FD4-66D4-1978-069B-737AA964A897}"/>
                </a:ext>
              </a:extLst>
            </p:cNvPr>
            <p:cNvCxnSpPr>
              <a:stCxn id="28" idx="0"/>
            </p:cNvCxnSpPr>
            <p:nvPr/>
          </p:nvCxnSpPr>
          <p:spPr>
            <a:xfrm flipV="1">
              <a:off x="3565166" y="4091940"/>
              <a:ext cx="23854" cy="7978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E604196-B3B5-AE96-C671-524A820CB011}"/>
                </a:ext>
              </a:extLst>
            </p:cNvPr>
            <p:cNvCxnSpPr>
              <a:stCxn id="27" idx="0"/>
            </p:cNvCxnSpPr>
            <p:nvPr/>
          </p:nvCxnSpPr>
          <p:spPr>
            <a:xfrm flipV="1">
              <a:off x="2615990" y="4274820"/>
              <a:ext cx="0" cy="6149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45FCD85-FEC5-D559-DB0E-A410AD2B4CFC}"/>
                </a:ext>
              </a:extLst>
            </p:cNvPr>
            <p:cNvCxnSpPr>
              <a:stCxn id="29" idx="0"/>
            </p:cNvCxnSpPr>
            <p:nvPr/>
          </p:nvCxnSpPr>
          <p:spPr>
            <a:xfrm flipH="1" flipV="1">
              <a:off x="4366260" y="4091940"/>
              <a:ext cx="16091" cy="80700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D51B9CC-E708-E817-4086-8B5E3253B6F7}"/>
                </a:ext>
              </a:extLst>
            </p:cNvPr>
            <p:cNvSpPr txBox="1"/>
            <p:nvPr/>
          </p:nvSpPr>
          <p:spPr>
            <a:xfrm>
              <a:off x="4748364" y="4889778"/>
              <a:ext cx="1709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ym typeface="Wingdings" panose="05000000000000000000" pitchFamily="2" charset="2"/>
                </a:rPr>
                <a:t> z, w retained</a:t>
              </a:r>
              <a:endParaRPr lang="en-NL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AC81CA6A-7DAC-5E20-77E0-178E26F38106}"/>
                </a:ext>
              </a:extLst>
            </p:cNvPr>
            <p:cNvSpPr txBox="1"/>
            <p:nvPr/>
          </p:nvSpPr>
          <p:spPr>
            <a:xfrm>
              <a:off x="1748637" y="5532120"/>
              <a:ext cx="20769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ym typeface="Wingdings" panose="05000000000000000000" pitchFamily="2" charset="2"/>
                </a:rPr>
                <a:t>[x 4 RK4 sub-steps]</a:t>
              </a:r>
              <a:endParaRPr lang="en-NL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D359A93-EF26-4237-BB18-3E3DB1749C61}"/>
                </a:ext>
              </a:extLst>
            </p:cNvPr>
            <p:cNvSpPr txBox="1"/>
            <p:nvPr/>
          </p:nvSpPr>
          <p:spPr>
            <a:xfrm>
              <a:off x="2078695" y="6355080"/>
              <a:ext cx="107458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 err="1">
                  <a:sym typeface="Wingdings" panose="05000000000000000000" pitchFamily="2" charset="2"/>
                </a:rPr>
                <a:t>x_next</a:t>
              </a:r>
              <a:endParaRPr lang="en-NL" dirty="0"/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86C89B29-2CA0-0315-6AF5-DC6F8EAFDEB7}"/>
                </a:ext>
              </a:extLst>
            </p:cNvPr>
            <p:cNvCxnSpPr>
              <a:stCxn id="27" idx="2"/>
            </p:cNvCxnSpPr>
            <p:nvPr/>
          </p:nvCxnSpPr>
          <p:spPr>
            <a:xfrm flipH="1">
              <a:off x="2615989" y="5259110"/>
              <a:ext cx="1" cy="27301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27F53DC4-EAB3-25D8-5B4B-01E70869B829}"/>
                </a:ext>
              </a:extLst>
            </p:cNvPr>
            <p:cNvCxnSpPr>
              <a:endCxn id="43" idx="0"/>
            </p:cNvCxnSpPr>
            <p:nvPr/>
          </p:nvCxnSpPr>
          <p:spPr>
            <a:xfrm>
              <a:off x="2615989" y="5901452"/>
              <a:ext cx="0" cy="45362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5F4212A-6E8E-4779-62A6-0FBF1EB74E14}"/>
                </a:ext>
              </a:extLst>
            </p:cNvPr>
            <p:cNvSpPr/>
            <p:nvPr/>
          </p:nvSpPr>
          <p:spPr>
            <a:xfrm>
              <a:off x="2387577" y="3315177"/>
              <a:ext cx="2413873" cy="12573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lfr_forward</a:t>
              </a:r>
              <a:endParaRPr lang="en-US" dirty="0"/>
            </a:p>
            <a:p>
              <a:pPr algn="ctr"/>
              <a:endParaRPr lang="en-US" dirty="0"/>
            </a:p>
            <a:p>
              <a:pPr algn="ctr"/>
              <a:r>
                <a:rPr lang="en-US" dirty="0"/>
                <a:t>Solve a = M(Y)^-1 </a:t>
              </a:r>
              <a:r>
                <a:rPr lang="en-US" dirty="0" err="1"/>
                <a:t>f_net</a:t>
              </a:r>
              <a:endParaRPr lang="en-NL" dirty="0"/>
            </a:p>
          </p:txBody>
        </p:sp>
      </p:grpSp>
      <p:pic>
        <p:nvPicPr>
          <p:cNvPr id="54" name="Picture 53">
            <a:extLst>
              <a:ext uri="{FF2B5EF4-FFF2-40B4-BE49-F238E27FC236}">
                <a16:creationId xmlns:a16="http://schemas.microsoft.com/office/drawing/2014/main" id="{E3B86087-AFCF-CED9-8775-35C92D79CF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796" y="0"/>
            <a:ext cx="5258666" cy="3910455"/>
          </a:xfrm>
          <a:prstGeom prst="rect">
            <a:avLst/>
          </a:prstGeom>
        </p:spPr>
      </p:pic>
      <p:sp>
        <p:nvSpPr>
          <p:cNvPr id="56" name="Rectangle 55">
            <a:extLst>
              <a:ext uri="{FF2B5EF4-FFF2-40B4-BE49-F238E27FC236}">
                <a16:creationId xmlns:a16="http://schemas.microsoft.com/office/drawing/2014/main" id="{D8DED2AE-A0A0-14D7-545D-E08CB648218B}"/>
              </a:ext>
            </a:extLst>
          </p:cNvPr>
          <p:cNvSpPr/>
          <p:nvPr/>
        </p:nvSpPr>
        <p:spPr>
          <a:xfrm>
            <a:off x="508980" y="5051380"/>
            <a:ext cx="2268510" cy="74517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A02112A-7DEB-F92D-C377-09AAB68335EA}"/>
              </a:ext>
            </a:extLst>
          </p:cNvPr>
          <p:cNvSpPr txBox="1"/>
          <p:nvPr/>
        </p:nvSpPr>
        <p:spPr>
          <a:xfrm>
            <a:off x="5403450" y="4154450"/>
            <a:ext cx="610933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k1, z, w, y = </a:t>
            </a:r>
            <a:r>
              <a:rPr lang="en-NL" dirty="0" err="1"/>
              <a:t>lfr_forward</a:t>
            </a:r>
            <a:r>
              <a:rPr lang="en-NL" dirty="0"/>
              <a:t>(x, ...)                               </a:t>
            </a:r>
          </a:p>
          <a:p>
            <a:r>
              <a:rPr lang="en-NL" dirty="0"/>
              <a:t>x2 = x + (</a:t>
            </a:r>
            <a:r>
              <a:rPr lang="en-NL" dirty="0" err="1"/>
              <a:t>ts</a:t>
            </a:r>
            <a:r>
              <a:rPr lang="en-NL" dirty="0"/>
              <a:t> / 2) * k1</a:t>
            </a:r>
          </a:p>
          <a:p>
            <a:r>
              <a:rPr lang="en-NL" dirty="0"/>
              <a:t>k2, _, _, _ = </a:t>
            </a:r>
            <a:r>
              <a:rPr lang="en-NL" dirty="0" err="1"/>
              <a:t>lfr_forward</a:t>
            </a:r>
            <a:r>
              <a:rPr lang="en-NL" dirty="0"/>
              <a:t>(x2, ...)                              </a:t>
            </a:r>
          </a:p>
          <a:p>
            <a:r>
              <a:rPr lang="en-NL" dirty="0"/>
              <a:t>x3 = x + (</a:t>
            </a:r>
            <a:r>
              <a:rPr lang="en-NL" dirty="0" err="1"/>
              <a:t>ts</a:t>
            </a:r>
            <a:r>
              <a:rPr lang="en-NL" dirty="0"/>
              <a:t> / 2) * k2</a:t>
            </a:r>
          </a:p>
          <a:p>
            <a:r>
              <a:rPr lang="en-NL" dirty="0"/>
              <a:t>k3, _, _, _ = </a:t>
            </a:r>
            <a:r>
              <a:rPr lang="en-NL" dirty="0" err="1"/>
              <a:t>lfr_forward</a:t>
            </a:r>
            <a:r>
              <a:rPr lang="en-NL" dirty="0"/>
              <a:t>(x3, ...)</a:t>
            </a:r>
          </a:p>
          <a:p>
            <a:r>
              <a:rPr lang="en-NL" dirty="0"/>
              <a:t>x4 = x + </a:t>
            </a:r>
            <a:r>
              <a:rPr lang="en-NL" dirty="0" err="1"/>
              <a:t>ts</a:t>
            </a:r>
            <a:r>
              <a:rPr lang="en-NL" dirty="0"/>
              <a:t> * k3</a:t>
            </a:r>
          </a:p>
          <a:p>
            <a:r>
              <a:rPr lang="en-NL" dirty="0"/>
              <a:t>k4, _, _, _ = </a:t>
            </a:r>
            <a:r>
              <a:rPr lang="en-NL" dirty="0" err="1"/>
              <a:t>lfr_forward</a:t>
            </a:r>
            <a:r>
              <a:rPr lang="en-NL" dirty="0"/>
              <a:t>(x4, ...)</a:t>
            </a:r>
          </a:p>
          <a:p>
            <a:r>
              <a:rPr lang="en-NL" dirty="0" err="1"/>
              <a:t>x_next</a:t>
            </a:r>
            <a:r>
              <a:rPr lang="en-NL" dirty="0"/>
              <a:t> = x + (</a:t>
            </a:r>
            <a:r>
              <a:rPr lang="en-NL" dirty="0" err="1"/>
              <a:t>ts</a:t>
            </a:r>
            <a:r>
              <a:rPr lang="en-NL" dirty="0"/>
              <a:t> / 6) * (k1 + 2 * k2 + 2 * k3 + k4)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0ADDFD7-F9B7-A405-F28C-8582D6DA7373}"/>
              </a:ext>
            </a:extLst>
          </p:cNvPr>
          <p:cNvSpPr txBox="1"/>
          <p:nvPr/>
        </p:nvSpPr>
        <p:spPr>
          <a:xfrm>
            <a:off x="9508910" y="4018956"/>
            <a:ext cx="286893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 err="1"/>
              <a:t>ts</a:t>
            </a:r>
            <a:r>
              <a:rPr lang="en-NL" dirty="0"/>
              <a:t> = 1/20000 = 50 </a:t>
            </a:r>
            <a:r>
              <a:rPr lang="en-NL" dirty="0" err="1"/>
              <a:t>μs</a:t>
            </a:r>
            <a:r>
              <a:rPr lang="en-NL" dirty="0"/>
              <a:t>, corresponding to fs = 20 kHz. </a:t>
            </a:r>
            <a:endParaRPr lang="en-US" dirty="0"/>
          </a:p>
          <a:p>
            <a:r>
              <a:rPr lang="en-NL" dirty="0"/>
              <a:t>This matches the PLTI (Position Loop Time Interval) from the </a:t>
            </a:r>
            <a:r>
              <a:rPr lang="en-NL" dirty="0" err="1"/>
              <a:t>AccurET</a:t>
            </a:r>
            <a:r>
              <a:rPr lang="en-NL" dirty="0"/>
              <a:t> hardware specification.</a:t>
            </a:r>
          </a:p>
        </p:txBody>
      </p:sp>
    </p:spTree>
    <p:extLst>
      <p:ext uri="{BB962C8B-B14F-4D97-AF65-F5344CB8AC3E}">
        <p14:creationId xmlns:p14="http://schemas.microsoft.com/office/powerpoint/2010/main" val="32678795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26FBB-B056-C28F-D6D1-D6196F54F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– Validation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D271D-BC2F-9079-BD2D-4A2ED827BD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MATLAB output from q1 (Simulink model) vary Y between -0.3 to 0.3 m</a:t>
            </a:r>
          </a:p>
          <a:p>
            <a:pPr lvl="1"/>
            <a:r>
              <a:rPr lang="en-US" dirty="0"/>
              <a:t>For the plant modeling in python, used </a:t>
            </a:r>
            <a:r>
              <a:rPr lang="pt-BR" dirty="0"/>
              <a:t>u_q1 = C_fb(r − q1)  as input to compare. </a:t>
            </a:r>
          </a:p>
          <a:p>
            <a:pPr lvl="1"/>
            <a:r>
              <a:rPr lang="pt-BR" dirty="0"/>
              <a:t>Python in open loop; no feedback mechanism. Want to model the plant dynamics </a:t>
            </a:r>
          </a:p>
          <a:p>
            <a:pPr lvl="1"/>
            <a:r>
              <a:rPr lang="en-US" dirty="0"/>
              <a:t>Used python for frozen baseline with same input u_q1, but Y is “frozen”</a:t>
            </a:r>
          </a:p>
          <a:p>
            <a:r>
              <a:rPr lang="en-US" dirty="0"/>
              <a:t>Compare LPV-LFR baseline and frozen (without Y-varying) baseline against MATLAB output u_q1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7532402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8146A-07C1-7F96-193A-BEDED1141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– Validation metrics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670629-97D1-E736-2CAD-BBB091486D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Best Fit Rate (BFR) (scale-invariant, how much better than just predicting the mean of the signal)</a:t>
            </a:r>
          </a:p>
          <a:p>
            <a:r>
              <a:rPr lang="en-US" dirty="0"/>
              <a:t>Root mean square error (RMSE)</a:t>
            </a:r>
          </a:p>
          <a:p>
            <a:r>
              <a:rPr lang="en-US" dirty="0"/>
              <a:t>Mean absolute error</a:t>
            </a:r>
          </a:p>
          <a:p>
            <a:r>
              <a:rPr lang="en-US" dirty="0"/>
              <a:t>Maximum absolute error </a:t>
            </a:r>
            <a:endParaRPr lang="en-N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FF3964-7230-0806-4D65-10AED460D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1907" y="1027906"/>
            <a:ext cx="6961694" cy="25376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E662EBE-2BF9-F11F-AFD0-AB69F15AB3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3120" y="4143375"/>
            <a:ext cx="6857998" cy="234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472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92AE7-7433-84ED-9404-5A1708BAD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– Trajectory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ED2CA-7A24-51D7-D493-2853AD3FAB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models driven by u_q1 forces. </a:t>
            </a:r>
          </a:p>
          <a:p>
            <a:r>
              <a:rPr lang="en-US" dirty="0"/>
              <a:t>Y range: -0.3 to +0.3 m.</a:t>
            </a:r>
          </a:p>
          <a:p>
            <a:r>
              <a:rPr lang="en-US" dirty="0"/>
              <a:t>Reference for X1 and X2 are set to zero. </a:t>
            </a:r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0732206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5ACD1-53CB-A8E1-E72A-C21EED58B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D329C-E639-8445-9F17-DB240778C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– Trajectory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E71D85-C6C4-56CD-B204-78DB4E02FF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F98282-D145-7ACD-47EA-13707FD71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3248"/>
            <a:ext cx="12192000" cy="6171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7513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ED378-4239-B251-C478-3BC0E2CD5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B9E36-0A85-F0D4-FD17-D8FAE5E815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98C179-D564-3AFF-BB20-7175575688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8002"/>
            <a:ext cx="12192000" cy="6121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7402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A8CE8-941B-CB34-0357-D658525519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201" y="5354364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Validation results: Python LPV and frozen LTI vs MATLAB q1 reference.  All models driven by u_q1 forces. Y range: -0.3 to +0.3 m.</a:t>
            </a:r>
          </a:p>
          <a:p>
            <a:pPr marL="0" indent="0">
              <a:buNone/>
            </a:pPr>
            <a:r>
              <a:rPr lang="en-US" dirty="0"/>
              <a:t>Reference for X1 and X2 are set to zero. </a:t>
            </a:r>
          </a:p>
          <a:p>
            <a:pPr marL="0" indent="0">
              <a:buNone/>
            </a:pP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8EE5DA-B95C-F71E-B9FA-7D1A147F9C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43" t="20058" r="10610"/>
          <a:stretch>
            <a:fillRect/>
          </a:stretch>
        </p:blipFill>
        <p:spPr>
          <a:xfrm>
            <a:off x="0" y="1045029"/>
            <a:ext cx="12001405" cy="4079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909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D00EC-23AB-1CA5-11BA-50F85E8E6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1154F-F3F2-F0C5-40B4-A4DB635E3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876" y="500267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Python frozen high BFR for Y:</a:t>
            </a:r>
          </a:p>
          <a:p>
            <a:r>
              <a:rPr lang="en-US" dirty="0"/>
              <a:t>Y not expressed in Y</a:t>
            </a:r>
          </a:p>
          <a:p>
            <a:r>
              <a:rPr lang="en-US" dirty="0"/>
              <a:t>Rounding, with errors in the range of 10^-8: 99.999 circa 100%</a:t>
            </a:r>
            <a:endParaRPr lang="en-NL" dirty="0"/>
          </a:p>
          <a:p>
            <a:pPr marL="0" indent="0">
              <a:buNone/>
            </a:pPr>
            <a:endParaRPr lang="en-N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67EE49-6FF1-AA3D-63EB-E59C07F619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8786"/>
            <a:ext cx="1218899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5827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EFE01-8232-3773-2620-880A61312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9E5247-74D2-90DA-B199-EBC305A90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876" y="500267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Python frozen high BFR for Y:</a:t>
            </a:r>
          </a:p>
          <a:p>
            <a:r>
              <a:rPr lang="en-US" dirty="0"/>
              <a:t>Y not expressed in Y</a:t>
            </a:r>
          </a:p>
          <a:p>
            <a:r>
              <a:rPr lang="en-US" dirty="0"/>
              <a:t>Rounding, with errors in the range of 10^-8: 99.999 circa 100%</a:t>
            </a:r>
            <a:endParaRPr lang="en-NL" dirty="0"/>
          </a:p>
          <a:p>
            <a:pPr marL="0" indent="0">
              <a:buNone/>
            </a:pPr>
            <a:endParaRPr lang="en-N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A636F0-6560-C308-4B1C-DEC042B7A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8786"/>
            <a:ext cx="12188990" cy="435133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BD50DE0-8CA9-1945-DAEC-25EDD6FC6EAC}"/>
              </a:ext>
            </a:extLst>
          </p:cNvPr>
          <p:cNvSpPr/>
          <p:nvPr/>
        </p:nvSpPr>
        <p:spPr>
          <a:xfrm>
            <a:off x="2104462" y="4053869"/>
            <a:ext cx="8745552" cy="3652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7BDDD00-2838-72A2-3389-58C1E27CFA4B}"/>
              </a:ext>
            </a:extLst>
          </p:cNvPr>
          <p:cNvSpPr/>
          <p:nvPr/>
        </p:nvSpPr>
        <p:spPr>
          <a:xfrm>
            <a:off x="3698240" y="1633528"/>
            <a:ext cx="1544320" cy="68295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544950-B3E1-DAF7-3478-679E7FB67056}"/>
              </a:ext>
            </a:extLst>
          </p:cNvPr>
          <p:cNvSpPr txBox="1"/>
          <p:nvPr/>
        </p:nvSpPr>
        <p:spPr>
          <a:xfrm>
            <a:off x="8175790" y="934832"/>
            <a:ext cx="4013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Y component corresponds with third row</a:t>
            </a:r>
            <a:endParaRPr lang="en-NL" sz="2400" b="1" dirty="0"/>
          </a:p>
        </p:txBody>
      </p:sp>
    </p:spTree>
    <p:extLst>
      <p:ext uri="{BB962C8B-B14F-4D97-AF65-F5344CB8AC3E}">
        <p14:creationId xmlns:p14="http://schemas.microsoft.com/office/powerpoint/2010/main" val="32391758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C04AA-E878-22A0-9CF1-0D017DFBA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66528-7294-BFBA-577D-2A756B330E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Closed-loop simulation. But off-diagonal coupling terms in M(Y) matrix can cause disturbance forces on X1 and X2.</a:t>
            </a:r>
          </a:p>
          <a:p>
            <a:pPr marL="457200" lvl="1" indent="0">
              <a:buNone/>
            </a:pPr>
            <a:r>
              <a:rPr lang="en-US" dirty="0">
                <a:sym typeface="Wingdings" panose="05000000000000000000" pitchFamily="2" charset="2"/>
              </a:rPr>
              <a:t> Reason why they are small but not zero</a:t>
            </a:r>
            <a:endParaRPr lang="en-US" dirty="0"/>
          </a:p>
          <a:p>
            <a:r>
              <a:rPr lang="en-US" dirty="0"/>
              <a:t>Y: BFR ≈ 100%: Y moves 0.6 m, so even mm-scale errors are tiny relative to the signal. BFR is normalized; RMSE is not.                                                                               </a:t>
            </a:r>
          </a:p>
          <a:p>
            <a:r>
              <a:rPr lang="en-US" dirty="0"/>
              <a:t>X1/X2: bad BFR: Position is only ±1 µm (coupling residual). Frozen model errors are of the same order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bad BFR result. 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41943044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446A3-2F3A-CD0D-813F-3B21A6E68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Baseline parameter updating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B9B8C-A6BF-9084-5064-FC4677002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Currently implementing</a:t>
            </a:r>
          </a:p>
          <a:p>
            <a:r>
              <a:rPr lang="en-US" dirty="0"/>
              <a:t>Design choices</a:t>
            </a:r>
          </a:p>
          <a:p>
            <a:pPr lvl="1"/>
            <a:r>
              <a:rPr lang="en-US" dirty="0"/>
              <a:t>Parameters to update: </a:t>
            </a:r>
            <a:r>
              <a:rPr lang="en-US" dirty="0" err="1"/>
              <a:t>kb_sum</a:t>
            </a:r>
            <a:r>
              <a:rPr lang="en-US" dirty="0"/>
              <a:t>, cg1, cg2, cy, </a:t>
            </a:r>
            <a:r>
              <a:rPr lang="en-US" dirty="0" err="1"/>
              <a:t>cb_sum</a:t>
            </a:r>
            <a:r>
              <a:rPr lang="en-US" dirty="0"/>
              <a:t>, </a:t>
            </a:r>
            <a:r>
              <a:rPr lang="en-US" dirty="0" err="1"/>
              <a:t>mh</a:t>
            </a:r>
            <a:r>
              <a:rPr lang="en-US" dirty="0"/>
              <a:t>, m1, m2, mb, </a:t>
            </a:r>
            <a:r>
              <a:rPr lang="en-US" dirty="0" err="1"/>
              <a:t>J_sum</a:t>
            </a:r>
            <a:r>
              <a:rPr lang="en-US" dirty="0"/>
              <a:t>.</a:t>
            </a:r>
          </a:p>
          <a:p>
            <a:pPr lvl="2"/>
            <a:r>
              <a:rPr lang="en-US" dirty="0"/>
              <a:t>Geometric parameters not included: </a:t>
            </a:r>
            <a:r>
              <a:rPr lang="en-US" dirty="0" err="1"/>
              <a:t>Lb</a:t>
            </a:r>
            <a:r>
              <a:rPr lang="en-US" dirty="0"/>
              <a:t>, </a:t>
            </a:r>
            <a:r>
              <a:rPr lang="en-US" dirty="0" err="1"/>
              <a:t>Lh</a:t>
            </a:r>
            <a:r>
              <a:rPr lang="en-US" dirty="0"/>
              <a:t>, d</a:t>
            </a:r>
          </a:p>
          <a:p>
            <a:pPr lvl="2"/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0963168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C1A92-B513-D7E8-6E1C-C3504817D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AE72D-133A-03AD-CB2B-EAF1678B0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Augmentation – parameter updating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63BC0-3F72-C665-C78F-F1742C7EA4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582390-6B42-8753-DD46-C44488165F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569" y="1825625"/>
            <a:ext cx="8246811" cy="47999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73F1925-ADDA-61B1-41C4-9252F901EC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8066" y="4591127"/>
            <a:ext cx="6880628" cy="2266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2326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2A82D-6730-7DB6-4983-6A98BEA69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E0E9C-F6C7-140C-CB40-807586221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Augmentation – parameter updating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D6E28-97CA-22E1-C5D3-D45A6877D8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4E4061-D3D3-BE45-71D1-155CE36A18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569" y="1825625"/>
            <a:ext cx="8246811" cy="47999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6C614D5-80AE-4AA1-A1CA-8EDCF3918D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8066" y="4591127"/>
            <a:ext cx="6880628" cy="226687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7894E58-6552-142F-3AEF-13DEF7390CA4}"/>
              </a:ext>
            </a:extLst>
          </p:cNvPr>
          <p:cNvSpPr/>
          <p:nvPr/>
        </p:nvSpPr>
        <p:spPr>
          <a:xfrm>
            <a:off x="2449551" y="3206013"/>
            <a:ext cx="650488" cy="44597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A213CD-B50E-373E-5DD9-5C33E0161B5E}"/>
              </a:ext>
            </a:extLst>
          </p:cNvPr>
          <p:cNvSpPr txBox="1"/>
          <p:nvPr/>
        </p:nvSpPr>
        <p:spPr>
          <a:xfrm>
            <a:off x="7497659" y="1935281"/>
            <a:ext cx="44327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Only appears here and as a sum </a:t>
            </a:r>
          </a:p>
          <a:p>
            <a:r>
              <a:rPr lang="en-US" sz="2400" dirty="0">
                <a:sym typeface="Wingdings" panose="05000000000000000000" pitchFamily="2" charset="2"/>
              </a:rPr>
              <a:t> take relative weak signal</a:t>
            </a:r>
            <a:endParaRPr lang="en-NL" sz="2400" dirty="0"/>
          </a:p>
        </p:txBody>
      </p:sp>
    </p:spTree>
    <p:extLst>
      <p:ext uri="{BB962C8B-B14F-4D97-AF65-F5344CB8AC3E}">
        <p14:creationId xmlns:p14="http://schemas.microsoft.com/office/powerpoint/2010/main" val="17136765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E0B6D-1630-357D-18E3-1D834E74F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7C12F-13D0-5D81-E111-9F1C31404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Augmentation – parameter updating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0E731-F328-0220-DE39-F0AB69B887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CAA604-6E2F-6B89-9751-159BA87A5C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569" y="1825625"/>
            <a:ext cx="8246811" cy="47999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F2FC1F0-6BDD-A299-F527-A4998CD628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8066" y="4591127"/>
            <a:ext cx="6880628" cy="226687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67CAFAB-D219-E227-923D-05E4EA951C90}"/>
              </a:ext>
            </a:extLst>
          </p:cNvPr>
          <p:cNvSpPr/>
          <p:nvPr/>
        </p:nvSpPr>
        <p:spPr>
          <a:xfrm>
            <a:off x="3713356" y="3601844"/>
            <a:ext cx="992460" cy="70252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000E7C-D939-755F-173A-D9EE03A94528}"/>
              </a:ext>
            </a:extLst>
          </p:cNvPr>
          <p:cNvSpPr/>
          <p:nvPr/>
        </p:nvSpPr>
        <p:spPr>
          <a:xfrm>
            <a:off x="7805854" y="5040351"/>
            <a:ext cx="959004" cy="39029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EEA4F1-9891-D746-5F3D-7F5C3FAB88CA}"/>
              </a:ext>
            </a:extLst>
          </p:cNvPr>
          <p:cNvSpPr/>
          <p:nvPr/>
        </p:nvSpPr>
        <p:spPr>
          <a:xfrm>
            <a:off x="5928731" y="6176963"/>
            <a:ext cx="992460" cy="44597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39F059-3890-067F-6DF9-E525060C68DA}"/>
              </a:ext>
            </a:extLst>
          </p:cNvPr>
          <p:cNvSpPr txBox="1"/>
          <p:nvPr/>
        </p:nvSpPr>
        <p:spPr>
          <a:xfrm>
            <a:off x="6921191" y="2139912"/>
            <a:ext cx="52647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Take the sum for parameter estimation</a:t>
            </a:r>
            <a:endParaRPr lang="en-NL" sz="2400" dirty="0"/>
          </a:p>
        </p:txBody>
      </p:sp>
    </p:spTree>
    <p:extLst>
      <p:ext uri="{BB962C8B-B14F-4D97-AF65-F5344CB8AC3E}">
        <p14:creationId xmlns:p14="http://schemas.microsoft.com/office/powerpoint/2010/main" val="35355064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3E0CB-A6A4-3CF5-7124-4CFDE0E46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89510-3730-61D7-C097-137137F5B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Baseline parameter updating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C80E4-04AB-C3E1-A97B-A1EB54DCC4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Currently implementing</a:t>
            </a:r>
          </a:p>
          <a:p>
            <a:r>
              <a:rPr lang="en-US" dirty="0"/>
              <a:t>Design choices</a:t>
            </a:r>
          </a:p>
          <a:p>
            <a:pPr lvl="1"/>
            <a:r>
              <a:rPr lang="en-US" dirty="0"/>
              <a:t>Parameters to update: </a:t>
            </a:r>
            <a:r>
              <a:rPr lang="en-US" dirty="0" err="1"/>
              <a:t>kb_sum</a:t>
            </a:r>
            <a:r>
              <a:rPr lang="en-US" dirty="0"/>
              <a:t>, cg1, cg2, cy, </a:t>
            </a:r>
            <a:r>
              <a:rPr lang="en-US" dirty="0" err="1"/>
              <a:t>cb_sum</a:t>
            </a:r>
            <a:r>
              <a:rPr lang="en-US" dirty="0"/>
              <a:t>, </a:t>
            </a:r>
            <a:r>
              <a:rPr lang="en-US" dirty="0" err="1"/>
              <a:t>mh</a:t>
            </a:r>
            <a:r>
              <a:rPr lang="en-US" dirty="0"/>
              <a:t>, m1, m2, mb, </a:t>
            </a:r>
            <a:r>
              <a:rPr lang="en-US" dirty="0" err="1"/>
              <a:t>J_sum</a:t>
            </a:r>
            <a:r>
              <a:rPr lang="en-US" dirty="0"/>
              <a:t>.</a:t>
            </a:r>
          </a:p>
          <a:p>
            <a:pPr lvl="2"/>
            <a:r>
              <a:rPr lang="en-US" dirty="0"/>
              <a:t>Geometric parameters not included: </a:t>
            </a:r>
            <a:r>
              <a:rPr lang="en-US" dirty="0" err="1"/>
              <a:t>Lb</a:t>
            </a:r>
            <a:r>
              <a:rPr lang="en-US" dirty="0"/>
              <a:t>, </a:t>
            </a:r>
            <a:r>
              <a:rPr lang="en-US" dirty="0" err="1"/>
              <a:t>Lh</a:t>
            </a:r>
            <a:r>
              <a:rPr lang="en-US" dirty="0"/>
              <a:t>, d</a:t>
            </a:r>
          </a:p>
          <a:p>
            <a:pPr lvl="1"/>
            <a:r>
              <a:rPr lang="en-US" dirty="0"/>
              <a:t>Log-parameterization</a:t>
            </a:r>
          </a:p>
          <a:p>
            <a:pPr lvl="1"/>
            <a:r>
              <a:rPr lang="en-US" dirty="0"/>
              <a:t>Precompute state X : [X1, X2, Y, X1_dot, X2_dot, </a:t>
            </a:r>
            <a:r>
              <a:rPr lang="en-US" dirty="0" err="1"/>
              <a:t>Y_dot</a:t>
            </a:r>
            <a:r>
              <a:rPr lang="en-US" dirty="0"/>
              <a:t>]</a:t>
            </a:r>
          </a:p>
          <a:p>
            <a:pPr lvl="1"/>
            <a:r>
              <a:rPr lang="en-US" dirty="0"/>
              <a:t>Initialization from trajectory (X1, X2 and Y)</a:t>
            </a:r>
          </a:p>
          <a:p>
            <a:pPr lvl="2"/>
            <a:r>
              <a:rPr lang="en-US" dirty="0"/>
              <a:t>Input data created in </a:t>
            </a:r>
            <a:r>
              <a:rPr lang="en-US" dirty="0" err="1"/>
              <a:t>matlab</a:t>
            </a:r>
            <a:r>
              <a:rPr lang="en-US" dirty="0"/>
              <a:t> with the same model only different parameter values</a:t>
            </a:r>
          </a:p>
          <a:p>
            <a:pPr lvl="2"/>
            <a:r>
              <a:rPr lang="en-US" dirty="0"/>
              <a:t>The exact values are known</a:t>
            </a:r>
          </a:p>
          <a:p>
            <a:pPr lvl="2"/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4799389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4CF6E-CDF7-DF88-8F51-2D6CFD165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Log-parameterization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30B95-F44B-C3E9-7017-FDA27DB6B2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Why?</a:t>
            </a:r>
            <a:br>
              <a:rPr lang="en-US" dirty="0"/>
            </a:b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Ensure the parameters are greater than zero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	 then M(Y) is invertible. Required to determine next state.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	      And physically meaningful </a:t>
            </a:r>
          </a:p>
          <a:p>
            <a:r>
              <a:rPr lang="en-US" dirty="0">
                <a:sym typeface="Wingdings" panose="05000000000000000000" pitchFamily="2" charset="2"/>
              </a:rPr>
              <a:t>Wont optimize the parameters directly, but optimize their logarithms; Optimize the log parameters</a:t>
            </a:r>
          </a:p>
          <a:p>
            <a:r>
              <a:rPr lang="en-US" dirty="0">
                <a:sym typeface="Wingdings" panose="05000000000000000000" pitchFamily="2" charset="2"/>
              </a:rPr>
              <a:t>Before they enter the simulation with </a:t>
            </a:r>
            <a:r>
              <a:rPr lang="en-US" dirty="0" err="1">
                <a:sym typeface="Wingdings" panose="05000000000000000000" pitchFamily="2" charset="2"/>
              </a:rPr>
              <a:t>lfr_forward</a:t>
            </a:r>
            <a:r>
              <a:rPr lang="en-US" dirty="0">
                <a:sym typeface="Wingdings" panose="05000000000000000000" pitchFamily="2" charset="2"/>
              </a:rPr>
              <a:t> convert back with exp(); For physics revert back with exponent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067885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50802-7E81-8C35-E03C-13E31CABE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DEEA7A6-9574-DEBC-1C0A-CA2E013F66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4220" y="885533"/>
            <a:ext cx="5562598" cy="48710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855B030-C182-34DC-8AC1-CAC6D5478E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1353" y="885533"/>
            <a:ext cx="5052447" cy="4871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3520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DE6D1-47CE-A791-E7F1-005714D3D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C36C6F-7C49-01A3-F319-FB62FC918A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D56371-E919-4F09-7FA6-B18C4A8487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3646" y="1135181"/>
            <a:ext cx="4244708" cy="4587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7445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9518F-C0E7-BBFA-5279-09383635F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Justification </a:t>
            </a:r>
            <a:r>
              <a:rPr lang="en-US" dirty="0" err="1"/>
              <a:t>param_loss</a:t>
            </a:r>
            <a:r>
              <a:rPr lang="en-US" dirty="0"/>
              <a:t> off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C4FE4-3999-5DAD-C71B-138BC727D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B82108-A5E5-4842-C810-CDA95CA08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733" y="0"/>
            <a:ext cx="6538785" cy="9233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3429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3F27F-7F3D-E088-50FA-D2EA33E1B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generation Jan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EAB2E1-A180-FA03-AC79-AB23602887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79110F-7C40-9B32-D420-7767F18CB4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794452"/>
            <a:ext cx="8752609" cy="4213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6182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5DA82-033F-A5A9-8242-2D5896D94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1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68050-ABAC-21A7-30BB-2C997CD15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a question needs to be answered. Make clear here what the problem/question is that needs to be answered. Questions can always be asked outside the meeting, but we may say prepare to explain what you really mean.</a:t>
            </a:r>
            <a:endParaRPr lang="en-NL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2B2196-272F-FC1F-4220-C87739CBF73F}"/>
              </a:ext>
            </a:extLst>
          </p:cNvPr>
          <p:cNvSpPr/>
          <p:nvPr/>
        </p:nvSpPr>
        <p:spPr>
          <a:xfrm>
            <a:off x="6985686" y="3273553"/>
            <a:ext cx="4827373" cy="30383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Some figure explaining the concept</a:t>
            </a:r>
          </a:p>
          <a:p>
            <a:pPr algn="ctr"/>
            <a:r>
              <a:rPr lang="en-US" dirty="0"/>
              <a:t>When applicable, the same as will go in final report. Otherwise just take screenshots from relevant papers.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1752994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09EB2-2581-2E86-716F-73F319B1F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problem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DED37-0545-B360-EE14-D622821E38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to combine / properly make use of current LFR baseline. Don’t have separate blocks</a:t>
            </a:r>
          </a:p>
          <a:p>
            <a:r>
              <a:rPr lang="en-US" dirty="0"/>
              <a:t>But if I would use the “online resolve” method, could I actually benefit from it?</a:t>
            </a:r>
          </a:p>
          <a:p>
            <a:r>
              <a:rPr lang="en-US" dirty="0"/>
              <a:t>Jan’s augmentation framework part is additive, so would routing the latent signals add any benefit, especially if I want to apply orthogonality on the baseline. Can I direct the augmentation with the latent signals?</a:t>
            </a:r>
          </a:p>
        </p:txBody>
      </p:sp>
    </p:spTree>
    <p:extLst>
      <p:ext uri="{BB962C8B-B14F-4D97-AF65-F5344CB8AC3E}">
        <p14:creationId xmlns:p14="http://schemas.microsoft.com/office/powerpoint/2010/main" val="13939510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922FA-98D7-2929-D27F-810CECE6E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 next week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79DB8-2509-8E4F-14E4-B0B6B2FE75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Augmentation</a:t>
            </a:r>
          </a:p>
          <a:p>
            <a:pPr lvl="1"/>
            <a:r>
              <a:rPr lang="en-US" dirty="0"/>
              <a:t>Parameter updating for the LPV-LFR baseline</a:t>
            </a:r>
          </a:p>
          <a:p>
            <a:pPr lvl="1"/>
            <a:r>
              <a:rPr lang="en-US" dirty="0"/>
              <a:t>Baseline with additional states to validate augmentation (suggestion from Jasper)</a:t>
            </a:r>
          </a:p>
        </p:txBody>
      </p:sp>
    </p:spTree>
    <p:extLst>
      <p:ext uri="{BB962C8B-B14F-4D97-AF65-F5344CB8AC3E}">
        <p14:creationId xmlns:p14="http://schemas.microsoft.com/office/powerpoint/2010/main" val="4133975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1263</TotalTime>
  <Words>2414</Words>
  <Application>Microsoft Office PowerPoint</Application>
  <PresentationFormat>Widescreen</PresentationFormat>
  <Paragraphs>279</Paragraphs>
  <Slides>36</Slides>
  <Notes>11</Notes>
  <HiddenSlides>6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Aptos</vt:lpstr>
      <vt:lpstr>Aptos Display</vt:lpstr>
      <vt:lpstr>Arial</vt:lpstr>
      <vt:lpstr>Wingdings</vt:lpstr>
      <vt:lpstr>Office Theme</vt:lpstr>
      <vt:lpstr>Meeting Week 10</vt:lpstr>
      <vt:lpstr>Last week summary</vt:lpstr>
      <vt:lpstr>Last week summary</vt:lpstr>
      <vt:lpstr>Causal chain</vt:lpstr>
      <vt:lpstr>Causal chain</vt:lpstr>
      <vt:lpstr>Elimination</vt:lpstr>
      <vt:lpstr>Elimination</vt:lpstr>
      <vt:lpstr>Elimination</vt:lpstr>
      <vt:lpstr>Elimination – Sacrifices separate Blocks</vt:lpstr>
      <vt:lpstr>Simulation – LPV-LFR baseline</vt:lpstr>
      <vt:lpstr>PowerPoint Presentation</vt:lpstr>
      <vt:lpstr>PowerPoint Presentation</vt:lpstr>
      <vt:lpstr>PowerPoint Presentation</vt:lpstr>
      <vt:lpstr>PowerPoint Presentation</vt:lpstr>
      <vt:lpstr>Simulation – Validation</vt:lpstr>
      <vt:lpstr>Simulation – Validation metrics</vt:lpstr>
      <vt:lpstr>Simulation – Trajectory</vt:lpstr>
      <vt:lpstr>Simulation – Trajectory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Baseline parameter updating</vt:lpstr>
      <vt:lpstr>Augmentation – parameter updating</vt:lpstr>
      <vt:lpstr>Augmentation – parameter updating</vt:lpstr>
      <vt:lpstr>Augmentation – parameter updating</vt:lpstr>
      <vt:lpstr>Baseline parameter updating</vt:lpstr>
      <vt:lpstr>Log-parameterization</vt:lpstr>
      <vt:lpstr>PowerPoint Presentation</vt:lpstr>
      <vt:lpstr>PowerPoint Presentation</vt:lpstr>
      <vt:lpstr>Justification param_loss off</vt:lpstr>
      <vt:lpstr>Data generation Jan</vt:lpstr>
      <vt:lpstr>Question 1</vt:lpstr>
      <vt:lpstr>Main problem</vt:lpstr>
      <vt:lpstr>Outline next week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Hoekstra, Jan</dc:creator>
  <cp:lastModifiedBy>Berg, Dirk van den</cp:lastModifiedBy>
  <cp:revision>1</cp:revision>
  <dcterms:created xsi:type="dcterms:W3CDTF">2026-02-02T15:14:22Z</dcterms:created>
  <dcterms:modified xsi:type="dcterms:W3CDTF">2026-04-09T10:37:41Z</dcterms:modified>
</cp:coreProperties>
</file>