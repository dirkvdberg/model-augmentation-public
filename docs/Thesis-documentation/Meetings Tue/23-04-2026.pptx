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57"/>
  </p:notesMasterIdLst>
  <p:sldIdLst>
    <p:sldId id="257" r:id="rId2"/>
    <p:sldId id="258" r:id="rId3"/>
    <p:sldId id="393" r:id="rId4"/>
    <p:sldId id="394" r:id="rId5"/>
    <p:sldId id="395" r:id="rId6"/>
    <p:sldId id="434" r:id="rId7"/>
    <p:sldId id="435" r:id="rId8"/>
    <p:sldId id="436" r:id="rId9"/>
    <p:sldId id="437" r:id="rId10"/>
    <p:sldId id="438" r:id="rId11"/>
    <p:sldId id="439" r:id="rId12"/>
    <p:sldId id="440" r:id="rId13"/>
    <p:sldId id="283" r:id="rId14"/>
    <p:sldId id="441" r:id="rId15"/>
    <p:sldId id="442" r:id="rId16"/>
    <p:sldId id="443" r:id="rId17"/>
    <p:sldId id="286" r:id="rId18"/>
    <p:sldId id="285" r:id="rId19"/>
    <p:sldId id="282" r:id="rId20"/>
    <p:sldId id="444" r:id="rId21"/>
    <p:sldId id="425" r:id="rId22"/>
    <p:sldId id="416" r:id="rId23"/>
    <p:sldId id="432" r:id="rId24"/>
    <p:sldId id="417" r:id="rId25"/>
    <p:sldId id="426" r:id="rId26"/>
    <p:sldId id="445" r:id="rId27"/>
    <p:sldId id="429" r:id="rId28"/>
    <p:sldId id="431" r:id="rId29"/>
    <p:sldId id="423" r:id="rId30"/>
    <p:sldId id="430" r:id="rId31"/>
    <p:sldId id="424" r:id="rId32"/>
    <p:sldId id="427" r:id="rId33"/>
    <p:sldId id="428" r:id="rId34"/>
    <p:sldId id="403" r:id="rId35"/>
    <p:sldId id="270" r:id="rId36"/>
    <p:sldId id="271" r:id="rId37"/>
    <p:sldId id="272" r:id="rId38"/>
    <p:sldId id="265" r:id="rId39"/>
    <p:sldId id="279" r:id="rId40"/>
    <p:sldId id="280" r:id="rId41"/>
    <p:sldId id="264" r:id="rId42"/>
    <p:sldId id="268" r:id="rId43"/>
    <p:sldId id="269" r:id="rId44"/>
    <p:sldId id="267" r:id="rId45"/>
    <p:sldId id="266" r:id="rId46"/>
    <p:sldId id="273" r:id="rId47"/>
    <p:sldId id="274" r:id="rId48"/>
    <p:sldId id="259" r:id="rId49"/>
    <p:sldId id="260" r:id="rId50"/>
    <p:sldId id="278" r:id="rId51"/>
    <p:sldId id="447" r:id="rId52"/>
    <p:sldId id="446" r:id="rId53"/>
    <p:sldId id="261" r:id="rId54"/>
    <p:sldId id="399" r:id="rId55"/>
    <p:sldId id="400" r:id="rId5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208EEF-66B1-4DFB-95EC-75B7BD075113}" v="42" dt="2026-04-23T10:31:17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85956" autoAdjust="0"/>
  </p:normalViewPr>
  <p:slideViewPr>
    <p:cSldViewPr snapToGrid="0">
      <p:cViewPr varScale="1">
        <p:scale>
          <a:sx n="95" d="100"/>
          <a:sy n="95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4-23T10:39:47.350" v="2942"/>
      <pc:docMkLst>
        <pc:docMk/>
      </pc:docMkLst>
      <pc:sldChg chg="delSp modSp mod">
        <pc:chgData name="Berg, Dirk van den" userId="035ecb32-01d9-4b47-a105-eacf059a4647" providerId="ADAL" clId="{F7FF961E-CF96-44AC-93C2-93612F62D46D}" dt="2026-04-23T10:04:14.989" v="2721" actId="6549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4-23T07:06:39.419" v="1206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4-23T10:04:14.989" v="2721" actId="6549"/>
          <ac:spMkLst>
            <pc:docMk/>
            <pc:sldMk cId="2679595137" sldId="257"/>
            <ac:spMk id="3" creationId="{DAAEF679-3C39-E36C-B710-9B50CBAE487E}"/>
          </ac:spMkLst>
        </pc:spChg>
      </pc:sldChg>
      <pc:sldChg chg="delSp modSp mod">
        <pc:chgData name="Berg, Dirk van den" userId="035ecb32-01d9-4b47-a105-eacf059a4647" providerId="ADAL" clId="{F7FF961E-CF96-44AC-93C2-93612F62D46D}" dt="2026-04-23T08:31:34.503" v="2259" actId="6549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4-23T08:31:34.503" v="2259" actId="6549"/>
          <ac:spMkLst>
            <pc:docMk/>
            <pc:sldMk cId="1617226886" sldId="258"/>
            <ac:spMk id="3" creationId="{1B16F991-22E1-98ED-FDA2-6483679AE450}"/>
          </ac:spMkLst>
        </pc:spChg>
        <pc:spChg chg="del mod">
          <ac:chgData name="Berg, Dirk van den" userId="035ecb32-01d9-4b47-a105-eacf059a4647" providerId="ADAL" clId="{F7FF961E-CF96-44AC-93C2-93612F62D46D}" dt="2026-04-23T08:29:23.814" v="2245" actId="478"/>
          <ac:spMkLst>
            <pc:docMk/>
            <pc:sldMk cId="1617226886" sldId="258"/>
            <ac:spMk id="5" creationId="{7CFFA8B5-4335-A79D-381E-82C9B8A52E4E}"/>
          </ac:spMkLst>
        </pc:spChg>
      </pc:sldChg>
      <pc:sldChg chg="mod modShow">
        <pc:chgData name="Berg, Dirk van den" userId="035ecb32-01d9-4b47-a105-eacf059a4647" providerId="ADAL" clId="{F7FF961E-CF96-44AC-93C2-93612F62D46D}" dt="2026-04-23T10:01:54.380" v="2719" actId="729"/>
        <pc:sldMkLst>
          <pc:docMk/>
          <pc:sldMk cId="2138626586" sldId="259"/>
        </pc:sldMkLst>
      </pc:sldChg>
      <pc:sldChg chg="mod modShow">
        <pc:chgData name="Berg, Dirk van den" userId="035ecb32-01d9-4b47-a105-eacf059a4647" providerId="ADAL" clId="{F7FF961E-CF96-44AC-93C2-93612F62D46D}" dt="2026-04-23T10:01:54.380" v="2719" actId="729"/>
        <pc:sldMkLst>
          <pc:docMk/>
          <pc:sldMk cId="2175299465" sldId="260"/>
        </pc:sldMkLst>
      </pc:sldChg>
      <pc:sldChg chg="modSp mod ord">
        <pc:chgData name="Berg, Dirk van den" userId="035ecb32-01d9-4b47-a105-eacf059a4647" providerId="ADAL" clId="{F7FF961E-CF96-44AC-93C2-93612F62D46D}" dt="2026-04-23T10:39:47.350" v="2942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4-23T10:16:36.886" v="2769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del">
        <pc:chgData name="Berg, Dirk van den" userId="035ecb32-01d9-4b47-a105-eacf059a4647" providerId="ADAL" clId="{F7FF961E-CF96-44AC-93C2-93612F62D46D}" dt="2026-04-23T07:06:55.361" v="1207" actId="47"/>
        <pc:sldMkLst>
          <pc:docMk/>
          <pc:sldMk cId="3503897311" sldId="262"/>
        </pc:sldMkLst>
      </pc:sldChg>
      <pc:sldChg chg="modSp new del mod">
        <pc:chgData name="Berg, Dirk van den" userId="035ecb32-01d9-4b47-a105-eacf059a4647" providerId="ADAL" clId="{F7FF961E-CF96-44AC-93C2-93612F62D46D}" dt="2026-04-23T08:43:30.161" v="2516" actId="47"/>
        <pc:sldMkLst>
          <pc:docMk/>
          <pc:sldMk cId="920988332" sldId="263"/>
        </pc:sldMkLst>
      </pc:sldChg>
      <pc:sldChg chg="addSp modSp new mod modShow">
        <pc:chgData name="Berg, Dirk van den" userId="035ecb32-01d9-4b47-a105-eacf059a4647" providerId="ADAL" clId="{F7FF961E-CF96-44AC-93C2-93612F62D46D}" dt="2026-04-23T08:44:18.720" v="2523" actId="729"/>
        <pc:sldMkLst>
          <pc:docMk/>
          <pc:sldMk cId="1001272368" sldId="264"/>
        </pc:sldMkLst>
        <pc:spChg chg="mod">
          <ac:chgData name="Berg, Dirk van den" userId="035ecb32-01d9-4b47-a105-eacf059a4647" providerId="ADAL" clId="{F7FF961E-CF96-44AC-93C2-93612F62D46D}" dt="2026-04-20T11:27:17.703" v="257" actId="20577"/>
          <ac:spMkLst>
            <pc:docMk/>
            <pc:sldMk cId="1001272368" sldId="264"/>
            <ac:spMk id="2" creationId="{D8A9B408-FBC4-00FC-297D-04388B88C572}"/>
          </ac:spMkLst>
        </pc:spChg>
        <pc:picChg chg="add">
          <ac:chgData name="Berg, Dirk van den" userId="035ecb32-01d9-4b47-a105-eacf059a4647" providerId="ADAL" clId="{F7FF961E-CF96-44AC-93C2-93612F62D46D}" dt="2026-04-20T11:27:19.190" v="258" actId="22"/>
          <ac:picMkLst>
            <pc:docMk/>
            <pc:sldMk cId="1001272368" sldId="264"/>
            <ac:picMk id="5" creationId="{E12AF2A7-FDDE-CC6F-7A0B-8436A7C0ABBC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23T08:43:53.693" v="2519" actId="729"/>
        <pc:sldMkLst>
          <pc:docMk/>
          <pc:sldMk cId="2118017096" sldId="265"/>
        </pc:sldMkLst>
        <pc:spChg chg="mod">
          <ac:chgData name="Berg, Dirk van den" userId="035ecb32-01d9-4b47-a105-eacf059a4647" providerId="ADAL" clId="{F7FF961E-CF96-44AC-93C2-93612F62D46D}" dt="2026-04-20T11:28:32.925" v="261" actId="20577"/>
          <ac:spMkLst>
            <pc:docMk/>
            <pc:sldMk cId="2118017096" sldId="265"/>
            <ac:spMk id="2" creationId="{BB63044A-DBA9-69AA-07B0-EF3C36536C55}"/>
          </ac:spMkLst>
        </pc:spChg>
        <pc:spChg chg="mod">
          <ac:chgData name="Berg, Dirk van den" userId="035ecb32-01d9-4b47-a105-eacf059a4647" providerId="ADAL" clId="{F7FF961E-CF96-44AC-93C2-93612F62D46D}" dt="2026-04-20T11:40:24.029" v="308" actId="20577"/>
          <ac:spMkLst>
            <pc:docMk/>
            <pc:sldMk cId="2118017096" sldId="265"/>
            <ac:spMk id="3" creationId="{314C1C98-CF7B-F92D-1EC9-2A8133783556}"/>
          </ac:spMkLst>
        </pc:spChg>
        <pc:picChg chg="add mod">
          <ac:chgData name="Berg, Dirk van den" userId="035ecb32-01d9-4b47-a105-eacf059a4647" providerId="ADAL" clId="{F7FF961E-CF96-44AC-93C2-93612F62D46D}" dt="2026-04-20T12:15:01.074" v="310" actId="1076"/>
          <ac:picMkLst>
            <pc:docMk/>
            <pc:sldMk cId="2118017096" sldId="265"/>
            <ac:picMk id="5" creationId="{9160D80E-0A4B-2E3D-1938-E813D4B40CAE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23T08:44:26.264" v="2524" actId="729"/>
        <pc:sldMkLst>
          <pc:docMk/>
          <pc:sldMk cId="2109221308" sldId="266"/>
        </pc:sldMkLst>
        <pc:spChg chg="mod">
          <ac:chgData name="Berg, Dirk van den" userId="035ecb32-01d9-4b47-a105-eacf059a4647" providerId="ADAL" clId="{F7FF961E-CF96-44AC-93C2-93612F62D46D}" dt="2026-04-20T13:07:00.973" v="344" actId="20577"/>
          <ac:spMkLst>
            <pc:docMk/>
            <pc:sldMk cId="2109221308" sldId="266"/>
            <ac:spMk id="2" creationId="{FEAD41D4-502D-932F-99E7-0EC4CB5D6BDD}"/>
          </ac:spMkLst>
        </pc:spChg>
        <pc:spChg chg="mod">
          <ac:chgData name="Berg, Dirk van den" userId="035ecb32-01d9-4b47-a105-eacf059a4647" providerId="ADAL" clId="{F7FF961E-CF96-44AC-93C2-93612F62D46D}" dt="2026-04-20T13:08:56.116" v="447"/>
          <ac:spMkLst>
            <pc:docMk/>
            <pc:sldMk cId="2109221308" sldId="266"/>
            <ac:spMk id="3" creationId="{76C8FCC7-62A4-E643-C250-B7FF1EA4A565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23T08:44:18.720" v="2523" actId="729"/>
        <pc:sldMkLst>
          <pc:docMk/>
          <pc:sldMk cId="985816816" sldId="267"/>
        </pc:sldMkLst>
        <pc:spChg chg="mod">
          <ac:chgData name="Berg, Dirk van den" userId="035ecb32-01d9-4b47-a105-eacf059a4647" providerId="ADAL" clId="{F7FF961E-CF96-44AC-93C2-93612F62D46D}" dt="2026-04-21T08:14:31.626" v="489" actId="20577"/>
          <ac:spMkLst>
            <pc:docMk/>
            <pc:sldMk cId="985816816" sldId="267"/>
            <ac:spMk id="2" creationId="{4E16D982-57D2-237B-5B65-6168628DE01C}"/>
          </ac:spMkLst>
        </pc:spChg>
        <pc:picChg chg="add mod">
          <ac:chgData name="Berg, Dirk van den" userId="035ecb32-01d9-4b47-a105-eacf059a4647" providerId="ADAL" clId="{F7FF961E-CF96-44AC-93C2-93612F62D46D}" dt="2026-04-22T08:29:56.607" v="825" actId="1076"/>
          <ac:picMkLst>
            <pc:docMk/>
            <pc:sldMk cId="985816816" sldId="267"/>
            <ac:picMk id="5" creationId="{EDD94174-A893-971F-F8BA-5517B65FE994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23T08:44:18.720" v="2523" actId="729"/>
        <pc:sldMkLst>
          <pc:docMk/>
          <pc:sldMk cId="3925512846" sldId="268"/>
        </pc:sldMkLst>
        <pc:spChg chg="mod">
          <ac:chgData name="Berg, Dirk van den" userId="035ecb32-01d9-4b47-a105-eacf059a4647" providerId="ADAL" clId="{F7FF961E-CF96-44AC-93C2-93612F62D46D}" dt="2026-04-21T08:29:53.901" v="515" actId="20577"/>
          <ac:spMkLst>
            <pc:docMk/>
            <pc:sldMk cId="3925512846" sldId="268"/>
            <ac:spMk id="2" creationId="{1D2F6242-3130-5FAB-D0CA-AF9F15FBAF94}"/>
          </ac:spMkLst>
        </pc:spChg>
        <pc:picChg chg="add mod">
          <ac:chgData name="Berg, Dirk van den" userId="035ecb32-01d9-4b47-a105-eacf059a4647" providerId="ADAL" clId="{F7FF961E-CF96-44AC-93C2-93612F62D46D}" dt="2026-04-22T08:30:10.637" v="826" actId="1076"/>
          <ac:picMkLst>
            <pc:docMk/>
            <pc:sldMk cId="3925512846" sldId="268"/>
            <ac:picMk id="5" creationId="{9C4F9719-CFF1-9882-A4D0-2544CAF448BC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23T08:44:18.720" v="2523" actId="729"/>
        <pc:sldMkLst>
          <pc:docMk/>
          <pc:sldMk cId="596157435" sldId="269"/>
        </pc:sldMkLst>
        <pc:spChg chg="mod">
          <ac:chgData name="Berg, Dirk van den" userId="035ecb32-01d9-4b47-a105-eacf059a4647" providerId="ADAL" clId="{F7FF961E-CF96-44AC-93C2-93612F62D46D}" dt="2026-04-21T08:42:43.800" v="543" actId="20577"/>
          <ac:spMkLst>
            <pc:docMk/>
            <pc:sldMk cId="596157435" sldId="269"/>
            <ac:spMk id="2" creationId="{CCA20329-D863-0755-8713-AD35D97F08A1}"/>
          </ac:spMkLst>
        </pc:spChg>
        <pc:picChg chg="add mod">
          <ac:chgData name="Berg, Dirk van den" userId="035ecb32-01d9-4b47-a105-eacf059a4647" providerId="ADAL" clId="{F7FF961E-CF96-44AC-93C2-93612F62D46D}" dt="2026-04-21T08:44:19.088" v="546" actId="1076"/>
          <ac:picMkLst>
            <pc:docMk/>
            <pc:sldMk cId="596157435" sldId="269"/>
            <ac:picMk id="5" creationId="{315C2444-D434-D944-C5D4-8FDB01CC8A76}"/>
          </ac:picMkLst>
        </pc:picChg>
      </pc:sldChg>
      <pc:sldChg chg="addSp modSp new mod modShow">
        <pc:chgData name="Berg, Dirk van den" userId="035ecb32-01d9-4b47-a105-eacf059a4647" providerId="ADAL" clId="{F7FF961E-CF96-44AC-93C2-93612F62D46D}" dt="2026-04-23T08:43:36.079" v="2517" actId="729"/>
        <pc:sldMkLst>
          <pc:docMk/>
          <pc:sldMk cId="1957841479" sldId="270"/>
        </pc:sldMkLst>
        <pc:spChg chg="mod">
          <ac:chgData name="Berg, Dirk van den" userId="035ecb32-01d9-4b47-a105-eacf059a4647" providerId="ADAL" clId="{F7FF961E-CF96-44AC-93C2-93612F62D46D}" dt="2026-04-21T08:54:08.589" v="576" actId="20577"/>
          <ac:spMkLst>
            <pc:docMk/>
            <pc:sldMk cId="1957841479" sldId="270"/>
            <ac:spMk id="2" creationId="{79B0B6B2-609C-DC73-154E-82AF61059E1F}"/>
          </ac:spMkLst>
        </pc:spChg>
        <pc:spChg chg="mod">
          <ac:chgData name="Berg, Dirk van den" userId="035ecb32-01d9-4b47-a105-eacf059a4647" providerId="ADAL" clId="{F7FF961E-CF96-44AC-93C2-93612F62D46D}" dt="2026-04-21T08:54:00.820" v="551"/>
          <ac:spMkLst>
            <pc:docMk/>
            <pc:sldMk cId="1957841479" sldId="270"/>
            <ac:spMk id="3" creationId="{FB0D4A5D-5AD5-5D54-9518-F54868E465E8}"/>
          </ac:spMkLst>
        </pc:spChg>
        <pc:spChg chg="add">
          <ac:chgData name="Berg, Dirk van den" userId="035ecb32-01d9-4b47-a105-eacf059a4647" providerId="ADAL" clId="{F7FF961E-CF96-44AC-93C2-93612F62D46D}" dt="2026-04-21T08:54:01.707" v="552" actId="22"/>
          <ac:spMkLst>
            <pc:docMk/>
            <pc:sldMk cId="1957841479" sldId="270"/>
            <ac:spMk id="5" creationId="{31FE4A70-16D0-51BE-1107-79901A65C520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23T08:43:51.185" v="2518" actId="729"/>
        <pc:sldMkLst>
          <pc:docMk/>
          <pc:sldMk cId="1771815824" sldId="271"/>
        </pc:sldMkLst>
        <pc:spChg chg="mod">
          <ac:chgData name="Berg, Dirk van den" userId="035ecb32-01d9-4b47-a105-eacf059a4647" providerId="ADAL" clId="{F7FF961E-CF96-44AC-93C2-93612F62D46D}" dt="2026-04-21T10:01:17.708" v="595" actId="20577"/>
          <ac:spMkLst>
            <pc:docMk/>
            <pc:sldMk cId="1771815824" sldId="271"/>
            <ac:spMk id="2" creationId="{06A50394-8B1B-8F30-94D9-C11DF9EDAA22}"/>
          </ac:spMkLst>
        </pc:spChg>
        <pc:picChg chg="add mod">
          <ac:chgData name="Berg, Dirk van den" userId="035ecb32-01d9-4b47-a105-eacf059a4647" providerId="ADAL" clId="{F7FF961E-CF96-44AC-93C2-93612F62D46D}" dt="2026-04-22T08:30:16.227" v="827" actId="1076"/>
          <ac:picMkLst>
            <pc:docMk/>
            <pc:sldMk cId="1771815824" sldId="271"/>
            <ac:picMk id="5" creationId="{1B25BD07-7549-8AB0-C22A-C956FB81D255}"/>
          </ac:picMkLst>
        </pc:picChg>
      </pc:sldChg>
      <pc:sldChg chg="addSp new mod modShow">
        <pc:chgData name="Berg, Dirk van den" userId="035ecb32-01d9-4b47-a105-eacf059a4647" providerId="ADAL" clId="{F7FF961E-CF96-44AC-93C2-93612F62D46D}" dt="2026-04-23T08:43:51.185" v="2518" actId="729"/>
        <pc:sldMkLst>
          <pc:docMk/>
          <pc:sldMk cId="1028280515" sldId="272"/>
        </pc:sldMkLst>
        <pc:picChg chg="add">
          <ac:chgData name="Berg, Dirk van den" userId="035ecb32-01d9-4b47-a105-eacf059a4647" providerId="ADAL" clId="{F7FF961E-CF96-44AC-93C2-93612F62D46D}" dt="2026-04-21T10:01:31.803" v="597" actId="22"/>
          <ac:picMkLst>
            <pc:docMk/>
            <pc:sldMk cId="1028280515" sldId="272"/>
            <ac:picMk id="5" creationId="{2CE4D3D2-3404-7A37-35C7-E5969669E4CA}"/>
          </ac:picMkLst>
        </pc:picChg>
      </pc:sldChg>
      <pc:sldChg chg="addSp modSp new mod modShow modNotesTx">
        <pc:chgData name="Berg, Dirk van den" userId="035ecb32-01d9-4b47-a105-eacf059a4647" providerId="ADAL" clId="{F7FF961E-CF96-44AC-93C2-93612F62D46D}" dt="2026-04-23T08:44:34.097" v="2525" actId="729"/>
        <pc:sldMkLst>
          <pc:docMk/>
          <pc:sldMk cId="4176814700" sldId="273"/>
        </pc:sldMkLst>
        <pc:spChg chg="mod">
          <ac:chgData name="Berg, Dirk van den" userId="035ecb32-01d9-4b47-a105-eacf059a4647" providerId="ADAL" clId="{F7FF961E-CF96-44AC-93C2-93612F62D46D}" dt="2026-04-22T08:15:48.170" v="609" actId="20577"/>
          <ac:spMkLst>
            <pc:docMk/>
            <pc:sldMk cId="4176814700" sldId="273"/>
            <ac:spMk id="2" creationId="{B587FF26-3728-85E0-6456-3770380A6EBF}"/>
          </ac:spMkLst>
        </pc:spChg>
        <pc:spChg chg="mod">
          <ac:chgData name="Berg, Dirk van den" userId="035ecb32-01d9-4b47-a105-eacf059a4647" providerId="ADAL" clId="{F7FF961E-CF96-44AC-93C2-93612F62D46D}" dt="2026-04-22T08:28:00.605" v="735"/>
          <ac:spMkLst>
            <pc:docMk/>
            <pc:sldMk cId="4176814700" sldId="273"/>
            <ac:spMk id="3" creationId="{AEAD208A-5BD4-41A5-91C9-DB66148B5FF7}"/>
          </ac:spMkLst>
        </pc:spChg>
        <pc:graphicFrameChg chg="add mod">
          <ac:chgData name="Berg, Dirk van den" userId="035ecb32-01d9-4b47-a105-eacf059a4647" providerId="ADAL" clId="{F7FF961E-CF96-44AC-93C2-93612F62D46D}" dt="2026-04-22T08:15:43.897" v="600"/>
          <ac:graphicFrameMkLst>
            <pc:docMk/>
            <pc:sldMk cId="4176814700" sldId="273"/>
            <ac:graphicFrameMk id="4" creationId="{AD08ACDF-DAA4-3F82-1E39-AC2CE74D94EC}"/>
          </ac:graphicFrameMkLst>
        </pc:graphicFrameChg>
      </pc:sldChg>
      <pc:sldChg chg="modSp new mod modShow">
        <pc:chgData name="Berg, Dirk van den" userId="035ecb32-01d9-4b47-a105-eacf059a4647" providerId="ADAL" clId="{F7FF961E-CF96-44AC-93C2-93612F62D46D}" dt="2026-04-23T08:44:39.699" v="2526" actId="729"/>
        <pc:sldMkLst>
          <pc:docMk/>
          <pc:sldMk cId="2370251032" sldId="274"/>
        </pc:sldMkLst>
        <pc:spChg chg="mod">
          <ac:chgData name="Berg, Dirk van den" userId="035ecb32-01d9-4b47-a105-eacf059a4647" providerId="ADAL" clId="{F7FF961E-CF96-44AC-93C2-93612F62D46D}" dt="2026-04-22T08:28:26.520" v="824" actId="20577"/>
          <ac:spMkLst>
            <pc:docMk/>
            <pc:sldMk cId="2370251032" sldId="274"/>
            <ac:spMk id="2" creationId="{96F5AAD0-00B9-7A6D-4E60-138DF8E0A910}"/>
          </ac:spMkLst>
        </pc:spChg>
      </pc:sldChg>
      <pc:sldChg chg="modSp new del mod">
        <pc:chgData name="Berg, Dirk van den" userId="035ecb32-01d9-4b47-a105-eacf059a4647" providerId="ADAL" clId="{F7FF961E-CF96-44AC-93C2-93612F62D46D}" dt="2026-04-23T07:45:14.658" v="1803" actId="47"/>
        <pc:sldMkLst>
          <pc:docMk/>
          <pc:sldMk cId="2537949559" sldId="275"/>
        </pc:sldMkLst>
        <pc:spChg chg="mod">
          <ac:chgData name="Berg, Dirk van den" userId="035ecb32-01d9-4b47-a105-eacf059a4647" providerId="ADAL" clId="{F7FF961E-CF96-44AC-93C2-93612F62D46D}" dt="2026-04-22T08:37:47.660" v="844" actId="20577"/>
          <ac:spMkLst>
            <pc:docMk/>
            <pc:sldMk cId="2537949559" sldId="275"/>
            <ac:spMk id="2" creationId="{A088BE12-FED0-6902-7A77-1C5E42475BA3}"/>
          </ac:spMkLst>
        </pc:spChg>
        <pc:spChg chg="mod">
          <ac:chgData name="Berg, Dirk van den" userId="035ecb32-01d9-4b47-a105-eacf059a4647" providerId="ADAL" clId="{F7FF961E-CF96-44AC-93C2-93612F62D46D}" dt="2026-04-22T08:37:50.869" v="853" actId="20577"/>
          <ac:spMkLst>
            <pc:docMk/>
            <pc:sldMk cId="2537949559" sldId="275"/>
            <ac:spMk id="3" creationId="{F182E3A9-3B05-2613-782B-92E6A72E38A3}"/>
          </ac:spMkLst>
        </pc:spChg>
      </pc:sldChg>
      <pc:sldChg chg="addSp delSp modSp new del mod">
        <pc:chgData name="Berg, Dirk van den" userId="035ecb32-01d9-4b47-a105-eacf059a4647" providerId="ADAL" clId="{F7FF961E-CF96-44AC-93C2-93612F62D46D}" dt="2026-04-23T07:45:20.908" v="1804" actId="47"/>
        <pc:sldMkLst>
          <pc:docMk/>
          <pc:sldMk cId="1934971656" sldId="276"/>
        </pc:sldMkLst>
        <pc:spChg chg="mod">
          <ac:chgData name="Berg, Dirk van den" userId="035ecb32-01d9-4b47-a105-eacf059a4647" providerId="ADAL" clId="{F7FF961E-CF96-44AC-93C2-93612F62D46D}" dt="2026-04-22T09:46:52.647" v="881" actId="20577"/>
          <ac:spMkLst>
            <pc:docMk/>
            <pc:sldMk cId="1934971656" sldId="276"/>
            <ac:spMk id="2" creationId="{DA01026D-94D8-031D-1815-673C80645B8C}"/>
          </ac:spMkLst>
        </pc:spChg>
        <pc:spChg chg="add del mod">
          <ac:chgData name="Berg, Dirk van den" userId="035ecb32-01d9-4b47-a105-eacf059a4647" providerId="ADAL" clId="{F7FF961E-CF96-44AC-93C2-93612F62D46D}" dt="2026-04-22T09:47:14.938" v="985"/>
          <ac:spMkLst>
            <pc:docMk/>
            <pc:sldMk cId="1934971656" sldId="276"/>
            <ac:spMk id="3" creationId="{481790EB-DC47-5946-27FD-1154C0DEDFF7}"/>
          </ac:spMkLst>
        </pc:spChg>
        <pc:spChg chg="add">
          <ac:chgData name="Berg, Dirk van den" userId="035ecb32-01d9-4b47-a105-eacf059a4647" providerId="ADAL" clId="{F7FF961E-CF96-44AC-93C2-93612F62D46D}" dt="2026-04-22T09:47:16.517" v="986" actId="22"/>
          <ac:spMkLst>
            <pc:docMk/>
            <pc:sldMk cId="1934971656" sldId="276"/>
            <ac:spMk id="9" creationId="{5202E231-AB8D-1282-26F1-04538BC2FC75}"/>
          </ac:spMkLst>
        </pc:spChg>
        <pc:picChg chg="add del mod ord">
          <ac:chgData name="Berg, Dirk van den" userId="035ecb32-01d9-4b47-a105-eacf059a4647" providerId="ADAL" clId="{F7FF961E-CF96-44AC-93C2-93612F62D46D}" dt="2026-04-22T09:46:46.277" v="856" actId="22"/>
          <ac:picMkLst>
            <pc:docMk/>
            <pc:sldMk cId="1934971656" sldId="276"/>
            <ac:picMk id="5" creationId="{FC3E3E7E-F5DE-B781-547B-D297B03EAD54}"/>
          </ac:picMkLst>
        </pc:picChg>
        <pc:picChg chg="add">
          <ac:chgData name="Berg, Dirk van den" userId="035ecb32-01d9-4b47-a105-eacf059a4647" providerId="ADAL" clId="{F7FF961E-CF96-44AC-93C2-93612F62D46D}" dt="2026-04-22T09:46:47.694" v="857" actId="22"/>
          <ac:picMkLst>
            <pc:docMk/>
            <pc:sldMk cId="1934971656" sldId="276"/>
            <ac:picMk id="7" creationId="{5962622D-1603-46A4-392F-1C2CDAA3C950}"/>
          </ac:picMkLst>
        </pc:picChg>
      </pc:sldChg>
      <pc:sldChg chg="modSp new del mod">
        <pc:chgData name="Berg, Dirk van den" userId="035ecb32-01d9-4b47-a105-eacf059a4647" providerId="ADAL" clId="{F7FF961E-CF96-44AC-93C2-93612F62D46D}" dt="2026-04-23T07:45:34.214" v="1805" actId="47"/>
        <pc:sldMkLst>
          <pc:docMk/>
          <pc:sldMk cId="983403281" sldId="277"/>
        </pc:sldMkLst>
        <pc:spChg chg="mod">
          <ac:chgData name="Berg, Dirk van den" userId="035ecb32-01d9-4b47-a105-eacf059a4647" providerId="ADAL" clId="{F7FF961E-CF96-44AC-93C2-93612F62D46D}" dt="2026-04-22T09:51:31.105" v="1020" actId="27636"/>
          <ac:spMkLst>
            <pc:docMk/>
            <pc:sldMk cId="983403281" sldId="277"/>
            <ac:spMk id="3" creationId="{B8309800-F156-9753-B0E9-2D4C752CCBFA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23T10:01:54.380" v="2719" actId="729"/>
        <pc:sldMkLst>
          <pc:docMk/>
          <pc:sldMk cId="382064734" sldId="278"/>
        </pc:sldMkLst>
        <pc:spChg chg="mod">
          <ac:chgData name="Berg, Dirk van den" userId="035ecb32-01d9-4b47-a105-eacf059a4647" providerId="ADAL" clId="{F7FF961E-CF96-44AC-93C2-93612F62D46D}" dt="2026-04-22T09:52:33.481" v="1032" actId="20577"/>
          <ac:spMkLst>
            <pc:docMk/>
            <pc:sldMk cId="382064734" sldId="278"/>
            <ac:spMk id="2" creationId="{ADE4508E-318C-7063-5DD1-495962891B42}"/>
          </ac:spMkLst>
        </pc:spChg>
        <pc:spChg chg="mod">
          <ac:chgData name="Berg, Dirk van den" userId="035ecb32-01d9-4b47-a105-eacf059a4647" providerId="ADAL" clId="{F7FF961E-CF96-44AC-93C2-93612F62D46D}" dt="2026-04-22T09:52:53.544" v="1128" actId="20577"/>
          <ac:spMkLst>
            <pc:docMk/>
            <pc:sldMk cId="382064734" sldId="278"/>
            <ac:spMk id="3" creationId="{AF689796-97DB-488C-FC22-D42079429846}"/>
          </ac:spMkLst>
        </pc:spChg>
      </pc:sldChg>
      <pc:sldChg chg="addSp modSp new mod modShow">
        <pc:chgData name="Berg, Dirk van den" userId="035ecb32-01d9-4b47-a105-eacf059a4647" providerId="ADAL" clId="{F7FF961E-CF96-44AC-93C2-93612F62D46D}" dt="2026-04-23T08:43:59.160" v="2521" actId="729"/>
        <pc:sldMkLst>
          <pc:docMk/>
          <pc:sldMk cId="1118345174" sldId="279"/>
        </pc:sldMkLst>
        <pc:spChg chg="mod">
          <ac:chgData name="Berg, Dirk van den" userId="035ecb32-01d9-4b47-a105-eacf059a4647" providerId="ADAL" clId="{F7FF961E-CF96-44AC-93C2-93612F62D46D}" dt="2026-04-22T20:03:31.992" v="1154" actId="20577"/>
          <ac:spMkLst>
            <pc:docMk/>
            <pc:sldMk cId="1118345174" sldId="279"/>
            <ac:spMk id="2" creationId="{2EFAA6DB-343F-607A-428D-1B439B5C652E}"/>
          </ac:spMkLst>
        </pc:spChg>
        <pc:picChg chg="add mod">
          <ac:chgData name="Berg, Dirk van den" userId="035ecb32-01d9-4b47-a105-eacf059a4647" providerId="ADAL" clId="{F7FF961E-CF96-44AC-93C2-93612F62D46D}" dt="2026-04-23T08:43:57.448" v="2520" actId="1076"/>
          <ac:picMkLst>
            <pc:docMk/>
            <pc:sldMk cId="1118345174" sldId="279"/>
            <ac:picMk id="5" creationId="{5A5EAFBC-44FA-430C-72AD-642509903B77}"/>
          </ac:picMkLst>
        </pc:picChg>
      </pc:sldChg>
      <pc:sldChg chg="modSp new mod modShow">
        <pc:chgData name="Berg, Dirk van den" userId="035ecb32-01d9-4b47-a105-eacf059a4647" providerId="ADAL" clId="{F7FF961E-CF96-44AC-93C2-93612F62D46D}" dt="2026-04-23T08:44:03.857" v="2522" actId="729"/>
        <pc:sldMkLst>
          <pc:docMk/>
          <pc:sldMk cId="621033583" sldId="280"/>
        </pc:sldMkLst>
        <pc:spChg chg="mod">
          <ac:chgData name="Berg, Dirk van den" userId="035ecb32-01d9-4b47-a105-eacf059a4647" providerId="ADAL" clId="{F7FF961E-CF96-44AC-93C2-93612F62D46D}" dt="2026-04-22T20:07:18.457" v="1204" actId="20577"/>
          <ac:spMkLst>
            <pc:docMk/>
            <pc:sldMk cId="621033583" sldId="280"/>
            <ac:spMk id="3" creationId="{BE78B642-CF84-FF84-4828-E58BD1451B0A}"/>
          </ac:spMkLst>
        </pc:spChg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1070310953" sldId="282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205556035" sldId="283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1270058092" sldId="285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2803434166" sldId="286"/>
        </pc:sldMkLst>
      </pc:sldChg>
      <pc:sldChg chg="add del">
        <pc:chgData name="Berg, Dirk van den" userId="035ecb32-01d9-4b47-a105-eacf059a4647" providerId="ADAL" clId="{F7FF961E-CF96-44AC-93C2-93612F62D46D}" dt="2026-04-23T08:31:08.881" v="2257" actId="47"/>
        <pc:sldMkLst>
          <pc:docMk/>
          <pc:sldMk cId="3687162435" sldId="391"/>
        </pc:sldMkLst>
      </pc:sldChg>
      <pc:sldChg chg="add del">
        <pc:chgData name="Berg, Dirk van den" userId="035ecb32-01d9-4b47-a105-eacf059a4647" providerId="ADAL" clId="{F7FF961E-CF96-44AC-93C2-93612F62D46D}" dt="2026-04-23T08:29:25.653" v="2246" actId="47"/>
        <pc:sldMkLst>
          <pc:docMk/>
          <pc:sldMk cId="1844279838" sldId="392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2317445419" sldId="393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3703599865" sldId="394"/>
        </pc:sldMkLst>
      </pc:sldChg>
      <pc:sldChg chg="delSp modSp add mod modNotesTx">
        <pc:chgData name="Berg, Dirk van den" userId="035ecb32-01d9-4b47-a105-eacf059a4647" providerId="ADAL" clId="{F7FF961E-CF96-44AC-93C2-93612F62D46D}" dt="2026-04-23T10:20:41.970" v="2770" actId="478"/>
        <pc:sldMkLst>
          <pc:docMk/>
          <pc:sldMk cId="3150823560" sldId="395"/>
        </pc:sldMkLst>
        <pc:spChg chg="mod">
          <ac:chgData name="Berg, Dirk van den" userId="035ecb32-01d9-4b47-a105-eacf059a4647" providerId="ADAL" clId="{F7FF961E-CF96-44AC-93C2-93612F62D46D}" dt="2026-04-23T08:30:38.975" v="2247" actId="6549"/>
          <ac:spMkLst>
            <pc:docMk/>
            <pc:sldMk cId="3150823560" sldId="395"/>
            <ac:spMk id="3" creationId="{9D019F0F-A55C-D5E4-57CB-4FD0E8944707}"/>
          </ac:spMkLst>
        </pc:spChg>
        <pc:picChg chg="del">
          <ac:chgData name="Berg, Dirk van den" userId="035ecb32-01d9-4b47-a105-eacf059a4647" providerId="ADAL" clId="{F7FF961E-CF96-44AC-93C2-93612F62D46D}" dt="2026-04-23T10:20:41.970" v="2770" actId="478"/>
          <ac:picMkLst>
            <pc:docMk/>
            <pc:sldMk cId="3150823560" sldId="395"/>
            <ac:picMk id="5" creationId="{D552DC4A-E809-69B5-3B2E-80EBD7923855}"/>
          </ac:picMkLst>
        </pc:picChg>
      </pc:sldChg>
      <pc:sldChg chg="add del">
        <pc:chgData name="Berg, Dirk van den" userId="035ecb32-01d9-4b47-a105-eacf059a4647" providerId="ADAL" clId="{F7FF961E-CF96-44AC-93C2-93612F62D46D}" dt="2026-04-23T07:44:23.732" v="1799" actId="47"/>
        <pc:sldMkLst>
          <pc:docMk/>
          <pc:sldMk cId="419988556" sldId="396"/>
        </pc:sldMkLst>
      </pc:sldChg>
      <pc:sldChg chg="add">
        <pc:chgData name="Berg, Dirk van den" userId="035ecb32-01d9-4b47-a105-eacf059a4647" providerId="ADAL" clId="{F7FF961E-CF96-44AC-93C2-93612F62D46D}" dt="2026-04-23T07:06:55.904" v="1208"/>
        <pc:sldMkLst>
          <pc:docMk/>
          <pc:sldMk cId="2091158474" sldId="399"/>
        </pc:sldMkLst>
      </pc:sldChg>
      <pc:sldChg chg="add">
        <pc:chgData name="Berg, Dirk van den" userId="035ecb32-01d9-4b47-a105-eacf059a4647" providerId="ADAL" clId="{F7FF961E-CF96-44AC-93C2-93612F62D46D}" dt="2026-04-23T07:06:55.904" v="1208"/>
        <pc:sldMkLst>
          <pc:docMk/>
          <pc:sldMk cId="431880464" sldId="400"/>
        </pc:sldMkLst>
      </pc:sldChg>
      <pc:sldChg chg="new del">
        <pc:chgData name="Berg, Dirk van den" userId="035ecb32-01d9-4b47-a105-eacf059a4647" providerId="ADAL" clId="{F7FF961E-CF96-44AC-93C2-93612F62D46D}" dt="2026-04-23T07:45:35.408" v="1806" actId="47"/>
        <pc:sldMkLst>
          <pc:docMk/>
          <pc:sldMk cId="1259666086" sldId="401"/>
        </pc:sldMkLst>
      </pc:sldChg>
      <pc:sldChg chg="new del">
        <pc:chgData name="Berg, Dirk van den" userId="035ecb32-01d9-4b47-a105-eacf059a4647" providerId="ADAL" clId="{F7FF961E-CF96-44AC-93C2-93612F62D46D}" dt="2026-04-23T07:45:36.847" v="1807" actId="47"/>
        <pc:sldMkLst>
          <pc:docMk/>
          <pc:sldMk cId="3860469013" sldId="402"/>
        </pc:sldMkLst>
      </pc:sldChg>
      <pc:sldChg chg="modSp new mod modShow">
        <pc:chgData name="Berg, Dirk van den" userId="035ecb32-01d9-4b47-a105-eacf059a4647" providerId="ADAL" clId="{F7FF961E-CF96-44AC-93C2-93612F62D46D}" dt="2026-04-23T08:02:11.991" v="1904" actId="729"/>
        <pc:sldMkLst>
          <pc:docMk/>
          <pc:sldMk cId="1803718539" sldId="403"/>
        </pc:sldMkLst>
        <pc:spChg chg="mod">
          <ac:chgData name="Berg, Dirk van den" userId="035ecb32-01d9-4b47-a105-eacf059a4647" providerId="ADAL" clId="{F7FF961E-CF96-44AC-93C2-93612F62D46D}" dt="2026-04-23T08:02:09.983" v="1903" actId="6549"/>
          <ac:spMkLst>
            <pc:docMk/>
            <pc:sldMk cId="1803718539" sldId="403"/>
            <ac:spMk id="2" creationId="{5240CBC6-EE1D-C36D-9AB2-D5EE94751074}"/>
          </ac:spMkLst>
        </pc:spChg>
        <pc:spChg chg="mod">
          <ac:chgData name="Berg, Dirk van den" userId="035ecb32-01d9-4b47-a105-eacf059a4647" providerId="ADAL" clId="{F7FF961E-CF96-44AC-93C2-93612F62D46D}" dt="2026-04-23T08:02:07.155" v="1902"/>
          <ac:spMkLst>
            <pc:docMk/>
            <pc:sldMk cId="1803718539" sldId="403"/>
            <ac:spMk id="3" creationId="{31237531-6022-CD5A-B9D1-756D97F815D2}"/>
          </ac:spMkLst>
        </pc:spChg>
      </pc:sldChg>
      <pc:sldChg chg="add ord">
        <pc:chgData name="Berg, Dirk van den" userId="035ecb32-01d9-4b47-a105-eacf059a4647" providerId="ADAL" clId="{F7FF961E-CF96-44AC-93C2-93612F62D46D}" dt="2026-04-23T08:45:12.085" v="2534" actId="20578"/>
        <pc:sldMkLst>
          <pc:docMk/>
          <pc:sldMk cId="1130175313" sldId="416"/>
        </pc:sldMkLst>
      </pc:sldChg>
      <pc:sldChg chg="modSp add mod">
        <pc:chgData name="Berg, Dirk van den" userId="035ecb32-01d9-4b47-a105-eacf059a4647" providerId="ADAL" clId="{F7FF961E-CF96-44AC-93C2-93612F62D46D}" dt="2026-04-23T08:43:11.979" v="2515" actId="20577"/>
        <pc:sldMkLst>
          <pc:docMk/>
          <pc:sldMk cId="3777841627" sldId="417"/>
        </pc:sldMkLst>
        <pc:spChg chg="mod">
          <ac:chgData name="Berg, Dirk van den" userId="035ecb32-01d9-4b47-a105-eacf059a4647" providerId="ADAL" clId="{F7FF961E-CF96-44AC-93C2-93612F62D46D}" dt="2026-04-23T08:43:11.979" v="2515" actId="20577"/>
          <ac:spMkLst>
            <pc:docMk/>
            <pc:sldMk cId="3777841627" sldId="417"/>
            <ac:spMk id="3" creationId="{73C459EF-F7CC-CBCA-AF4A-18B5BA1D1532}"/>
          </ac:spMkLst>
        </pc:spChg>
      </pc:sldChg>
      <pc:sldChg chg="addSp modSp add mod modShow">
        <pc:chgData name="Berg, Dirk van den" userId="035ecb32-01d9-4b47-a105-eacf059a4647" providerId="ADAL" clId="{F7FF961E-CF96-44AC-93C2-93612F62D46D}" dt="2026-04-23T08:41:00.141" v="2461" actId="729"/>
        <pc:sldMkLst>
          <pc:docMk/>
          <pc:sldMk cId="911746609" sldId="423"/>
        </pc:sldMkLst>
        <pc:spChg chg="add mod">
          <ac:chgData name="Berg, Dirk van den" userId="035ecb32-01d9-4b47-a105-eacf059a4647" providerId="ADAL" clId="{F7FF961E-CF96-44AC-93C2-93612F62D46D}" dt="2026-04-23T07:28:34.023" v="1643" actId="1076"/>
          <ac:spMkLst>
            <pc:docMk/>
            <pc:sldMk cId="911746609" sldId="423"/>
            <ac:spMk id="4" creationId="{13605F56-459C-73D2-631D-AC9778B41AAB}"/>
          </ac:spMkLst>
        </pc:spChg>
      </pc:sldChg>
      <pc:sldChg chg="modSp add mod">
        <pc:chgData name="Berg, Dirk van den" userId="035ecb32-01d9-4b47-a105-eacf059a4647" providerId="ADAL" clId="{F7FF961E-CF96-44AC-93C2-93612F62D46D}" dt="2026-04-23T07:18:34.033" v="1217" actId="1076"/>
        <pc:sldMkLst>
          <pc:docMk/>
          <pc:sldMk cId="1575653684" sldId="424"/>
        </pc:sldMkLst>
        <pc:picChg chg="mod">
          <ac:chgData name="Berg, Dirk van den" userId="035ecb32-01d9-4b47-a105-eacf059a4647" providerId="ADAL" clId="{F7FF961E-CF96-44AC-93C2-93612F62D46D}" dt="2026-04-23T07:18:34.033" v="1217" actId="1076"/>
          <ac:picMkLst>
            <pc:docMk/>
            <pc:sldMk cId="1575653684" sldId="424"/>
            <ac:picMk id="7" creationId="{A9A9D42B-3957-E68C-CEE9-2E270AE2F20B}"/>
          </ac:picMkLst>
        </pc:picChg>
      </pc:sldChg>
      <pc:sldChg chg="modSp add mod ord">
        <pc:chgData name="Berg, Dirk van den" userId="035ecb32-01d9-4b47-a105-eacf059a4647" providerId="ADAL" clId="{F7FF961E-CF96-44AC-93C2-93612F62D46D}" dt="2026-04-23T07:33:00.999" v="1794" actId="14"/>
        <pc:sldMkLst>
          <pc:docMk/>
          <pc:sldMk cId="1617213223" sldId="425"/>
        </pc:sldMkLst>
        <pc:spChg chg="mod">
          <ac:chgData name="Berg, Dirk van den" userId="035ecb32-01d9-4b47-a105-eacf059a4647" providerId="ADAL" clId="{F7FF961E-CF96-44AC-93C2-93612F62D46D}" dt="2026-04-23T07:32:57.848" v="1793" actId="20577"/>
          <ac:spMkLst>
            <pc:docMk/>
            <pc:sldMk cId="1617213223" sldId="425"/>
            <ac:spMk id="2" creationId="{DFCDAB35-6211-7F79-EDFF-7EAC8F133158}"/>
          </ac:spMkLst>
        </pc:spChg>
        <pc:spChg chg="mod">
          <ac:chgData name="Berg, Dirk van den" userId="035ecb32-01d9-4b47-a105-eacf059a4647" providerId="ADAL" clId="{F7FF961E-CF96-44AC-93C2-93612F62D46D}" dt="2026-04-23T07:33:00.999" v="1794" actId="14"/>
          <ac:spMkLst>
            <pc:docMk/>
            <pc:sldMk cId="1617213223" sldId="425"/>
            <ac:spMk id="3" creationId="{1A017B56-BF87-E9A7-BBCC-12E644ED9002}"/>
          </ac:spMkLst>
        </pc:spChg>
      </pc:sldChg>
      <pc:sldChg chg="add">
        <pc:chgData name="Berg, Dirk van den" userId="035ecb32-01d9-4b47-a105-eacf059a4647" providerId="ADAL" clId="{F7FF961E-CF96-44AC-93C2-93612F62D46D}" dt="2026-04-23T07:18:11.348" v="1213"/>
        <pc:sldMkLst>
          <pc:docMk/>
          <pc:sldMk cId="369788767" sldId="426"/>
        </pc:sldMkLst>
      </pc:sldChg>
      <pc:sldChg chg="addSp delSp modSp new mod modNotesTx">
        <pc:chgData name="Berg, Dirk van den" userId="035ecb32-01d9-4b47-a105-eacf059a4647" providerId="ADAL" clId="{F7FF961E-CF96-44AC-93C2-93612F62D46D}" dt="2026-04-23T08:41:43.923" v="2479" actId="20577"/>
        <pc:sldMkLst>
          <pc:docMk/>
          <pc:sldMk cId="4053076264" sldId="427"/>
        </pc:sldMkLst>
        <pc:spChg chg="mod">
          <ac:chgData name="Berg, Dirk van den" userId="035ecb32-01d9-4b47-a105-eacf059a4647" providerId="ADAL" clId="{F7FF961E-CF96-44AC-93C2-93612F62D46D}" dt="2026-04-23T08:41:41.064" v="2476" actId="20577"/>
          <ac:spMkLst>
            <pc:docMk/>
            <pc:sldMk cId="4053076264" sldId="427"/>
            <ac:spMk id="3" creationId="{6FCE8AF9-4395-C60B-E969-33BC216123BE}"/>
          </ac:spMkLst>
        </pc:spChg>
        <pc:spChg chg="add mod">
          <ac:chgData name="Berg, Dirk van den" userId="035ecb32-01d9-4b47-a105-eacf059a4647" providerId="ADAL" clId="{F7FF961E-CF96-44AC-93C2-93612F62D46D}" dt="2026-04-23T08:41:43.923" v="2479" actId="20577"/>
          <ac:spMkLst>
            <pc:docMk/>
            <pc:sldMk cId="4053076264" sldId="427"/>
            <ac:spMk id="7" creationId="{2CE66A3E-C5B2-C255-5AE3-8D51EDDC1AC5}"/>
          </ac:spMkLst>
        </pc:spChg>
        <pc:spChg chg="add del mod">
          <ac:chgData name="Berg, Dirk van den" userId="035ecb32-01d9-4b47-a105-eacf059a4647" providerId="ADAL" clId="{F7FF961E-CF96-44AC-93C2-93612F62D46D}" dt="2026-04-23T07:21:25.441" v="1293" actId="478"/>
          <ac:spMkLst>
            <pc:docMk/>
            <pc:sldMk cId="4053076264" sldId="427"/>
            <ac:spMk id="8" creationId="{9746AC12-19DC-90CE-F07F-A9AEE6B415F0}"/>
          </ac:spMkLst>
        </pc:spChg>
        <pc:spChg chg="add del mod">
          <ac:chgData name="Berg, Dirk van den" userId="035ecb32-01d9-4b47-a105-eacf059a4647" providerId="ADAL" clId="{F7FF961E-CF96-44AC-93C2-93612F62D46D}" dt="2026-04-23T08:41:36.862" v="2464" actId="478"/>
          <ac:spMkLst>
            <pc:docMk/>
            <pc:sldMk cId="4053076264" sldId="427"/>
            <ac:spMk id="9" creationId="{AA06D76C-64AF-70E3-8370-F3D48251CA69}"/>
          </ac:spMkLst>
        </pc:spChg>
        <pc:picChg chg="add mod">
          <ac:chgData name="Berg, Dirk van den" userId="035ecb32-01d9-4b47-a105-eacf059a4647" providerId="ADAL" clId="{F7FF961E-CF96-44AC-93C2-93612F62D46D}" dt="2026-04-23T07:20:49.777" v="1291" actId="1076"/>
          <ac:picMkLst>
            <pc:docMk/>
            <pc:sldMk cId="4053076264" sldId="427"/>
            <ac:picMk id="4" creationId="{232CB104-D0F3-A534-0C18-1F3F9A8EAB71}"/>
          </ac:picMkLst>
        </pc:picChg>
        <pc:picChg chg="add mod">
          <ac:chgData name="Berg, Dirk van den" userId="035ecb32-01d9-4b47-a105-eacf059a4647" providerId="ADAL" clId="{F7FF961E-CF96-44AC-93C2-93612F62D46D}" dt="2026-04-23T07:20:03.768" v="1268" actId="1076"/>
          <ac:picMkLst>
            <pc:docMk/>
            <pc:sldMk cId="4053076264" sldId="427"/>
            <ac:picMk id="6" creationId="{87AA7DD3-4724-3373-D4EE-B336DF3DFE68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4-23T08:41:56.412" v="2483" actId="20577"/>
        <pc:sldMkLst>
          <pc:docMk/>
          <pc:sldMk cId="3031757530" sldId="428"/>
        </pc:sldMkLst>
        <pc:spChg chg="mod">
          <ac:chgData name="Berg, Dirk van den" userId="035ecb32-01d9-4b47-a105-eacf059a4647" providerId="ADAL" clId="{F7FF961E-CF96-44AC-93C2-93612F62D46D}" dt="2026-04-23T08:41:52.901" v="2480"/>
          <ac:spMkLst>
            <pc:docMk/>
            <pc:sldMk cId="3031757530" sldId="428"/>
            <ac:spMk id="3" creationId="{DF44DD9B-7D42-0688-0829-D7EF2DDCB3B3}"/>
          </ac:spMkLst>
        </pc:spChg>
        <pc:spChg chg="add mod">
          <ac:chgData name="Berg, Dirk van den" userId="035ecb32-01d9-4b47-a105-eacf059a4647" providerId="ADAL" clId="{F7FF961E-CF96-44AC-93C2-93612F62D46D}" dt="2026-04-23T07:22:10.168" v="1302" actId="14100"/>
          <ac:spMkLst>
            <pc:docMk/>
            <pc:sldMk cId="3031757530" sldId="428"/>
            <ac:spMk id="5" creationId="{AB4CF13B-2D15-CB37-5DCD-5C4C40E3BD21}"/>
          </ac:spMkLst>
        </pc:spChg>
        <pc:spChg chg="mod">
          <ac:chgData name="Berg, Dirk van den" userId="035ecb32-01d9-4b47-a105-eacf059a4647" providerId="ADAL" clId="{F7FF961E-CF96-44AC-93C2-93612F62D46D}" dt="2026-04-23T08:41:56.412" v="2483" actId="20577"/>
          <ac:spMkLst>
            <pc:docMk/>
            <pc:sldMk cId="3031757530" sldId="428"/>
            <ac:spMk id="7" creationId="{4857C1AD-06CA-E65D-01F0-2EFD7B80C42D}"/>
          </ac:spMkLst>
        </pc:spChg>
        <pc:spChg chg="add mod">
          <ac:chgData name="Berg, Dirk van den" userId="035ecb32-01d9-4b47-a105-eacf059a4647" providerId="ADAL" clId="{F7FF961E-CF96-44AC-93C2-93612F62D46D}" dt="2026-04-23T07:22:13.121" v="1303" actId="14100"/>
          <ac:spMkLst>
            <pc:docMk/>
            <pc:sldMk cId="3031757530" sldId="428"/>
            <ac:spMk id="8" creationId="{FE5D1033-0810-2E75-CDAC-883DB345D4E4}"/>
          </ac:spMkLst>
        </pc:spChg>
        <pc:spChg chg="add mod">
          <ac:chgData name="Berg, Dirk van den" userId="035ecb32-01d9-4b47-a105-eacf059a4647" providerId="ADAL" clId="{F7FF961E-CF96-44AC-93C2-93612F62D46D}" dt="2026-04-23T07:23:40.343" v="1442" actId="20577"/>
          <ac:spMkLst>
            <pc:docMk/>
            <pc:sldMk cId="3031757530" sldId="428"/>
            <ac:spMk id="9" creationId="{16E85FA6-8C2F-3A0D-01BA-E613A3CCF710}"/>
          </ac:spMkLst>
        </pc:spChg>
      </pc:sldChg>
      <pc:sldChg chg="addSp modSp add mod">
        <pc:chgData name="Berg, Dirk van den" userId="035ecb32-01d9-4b47-a105-eacf059a4647" providerId="ADAL" clId="{F7FF961E-CF96-44AC-93C2-93612F62D46D}" dt="2026-04-23T08:18:52.503" v="2232" actId="20577"/>
        <pc:sldMkLst>
          <pc:docMk/>
          <pc:sldMk cId="3839809995" sldId="429"/>
        </pc:sldMkLst>
        <pc:spChg chg="add mod">
          <ac:chgData name="Berg, Dirk van den" userId="035ecb32-01d9-4b47-a105-eacf059a4647" providerId="ADAL" clId="{F7FF961E-CF96-44AC-93C2-93612F62D46D}" dt="2026-04-23T08:18:52.503" v="2232" actId="20577"/>
          <ac:spMkLst>
            <pc:docMk/>
            <pc:sldMk cId="3839809995" sldId="429"/>
            <ac:spMk id="4" creationId="{CA273AEA-0C2F-A959-D5EC-A0527B2E0A50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23T08:41:05.001" v="2462" actId="729"/>
        <pc:sldMkLst>
          <pc:docMk/>
          <pc:sldMk cId="1075637212" sldId="430"/>
        </pc:sldMkLst>
        <pc:spChg chg="mod">
          <ac:chgData name="Berg, Dirk van den" userId="035ecb32-01d9-4b47-a105-eacf059a4647" providerId="ADAL" clId="{F7FF961E-CF96-44AC-93C2-93612F62D46D}" dt="2026-04-23T07:29:11.338" v="1737" actId="20577"/>
          <ac:spMkLst>
            <pc:docMk/>
            <pc:sldMk cId="1075637212" sldId="430"/>
            <ac:spMk id="3" creationId="{37066C5A-D711-B061-AFB2-18BF7BD973CF}"/>
          </ac:spMkLst>
        </pc:spChg>
      </pc:sldChg>
      <pc:sldChg chg="modSp new mod">
        <pc:chgData name="Berg, Dirk van den" userId="035ecb32-01d9-4b47-a105-eacf059a4647" providerId="ADAL" clId="{F7FF961E-CF96-44AC-93C2-93612F62D46D}" dt="2026-04-23T08:05:41.091" v="2167" actId="20577"/>
        <pc:sldMkLst>
          <pc:docMk/>
          <pc:sldMk cId="3166191676" sldId="431"/>
        </pc:sldMkLst>
        <pc:spChg chg="mod">
          <ac:chgData name="Berg, Dirk van den" userId="035ecb32-01d9-4b47-a105-eacf059a4647" providerId="ADAL" clId="{F7FF961E-CF96-44AC-93C2-93612F62D46D}" dt="2026-04-23T07:30:12.903" v="1764" actId="20577"/>
          <ac:spMkLst>
            <pc:docMk/>
            <pc:sldMk cId="3166191676" sldId="431"/>
            <ac:spMk id="2" creationId="{D544A024-D01D-90EE-82E2-273870A954F5}"/>
          </ac:spMkLst>
        </pc:spChg>
        <pc:spChg chg="mod">
          <ac:chgData name="Berg, Dirk van den" userId="035ecb32-01d9-4b47-a105-eacf059a4647" providerId="ADAL" clId="{F7FF961E-CF96-44AC-93C2-93612F62D46D}" dt="2026-04-23T08:05:41.091" v="2167" actId="20577"/>
          <ac:spMkLst>
            <pc:docMk/>
            <pc:sldMk cId="3166191676" sldId="431"/>
            <ac:spMk id="3" creationId="{E215D7BF-037A-717D-B15B-8687EC69CF86}"/>
          </ac:spMkLst>
        </pc:spChg>
      </pc:sldChg>
      <pc:sldChg chg="addSp modSp add mod">
        <pc:chgData name="Berg, Dirk van den" userId="035ecb32-01d9-4b47-a105-eacf059a4647" providerId="ADAL" clId="{F7FF961E-CF96-44AC-93C2-93612F62D46D}" dt="2026-04-23T07:31:04.639" v="1775" actId="1076"/>
        <pc:sldMkLst>
          <pc:docMk/>
          <pc:sldMk cId="2059623745" sldId="432"/>
        </pc:sldMkLst>
        <pc:spChg chg="add mod">
          <ac:chgData name="Berg, Dirk van den" userId="035ecb32-01d9-4b47-a105-eacf059a4647" providerId="ADAL" clId="{F7FF961E-CF96-44AC-93C2-93612F62D46D}" dt="2026-04-23T07:31:04.639" v="1775" actId="1076"/>
          <ac:spMkLst>
            <pc:docMk/>
            <pc:sldMk cId="2059623745" sldId="432"/>
            <ac:spMk id="5" creationId="{7D9FF41E-F867-A1DD-2B7C-BF48DC1B3620}"/>
          </ac:spMkLst>
        </pc:spChg>
      </pc:sldChg>
      <pc:sldChg chg="modSp add del mod">
        <pc:chgData name="Berg, Dirk van den" userId="035ecb32-01d9-4b47-a105-eacf059a4647" providerId="ADAL" clId="{F7FF961E-CF96-44AC-93C2-93612F62D46D}" dt="2026-04-23T07:44:53.868" v="1801" actId="47"/>
        <pc:sldMkLst>
          <pc:docMk/>
          <pc:sldMk cId="2388234724" sldId="433"/>
        </pc:sldMkLst>
        <pc:spChg chg="mod">
          <ac:chgData name="Berg, Dirk van den" userId="035ecb32-01d9-4b47-a105-eacf059a4647" providerId="ADAL" clId="{F7FF961E-CF96-44AC-93C2-93612F62D46D}" dt="2026-04-23T07:44:30.157" v="1800" actId="6549"/>
          <ac:spMkLst>
            <pc:docMk/>
            <pc:sldMk cId="2388234724" sldId="433"/>
            <ac:spMk id="3" creationId="{DB98A1FC-BB25-81B7-DD55-60E6518237CD}"/>
          </ac:spMkLst>
        </pc:spChg>
      </pc:sldChg>
      <pc:sldChg chg="add mod modShow">
        <pc:chgData name="Berg, Dirk van den" userId="035ecb32-01d9-4b47-a105-eacf059a4647" providerId="ADAL" clId="{F7FF961E-CF96-44AC-93C2-93612F62D46D}" dt="2026-04-23T08:31:30.412" v="2258" actId="729"/>
        <pc:sldMkLst>
          <pc:docMk/>
          <pc:sldMk cId="1647281379" sldId="434"/>
        </pc:sldMkLst>
      </pc:sldChg>
      <pc:sldChg chg="add mod modShow">
        <pc:chgData name="Berg, Dirk van den" userId="035ecb32-01d9-4b47-a105-eacf059a4647" providerId="ADAL" clId="{F7FF961E-CF96-44AC-93C2-93612F62D46D}" dt="2026-04-23T08:31:30.412" v="2258" actId="729"/>
        <pc:sldMkLst>
          <pc:docMk/>
          <pc:sldMk cId="490312212" sldId="435"/>
        </pc:sldMkLst>
      </pc:sldChg>
      <pc:sldChg chg="modSp add mod">
        <pc:chgData name="Berg, Dirk van den" userId="035ecb32-01d9-4b47-a105-eacf059a4647" providerId="ADAL" clId="{F7FF961E-CF96-44AC-93C2-93612F62D46D}" dt="2026-04-23T08:31:46.112" v="2260" actId="6549"/>
        <pc:sldMkLst>
          <pc:docMk/>
          <pc:sldMk cId="2115619206" sldId="436"/>
        </pc:sldMkLst>
        <pc:spChg chg="mod">
          <ac:chgData name="Berg, Dirk van den" userId="035ecb32-01d9-4b47-a105-eacf059a4647" providerId="ADAL" clId="{F7FF961E-CF96-44AC-93C2-93612F62D46D}" dt="2026-04-23T08:31:46.112" v="2260" actId="6549"/>
          <ac:spMkLst>
            <pc:docMk/>
            <pc:sldMk cId="2115619206" sldId="436"/>
            <ac:spMk id="3" creationId="{BA87F482-ACE6-11E4-4C5A-2A33981490EC}"/>
          </ac:spMkLst>
        </pc:spChg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3945454414" sldId="437"/>
        </pc:sldMkLst>
      </pc:sldChg>
      <pc:sldChg chg="add del mod modShow">
        <pc:chgData name="Berg, Dirk van den" userId="035ecb32-01d9-4b47-a105-eacf059a4647" providerId="ADAL" clId="{F7FF961E-CF96-44AC-93C2-93612F62D46D}" dt="2026-04-23T07:43:47.903" v="1798" actId="729"/>
        <pc:sldMkLst>
          <pc:docMk/>
          <pc:sldMk cId="3863608345" sldId="438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3420146747" sldId="439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3816634002" sldId="440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2112139329" sldId="441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4127140620" sldId="442"/>
        </pc:sldMkLst>
      </pc:sldChg>
      <pc:sldChg chg="add">
        <pc:chgData name="Berg, Dirk van den" userId="035ecb32-01d9-4b47-a105-eacf059a4647" providerId="ADAL" clId="{F7FF961E-CF96-44AC-93C2-93612F62D46D}" dt="2026-04-23T07:42:09.894" v="1795"/>
        <pc:sldMkLst>
          <pc:docMk/>
          <pc:sldMk cId="2417488876" sldId="443"/>
        </pc:sldMkLst>
      </pc:sldChg>
      <pc:sldChg chg="modSp new mod">
        <pc:chgData name="Berg, Dirk van den" userId="035ecb32-01d9-4b47-a105-eacf059a4647" providerId="ADAL" clId="{F7FF961E-CF96-44AC-93C2-93612F62D46D}" dt="2026-04-23T08:42:49.459" v="2502" actId="20577"/>
        <pc:sldMkLst>
          <pc:docMk/>
          <pc:sldMk cId="389425180" sldId="444"/>
        </pc:sldMkLst>
        <pc:spChg chg="mod">
          <ac:chgData name="Berg, Dirk van den" userId="035ecb32-01d9-4b47-a105-eacf059a4647" providerId="ADAL" clId="{F7FF961E-CF96-44AC-93C2-93612F62D46D}" dt="2026-04-23T08:42:49.459" v="2502" actId="20577"/>
          <ac:spMkLst>
            <pc:docMk/>
            <pc:sldMk cId="389425180" sldId="444"/>
            <ac:spMk id="2" creationId="{13E3B229-D812-015D-132A-E129FCAEE942}"/>
          </ac:spMkLst>
        </pc:spChg>
      </pc:sldChg>
      <pc:sldChg chg="addSp modSp add mod ord">
        <pc:chgData name="Berg, Dirk van den" userId="035ecb32-01d9-4b47-a105-eacf059a4647" providerId="ADAL" clId="{F7FF961E-CF96-44AC-93C2-93612F62D46D}" dt="2026-04-23T08:45:03.406" v="2528"/>
        <pc:sldMkLst>
          <pc:docMk/>
          <pc:sldMk cId="2037383369" sldId="445"/>
        </pc:sldMkLst>
        <pc:spChg chg="add mod">
          <ac:chgData name="Berg, Dirk van den" userId="035ecb32-01d9-4b47-a105-eacf059a4647" providerId="ADAL" clId="{F7FF961E-CF96-44AC-93C2-93612F62D46D}" dt="2026-04-23T08:19:09.417" v="2236" actId="20577"/>
          <ac:spMkLst>
            <pc:docMk/>
            <pc:sldMk cId="2037383369" sldId="445"/>
            <ac:spMk id="4" creationId="{9A0AAB9B-EA08-F958-620E-07761DAD25B2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4-23T10:01:54.380" v="2719" actId="729"/>
        <pc:sldMkLst>
          <pc:docMk/>
          <pc:sldMk cId="2454039945" sldId="446"/>
        </pc:sldMkLst>
        <pc:spChg chg="mod">
          <ac:chgData name="Berg, Dirk van den" userId="035ecb32-01d9-4b47-a105-eacf059a4647" providerId="ADAL" clId="{F7FF961E-CF96-44AC-93C2-93612F62D46D}" dt="2026-04-23T08:49:48.258" v="2678" actId="20577"/>
          <ac:spMkLst>
            <pc:docMk/>
            <pc:sldMk cId="2454039945" sldId="446"/>
            <ac:spMk id="3" creationId="{E57FAFD3-14D7-215A-744A-8BC90E543C96}"/>
          </ac:spMkLst>
        </pc:spChg>
      </pc:sldChg>
      <pc:sldChg chg="delSp modSp add mod modShow">
        <pc:chgData name="Berg, Dirk van den" userId="035ecb32-01d9-4b47-a105-eacf059a4647" providerId="ADAL" clId="{F7FF961E-CF96-44AC-93C2-93612F62D46D}" dt="2026-04-23T10:39:45.187" v="2940" actId="729"/>
        <pc:sldMkLst>
          <pc:docMk/>
          <pc:sldMk cId="2484891815" sldId="447"/>
        </pc:sldMkLst>
        <pc:spChg chg="mod">
          <ac:chgData name="Berg, Dirk van den" userId="035ecb32-01d9-4b47-a105-eacf059a4647" providerId="ADAL" clId="{F7FF961E-CF96-44AC-93C2-93612F62D46D}" dt="2026-04-23T10:31:17.840" v="2772"/>
          <ac:spMkLst>
            <pc:docMk/>
            <pc:sldMk cId="2484891815" sldId="447"/>
            <ac:spMk id="2" creationId="{54BB6AEB-B6B2-1607-E210-1C8531B05430}"/>
          </ac:spMkLst>
        </pc:spChg>
        <pc:spChg chg="mod">
          <ac:chgData name="Berg, Dirk van den" userId="035ecb32-01d9-4b47-a105-eacf059a4647" providerId="ADAL" clId="{F7FF961E-CF96-44AC-93C2-93612F62D46D}" dt="2026-04-23T10:33:47.788" v="2939" actId="20577"/>
          <ac:spMkLst>
            <pc:docMk/>
            <pc:sldMk cId="2484891815" sldId="447"/>
            <ac:spMk id="3" creationId="{84D5C55C-1053-3C98-753F-81C6BFD755BE}"/>
          </ac:spMkLst>
        </pc:spChg>
        <pc:spChg chg="del mod">
          <ac:chgData name="Berg, Dirk van den" userId="035ecb32-01d9-4b47-a105-eacf059a4647" providerId="ADAL" clId="{F7FF961E-CF96-44AC-93C2-93612F62D46D}" dt="2026-04-23T10:31:36.652" v="2780" actId="478"/>
          <ac:spMkLst>
            <pc:docMk/>
            <pc:sldMk cId="2484891815" sldId="447"/>
            <ac:spMk id="6" creationId="{0315B0C2-6D88-E4AC-854D-D1EDB53A468B}"/>
          </ac:spMkLst>
        </pc:spChg>
        <pc:spChg chg="mod">
          <ac:chgData name="Berg, Dirk van den" userId="035ecb32-01d9-4b47-a105-eacf059a4647" providerId="ADAL" clId="{F7FF961E-CF96-44AC-93C2-93612F62D46D}" dt="2026-04-23T10:32:01.262" v="2792" actId="1076"/>
          <ac:spMkLst>
            <pc:docMk/>
            <pc:sldMk cId="2484891815" sldId="447"/>
            <ac:spMk id="8" creationId="{FF4B69A4-2328-F5F0-3967-3BB44C554CD2}"/>
          </ac:spMkLst>
        </pc:spChg>
        <pc:picChg chg="mod">
          <ac:chgData name="Berg, Dirk van den" userId="035ecb32-01d9-4b47-a105-eacf059a4647" providerId="ADAL" clId="{F7FF961E-CF96-44AC-93C2-93612F62D46D}" dt="2026-04-23T10:32:02.664" v="2793" actId="1076"/>
          <ac:picMkLst>
            <pc:docMk/>
            <pc:sldMk cId="2484891815" sldId="447"/>
            <ac:picMk id="5" creationId="{9A4A05DC-6882-E815-8F66-0DB8E84A761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9285D8-53D4-4E74-A950-3AF85B8B674D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EA00A-103A-4B96-A68B-D1E102114454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282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Adam optimizes over the 13 parameters in log space (to guarantee M(Y) is invertible because all parameters &gt; 0 )</a:t>
            </a:r>
            <a:endParaRPr lang="en-NL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Gradient Computation</a:t>
            </a:r>
          </a:p>
          <a:p>
            <a:endParaRPr lang="en-US" dirty="0"/>
          </a:p>
          <a:p>
            <a:r>
              <a:rPr lang="en-US" dirty="0"/>
              <a:t>  simulate() rolls out RK4 over each segment with </a:t>
            </a:r>
            <a:r>
              <a:rPr lang="en-US" dirty="0" err="1"/>
              <a:t>bptt_mode</a:t>
            </a:r>
            <a:r>
              <a:rPr lang="en-US" dirty="0"/>
              <a:t>='full' — full backpropagation </a:t>
            </a:r>
          </a:p>
          <a:p>
            <a:r>
              <a:rPr lang="en-US" dirty="0"/>
              <a:t>  through time (BPTT) through all </a:t>
            </a:r>
            <a:r>
              <a:rPr lang="en-US" dirty="0" err="1"/>
              <a:t>segment_len</a:t>
            </a:r>
            <a:r>
              <a:rPr lang="en-US" dirty="0"/>
              <a:t> steps. The gradient flows through simulate →</a:t>
            </a:r>
          </a:p>
          <a:p>
            <a:r>
              <a:rPr lang="en-US" dirty="0"/>
              <a:t>   _</a:t>
            </a:r>
            <a:r>
              <a:rPr lang="en-US" dirty="0" err="1"/>
              <a:t>build_matrices</a:t>
            </a:r>
            <a:r>
              <a:rPr lang="en-US" dirty="0"/>
              <a:t> → _</a:t>
            </a:r>
            <a:r>
              <a:rPr lang="en-US" dirty="0" err="1"/>
              <a:t>recover_params</a:t>
            </a:r>
            <a:r>
              <a:rPr lang="en-US" dirty="0"/>
              <a:t> → </a:t>
            </a:r>
            <a:r>
              <a:rPr lang="en-US" dirty="0" err="1"/>
              <a:t>log_params</a:t>
            </a:r>
            <a:r>
              <a:rPr lang="en-US" dirty="0"/>
              <a:t> (the single trainable </a:t>
            </a:r>
            <a:r>
              <a:rPr lang="en-US" dirty="0" err="1"/>
              <a:t>nn.Parameter</a:t>
            </a:r>
            <a:r>
              <a:rPr lang="en-US" dirty="0"/>
              <a:t>).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Gradient flows back through the RK4 simulation (full BPTT over 4000 steps per segment)</a:t>
            </a:r>
          </a:p>
          <a:p>
            <a:r>
              <a:rPr lang="en-US" dirty="0"/>
              <a:t>   to </a:t>
            </a:r>
            <a:r>
              <a:rPr lang="en-US" dirty="0" err="1"/>
              <a:t>log_params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Looks at MSE but also looks at how the develops over multiple…</a:t>
            </a:r>
          </a:p>
          <a:p>
            <a:r>
              <a:rPr lang="en-US" dirty="0"/>
              <a:t>Val for tuning learning rate… --&gt;&gt; </a:t>
            </a:r>
            <a:r>
              <a:rPr lang="en-US" dirty="0" err="1"/>
              <a:t>stratisfied</a:t>
            </a:r>
            <a:r>
              <a:rPr lang="en-US" dirty="0"/>
              <a:t> sampling </a:t>
            </a:r>
            <a:r>
              <a:rPr lang="en-US" dirty="0" err="1"/>
              <a:t>balab</a:t>
            </a:r>
            <a:endParaRPr lang="en-US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72082A-3DD7-41C8-8A72-DE74927655EE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9280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9EFF-44C6-ABE0-DEB8-0909C438F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0B5BD-C963-C6C5-2A80-DABF77C8D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42B62-3903-370B-86B7-CCA034C80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0D84-419D-6F16-43FB-307D8E6EF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288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from the output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(if I plant o add noise SNR: compare hidden-state contribution to noise</a:t>
            </a:r>
          </a:p>
          <a:p>
            <a:r>
              <a:rPr lang="en-US" dirty="0"/>
              <a:t>map: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3026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can justify it with a sensor or camera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A00A-103A-4B96-A68B-D1E102114454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740315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ED8E0-8599-4E4E-B1FF-048908CF2F16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381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8924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737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C88D-56BB-F034-78E1-D15A6DFD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B85CC-CBBB-5125-946F-8DE787059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753285-6B6C-6B48-4D66-431762893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753285-6B6C-6B48-4D66-431762893C0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5E149-5301-4763-AA84-0A2247148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3331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320C9-DF18-41C7-2B5B-4756A70AB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69379-5DB4-C011-C4A8-679B2F7D0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415E0AD-BD24-3612-AB77-21143937F2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𝑚𝑎</m:t>
                        </m:r>
                      </m:sub>
                    </m:sSub>
                  </m:oMath>
                </a14:m>
                <a:r>
                  <a:rPr lang="en-US" b="1" dirty="0"/>
                  <a:t>Has 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b="1" dirty="0"/>
                  <a:t>Term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415E0AD-BD24-3612-AB77-21143937F2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Why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𝑇_𝑚𝑎</a:t>
                </a:r>
                <a:r>
                  <a:rPr lang="en-US" b="1" dirty="0"/>
                  <a:t>Has No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𝐽_𝑎</a:t>
                </a:r>
                <a:r>
                  <a:rPr lang="en-US" b="1" dirty="0"/>
                  <a:t>Term 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𝑚_𝑎</a:t>
                </a:r>
                <a:r>
                  <a:rPr lang="en-US" dirty="0"/>
                  <a:t>is modeled as a </a:t>
                </a:r>
                <a:r>
                  <a:rPr lang="en-US" b="1" dirty="0"/>
                  <a:t>point mass</a:t>
                </a:r>
                <a:r>
                  <a:rPr lang="en-US" dirty="0"/>
                  <a:t> — it has no rotational inertia about its own center of mass.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Linear spring: linear spring potential energy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Jan also has linear spring…?</a:t>
                </a:r>
                <a:endParaRPr lang="en-NL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D8596-9E83-6147-7EE5-9B4FD16E6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15659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theta is defined, difference </a:t>
            </a:r>
          </a:p>
          <a:p>
            <a:r>
              <a:rPr lang="en-US" dirty="0"/>
              <a:t>Max formula was 72 mm 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51304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00201-6135-D6BE-0CAF-08C52860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BE17F-C4E1-1CA8-AFFE-CAE729525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63EE4F-C54A-33A5-7612-C21AFEF07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theta is defined, difference </a:t>
            </a:r>
          </a:p>
          <a:p>
            <a:r>
              <a:rPr lang="en-US" dirty="0"/>
              <a:t>Max formula was 72 mm </a:t>
            </a:r>
          </a:p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0790D-EABD-5BAE-35E3-2B5E90B40B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4749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 no learning rate updates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A00A-103A-4B96-A68B-D1E102114454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115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Overal</a:t>
            </a:r>
            <a:r>
              <a:rPr lang="en-US" dirty="0"/>
              <a:t> result is worse, but parameter recovery overall is better. But that’s mainly due to before one trajectory</a:t>
            </a:r>
          </a:p>
          <a:p>
            <a:r>
              <a:rPr lang="en-US" dirty="0"/>
              <a:t>Don’t clearly show per channel (X1, X2, and Y) currently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852AD-EF36-4396-8D31-19C111C94F79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809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kb1 and kb2 are encouraged to be equal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cb1 and cb2 are encouraged to be equal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encouraged to change by the same fractional amount in log-space</a:t>
            </a:r>
          </a:p>
          <a:p>
            <a:endParaRPr lang="en-US" dirty="0"/>
          </a:p>
          <a:p>
            <a:r>
              <a:rPr lang="en-US" dirty="0" err="1"/>
              <a:t>Kijken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sum, hoe </a:t>
            </a:r>
            <a:r>
              <a:rPr lang="en-US" dirty="0" err="1"/>
              <a:t>accuraat</a:t>
            </a:r>
            <a:r>
              <a:rPr lang="en-US" dirty="0"/>
              <a:t> </a:t>
            </a:r>
            <a:r>
              <a:rPr lang="en-US" dirty="0" err="1"/>
              <a:t>dit</a:t>
            </a:r>
            <a:r>
              <a:rPr lang="en-US" dirty="0"/>
              <a:t> is, want voor het model </a:t>
            </a:r>
            <a:r>
              <a:rPr lang="en-US" dirty="0" err="1"/>
              <a:t>maakt</a:t>
            </a:r>
            <a:r>
              <a:rPr lang="en-US" dirty="0"/>
              <a:t> het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uit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A00A-103A-4B96-A68B-D1E102114454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58543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kb1 and kb2 are encouraged to be equal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cb1 and cb2 are encouraged to be equal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encouraged to change by the same fractional amount in log-space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A00A-103A-4B96-A68B-D1E102114454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64746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run in parallel a bit of delay for the learning rate scheduler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EA00A-103A-4B96-A68B-D1E102114454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413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23/04/2026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12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Simulation</a:t>
            </a:r>
          </a:p>
          <a:p>
            <a:pPr lvl="1"/>
            <a:r>
              <a:rPr lang="en-US" dirty="0"/>
              <a:t>Results and changes based on these results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 – Parameter recovery</a:t>
            </a:r>
          </a:p>
          <a:p>
            <a:pPr lvl="1"/>
            <a:r>
              <a:rPr lang="en-US" dirty="0"/>
              <a:t>Stratified random sampling</a:t>
            </a:r>
          </a:p>
          <a:p>
            <a:pPr lvl="1"/>
            <a:r>
              <a:rPr lang="en-US" dirty="0"/>
              <a:t>Batching</a:t>
            </a:r>
          </a:p>
          <a:p>
            <a:pPr lvl="1"/>
            <a:r>
              <a:rPr lang="en-US" dirty="0"/>
              <a:t>Gradient</a:t>
            </a:r>
          </a:p>
          <a:p>
            <a:r>
              <a:rPr lang="en-US" dirty="0"/>
              <a:t>Augmentation – Additional state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6449-6FC5-55A6-DFC4-E01FEF607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Stratified random sampling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A87B7-553D-94F8-9719-3350EC86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Problem: total trajectory is too long (35001 steps) to train in one pass </a:t>
            </a:r>
            <a:r>
              <a:rPr lang="en-US" dirty="0">
                <a:sym typeface="Wingdings" panose="05000000000000000000" pitchFamily="2" charset="2"/>
              </a:rPr>
              <a:t> solution: split it into segments</a:t>
            </a:r>
            <a:r>
              <a:rPr lang="en-US" dirty="0"/>
              <a:t> (8 × 4000 per epoch)</a:t>
            </a:r>
          </a:p>
          <a:p>
            <a:pPr lvl="1"/>
            <a:r>
              <a:rPr lang="en-US" dirty="0"/>
              <a:t>Divided into 4375 × 8 separate parts, but per epoch only 4000</a:t>
            </a:r>
          </a:p>
          <a:p>
            <a:pPr lvl="2"/>
            <a:r>
              <a:rPr lang="en-US" dirty="0"/>
              <a:t>This allows to have different starting positions, don’t see the same segment every epoch</a:t>
            </a:r>
          </a:p>
          <a:p>
            <a:r>
              <a:rPr lang="en-US" dirty="0"/>
              <a:t>Stratified guarantees every part of the trajectory is seen every epoch over pure random</a:t>
            </a:r>
          </a:p>
        </p:txBody>
      </p:sp>
    </p:spTree>
    <p:extLst>
      <p:ext uri="{BB962C8B-B14F-4D97-AF65-F5344CB8AC3E}">
        <p14:creationId xmlns:p14="http://schemas.microsoft.com/office/powerpoint/2010/main" val="231744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773C2-7D74-3E36-A2E7-0EB1868C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BE73-9260-3F7E-37C6-18EEA5163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shooting</a:t>
            </a:r>
          </a:p>
          <a:p>
            <a:pPr lvl="1"/>
            <a:r>
              <a:rPr lang="en-US" dirty="0"/>
              <a:t>Batch: each epoch processes all n=8 segments simulated in parallel</a:t>
            </a:r>
          </a:p>
          <a:p>
            <a:r>
              <a:rPr lang="en-US" dirty="0"/>
              <a:t>Each segment starts from a precomputed state (position + velocity from data)</a:t>
            </a:r>
          </a:p>
          <a:p>
            <a:pPr lvl="1"/>
            <a:r>
              <a:rPr lang="en-US" dirty="0"/>
              <a:t>Positions are taken directly from q1 (measured). Velocities are not measured they are computed via central differences</a:t>
            </a:r>
          </a:p>
        </p:txBody>
      </p:sp>
    </p:spTree>
    <p:extLst>
      <p:ext uri="{BB962C8B-B14F-4D97-AF65-F5344CB8AC3E}">
        <p14:creationId xmlns:p14="http://schemas.microsoft.com/office/powerpoint/2010/main" val="3703599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E11B-D567-9134-8034-4E1A45AE7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19F0F-A55C-D5E4-57CB-4FD0E894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computation</a:t>
            </a:r>
          </a:p>
          <a:p>
            <a:pPr lvl="1"/>
            <a:r>
              <a:rPr lang="en-US" dirty="0"/>
              <a:t>Loss = MSE(predicted positions, measured positions)</a:t>
            </a:r>
          </a:p>
          <a:p>
            <a:pPr lvl="1"/>
            <a:r>
              <a:rPr lang="en-US" dirty="0"/>
              <a:t>All 8 segments contribute, averaged before parameter updating</a:t>
            </a:r>
          </a:p>
          <a:p>
            <a:r>
              <a:rPr lang="en-US" dirty="0"/>
              <a:t>Adam optimizer</a:t>
            </a:r>
          </a:p>
        </p:txBody>
      </p:sp>
    </p:spTree>
    <p:extLst>
      <p:ext uri="{BB962C8B-B14F-4D97-AF65-F5344CB8AC3E}">
        <p14:creationId xmlns:p14="http://schemas.microsoft.com/office/powerpoint/2010/main" val="315082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3D07EA-5796-3E04-BBEF-89253DB52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19C9-3C74-B641-FD4C-5400E68F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F7047-491E-23DD-09F7-4D815DBD4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state should not be measured directly.</a:t>
            </a:r>
          </a:p>
          <a:p>
            <a:r>
              <a:rPr lang="en-US" dirty="0"/>
              <a:t>Structurally non-absorbable by the rigid baseline</a:t>
            </a:r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r>
              <a:rPr lang="en-US" dirty="0"/>
              <a:t>Physically interpretable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47281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375A-368E-59C7-9F62-44BF5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12965-E2D5-4466-3204-E3F327F4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New state should not be measured directly.</a:t>
            </a:r>
          </a:p>
          <a:p>
            <a:pPr lvl="1"/>
            <a:r>
              <a:rPr lang="en-US" dirty="0"/>
              <a:t>Indirect visible through dynamics: We only see the effect of it / it disturbs the measured motion</a:t>
            </a:r>
          </a:p>
          <a:p>
            <a:r>
              <a:rPr lang="en-US" dirty="0"/>
              <a:t>Structurally non-absorbable by the rigid baseline </a:t>
            </a:r>
            <a:r>
              <a:rPr lang="en-US" b="1" dirty="0"/>
              <a:t>(hard to quantify)</a:t>
            </a:r>
          </a:p>
          <a:p>
            <a:pPr lvl="1"/>
            <a:r>
              <a:rPr lang="en-US" dirty="0"/>
              <a:t>The original baseline model can’t fake the effect by changing its parameter values </a:t>
            </a:r>
            <a:r>
              <a:rPr lang="en-US" dirty="0">
                <a:sym typeface="Wingdings" panose="05000000000000000000" pitchFamily="2" charset="2"/>
              </a:rPr>
              <a:t> the baseline would need to add states to imitate it </a:t>
            </a:r>
            <a:endParaRPr lang="en-US" dirty="0"/>
          </a:p>
          <a:p>
            <a:r>
              <a:rPr lang="en-US" dirty="0"/>
              <a:t>The effect of the added state must be visible enough in the measured signals for the augmentation to detect it</a:t>
            </a:r>
          </a:p>
          <a:p>
            <a:pPr lvl="1"/>
            <a:r>
              <a:rPr lang="en-US" dirty="0"/>
              <a:t>Could be quantified before implementing augmentation: </a:t>
            </a:r>
          </a:p>
          <a:p>
            <a:pPr lvl="2"/>
            <a:r>
              <a:rPr lang="en-US" dirty="0"/>
              <a:t>Relative output contribution compared to total measured motion</a:t>
            </a:r>
          </a:p>
          <a:p>
            <a:pPr lvl="2"/>
            <a:r>
              <a:rPr lang="en-US" dirty="0"/>
              <a:t>Residual of best re-identified model after refitting the baseline parameters on data</a:t>
            </a:r>
          </a:p>
          <a:p>
            <a:r>
              <a:rPr lang="en-US" dirty="0"/>
              <a:t>Physically interpretable</a:t>
            </a:r>
          </a:p>
          <a:p>
            <a:pPr lvl="1"/>
            <a:r>
              <a:rPr lang="en-US" dirty="0"/>
              <a:t>Relevant to the gantry</a:t>
            </a:r>
          </a:p>
          <a:p>
            <a:pPr marL="0" indent="0">
              <a:buNone/>
            </a:pPr>
            <a:br>
              <a:rPr lang="en-US" dirty="0"/>
            </a:b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90312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56D2F-FE6C-06A9-5E60-5F92DC7E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FD546-7121-0FD6-8682-733A9DB0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Suggestion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7F482-ACE6-11E4-4C5A-2A3398149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Additional Mass Spring Damper attached to payload mass (</a:t>
            </a:r>
            <a:r>
              <a:rPr lang="en-US" dirty="0" err="1"/>
              <a:t>mh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and velocity as additional states</a:t>
            </a:r>
          </a:p>
          <a:p>
            <a:pPr lvl="1"/>
            <a:r>
              <a:rPr lang="en-US" dirty="0"/>
              <a:t>Similar to Jan adding MSD</a:t>
            </a:r>
          </a:p>
        </p:txBody>
      </p:sp>
    </p:spTree>
    <p:extLst>
      <p:ext uri="{BB962C8B-B14F-4D97-AF65-F5344CB8AC3E}">
        <p14:creationId xmlns:p14="http://schemas.microsoft.com/office/powerpoint/2010/main" val="211561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260F8-AD16-C8D9-2248-3E3FA873E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4FEA-6A04-A2CA-3402-C012045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8CDBB-BD2A-6BE8-70BE-FBD809B3A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66073"/>
            <a:ext cx="11240153" cy="450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45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17DD7C-FE5C-127B-3F5B-FD05C6955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9861-274B-D8F0-6249-6BC3B5F78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Jan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1BBDF-07AC-5D79-8743-74C881E9D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18A30-7C19-9A12-BF70-15E5D88D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3" y="1477647"/>
            <a:ext cx="11240153" cy="45045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B1850C-48B3-F236-ED3C-3D8D96EA1975}"/>
              </a:ext>
            </a:extLst>
          </p:cNvPr>
          <p:cNvSpPr/>
          <p:nvPr/>
        </p:nvSpPr>
        <p:spPr>
          <a:xfrm>
            <a:off x="7905508" y="1947439"/>
            <a:ext cx="2870522" cy="261298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4B36C7-7C80-2448-FF50-DE76C29530EB}"/>
              </a:ext>
            </a:extLst>
          </p:cNvPr>
          <p:cNvSpPr/>
          <p:nvPr/>
        </p:nvSpPr>
        <p:spPr>
          <a:xfrm>
            <a:off x="9073587" y="4704795"/>
            <a:ext cx="2280213" cy="12774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With p3 the position of the additional mass - not measured</a:t>
            </a:r>
            <a:endParaRPr lang="en-NL" dirty="0">
              <a:solidFill>
                <a:schemeClr val="tx1"/>
              </a:solidFill>
            </a:endParaRPr>
          </a:p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63608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69617-1386-4464-C4F6-E2458078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2762-401D-E405-A81B-1314E278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DBCD1-2092-3553-1D38-9ABFF94D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4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CC97F-58F8-0DA5-BD9F-5BD22DB34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C150-D497-C032-CD60-50F21F15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80F56-8011-7FE8-60B6-5A79EA05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A8A6FD-7CD4-1B5A-0750-AABC61020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8C7AD5B-A887-68C9-87FD-173E22689440}"/>
              </a:ext>
            </a:extLst>
          </p:cNvPr>
          <p:cNvGrpSpPr/>
          <p:nvPr/>
        </p:nvGrpSpPr>
        <p:grpSpPr>
          <a:xfrm rot="21112073">
            <a:off x="2512618" y="1773253"/>
            <a:ext cx="2059702" cy="1677486"/>
            <a:chOff x="7399252" y="4167670"/>
            <a:chExt cx="2059702" cy="16774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52F61E9-5C90-AB59-5F8D-5807F0ED011F}"/>
                </a:ext>
              </a:extLst>
            </p:cNvPr>
            <p:cNvGrpSpPr/>
            <p:nvPr/>
          </p:nvGrpSpPr>
          <p:grpSpPr>
            <a:xfrm>
              <a:off x="7399252" y="4170244"/>
              <a:ext cx="1645516" cy="1674912"/>
              <a:chOff x="7982725" y="1828582"/>
              <a:chExt cx="2287518" cy="192449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81A6423-307A-9E61-3DF7-88417AB864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73509" t="15263" r="6139" b="42014"/>
              <a:stretch>
                <a:fillRect/>
              </a:stretch>
            </p:blipFill>
            <p:spPr>
              <a:xfrm>
                <a:off x="7982725" y="1828582"/>
                <a:ext cx="2287518" cy="1924493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CDF77A6-86DD-BD0B-34C6-BE5E50AAABE6}"/>
                  </a:ext>
                </a:extLst>
              </p:cNvPr>
              <p:cNvSpPr/>
              <p:nvPr/>
            </p:nvSpPr>
            <p:spPr>
              <a:xfrm>
                <a:off x="8052816" y="3224784"/>
                <a:ext cx="950976" cy="52533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9326E0-EF79-62DF-1CD5-9CB48416E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6634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6C8BD9A-1A88-EA2B-9836-EFE5636E9F1E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D307C22-E782-3621-3832-346A19383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C0093E3-1D06-3063-6ACA-3EE2CB321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0E22869-FA04-DCD5-705F-6B1F2C2B64FF}"/>
              </a:ext>
            </a:extLst>
          </p:cNvPr>
          <p:cNvSpPr/>
          <p:nvPr/>
        </p:nvSpPr>
        <p:spPr>
          <a:xfrm>
            <a:off x="7291393" y="3815393"/>
            <a:ext cx="4850294" cy="20262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BF368-4E88-E6F9-F8C5-7F3408791008}"/>
              </a:ext>
            </a:extLst>
          </p:cNvPr>
          <p:cNvSpPr txBox="1"/>
          <p:nvPr/>
        </p:nvSpPr>
        <p:spPr>
          <a:xfrm>
            <a:off x="7306223" y="3774124"/>
            <a:ext cx="48502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  <a:br>
              <a:rPr lang="en-US" sz="2400" b="1" dirty="0"/>
            </a:br>
            <a:r>
              <a:rPr lang="en-US" sz="2400" b="1" dirty="0"/>
              <a:t>Picture is not fully accurate, we define the mass as the relative displacement from </a:t>
            </a:r>
            <a:r>
              <a:rPr lang="en-US" sz="2400" b="1" dirty="0" err="1"/>
              <a:t>mh</a:t>
            </a:r>
            <a:r>
              <a:rPr lang="en-US" sz="2400" b="1" dirty="0"/>
              <a:t> currently</a:t>
            </a:r>
          </a:p>
          <a:p>
            <a:r>
              <a:rPr lang="en-US" sz="2400" b="1" dirty="0"/>
              <a:t>Will need to add offset</a:t>
            </a:r>
            <a:endParaRPr lang="en-NL" sz="2400" b="1" dirty="0"/>
          </a:p>
        </p:txBody>
      </p:sp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4722-ACD1-24E0-59E7-0B4B464A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7EBDF-0657-1B12-7DB0-EC4297F52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A15E40-924D-2A06-FCC2-5105DCF9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0" y="1492628"/>
            <a:ext cx="11698656" cy="401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39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2CC6-8BFC-ABD5-9CD7-7CB3A47C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- Garcia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B07D4-FD42-BF4B-781A-331B56A38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D6BBB-9B2D-18F5-C884-F2A77F026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3" y="1494504"/>
            <a:ext cx="9665086" cy="516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140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3F230-FD63-327C-E051-0708C67C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15168-7D93-283F-A4EE-B474A1D4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46908-BACE-41D6-67AF-1C8C7BC0A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ABFE1E-42E0-3BD9-CBAA-FCE69286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04"/>
          <a:stretch>
            <a:fillRect/>
          </a:stretch>
        </p:blipFill>
        <p:spPr>
          <a:xfrm>
            <a:off x="894734" y="1458652"/>
            <a:ext cx="10402532" cy="376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88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2CCB-9342-874A-12B2-ACA4110D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F1D6-1352-E34A-6A90-D101072F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AAE4B-88E0-1B74-430A-E217E79C4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94EC5F-051D-39B9-A059-6498B571A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04"/>
          <a:stretch>
            <a:fillRect/>
          </a:stretch>
        </p:blipFill>
        <p:spPr>
          <a:xfrm>
            <a:off x="894734" y="1458652"/>
            <a:ext cx="10402532" cy="37679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9990472-80FC-0248-30EF-707F4E495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792" y="4801565"/>
            <a:ext cx="7393208" cy="192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434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ED54-6CE9-481A-7784-3BF5CD63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0D120-669C-AE81-7313-7849526F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Lagrange-Euler – Additional state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1E82-D836-08E5-F699-F8539079B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41A08A-3D88-8147-E54F-B9B25B276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4" y="1458651"/>
            <a:ext cx="10402532" cy="508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58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FD8F-EB1B-1D85-2F68-F95A10BD6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toolbox result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3632A-9D6A-D09E-CA45-C14F75B0A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295639"/>
            <a:ext cx="8693426" cy="1688997"/>
          </a:xfrm>
        </p:spPr>
        <p:txBody>
          <a:bodyPr/>
          <a:lstStyle/>
          <a:p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 row and 4</a:t>
            </a:r>
            <a:r>
              <a:rPr lang="en-US" baseline="30000" dirty="0"/>
              <a:t>th</a:t>
            </a:r>
            <a:r>
              <a:rPr lang="en-US" dirty="0"/>
              <a:t> column is the addition of the additional state </a:t>
            </a:r>
            <a:r>
              <a:rPr lang="en-US" dirty="0" err="1"/>
              <a:t>delta_a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F012A-3A19-007F-9437-0C50D778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3589"/>
            <a:ext cx="12192000" cy="283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B229-D812-015D-132A-E129FCAE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recap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34EE2-43CD-687F-1128-98E3B7C8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9425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DAB35-6211-7F79-EDFF-7EAC8F13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17B56-BF87-E9A7-BBCC-12E644ED9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Trajectories</a:t>
            </a:r>
          </a:p>
          <a:p>
            <a:r>
              <a:rPr lang="en-US" dirty="0"/>
              <a:t>Previous results</a:t>
            </a:r>
          </a:p>
          <a:p>
            <a:r>
              <a:rPr lang="en-US" dirty="0"/>
              <a:t>Changes based on these results</a:t>
            </a:r>
          </a:p>
        </p:txBody>
      </p:sp>
    </p:spTree>
    <p:extLst>
      <p:ext uri="{BB962C8B-B14F-4D97-AF65-F5344CB8AC3E}">
        <p14:creationId xmlns:p14="http://schemas.microsoft.com/office/powerpoint/2010/main" val="161721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6471-80CA-04CF-98C5-5E5C9D0D3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Multiple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30E5C-2ADA-45F9-9730-4E1A4615F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3201E-36C7-887A-1A22-BB27D15DC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7" y="1941372"/>
            <a:ext cx="11431003" cy="330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75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4EF3C-99AC-8CE8-24E5-4B8F18D7E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2B12-89E6-BEA0-3F79-CC5B32CD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Multiple Trajectories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298-5D05-CB78-549A-C9BEB8524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4AD962-0046-33DE-02FF-9B44EBA38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7" y="1941372"/>
            <a:ext cx="11431003" cy="33019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9FF41E-F867-A1DD-2B7C-BF48DC1B3620}"/>
              </a:ext>
            </a:extLst>
          </p:cNvPr>
          <p:cNvSpPr txBox="1"/>
          <p:nvPr/>
        </p:nvSpPr>
        <p:spPr>
          <a:xfrm>
            <a:off x="285750" y="5243332"/>
            <a:ext cx="60944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Noiseless data</a:t>
            </a:r>
          </a:p>
          <a:p>
            <a:r>
              <a:rPr lang="en-US" sz="2800" b="1" dirty="0"/>
              <a:t>No </a:t>
            </a:r>
            <a:r>
              <a:rPr lang="en-US" sz="2800" b="1" dirty="0" err="1"/>
              <a:t>multisine</a:t>
            </a:r>
            <a:r>
              <a:rPr lang="en-US" sz="2800" b="1" dirty="0"/>
              <a:t> injected</a:t>
            </a:r>
            <a:endParaRPr lang="en-NL" sz="2800" b="1" dirty="0"/>
          </a:p>
        </p:txBody>
      </p:sp>
    </p:spTree>
    <p:extLst>
      <p:ext uri="{BB962C8B-B14F-4D97-AF65-F5344CB8AC3E}">
        <p14:creationId xmlns:p14="http://schemas.microsoft.com/office/powerpoint/2010/main" val="2059623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F82E-AB8C-B4A1-C60E-5FD80C92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  <a:br>
              <a:rPr lang="en-US" dirty="0"/>
            </a:br>
            <a:r>
              <a:rPr lang="en-US" dirty="0"/>
              <a:t>Channel 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59EF-F7CC-CBCA-AF4A-18B5BA1D1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Previously one global sigma per channel:</a:t>
            </a:r>
          </a:p>
          <a:p>
            <a:pPr lvl="1"/>
            <a:r>
              <a:rPr lang="en-US" dirty="0"/>
              <a:t>Sigma: per-channel std of X1, X2, Y pooled over all 6 trajectories</a:t>
            </a:r>
          </a:p>
          <a:p>
            <a:pPr lvl="1"/>
            <a:r>
              <a:rPr lang="en-US" dirty="0"/>
              <a:t>Loss: MSE((q1_sim − q1_meas) / σ), normalizing X1, X2, Y to equal weight</a:t>
            </a:r>
          </a:p>
          <a:p>
            <a:endParaRPr lang="en-US" dirty="0"/>
          </a:p>
          <a:p>
            <a:r>
              <a:rPr lang="en-US" dirty="0"/>
              <a:t>New method (no results):</a:t>
            </a:r>
          </a:p>
          <a:p>
            <a:pPr lvl="1"/>
            <a:r>
              <a:rPr lang="en-US" dirty="0"/>
              <a:t>Normalize per trajectory instead of one global</a:t>
            </a:r>
          </a:p>
          <a:p>
            <a:pPr lvl="1"/>
            <a:r>
              <a:rPr lang="en-US" dirty="0"/>
              <a:t>So </a:t>
            </a:r>
            <a:r>
              <a:rPr lang="fr-FR" dirty="0"/>
              <a:t>sigma[T1] = [σ_T1_X1, σ_T1_X2, σ_T1_Y]</a:t>
            </a:r>
          </a:p>
          <a:p>
            <a:pPr lvl="2"/>
            <a:r>
              <a:rPr lang="fr-FR" dirty="0" err="1"/>
              <a:t>Each</a:t>
            </a:r>
            <a:r>
              <a:rPr lang="fr-FR" dirty="0"/>
              <a:t> segment uses </a:t>
            </a:r>
            <a:r>
              <a:rPr lang="fr-FR" dirty="0" err="1"/>
              <a:t>its</a:t>
            </a:r>
            <a:r>
              <a:rPr lang="fr-FR" dirty="0"/>
              <a:t> </a:t>
            </a:r>
            <a:r>
              <a:rPr lang="fr-FR" dirty="0" err="1"/>
              <a:t>corresponding</a:t>
            </a:r>
            <a:r>
              <a:rPr lang="fr-FR" dirty="0"/>
              <a:t> </a:t>
            </a:r>
            <a:r>
              <a:rPr lang="fr-FR" dirty="0" err="1"/>
              <a:t>normalization</a:t>
            </a:r>
            <a:endParaRPr lang="fr-FR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(q1 is the measured stage positions)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77841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A67A6-00AC-4914-60CC-668D6D18E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615E-608C-FD84-F3B4-7108A98D6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5DF4E-DDDA-8E87-ECA1-3E819116E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503"/>
            <a:ext cx="12192000" cy="593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87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8D6AB-FD47-B8DE-1F44-17B4C749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E86A8-6A54-68BF-97D7-8F3425BC6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68AD6-44F1-11F8-139C-0F2293463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376A0-EA94-6952-B4C2-BFAEA0D2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503"/>
            <a:ext cx="12192000" cy="593899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0AAB9B-EA08-F958-620E-07761DAD25B2}"/>
              </a:ext>
            </a:extLst>
          </p:cNvPr>
          <p:cNvSpPr txBox="1">
            <a:spLocks/>
          </p:cNvSpPr>
          <p:nvPr/>
        </p:nvSpPr>
        <p:spPr>
          <a:xfrm>
            <a:off x="8288042" y="1785066"/>
            <a:ext cx="6131516" cy="82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 err="1"/>
              <a:t>Overal</a:t>
            </a:r>
            <a:r>
              <a:rPr lang="en-US" sz="4000" b="1" dirty="0"/>
              <a:t> RMSE 6.24e^-4 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Over all 6 trajectories</a:t>
            </a:r>
            <a:endParaRPr lang="en-NL" sz="4000" b="1" dirty="0"/>
          </a:p>
        </p:txBody>
      </p:sp>
    </p:spTree>
    <p:extLst>
      <p:ext uri="{BB962C8B-B14F-4D97-AF65-F5344CB8AC3E}">
        <p14:creationId xmlns:p14="http://schemas.microsoft.com/office/powerpoint/2010/main" val="20373833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33A9A-5EEB-530E-19B7-49775FB6B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4F85-778C-2BC1-F7EF-888AF3B7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83125-D550-D49F-AFA8-83468ABA4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3C1AE-C822-B1B0-1C23-57418CC2D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9503"/>
            <a:ext cx="12192000" cy="5938993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A273AEA-0C2F-A959-D5EC-A0527B2E0A50}"/>
              </a:ext>
            </a:extLst>
          </p:cNvPr>
          <p:cNvSpPr txBox="1">
            <a:spLocks/>
          </p:cNvSpPr>
          <p:nvPr/>
        </p:nvSpPr>
        <p:spPr>
          <a:xfrm>
            <a:off x="6615278" y="1507927"/>
            <a:ext cx="6131516" cy="82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Multiple trajectories with varying batches.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No full trajectories evaluation </a:t>
            </a:r>
            <a:r>
              <a:rPr lang="en-US" sz="4000" b="1" dirty="0" err="1"/>
              <a:t>inbetween</a:t>
            </a:r>
            <a:endParaRPr lang="en-US" sz="4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4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NL" sz="4000" b="1" dirty="0"/>
          </a:p>
        </p:txBody>
      </p:sp>
    </p:spTree>
    <p:extLst>
      <p:ext uri="{BB962C8B-B14F-4D97-AF65-F5344CB8AC3E}">
        <p14:creationId xmlns:p14="http://schemas.microsoft.com/office/powerpoint/2010/main" val="3839809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A024-D01D-90EE-82E2-273870A95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trajectory evaluation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5D7BF-037A-717D-B15B-8687EC69C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every x amount of epochs run for all 6 trajectories full evaluation to determine convergence</a:t>
            </a:r>
          </a:p>
          <a:p>
            <a:pPr lvl="1"/>
            <a:r>
              <a:rPr lang="en-US" dirty="0"/>
              <a:t>Can be done in parallel on the server (using a second GPU)</a:t>
            </a:r>
          </a:p>
          <a:p>
            <a:pPr lvl="1"/>
            <a:r>
              <a:rPr lang="en-US" dirty="0"/>
              <a:t>Schedule the learning rate based on evaluation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66191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FC40F-1A28-14FC-F78D-D5DFA689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ABB91-719B-09B1-470B-995E033CE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BA4C5-2C1B-D829-C4FE-C71A294F9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20" y="365125"/>
            <a:ext cx="11411551" cy="557046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605F56-459C-73D2-631D-AC9778B41AAB}"/>
              </a:ext>
            </a:extLst>
          </p:cNvPr>
          <p:cNvSpPr txBox="1">
            <a:spLocks/>
          </p:cNvSpPr>
          <p:nvPr/>
        </p:nvSpPr>
        <p:spPr>
          <a:xfrm>
            <a:off x="579820" y="6033200"/>
            <a:ext cx="6131516" cy="82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Multiple trajectories with varying batches.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No full trajectories evaluation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NL" sz="4000" b="1" dirty="0"/>
          </a:p>
        </p:txBody>
      </p:sp>
    </p:spTree>
    <p:extLst>
      <p:ext uri="{BB962C8B-B14F-4D97-AF65-F5344CB8AC3E}">
        <p14:creationId xmlns:p14="http://schemas.microsoft.com/office/powerpoint/2010/main" val="9117466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9DFF-0157-F5DD-F91F-63767B47D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66C5A-D711-B061-AFB2-18BF7BD97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hoe het </a:t>
            </a:r>
            <a:r>
              <a:rPr lang="en-US" dirty="0" err="1"/>
              <a:t>hier</a:t>
            </a:r>
            <a:r>
              <a:rPr lang="en-US" dirty="0"/>
              <a:t> zit met </a:t>
            </a:r>
            <a:r>
              <a:rPr lang="en-US" dirty="0" err="1"/>
              <a:t>normalisatie</a:t>
            </a:r>
            <a:r>
              <a:rPr lang="en-US" dirty="0"/>
              <a:t> in meters </a:t>
            </a:r>
            <a:r>
              <a:rPr lang="en-US" dirty="0" err="1"/>
              <a:t>dus</a:t>
            </a:r>
            <a:r>
              <a:rPr lang="en-US" dirty="0"/>
              <a:t>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genormaliseerd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756372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233C-45BA-0F28-5CBB-C7AC223FF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218B6-741E-0CCA-6E29-04436AF7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A9D42B-3957-E68C-CEE9-2E270AE2F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358" y="102114"/>
            <a:ext cx="8466309" cy="614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536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EB18-EBFB-C110-9B9D-CD019E04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E8AF9-4395-C60B-E969-33BC21612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98" y="365125"/>
            <a:ext cx="4599432" cy="82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Multiple</a:t>
            </a:r>
            <a:endParaRPr lang="en-NL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2CB104-D0F3-A534-0C18-1F3F9A8EA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478"/>
            <a:ext cx="6000162" cy="4353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AA7DD3-4724-3373-D4EE-B336DF3DF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774" y="895478"/>
            <a:ext cx="6000162" cy="43513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E66A3E-C5B2-C255-5AE3-8D51EDDC1AC5}"/>
              </a:ext>
            </a:extLst>
          </p:cNvPr>
          <p:cNvSpPr txBox="1">
            <a:spLocks/>
          </p:cNvSpPr>
          <p:nvPr/>
        </p:nvSpPr>
        <p:spPr>
          <a:xfrm>
            <a:off x="8785454" y="365125"/>
            <a:ext cx="4599432" cy="82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One</a:t>
            </a:r>
            <a:endParaRPr lang="en-NL" sz="4000" b="1" dirty="0"/>
          </a:p>
        </p:txBody>
      </p:sp>
    </p:spTree>
    <p:extLst>
      <p:ext uri="{BB962C8B-B14F-4D97-AF65-F5344CB8AC3E}">
        <p14:creationId xmlns:p14="http://schemas.microsoft.com/office/powerpoint/2010/main" val="4053076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18C7-648F-626D-9AA9-D462D5D6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3239B-201E-9998-194B-EB4400AF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DD9B-7D42-0688-0829-D7EF2DDCB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98" y="365125"/>
            <a:ext cx="4599432" cy="824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/>
              <a:t>Multiple</a:t>
            </a:r>
            <a:endParaRPr lang="en-NL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C8B563-2D19-D011-16CB-AA44E963D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95478"/>
            <a:ext cx="6000162" cy="43537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3802C5-29BF-06E9-F87B-82B4A50C5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774" y="895478"/>
            <a:ext cx="6000162" cy="435133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857C1AD-06CA-E65D-01F0-2EFD7B80C42D}"/>
              </a:ext>
            </a:extLst>
          </p:cNvPr>
          <p:cNvSpPr txBox="1">
            <a:spLocks/>
          </p:cNvSpPr>
          <p:nvPr/>
        </p:nvSpPr>
        <p:spPr>
          <a:xfrm>
            <a:off x="8785454" y="365125"/>
            <a:ext cx="4599432" cy="82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One</a:t>
            </a:r>
            <a:endParaRPr lang="en-NL" sz="4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4CF13B-2D15-CB37-5DCD-5C4C40E3BD21}"/>
              </a:ext>
            </a:extLst>
          </p:cNvPr>
          <p:cNvSpPr/>
          <p:nvPr/>
        </p:nvSpPr>
        <p:spPr>
          <a:xfrm>
            <a:off x="6519730" y="2989456"/>
            <a:ext cx="5394901" cy="2383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D1033-0810-2E75-CDAC-883DB345D4E4}"/>
              </a:ext>
            </a:extLst>
          </p:cNvPr>
          <p:cNvSpPr/>
          <p:nvPr/>
        </p:nvSpPr>
        <p:spPr>
          <a:xfrm>
            <a:off x="6519730" y="3685033"/>
            <a:ext cx="5394900" cy="23837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6E85FA6-8C2F-3A0D-01BA-E613A3CCF710}"/>
              </a:ext>
            </a:extLst>
          </p:cNvPr>
          <p:cNvSpPr txBox="1">
            <a:spLocks/>
          </p:cNvSpPr>
          <p:nvPr/>
        </p:nvSpPr>
        <p:spPr>
          <a:xfrm>
            <a:off x="388214" y="5446141"/>
            <a:ext cx="6131516" cy="82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/>
              <a:t>Multiple trajectories are able to identify more parameters. Previous trajectory was Y-only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4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NL" sz="4000" b="1" dirty="0"/>
          </a:p>
        </p:txBody>
      </p:sp>
    </p:spTree>
    <p:extLst>
      <p:ext uri="{BB962C8B-B14F-4D97-AF65-F5344CB8AC3E}">
        <p14:creationId xmlns:p14="http://schemas.microsoft.com/office/powerpoint/2010/main" val="3031757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CBC6-EE1D-C36D-9AB2-D5EE9475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ik</a:t>
            </a:r>
            <a:r>
              <a:rPr lang="en-US" dirty="0"/>
              <a:t> het met de sum </a:t>
            </a:r>
            <a:r>
              <a:rPr lang="en-US" dirty="0" err="1"/>
              <a:t>oplos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37531-6022-CD5A-B9D1-756D97F81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kb1 and kb2 are encouraged to be equal</a:t>
            </a:r>
          </a:p>
          <a:p>
            <a:r>
              <a:rPr lang="en-US" dirty="0"/>
              <a:t>cb1 and cb2 are encouraged to be equal</a:t>
            </a:r>
          </a:p>
          <a:p>
            <a:r>
              <a:rPr lang="en-US" dirty="0" err="1"/>
              <a:t>Jb</a:t>
            </a:r>
            <a:r>
              <a:rPr lang="en-US" dirty="0"/>
              <a:t> and </a:t>
            </a:r>
            <a:r>
              <a:rPr lang="en-US" dirty="0" err="1"/>
              <a:t>Jh</a:t>
            </a:r>
            <a:r>
              <a:rPr lang="en-US" dirty="0"/>
              <a:t> are encouraged to change by the same fractional amount in log-space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037185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0B6B2-609C-DC73-154E-82AF6105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problems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4A5D-5AD5-5D54-9518-F54868E46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FE4A70-16D0-51BE-1107-79901A65C520}"/>
              </a:ext>
            </a:extLst>
          </p:cNvPr>
          <p:cNvSpPr txBox="1"/>
          <p:nvPr/>
        </p:nvSpPr>
        <p:spPr>
          <a:xfrm>
            <a:off x="3048000" y="-3955179"/>
            <a:ext cx="6096000" cy="1477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Problem 1 — Dormant channels included in the loss</a:t>
            </a:r>
          </a:p>
          <a:p>
            <a:r>
              <a:rPr lang="en-NL" dirty="0"/>
              <a:t>  - On T1/T6, X1 and X2 are suppressed by the feedback controller but contribute to the MSE   </a:t>
            </a:r>
          </a:p>
          <a:p>
            <a:r>
              <a:rPr lang="en-NL" dirty="0"/>
              <a:t>  - The optimizer receives gradient from controller suppression dynamics, not plant physics</a:t>
            </a:r>
          </a:p>
          <a:p>
            <a:r>
              <a:rPr lang="en-NL" dirty="0"/>
              <a:t>  - Parameters are pulled toward values that explain controller behaviour, not physical       </a:t>
            </a:r>
          </a:p>
          <a:p>
            <a:r>
              <a:rPr lang="en-NL" dirty="0"/>
              <a:t>  parameters</a:t>
            </a:r>
          </a:p>
          <a:p>
            <a:endParaRPr lang="en-NL" dirty="0"/>
          </a:p>
          <a:p>
            <a:r>
              <a:rPr lang="en-NL" dirty="0"/>
              <a:t>  Problem 2 — Global sigma dilutes Y, inflates X</a:t>
            </a:r>
          </a:p>
          <a:p>
            <a:r>
              <a:rPr lang="en-NL" dirty="0"/>
              <a:t>  - sigma[Y] is computed from all 6 trajectories including T2/T3/T4 where Y is constant →     </a:t>
            </a:r>
          </a:p>
          <a:p>
            <a:r>
              <a:rPr lang="en-NL" dirty="0"/>
              <a:t>  sigma[Y] is artificially small → Y is over-weighted in the loss</a:t>
            </a:r>
          </a:p>
          <a:p>
            <a:r>
              <a:rPr lang="en-NL" dirty="0"/>
              <a:t>  - sigma[X1] is computed from all 6 trajectories including T1/T6 where X1 is near-zero →     </a:t>
            </a:r>
          </a:p>
          <a:p>
            <a:r>
              <a:rPr lang="en-NL" dirty="0"/>
              <a:t>  sigma[X1] is artificially large → X1 is under-weighted on trajectories where it is actually </a:t>
            </a:r>
          </a:p>
          <a:p>
            <a:r>
              <a:rPr lang="en-NL" dirty="0"/>
              <a:t>  active</a:t>
            </a:r>
          </a:p>
          <a:p>
            <a:endParaRPr lang="en-NL" dirty="0"/>
          </a:p>
          <a:p>
            <a:r>
              <a:rPr lang="en-NL" dirty="0"/>
              <a:t>  Problem 3 — Within-trajectory amplitude imbalance</a:t>
            </a:r>
          </a:p>
          <a:p>
            <a:r>
              <a:rPr lang="en-NL" dirty="0"/>
              <a:t>  - On T5 (X + Y both active), if Y sweeps much more than X1/X2, Y dominates the loss</a:t>
            </a:r>
          </a:p>
          <a:p>
            <a:r>
              <a:rPr lang="en-NL" dirty="0"/>
              <a:t>  - Parameters primarily identified by X motion (m1, m2, cg1, cg2) are undertrained relative  </a:t>
            </a:r>
          </a:p>
          <a:p>
            <a:r>
              <a:rPr lang="en-NL" dirty="0"/>
              <a:t>  to Y-related parameters (</a:t>
            </a:r>
            <a:r>
              <a:rPr lang="en-NL" dirty="0" err="1"/>
              <a:t>mh</a:t>
            </a:r>
            <a:r>
              <a:rPr lang="en-NL" dirty="0"/>
              <a:t>, cy)</a:t>
            </a:r>
          </a:p>
          <a:p>
            <a:endParaRPr lang="en-NL" dirty="0"/>
          </a:p>
          <a:p>
            <a:r>
              <a:rPr lang="en-NL" dirty="0"/>
              <a:t>  Problem 4 — Cross-trajectory amplitude imbalance</a:t>
            </a:r>
          </a:p>
          <a:p>
            <a:r>
              <a:rPr lang="en-NL" dirty="0"/>
              <a:t>  - Trajectories with the same active channels can have very different amplitudes (T1</a:t>
            </a:r>
          </a:p>
          <a:p>
            <a:r>
              <a:rPr lang="en-NL" dirty="0"/>
              <a:t>  conservative vs T6 aggressive Y sweep)</a:t>
            </a:r>
          </a:p>
          <a:p>
            <a:r>
              <a:rPr lang="en-NL" dirty="0"/>
              <a:t>  - Global sigma cannot capture this: T6 segments always dominate T1 segments in the loss even</a:t>
            </a:r>
          </a:p>
          <a:p>
            <a:r>
              <a:rPr lang="en-NL" dirty="0"/>
              <a:t>   though both are Y-only</a:t>
            </a:r>
          </a:p>
          <a:p>
            <a:endParaRPr lang="en-NL" dirty="0"/>
          </a:p>
          <a:p>
            <a:r>
              <a:rPr lang="en-NL" dirty="0"/>
              <a:t>  Problem 5 — Denominator is inconsistent across segments</a:t>
            </a:r>
          </a:p>
          <a:p>
            <a:r>
              <a:rPr lang="en-NL" dirty="0"/>
              <a:t>  - Different segments have different numbers of active channels (T1: 1 active, T2: 2 active, </a:t>
            </a:r>
          </a:p>
          <a:p>
            <a:r>
              <a:rPr lang="en-NL" dirty="0"/>
              <a:t>  T5: 3 active)</a:t>
            </a:r>
          </a:p>
          <a:p>
            <a:r>
              <a:rPr lang="en-NL" dirty="0"/>
              <a:t>  - A fixed denominator gives unequal weight per active channel-step across trajectory groups </a:t>
            </a:r>
          </a:p>
          <a:p>
            <a:r>
              <a:rPr lang="en-NL" dirty="0"/>
              <a:t>  - No single global denominator is correct for all segments simultaneously</a:t>
            </a:r>
          </a:p>
          <a:p>
            <a:endParaRPr lang="en-NL" dirty="0"/>
          </a:p>
          <a:p>
            <a:r>
              <a:rPr lang="en-NL" dirty="0"/>
              <a:t>  Problem 6 — Adam sees inconsistent loss scale across batches</a:t>
            </a:r>
          </a:p>
          <a:p>
            <a:r>
              <a:rPr lang="en-NL" dirty="0"/>
              <a:t>  - Batch composition varies (different mixes of trajectory groups)</a:t>
            </a:r>
          </a:p>
          <a:p>
            <a:r>
              <a:rPr lang="en-NL" dirty="0"/>
              <a:t>  - Without per-segment normalization, the loss magnitude depends on which groups appear in   </a:t>
            </a:r>
          </a:p>
          <a:p>
            <a:r>
              <a:rPr lang="en-NL" dirty="0"/>
              <a:t>  the batch</a:t>
            </a:r>
          </a:p>
          <a:p>
            <a:r>
              <a:rPr lang="en-NL" dirty="0"/>
              <a:t>  - Adam's second moment estimate </a:t>
            </a:r>
            <a:r>
              <a:rPr lang="en-NL" dirty="0" err="1"/>
              <a:t>v_t</a:t>
            </a:r>
            <a:r>
              <a:rPr lang="en-NL" dirty="0"/>
              <a:t> cannot stabilize → learning rate adaptation is</a:t>
            </a:r>
          </a:p>
          <a:p>
            <a:r>
              <a:rPr lang="en-NL" dirty="0"/>
              <a:t>  unreliable</a:t>
            </a:r>
          </a:p>
        </p:txBody>
      </p:sp>
    </p:spTree>
    <p:extLst>
      <p:ext uri="{BB962C8B-B14F-4D97-AF65-F5344CB8AC3E}">
        <p14:creationId xmlns:p14="http://schemas.microsoft.com/office/powerpoint/2010/main" val="19578414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50394-8B1B-8F30-94D9-C11DF9ED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Stepwise solution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62CC9-11B1-A092-C99C-2BB42E36F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5BD07-7549-8AB0-C22A-C956FB81D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618" y="144198"/>
            <a:ext cx="5159187" cy="671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815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F9B59-D268-F004-F989-286ECB08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CAF0B-A321-659F-048D-A82F4414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4D3D2-3404-7A37-35C7-E5969669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027" y="1569559"/>
            <a:ext cx="5143946" cy="371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80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3044A-DBA9-69AA-07B0-EF3C36536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Polyak-Ruppert iterate averaging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C1C98-CF7B-F92D-1EC9-2A8133783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ReduceLROnPlateau</a:t>
            </a:r>
            <a:r>
              <a:rPr lang="en-US" dirty="0"/>
              <a:t>.</a:t>
            </a:r>
          </a:p>
          <a:p>
            <a:r>
              <a:rPr lang="en-US" dirty="0"/>
              <a:t>Mainly useful when noise dominates.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0D80E-0A4B-2E3D-1938-E813D4B40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484" y="3823197"/>
            <a:ext cx="7719729" cy="176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17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AA6DB-343F-607A-428D-1B439B5C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BA51A-BE0B-EE4D-C68A-23F18D59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5EAFBC-44FA-430C-72AD-64250990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24" y="365125"/>
            <a:ext cx="4320914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451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EEF3-1A1D-996D-B281-596E0CBCA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8B642-CF84-FF84-4828-E58BD1451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 is coupled through</a:t>
            </a:r>
          </a:p>
          <a:p>
            <a:r>
              <a:rPr lang="en-US" dirty="0"/>
              <a:t>This moves </a:t>
            </a:r>
            <a:r>
              <a:rPr lang="en-US"/>
              <a:t>X also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21033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B408-FBC4-00FC-297D-04388B88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1EA2F-C4B8-7481-F453-97A97FC6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AF2A7-FDDE-CC6F-7A0B-8436A7C0A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337" y="1116129"/>
            <a:ext cx="4915326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272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6242-3130-5FAB-D0CA-AF9F15FB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normalization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5446-CCD2-144D-12FC-8FBD254AA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4F9719-CFF1-9882-A4D0-2544CAF4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268" y="1378510"/>
            <a:ext cx="5113463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512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0329-D863-0755-8713-AD35D97F0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proof for noise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FAFF9-009A-606D-10C2-771658FB0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5C2444-D434-D944-C5D4-8FDB01CC8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8391"/>
            <a:ext cx="9315320" cy="27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57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D982-57D2-237B-5B65-6168628DE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Jan faces normalization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8CBAA-37E1-D09C-BBE2-7B0881080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94174-A893-971F-F8BA-5517B65FE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509" y="1276908"/>
            <a:ext cx="6515665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168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41D4-502D-932F-99E7-0EC4CB5D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 Information Matrix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8FCC7-62A4-E643-C250-B7FF1EA4A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different channels should be set to 0 for </a:t>
            </a:r>
          </a:p>
          <a:p>
            <a:r>
              <a:rPr lang="en-US" dirty="0"/>
              <a:t>How to combine with normalization??</a:t>
            </a:r>
          </a:p>
          <a:p>
            <a:endParaRPr lang="en-US" dirty="0"/>
          </a:p>
          <a:p>
            <a:r>
              <a:rPr lang="en-US" dirty="0"/>
              <a:t>1. Computed at detuned initialization</a:t>
            </a:r>
          </a:p>
          <a:p>
            <a:r>
              <a:rPr lang="en-US" dirty="0"/>
              <a:t>2. Could recompute periodically</a:t>
            </a:r>
          </a:p>
          <a:p>
            <a:r>
              <a:rPr lang="en-US" dirty="0"/>
              <a:t>3. Augmentation adds cost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09221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FF26-3728-85E0-6456-3770380A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D208A-5BD4-41A5-91C9-DB66148B5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ReduceLROnPlateau</a:t>
            </a:r>
            <a:r>
              <a:rPr lang="en-US" dirty="0"/>
              <a:t> fixed on eval instead of “noisy” train MSE</a:t>
            </a:r>
          </a:p>
          <a:p>
            <a:r>
              <a:rPr lang="en-US" dirty="0"/>
              <a:t>Move scheduler to use eval instead of train, better fitted to noise between batches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768147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AAD0-00B9-7A6D-4E60-138DF8E0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Kijken</a:t>
            </a:r>
            <a:r>
              <a:rPr lang="en-US" dirty="0"/>
              <a:t> </a:t>
            </a:r>
            <a:r>
              <a:rPr lang="en-US" dirty="0" err="1"/>
              <a:t>naar</a:t>
            </a:r>
            <a:r>
              <a:rPr lang="en-US" dirty="0"/>
              <a:t> hoe nu </a:t>
            </a:r>
            <a:r>
              <a:rPr lang="en-US" dirty="0" err="1"/>
              <a:t>werkt</a:t>
            </a:r>
            <a:r>
              <a:rPr lang="en-US" dirty="0"/>
              <a:t> met log voor parameters in </a:t>
            </a:r>
            <a:r>
              <a:rPr lang="en-US" dirty="0" err="1"/>
              <a:t>combinatie</a:t>
            </a:r>
            <a:r>
              <a:rPr lang="en-US" dirty="0"/>
              <a:t> met </a:t>
            </a:r>
            <a:r>
              <a:rPr lang="en-US" dirty="0" err="1"/>
              <a:t>alles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B4B50-89EC-C671-E2DC-454BFE7EE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0251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CBB4-4332-CC27-31DC-1118749D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point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F3971-08E2-AD39-C334-D1FA58F77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have a Gantt-chart or some other planning with what should be the next steps in the research.</a:t>
            </a:r>
          </a:p>
          <a:p>
            <a:r>
              <a:rPr lang="en-US" dirty="0"/>
              <a:t>Questions can also be put here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19E904-9495-8CB1-E838-D562CF8BB5D9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showing the result achieved like a plot or some theory.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386265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A82-033F-A5A9-8242-2D5896D94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68050-ABAC-21A7-30BB-2C997CD1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question needs to be answered. Make clear here what the problem/question is that needs to be answered. Questions can always be asked outside the meeting, but we may say prepare to explain what you really mean.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B2196-272F-FC1F-4220-C87739CBF73F}"/>
              </a:ext>
            </a:extLst>
          </p:cNvPr>
          <p:cNvSpPr/>
          <p:nvPr/>
        </p:nvSpPr>
        <p:spPr>
          <a:xfrm>
            <a:off x="6985686" y="3273553"/>
            <a:ext cx="4827373" cy="30383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Some figure explaining the concept</a:t>
            </a:r>
          </a:p>
          <a:p>
            <a:pPr algn="ctr"/>
            <a:r>
              <a:rPr lang="en-US" dirty="0"/>
              <a:t>When applicable, the same as will go in final report. Otherwise just take screenshots from relevant papers.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1752994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508E-318C-7063-5DD1-49596289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9796-97DB-488C-FC22-D42079429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adding the forces to the loss help/smart or bad for augmentation phase</a:t>
            </a:r>
          </a:p>
          <a:p>
            <a:r>
              <a:rPr lang="en-US" dirty="0"/>
              <a:t> loss += alpha * MSE(M(Y)*</a:t>
            </a:r>
            <a:r>
              <a:rPr lang="en-US" dirty="0" err="1"/>
              <a:t>q_ddot</a:t>
            </a:r>
            <a:r>
              <a:rPr lang="en-US" dirty="0"/>
              <a:t> + C*</a:t>
            </a:r>
            <a:r>
              <a:rPr lang="en-US" dirty="0" err="1"/>
              <a:t>q_dot</a:t>
            </a:r>
            <a:r>
              <a:rPr lang="en-US" dirty="0"/>
              <a:t> + K*q, u_q1)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820647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6F0972-4EB8-0D66-1913-B88F5011E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6AEB-B6B2-1607-E210-1C8531B0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5C55C-1053-3C98-753F-81C6BFD75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Comment from Roland:</a:t>
            </a:r>
          </a:p>
          <a:p>
            <a:pPr marL="0" indent="0">
              <a:buNone/>
            </a:pPr>
            <a:r>
              <a:rPr lang="en-US" dirty="0"/>
              <a:t>For the additional state need additional input, was this only about giving it physical meaning?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4A05DC-6882-E815-8F66-0DB8E84A7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697" y="3206878"/>
            <a:ext cx="6851815" cy="274592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4B69A4-2328-F5F0-3967-3BB44C554CD2}"/>
              </a:ext>
            </a:extLst>
          </p:cNvPr>
          <p:cNvSpPr/>
          <p:nvPr/>
        </p:nvSpPr>
        <p:spPr>
          <a:xfrm>
            <a:off x="9709960" y="5834473"/>
            <a:ext cx="2280213" cy="9548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With p3 the position of the additional mass - not measured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891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38EB-232B-BF72-2823-E6081C6C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FAFD3-14D7-215A-744A-8BC90E543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masks?</a:t>
            </a:r>
          </a:p>
          <a:p>
            <a:r>
              <a:rPr lang="en-US" dirty="0"/>
              <a:t>Questions </a:t>
            </a:r>
            <a:r>
              <a:rPr lang="en-US" dirty="0" err="1"/>
              <a:t>roland</a:t>
            </a:r>
            <a:r>
              <a:rPr lang="en-US" dirty="0"/>
              <a:t> and answers, but a bit vague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540399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Validate additional state with </a:t>
            </a:r>
            <a:r>
              <a:rPr lang="en-US" dirty="0" err="1"/>
              <a:t>simscape</a:t>
            </a:r>
            <a:endParaRPr lang="en-US" dirty="0"/>
          </a:p>
          <a:p>
            <a:r>
              <a:rPr lang="en-US" dirty="0"/>
              <a:t>Simulation ensure proper identification for parameter recovery</a:t>
            </a:r>
          </a:p>
          <a:p>
            <a:r>
              <a:rPr lang="en-US" dirty="0"/>
              <a:t>Add </a:t>
            </a:r>
            <a:r>
              <a:rPr lang="en-US" dirty="0" err="1"/>
              <a:t>multisine</a:t>
            </a:r>
            <a:r>
              <a:rPr lang="en-US" dirty="0"/>
              <a:t> for identification to the trajectories</a:t>
            </a:r>
          </a:p>
          <a:p>
            <a:r>
              <a:rPr lang="en-US" dirty="0"/>
              <a:t>Compare current trajectories with García’s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AE796-708B-909C-F9F8-D1C4E09DB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4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DE0E46-2873-E998-5425-9863D40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1584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7F87-FEB5-5FC6-BB96-946DDBCE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6BB93-5748-3C8A-8B99-51A2433E7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– Week 4</a:t>
            </a:r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5EE40-DDBA-F593-AC80-46FBCB63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552183"/>
            <a:ext cx="11492346" cy="47797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ACBF9B-6C6F-B7A7-9888-21427B4D92A3}"/>
              </a:ext>
            </a:extLst>
          </p:cNvPr>
          <p:cNvSpPr/>
          <p:nvPr/>
        </p:nvSpPr>
        <p:spPr>
          <a:xfrm>
            <a:off x="486972" y="3794235"/>
            <a:ext cx="5394251" cy="62242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3188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2301</TotalTime>
  <Words>1923</Words>
  <Application>Microsoft Office PowerPoint</Application>
  <PresentationFormat>Widescreen</PresentationFormat>
  <Paragraphs>267</Paragraphs>
  <Slides>55</Slides>
  <Notes>17</Notes>
  <HiddenSlides>24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Aptos</vt:lpstr>
      <vt:lpstr>Aptos Display</vt:lpstr>
      <vt:lpstr>Arial</vt:lpstr>
      <vt:lpstr>Cambria Math</vt:lpstr>
      <vt:lpstr>Wingdings</vt:lpstr>
      <vt:lpstr>Office Theme</vt:lpstr>
      <vt:lpstr>Meeting Week 12</vt:lpstr>
      <vt:lpstr>Last week summary</vt:lpstr>
      <vt:lpstr>Stratified random sampling</vt:lpstr>
      <vt:lpstr>Batching</vt:lpstr>
      <vt:lpstr>Gradient</vt:lpstr>
      <vt:lpstr>Requirements</vt:lpstr>
      <vt:lpstr>Requirements</vt:lpstr>
      <vt:lpstr>Suggestion</vt:lpstr>
      <vt:lpstr>Comparison with Jan</vt:lpstr>
      <vt:lpstr>Comparison with Jan</vt:lpstr>
      <vt:lpstr>PowerPoint Presentation</vt:lpstr>
      <vt:lpstr>PowerPoint Presentation</vt:lpstr>
      <vt:lpstr>PowerPoint Presentation</vt:lpstr>
      <vt:lpstr>Lagrange-Euler - Garcia</vt:lpstr>
      <vt:lpstr>Lagrange-Euler - Garcia</vt:lpstr>
      <vt:lpstr>Lagrange-Euler – Additional state</vt:lpstr>
      <vt:lpstr>Lagrange-Euler – Additional state</vt:lpstr>
      <vt:lpstr>Lagrange-Euler – Additional state</vt:lpstr>
      <vt:lpstr>Symbolic toolbox result</vt:lpstr>
      <vt:lpstr>End recap</vt:lpstr>
      <vt:lpstr>Simulation</vt:lpstr>
      <vt:lpstr>Simulation Multiple Trajectories</vt:lpstr>
      <vt:lpstr>Simulation Multiple Trajectories</vt:lpstr>
      <vt:lpstr>Simulation Channel normalization</vt:lpstr>
      <vt:lpstr>PowerPoint Presentation</vt:lpstr>
      <vt:lpstr>PowerPoint Presentation</vt:lpstr>
      <vt:lpstr>PowerPoint Presentation</vt:lpstr>
      <vt:lpstr>Full trajectory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hoe ik het met de sum oplos</vt:lpstr>
      <vt:lpstr>Current problems</vt:lpstr>
      <vt:lpstr>Stepwise solution</vt:lpstr>
      <vt:lpstr>PowerPoint Presentation</vt:lpstr>
      <vt:lpstr> Polyak-Ruppert iterate averaging</vt:lpstr>
      <vt:lpstr>New normalization</vt:lpstr>
      <vt:lpstr>PowerPoint Presentation</vt:lpstr>
      <vt:lpstr>Normalizations</vt:lpstr>
      <vt:lpstr>Purpose of normalization</vt:lpstr>
      <vt:lpstr>Future proof for noise</vt:lpstr>
      <vt:lpstr>How Jan faces normalization problem</vt:lpstr>
      <vt:lpstr>Fisher Information Matrix</vt:lpstr>
      <vt:lpstr>Scheduler</vt:lpstr>
      <vt:lpstr>Kijken naar hoe nu werkt met log voor parameters in combinatie met alles</vt:lpstr>
      <vt:lpstr>Action point 1</vt:lpstr>
      <vt:lpstr>Question 1</vt:lpstr>
      <vt:lpstr>Question 1</vt:lpstr>
      <vt:lpstr>Question 1</vt:lpstr>
      <vt:lpstr>PowerPoint Presentation</vt:lpstr>
      <vt:lpstr>Outline next week</vt:lpstr>
      <vt:lpstr>Planning – Week 4</vt:lpstr>
      <vt:lpstr>Planning – Week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2026-04-23T10:39:54Z</dcterms:modified>
</cp:coreProperties>
</file>