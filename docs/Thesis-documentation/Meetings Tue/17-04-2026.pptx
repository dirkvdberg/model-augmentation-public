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7"/>
  </p:notesMasterIdLst>
  <p:sldIdLst>
    <p:sldId id="257" r:id="rId2"/>
    <p:sldId id="288" r:id="rId3"/>
    <p:sldId id="390" r:id="rId4"/>
    <p:sldId id="376" r:id="rId5"/>
    <p:sldId id="379" r:id="rId6"/>
    <p:sldId id="388" r:id="rId7"/>
    <p:sldId id="383" r:id="rId8"/>
    <p:sldId id="264" r:id="rId9"/>
    <p:sldId id="392" r:id="rId10"/>
    <p:sldId id="393" r:id="rId11"/>
    <p:sldId id="394" r:id="rId12"/>
    <p:sldId id="395" r:id="rId13"/>
    <p:sldId id="396" r:id="rId14"/>
    <p:sldId id="265" r:id="rId15"/>
    <p:sldId id="266" r:id="rId16"/>
    <p:sldId id="391" r:id="rId17"/>
    <p:sldId id="268" r:id="rId18"/>
    <p:sldId id="269" r:id="rId19"/>
    <p:sldId id="276" r:id="rId20"/>
    <p:sldId id="277" r:id="rId21"/>
    <p:sldId id="270" r:id="rId22"/>
    <p:sldId id="278" r:id="rId23"/>
    <p:sldId id="279" r:id="rId24"/>
    <p:sldId id="283" r:id="rId25"/>
    <p:sldId id="271" r:id="rId26"/>
    <p:sldId id="272" r:id="rId27"/>
    <p:sldId id="274" r:id="rId28"/>
    <p:sldId id="286" r:id="rId29"/>
    <p:sldId id="285" r:id="rId30"/>
    <p:sldId id="282" r:id="rId31"/>
    <p:sldId id="287" r:id="rId32"/>
    <p:sldId id="261" r:id="rId33"/>
    <p:sldId id="263" r:id="rId34"/>
    <p:sldId id="262" r:id="rId35"/>
    <p:sldId id="267" r:id="rId3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D75738-EB46-4EB2-A6D8-05D4DE112A08}" v="12" dt="2026-04-17T07:27:12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0327" autoAdjust="0"/>
  </p:normalViewPr>
  <p:slideViewPr>
    <p:cSldViewPr snapToGrid="0">
      <p:cViewPr varScale="1">
        <p:scale>
          <a:sx n="58" d="100"/>
          <a:sy n="58" d="100"/>
        </p:scale>
        <p:origin x="155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17T07:38:09.594" v="2060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4-17T07:38:09.594" v="2060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15T13:00:12.702" v="0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17T07:38:09.594" v="2060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del ord">
        <pc:chgData name="Berg, Dirk van den" userId="035ecb32-01d9-4b47-a105-eacf059a4647" providerId="ADAL" clId="{F7FF961E-CF96-44AC-93C2-93612F62D46D}" dt="2026-04-17T06:05:38.320" v="1111" actId="47"/>
        <pc:sldMkLst>
          <pc:docMk/>
          <pc:sldMk cId="1617226886" sldId="258"/>
        </pc:sldMkLst>
      </pc:sldChg>
      <pc:sldChg chg="del">
        <pc:chgData name="Berg, Dirk van den" userId="035ecb32-01d9-4b47-a105-eacf059a4647" providerId="ADAL" clId="{F7FF961E-CF96-44AC-93C2-93612F62D46D}" dt="2026-04-17T07:23:13.778" v="2003" actId="47"/>
        <pc:sldMkLst>
          <pc:docMk/>
          <pc:sldMk cId="2138626586" sldId="259"/>
        </pc:sldMkLst>
      </pc:sldChg>
      <pc:sldChg chg="delSp del mod">
        <pc:chgData name="Berg, Dirk van den" userId="035ecb32-01d9-4b47-a105-eacf059a4647" providerId="ADAL" clId="{F7FF961E-CF96-44AC-93C2-93612F62D46D}" dt="2026-04-17T07:02:54.327" v="1871" actId="47"/>
        <pc:sldMkLst>
          <pc:docMk/>
          <pc:sldMk cId="2175299465" sldId="260"/>
        </pc:sldMkLst>
        <pc:spChg chg="del">
          <ac:chgData name="Berg, Dirk van den" userId="035ecb32-01d9-4b47-a105-eacf059a4647" providerId="ADAL" clId="{F7FF961E-CF96-44AC-93C2-93612F62D46D}" dt="2026-04-17T06:11:03.096" v="1112" actId="478"/>
          <ac:spMkLst>
            <pc:docMk/>
            <pc:sldMk cId="2175299465" sldId="260"/>
            <ac:spMk id="4" creationId="{C22B2196-272F-FC1F-4220-C87739CBF73F}"/>
          </ac:spMkLst>
        </pc:spChg>
      </pc:sldChg>
      <pc:sldChg chg="modSp mod">
        <pc:chgData name="Berg, Dirk van den" userId="035ecb32-01d9-4b47-a105-eacf059a4647" providerId="ADAL" clId="{F7FF961E-CF96-44AC-93C2-93612F62D46D}" dt="2026-04-17T07:02:44.445" v="1870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17T07:02:44.445" v="1870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addSp delSp modSp mod">
        <pc:chgData name="Berg, Dirk van den" userId="035ecb32-01d9-4b47-a105-eacf059a4647" providerId="ADAL" clId="{F7FF961E-CF96-44AC-93C2-93612F62D46D}" dt="2026-04-17T07:01:56.785" v="1798" actId="478"/>
        <pc:sldMkLst>
          <pc:docMk/>
          <pc:sldMk cId="3503897311" sldId="262"/>
        </pc:sldMkLst>
        <pc:spChg chg="mod">
          <ac:chgData name="Berg, Dirk van den" userId="035ecb32-01d9-4b47-a105-eacf059a4647" providerId="ADAL" clId="{F7FF961E-CF96-44AC-93C2-93612F62D46D}" dt="2026-04-16T19:44:08.181" v="890" actId="20577"/>
          <ac:spMkLst>
            <pc:docMk/>
            <pc:sldMk cId="3503897311" sldId="262"/>
            <ac:spMk id="2" creationId="{E87AE796-708B-909C-F9F8-D1C4E09DB0F7}"/>
          </ac:spMkLst>
        </pc:spChg>
        <pc:spChg chg="add del mod">
          <ac:chgData name="Berg, Dirk van den" userId="035ecb32-01d9-4b47-a105-eacf059a4647" providerId="ADAL" clId="{F7FF961E-CF96-44AC-93C2-93612F62D46D}" dt="2026-04-16T19:44:11.565" v="891" actId="478"/>
          <ac:spMkLst>
            <pc:docMk/>
            <pc:sldMk cId="3503897311" sldId="262"/>
            <ac:spMk id="3" creationId="{322F13D6-AF08-9392-A25C-ED43A705A9E8}"/>
          </ac:spMkLst>
        </pc:spChg>
        <pc:spChg chg="add del mod">
          <ac:chgData name="Berg, Dirk van den" userId="035ecb32-01d9-4b47-a105-eacf059a4647" providerId="ADAL" clId="{F7FF961E-CF96-44AC-93C2-93612F62D46D}" dt="2026-04-17T07:01:56.785" v="1798" actId="478"/>
          <ac:spMkLst>
            <pc:docMk/>
            <pc:sldMk cId="3503897311" sldId="262"/>
            <ac:spMk id="9" creationId="{156819C7-A743-1AFA-DA69-FE4E2F2800D1}"/>
          </ac:spMkLst>
        </pc:spChg>
        <pc:picChg chg="add del mod ord">
          <ac:chgData name="Berg, Dirk van den" userId="035ecb32-01d9-4b47-a105-eacf059a4647" providerId="ADAL" clId="{F7FF961E-CF96-44AC-93C2-93612F62D46D}" dt="2026-04-16T19:42:07.950" v="859" actId="22"/>
          <ac:picMkLst>
            <pc:docMk/>
            <pc:sldMk cId="3503897311" sldId="262"/>
            <ac:picMk id="5" creationId="{BB202C8C-58B9-7195-9ABE-06B53EB0D3F7}"/>
          </ac:picMkLst>
        </pc:picChg>
        <pc:picChg chg="add mod">
          <ac:chgData name="Berg, Dirk van den" userId="035ecb32-01d9-4b47-a105-eacf059a4647" providerId="ADAL" clId="{F7FF961E-CF96-44AC-93C2-93612F62D46D}" dt="2026-04-16T19:44:19.433" v="893" actId="14100"/>
          <ac:picMkLst>
            <pc:docMk/>
            <pc:sldMk cId="3503897311" sldId="262"/>
            <ac:picMk id="7" creationId="{D4DE0E46-2873-E998-5425-9863D4097AC4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4-17T07:01:14.265" v="1792" actId="729"/>
        <pc:sldMkLst>
          <pc:docMk/>
          <pc:sldMk cId="4115421571" sldId="263"/>
        </pc:sldMkLst>
        <pc:spChg chg="mod">
          <ac:chgData name="Berg, Dirk van den" userId="035ecb32-01d9-4b47-a105-eacf059a4647" providerId="ADAL" clId="{F7FF961E-CF96-44AC-93C2-93612F62D46D}" dt="2026-04-15T13:00:22.912" v="6" actId="5793"/>
          <ac:spMkLst>
            <pc:docMk/>
            <pc:sldMk cId="4115421571" sldId="263"/>
            <ac:spMk id="3" creationId="{4D4E3881-149A-7EB5-9FCC-2D132BEAC48C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17T07:24:04.758" v="2004" actId="729"/>
        <pc:sldMkLst>
          <pc:docMk/>
          <pc:sldMk cId="4052335694" sldId="264"/>
        </pc:sldMkLst>
        <pc:spChg chg="mod">
          <ac:chgData name="Berg, Dirk van den" userId="035ecb32-01d9-4b47-a105-eacf059a4647" providerId="ADAL" clId="{F7FF961E-CF96-44AC-93C2-93612F62D46D}" dt="2026-04-15T13:00:44.136" v="16" actId="20577"/>
          <ac:spMkLst>
            <pc:docMk/>
            <pc:sldMk cId="4052335694" sldId="264"/>
            <ac:spMk id="2" creationId="{A524E4DF-FF39-E11B-65D9-28A72A3919AE}"/>
          </ac:spMkLst>
        </pc:spChg>
        <pc:spChg chg="mod">
          <ac:chgData name="Berg, Dirk van den" userId="035ecb32-01d9-4b47-a105-eacf059a4647" providerId="ADAL" clId="{F7FF961E-CF96-44AC-93C2-93612F62D46D}" dt="2026-04-15T13:14:34.081" v="846" actId="20577"/>
          <ac:spMkLst>
            <pc:docMk/>
            <pc:sldMk cId="4052335694" sldId="264"/>
            <ac:spMk id="3" creationId="{AC484FC7-4064-3BD7-D1E9-638FCE1F0FE0}"/>
          </ac:spMkLst>
        </pc:spChg>
      </pc:sldChg>
      <pc:sldChg chg="modSp new mod ord">
        <pc:chgData name="Berg, Dirk van den" userId="035ecb32-01d9-4b47-a105-eacf059a4647" providerId="ADAL" clId="{F7FF961E-CF96-44AC-93C2-93612F62D46D}" dt="2026-04-17T07:17:04.334" v="1965" actId="20577"/>
        <pc:sldMkLst>
          <pc:docMk/>
          <pc:sldMk cId="2388234724" sldId="265"/>
        </pc:sldMkLst>
        <pc:spChg chg="mod">
          <ac:chgData name="Berg, Dirk van den" userId="035ecb32-01d9-4b47-a105-eacf059a4647" providerId="ADAL" clId="{F7FF961E-CF96-44AC-93C2-93612F62D46D}" dt="2026-04-15T13:01:49.098" v="252" actId="20577"/>
          <ac:spMkLst>
            <pc:docMk/>
            <pc:sldMk cId="2388234724" sldId="265"/>
            <ac:spMk id="2" creationId="{CADB9B25-A8CF-B26A-592D-9DA72E07C072}"/>
          </ac:spMkLst>
        </pc:spChg>
        <pc:spChg chg="mod">
          <ac:chgData name="Berg, Dirk van den" userId="035ecb32-01d9-4b47-a105-eacf059a4647" providerId="ADAL" clId="{F7FF961E-CF96-44AC-93C2-93612F62D46D}" dt="2026-04-17T07:17:04.334" v="1965" actId="20577"/>
          <ac:spMkLst>
            <pc:docMk/>
            <pc:sldMk cId="2388234724" sldId="265"/>
            <ac:spMk id="3" creationId="{DB98A1FC-BB25-81B7-DD55-60E6518237C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17T07:23:12.356" v="2002" actId="729"/>
        <pc:sldMkLst>
          <pc:docMk/>
          <pc:sldMk cId="446860919" sldId="266"/>
        </pc:sldMkLst>
        <pc:spChg chg="mod">
          <ac:chgData name="Berg, Dirk van den" userId="035ecb32-01d9-4b47-a105-eacf059a4647" providerId="ADAL" clId="{F7FF961E-CF96-44AC-93C2-93612F62D46D}" dt="2026-04-15T13:02:37.658" v="387" actId="20577"/>
          <ac:spMkLst>
            <pc:docMk/>
            <pc:sldMk cId="446860919" sldId="266"/>
            <ac:spMk id="2" creationId="{04B4AFC1-16BE-4C23-5ED0-900D60039934}"/>
          </ac:spMkLst>
        </pc:spChg>
        <pc:spChg chg="mod">
          <ac:chgData name="Berg, Dirk van den" userId="035ecb32-01d9-4b47-a105-eacf059a4647" providerId="ADAL" clId="{F7FF961E-CF96-44AC-93C2-93612F62D46D}" dt="2026-04-17T07:22:43.566" v="2001" actId="20577"/>
          <ac:spMkLst>
            <pc:docMk/>
            <pc:sldMk cId="446860919" sldId="266"/>
            <ac:spMk id="3" creationId="{3A79FE41-5786-B4C5-B2E7-7ECE4682DFFE}"/>
          </ac:spMkLst>
        </pc:spChg>
      </pc:sldChg>
      <pc:sldChg chg="addSp delSp modSp add mod modShow">
        <pc:chgData name="Berg, Dirk van den" userId="035ecb32-01d9-4b47-a105-eacf059a4647" providerId="ADAL" clId="{F7FF961E-CF96-44AC-93C2-93612F62D46D}" dt="2026-04-17T07:13:51.837" v="1896" actId="729"/>
        <pc:sldMkLst>
          <pc:docMk/>
          <pc:sldMk cId="431880464" sldId="267"/>
        </pc:sldMkLst>
        <pc:spChg chg="add mod">
          <ac:chgData name="Berg, Dirk van den" userId="035ecb32-01d9-4b47-a105-eacf059a4647" providerId="ADAL" clId="{F7FF961E-CF96-44AC-93C2-93612F62D46D}" dt="2026-04-17T07:13:45.726" v="1895" actId="14100"/>
          <ac:spMkLst>
            <pc:docMk/>
            <pc:sldMk cId="431880464" sldId="267"/>
            <ac:spMk id="3" creationId="{08ACBF9B-6C6F-B7A7-9888-21427B4D92A3}"/>
          </ac:spMkLst>
        </pc:spChg>
        <pc:spChg chg="del">
          <ac:chgData name="Berg, Dirk van den" userId="035ecb32-01d9-4b47-a105-eacf059a4647" providerId="ADAL" clId="{F7FF961E-CF96-44AC-93C2-93612F62D46D}" dt="2026-04-17T07:01:51.461" v="1797" actId="478"/>
          <ac:spMkLst>
            <pc:docMk/>
            <pc:sldMk cId="431880464" sldId="267"/>
            <ac:spMk id="9" creationId="{7C9DFA1F-B3F2-870A-67B3-0AEBAE12A8B8}"/>
          </ac:spMkLst>
        </pc:spChg>
        <pc:picChg chg="mod">
          <ac:chgData name="Berg, Dirk van den" userId="035ecb32-01d9-4b47-a105-eacf059a4647" providerId="ADAL" clId="{F7FF961E-CF96-44AC-93C2-93612F62D46D}" dt="2026-04-17T07:01:47.307" v="1796" actId="1076"/>
          <ac:picMkLst>
            <pc:docMk/>
            <pc:sldMk cId="431880464" sldId="267"/>
            <ac:picMk id="7" creationId="{9D85EE40-DDBA-F593-AC80-46FBCB6314BF}"/>
          </ac:picMkLst>
        </pc:picChg>
      </pc:sldChg>
      <pc:sldChg chg="add">
        <pc:chgData name="Berg, Dirk van den" userId="035ecb32-01d9-4b47-a105-eacf059a4647" providerId="ADAL" clId="{F7FF961E-CF96-44AC-93C2-93612F62D46D}" dt="2026-04-16T19:49:36.217" v="901"/>
        <pc:sldMkLst>
          <pc:docMk/>
          <pc:sldMk cId="1647281379" sldId="268"/>
        </pc:sldMkLst>
      </pc:sldChg>
      <pc:sldChg chg="modSp add mod">
        <pc:chgData name="Berg, Dirk van den" userId="035ecb32-01d9-4b47-a105-eacf059a4647" providerId="ADAL" clId="{F7FF961E-CF96-44AC-93C2-93612F62D46D}" dt="2026-04-17T07:03:39.512" v="1892" actId="113"/>
        <pc:sldMkLst>
          <pc:docMk/>
          <pc:sldMk cId="490312212" sldId="269"/>
        </pc:sldMkLst>
        <pc:spChg chg="mod">
          <ac:chgData name="Berg, Dirk van den" userId="035ecb32-01d9-4b47-a105-eacf059a4647" providerId="ADAL" clId="{F7FF961E-CF96-44AC-93C2-93612F62D46D}" dt="2026-04-17T07:03:39.512" v="1892" actId="113"/>
          <ac:spMkLst>
            <pc:docMk/>
            <pc:sldMk cId="490312212" sldId="269"/>
            <ac:spMk id="3" creationId="{80512965-E2D5-4466-3204-E3F327F4775A}"/>
          </ac:spMkLst>
        </pc:spChg>
      </pc:sldChg>
      <pc:sldChg chg="add">
        <pc:chgData name="Berg, Dirk van den" userId="035ecb32-01d9-4b47-a105-eacf059a4647" providerId="ADAL" clId="{F7FF961E-CF96-44AC-93C2-93612F62D46D}" dt="2026-04-16T19:49:36.217" v="901"/>
        <pc:sldMkLst>
          <pc:docMk/>
          <pc:sldMk cId="3863608345" sldId="270"/>
        </pc:sldMkLst>
      </pc:sldChg>
      <pc:sldChg chg="add">
        <pc:chgData name="Berg, Dirk van den" userId="035ecb32-01d9-4b47-a105-eacf059a4647" providerId="ADAL" clId="{F7FF961E-CF96-44AC-93C2-93612F62D46D}" dt="2026-04-16T19:49:36.217" v="901"/>
        <pc:sldMkLst>
          <pc:docMk/>
          <pc:sldMk cId="2112139329" sldId="271"/>
        </pc:sldMkLst>
      </pc:sldChg>
      <pc:sldChg chg="addSp delSp modSp add mod">
        <pc:chgData name="Berg, Dirk van den" userId="035ecb32-01d9-4b47-a105-eacf059a4647" providerId="ADAL" clId="{F7FF961E-CF96-44AC-93C2-93612F62D46D}" dt="2026-04-16T20:07:38.605" v="1027" actId="14100"/>
        <pc:sldMkLst>
          <pc:docMk/>
          <pc:sldMk cId="4127140620" sldId="272"/>
        </pc:sldMkLst>
        <pc:picChg chg="del">
          <ac:chgData name="Berg, Dirk van den" userId="035ecb32-01d9-4b47-a105-eacf059a4647" providerId="ADAL" clId="{F7FF961E-CF96-44AC-93C2-93612F62D46D}" dt="2026-04-16T20:07:35.572" v="1025" actId="478"/>
          <ac:picMkLst>
            <pc:docMk/>
            <pc:sldMk cId="4127140620" sldId="272"/>
            <ac:picMk id="5" creationId="{670DEDAD-B68F-1AB4-D8BA-DCA20569D989}"/>
          </ac:picMkLst>
        </pc:picChg>
        <pc:picChg chg="add mod">
          <ac:chgData name="Berg, Dirk van den" userId="035ecb32-01d9-4b47-a105-eacf059a4647" providerId="ADAL" clId="{F7FF961E-CF96-44AC-93C2-93612F62D46D}" dt="2026-04-16T20:07:38.605" v="1027" actId="14100"/>
          <ac:picMkLst>
            <pc:docMk/>
            <pc:sldMk cId="4127140620" sldId="272"/>
            <ac:picMk id="6" creationId="{CB4D6BBB-9B2D-18F5-C884-F2A77F0268BF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4-16T20:09:10.923" v="1042" actId="732"/>
        <pc:sldMkLst>
          <pc:docMk/>
          <pc:sldMk cId="2417488876" sldId="274"/>
        </pc:sldMkLst>
        <pc:picChg chg="add del mod">
          <ac:chgData name="Berg, Dirk van den" userId="035ecb32-01d9-4b47-a105-eacf059a4647" providerId="ADAL" clId="{F7FF961E-CF96-44AC-93C2-93612F62D46D}" dt="2026-04-16T20:08:36.988" v="1034" actId="478"/>
          <ac:picMkLst>
            <pc:docMk/>
            <pc:sldMk cId="2417488876" sldId="274"/>
            <ac:picMk id="5" creationId="{270F5DC7-E11F-B50F-5160-B1672C767958}"/>
          </ac:picMkLst>
        </pc:picChg>
        <pc:picChg chg="del">
          <ac:chgData name="Berg, Dirk van den" userId="035ecb32-01d9-4b47-a105-eacf059a4647" providerId="ADAL" clId="{F7FF961E-CF96-44AC-93C2-93612F62D46D}" dt="2026-04-16T20:08:22.822" v="1028" actId="478"/>
          <ac:picMkLst>
            <pc:docMk/>
            <pc:sldMk cId="2417488876" sldId="274"/>
            <ac:picMk id="6" creationId="{90C7634B-48FD-31C2-6B5E-FB946586B3EB}"/>
          </ac:picMkLst>
        </pc:picChg>
        <pc:picChg chg="add mod modCrop">
          <ac:chgData name="Berg, Dirk van den" userId="035ecb32-01d9-4b47-a105-eacf059a4647" providerId="ADAL" clId="{F7FF961E-CF96-44AC-93C2-93612F62D46D}" dt="2026-04-16T20:09:10.923" v="1042" actId="732"/>
          <ac:picMkLst>
            <pc:docMk/>
            <pc:sldMk cId="2417488876" sldId="274"/>
            <ac:picMk id="8" creationId="{B6ABFE1E-42E0-3BD9-CBAA-FCE69286A86F}"/>
          </ac:picMkLst>
        </pc:picChg>
      </pc:sldChg>
      <pc:sldChg chg="add del">
        <pc:chgData name="Berg, Dirk van den" userId="035ecb32-01d9-4b47-a105-eacf059a4647" providerId="ADAL" clId="{F7FF961E-CF96-44AC-93C2-93612F62D46D}" dt="2026-04-16T20:09:27.334" v="1045" actId="47"/>
        <pc:sldMkLst>
          <pc:docMk/>
          <pc:sldMk cId="2458384826" sldId="275"/>
        </pc:sldMkLst>
      </pc:sldChg>
      <pc:sldChg chg="modSp add mod">
        <pc:chgData name="Berg, Dirk van den" userId="035ecb32-01d9-4b47-a105-eacf059a4647" providerId="ADAL" clId="{F7FF961E-CF96-44AC-93C2-93612F62D46D}" dt="2026-04-16T19:50:22.518" v="948" actId="20577"/>
        <pc:sldMkLst>
          <pc:docMk/>
          <pc:sldMk cId="2115619206" sldId="276"/>
        </pc:sldMkLst>
        <pc:spChg chg="mod">
          <ac:chgData name="Berg, Dirk van den" userId="035ecb32-01d9-4b47-a105-eacf059a4647" providerId="ADAL" clId="{F7FF961E-CF96-44AC-93C2-93612F62D46D}" dt="2026-04-16T19:50:22.518" v="948" actId="20577"/>
          <ac:spMkLst>
            <pc:docMk/>
            <pc:sldMk cId="2115619206" sldId="276"/>
            <ac:spMk id="3" creationId="{BA87F482-ACE6-11E4-4C5A-2A33981490EC}"/>
          </ac:spMkLst>
        </pc:spChg>
      </pc:sldChg>
      <pc:sldChg chg="add">
        <pc:chgData name="Berg, Dirk van den" userId="035ecb32-01d9-4b47-a105-eacf059a4647" providerId="ADAL" clId="{F7FF961E-CF96-44AC-93C2-93612F62D46D}" dt="2026-04-16T19:49:36.217" v="901"/>
        <pc:sldMkLst>
          <pc:docMk/>
          <pc:sldMk cId="3945454414" sldId="277"/>
        </pc:sldMkLst>
      </pc:sldChg>
      <pc:sldChg chg="add">
        <pc:chgData name="Berg, Dirk van den" userId="035ecb32-01d9-4b47-a105-eacf059a4647" providerId="ADAL" clId="{F7FF961E-CF96-44AC-93C2-93612F62D46D}" dt="2026-04-16T19:49:36.217" v="901"/>
        <pc:sldMkLst>
          <pc:docMk/>
          <pc:sldMk cId="3420146747" sldId="278"/>
        </pc:sldMkLst>
      </pc:sldChg>
      <pc:sldChg chg="addSp modSp add mod modNotesTx">
        <pc:chgData name="Berg, Dirk van den" userId="035ecb32-01d9-4b47-a105-eacf059a4647" providerId="ADAL" clId="{F7FF961E-CF96-44AC-93C2-93612F62D46D}" dt="2026-04-17T06:42:41.730" v="1154" actId="20577"/>
        <pc:sldMkLst>
          <pc:docMk/>
          <pc:sldMk cId="3816634002" sldId="279"/>
        </pc:sldMkLst>
        <pc:grpChg chg="mod">
          <ac:chgData name="Berg, Dirk van den" userId="035ecb32-01d9-4b47-a105-eacf059a4647" providerId="ADAL" clId="{F7FF961E-CF96-44AC-93C2-93612F62D46D}" dt="2026-04-16T19:58:14.520" v="992" actId="164"/>
          <ac:grpSpMkLst>
            <pc:docMk/>
            <pc:sldMk cId="3816634002" sldId="279"/>
            <ac:grpSpMk id="8" creationId="{052F61E9-5C90-AB59-5F8D-5807F0ED011F}"/>
          </ac:grpSpMkLst>
        </pc:grpChg>
        <pc:grpChg chg="add mod">
          <ac:chgData name="Berg, Dirk van den" userId="035ecb32-01d9-4b47-a105-eacf059a4647" providerId="ADAL" clId="{F7FF961E-CF96-44AC-93C2-93612F62D46D}" dt="2026-04-16T20:04:14.552" v="1014" actId="1036"/>
          <ac:grpSpMkLst>
            <pc:docMk/>
            <pc:sldMk cId="3816634002" sldId="279"/>
            <ac:grpSpMk id="9" creationId="{C8C7AD5B-A887-68C9-87FD-173E22689440}"/>
          </ac:grpSpMkLst>
        </pc:grpChg>
        <pc:picChg chg="mod modCrop">
          <ac:chgData name="Berg, Dirk van den" userId="035ecb32-01d9-4b47-a105-eacf059a4647" providerId="ADAL" clId="{F7FF961E-CF96-44AC-93C2-93612F62D46D}" dt="2026-04-16T19:58:19.620" v="994" actId="1076"/>
          <ac:picMkLst>
            <pc:docMk/>
            <pc:sldMk cId="3816634002" sldId="279"/>
            <ac:picMk id="4" creationId="{A81A6423-307A-9E61-3DF7-88417AB864A2}"/>
          </ac:picMkLst>
        </pc:picChg>
        <pc:picChg chg="add mod ord modCrop">
          <ac:chgData name="Berg, Dirk van den" userId="035ecb32-01d9-4b47-a105-eacf059a4647" providerId="ADAL" clId="{F7FF961E-CF96-44AC-93C2-93612F62D46D}" dt="2026-04-16T19:58:14.520" v="992" actId="164"/>
          <ac:picMkLst>
            <pc:docMk/>
            <pc:sldMk cId="3816634002" sldId="279"/>
            <ac:picMk id="6" creationId="{179326E0-EF79-62DF-1CD5-9CB48416E44C}"/>
          </ac:picMkLst>
        </pc:picChg>
      </pc:sldChg>
      <pc:sldChg chg="add del">
        <pc:chgData name="Berg, Dirk van den" userId="035ecb32-01d9-4b47-a105-eacf059a4647" providerId="ADAL" clId="{F7FF961E-CF96-44AC-93C2-93612F62D46D}" dt="2026-04-16T20:04:32.722" v="1016" actId="47"/>
        <pc:sldMkLst>
          <pc:docMk/>
          <pc:sldMk cId="2659538086" sldId="280"/>
        </pc:sldMkLst>
      </pc:sldChg>
      <pc:sldChg chg="add del">
        <pc:chgData name="Berg, Dirk van den" userId="035ecb32-01d9-4b47-a105-eacf059a4647" providerId="ADAL" clId="{F7FF961E-CF96-44AC-93C2-93612F62D46D}" dt="2026-04-16T20:09:27.334" v="1045" actId="47"/>
        <pc:sldMkLst>
          <pc:docMk/>
          <pc:sldMk cId="2575582452" sldId="281"/>
        </pc:sldMkLst>
      </pc:sldChg>
      <pc:sldChg chg="modSp add mod">
        <pc:chgData name="Berg, Dirk van den" userId="035ecb32-01d9-4b47-a105-eacf059a4647" providerId="ADAL" clId="{F7FF961E-CF96-44AC-93C2-93612F62D46D}" dt="2026-04-17T06:49:22.413" v="1565" actId="1076"/>
        <pc:sldMkLst>
          <pc:docMk/>
          <pc:sldMk cId="1070310953" sldId="282"/>
        </pc:sldMkLst>
        <pc:spChg chg="mod">
          <ac:chgData name="Berg, Dirk van den" userId="035ecb32-01d9-4b47-a105-eacf059a4647" providerId="ADAL" clId="{F7FF961E-CF96-44AC-93C2-93612F62D46D}" dt="2026-04-17T06:49:22.413" v="1565" actId="1076"/>
          <ac:spMkLst>
            <pc:docMk/>
            <pc:sldMk cId="1070310953" sldId="282"/>
            <ac:spMk id="3" creationId="{B443632A-9D6A-D09E-CA45-C14F75B0AA71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4-17T06:45:02.220" v="1304" actId="14100"/>
        <pc:sldMkLst>
          <pc:docMk/>
          <pc:sldMk cId="205556035" sldId="283"/>
        </pc:sldMkLst>
        <pc:spChg chg="add mod ord">
          <ac:chgData name="Berg, Dirk van den" userId="035ecb32-01d9-4b47-a105-eacf059a4647" providerId="ADAL" clId="{F7FF961E-CF96-44AC-93C2-93612F62D46D}" dt="2026-04-17T06:44:54.311" v="1303" actId="166"/>
          <ac:spMkLst>
            <pc:docMk/>
            <pc:sldMk cId="205556035" sldId="283"/>
            <ac:spMk id="7" creationId="{ACFBF368-4E88-E6F9-F8C5-7F3408791008}"/>
          </ac:spMkLst>
        </pc:spChg>
        <pc:spChg chg="del">
          <ac:chgData name="Berg, Dirk van den" userId="035ecb32-01d9-4b47-a105-eacf059a4647" providerId="ADAL" clId="{F7FF961E-CF96-44AC-93C2-93612F62D46D}" dt="2026-04-16T20:04:46.839" v="1019" actId="478"/>
          <ac:spMkLst>
            <pc:docMk/>
            <pc:sldMk cId="205556035" sldId="283"/>
            <ac:spMk id="7" creationId="{BB6BCC09-F9CB-38C9-A35A-5BC1302FF19D}"/>
          </ac:spMkLst>
        </pc:spChg>
        <pc:spChg chg="add mod">
          <ac:chgData name="Berg, Dirk van den" userId="035ecb32-01d9-4b47-a105-eacf059a4647" providerId="ADAL" clId="{F7FF961E-CF96-44AC-93C2-93612F62D46D}" dt="2026-04-17T06:45:02.220" v="1304" actId="14100"/>
          <ac:spMkLst>
            <pc:docMk/>
            <pc:sldMk cId="205556035" sldId="283"/>
            <ac:spMk id="8" creationId="{00E22869-FA04-DCD5-705F-6B1F2C2B64FF}"/>
          </ac:spMkLst>
        </pc:spChg>
        <pc:grpChg chg="del">
          <ac:chgData name="Berg, Dirk van den" userId="035ecb32-01d9-4b47-a105-eacf059a4647" providerId="ADAL" clId="{F7FF961E-CF96-44AC-93C2-93612F62D46D}" dt="2026-04-16T20:04:46.839" v="1019" actId="478"/>
          <ac:grpSpMkLst>
            <pc:docMk/>
            <pc:sldMk cId="205556035" sldId="283"/>
            <ac:grpSpMk id="8" creationId="{0E095A1A-0B2C-18BE-857A-DD0954CA1213}"/>
          </ac:grpSpMkLst>
        </pc:grpChg>
        <pc:picChg chg="mod modCrop">
          <ac:chgData name="Berg, Dirk van den" userId="035ecb32-01d9-4b47-a105-eacf059a4647" providerId="ADAL" clId="{F7FF961E-CF96-44AC-93C2-93612F62D46D}" dt="2026-04-16T20:04:55.144" v="1020" actId="732"/>
          <ac:picMkLst>
            <pc:docMk/>
            <pc:sldMk cId="205556035" sldId="283"/>
            <ac:picMk id="4" creationId="{3D307C22-E782-3621-3832-346A1938366E}"/>
          </ac:picMkLst>
        </pc:picChg>
        <pc:picChg chg="mod">
          <ac:chgData name="Berg, Dirk van den" userId="035ecb32-01d9-4b47-a105-eacf059a4647" providerId="ADAL" clId="{F7FF961E-CF96-44AC-93C2-93612F62D46D}" dt="2026-04-17T06:43:28.271" v="1286" actId="1076"/>
          <ac:picMkLst>
            <pc:docMk/>
            <pc:sldMk cId="205556035" sldId="283"/>
            <ac:picMk id="5" creationId="{3B63C349-FF01-6CFE-81A2-DDA64151B99A}"/>
          </ac:picMkLst>
        </pc:picChg>
      </pc:sldChg>
      <pc:sldChg chg="add del">
        <pc:chgData name="Berg, Dirk van den" userId="035ecb32-01d9-4b47-a105-eacf059a4647" providerId="ADAL" clId="{F7FF961E-CF96-44AC-93C2-93612F62D46D}" dt="2026-04-16T20:09:06.189" v="1041" actId="47"/>
        <pc:sldMkLst>
          <pc:docMk/>
          <pc:sldMk cId="3253640175" sldId="284"/>
        </pc:sldMkLst>
      </pc:sldChg>
      <pc:sldChg chg="add">
        <pc:chgData name="Berg, Dirk van den" userId="035ecb32-01d9-4b47-a105-eacf059a4647" providerId="ADAL" clId="{F7FF961E-CF96-44AC-93C2-93612F62D46D}" dt="2026-04-16T20:09:01.155" v="1040" actId="2890"/>
        <pc:sldMkLst>
          <pc:docMk/>
          <pc:sldMk cId="1270058092" sldId="285"/>
        </pc:sldMkLst>
      </pc:sldChg>
      <pc:sldChg chg="addSp modSp add">
        <pc:chgData name="Berg, Dirk van den" userId="035ecb32-01d9-4b47-a105-eacf059a4647" providerId="ADAL" clId="{F7FF961E-CF96-44AC-93C2-93612F62D46D}" dt="2026-04-16T20:09:20.939" v="1044"/>
        <pc:sldMkLst>
          <pc:docMk/>
          <pc:sldMk cId="2803434166" sldId="286"/>
        </pc:sldMkLst>
        <pc:picChg chg="add mod">
          <ac:chgData name="Berg, Dirk van den" userId="035ecb32-01d9-4b47-a105-eacf059a4647" providerId="ADAL" clId="{F7FF961E-CF96-44AC-93C2-93612F62D46D}" dt="2026-04-16T20:09:20.939" v="1044"/>
          <ac:picMkLst>
            <pc:docMk/>
            <pc:sldMk cId="2803434166" sldId="286"/>
            <ac:picMk id="4" creationId="{D9990472-80FC-0248-30EF-707F4E495344}"/>
          </ac:picMkLst>
        </pc:picChg>
      </pc:sldChg>
      <pc:sldChg chg="modSp new mod">
        <pc:chgData name="Berg, Dirk van den" userId="035ecb32-01d9-4b47-a105-eacf059a4647" providerId="ADAL" clId="{F7FF961E-CF96-44AC-93C2-93612F62D46D}" dt="2026-04-17T06:47:19.861" v="1467" actId="20577"/>
        <pc:sldMkLst>
          <pc:docMk/>
          <pc:sldMk cId="1033200021" sldId="287"/>
        </pc:sldMkLst>
        <pc:spChg chg="mod">
          <ac:chgData name="Berg, Dirk van den" userId="035ecb32-01d9-4b47-a105-eacf059a4647" providerId="ADAL" clId="{F7FF961E-CF96-44AC-93C2-93612F62D46D}" dt="2026-04-17T06:47:19.861" v="1467" actId="20577"/>
          <ac:spMkLst>
            <pc:docMk/>
            <pc:sldMk cId="1033200021" sldId="287"/>
            <ac:spMk id="2" creationId="{14E49706-5180-F55B-4494-C4B86749AE53}"/>
          </ac:spMkLst>
        </pc:spChg>
        <pc:spChg chg="mod">
          <ac:chgData name="Berg, Dirk van den" userId="035ecb32-01d9-4b47-a105-eacf059a4647" providerId="ADAL" clId="{F7FF961E-CF96-44AC-93C2-93612F62D46D}" dt="2026-04-16T20:09:57.355" v="1109" actId="20577"/>
          <ac:spMkLst>
            <pc:docMk/>
            <pc:sldMk cId="1033200021" sldId="287"/>
            <ac:spMk id="3" creationId="{D03CE98E-C2B5-C6F1-8F21-5C33A00CE59A}"/>
          </ac:spMkLst>
        </pc:spChg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1222388589" sldId="288"/>
        </pc:sldMkLst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1057206655" sldId="376"/>
        </pc:sldMkLst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3267879511" sldId="379"/>
        </pc:sldMkLst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202890920" sldId="383"/>
        </pc:sldMkLst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1299751392" sldId="388"/>
        </pc:sldMkLst>
      </pc:sldChg>
      <pc:sldChg chg="add">
        <pc:chgData name="Berg, Dirk van den" userId="035ecb32-01d9-4b47-a105-eacf059a4647" providerId="ADAL" clId="{F7FF961E-CF96-44AC-93C2-93612F62D46D}" dt="2026-04-17T06:05:35.989" v="1110"/>
        <pc:sldMkLst>
          <pc:docMk/>
          <pc:sldMk cId="50572499" sldId="390"/>
        </pc:sldMkLst>
      </pc:sldChg>
      <pc:sldChg chg="modSp new mod">
        <pc:chgData name="Berg, Dirk van den" userId="035ecb32-01d9-4b47-a105-eacf059a4647" providerId="ADAL" clId="{F7FF961E-CF96-44AC-93C2-93612F62D46D}" dt="2026-04-17T06:46:05.694" v="1396" actId="20577"/>
        <pc:sldMkLst>
          <pc:docMk/>
          <pc:sldMk cId="3687162435" sldId="391"/>
        </pc:sldMkLst>
        <pc:spChg chg="mod">
          <ac:chgData name="Berg, Dirk van den" userId="035ecb32-01d9-4b47-a105-eacf059a4647" providerId="ADAL" clId="{F7FF961E-CF96-44AC-93C2-93612F62D46D}" dt="2026-04-17T06:45:34.868" v="1339" actId="20577"/>
          <ac:spMkLst>
            <pc:docMk/>
            <pc:sldMk cId="3687162435" sldId="391"/>
            <ac:spMk id="2" creationId="{67E5EC50-B2A4-9A37-AC0B-9CC197DC4756}"/>
          </ac:spMkLst>
        </pc:spChg>
        <pc:spChg chg="mod">
          <ac:chgData name="Berg, Dirk van den" userId="035ecb32-01d9-4b47-a105-eacf059a4647" providerId="ADAL" clId="{F7FF961E-CF96-44AC-93C2-93612F62D46D}" dt="2026-04-17T06:46:05.694" v="1396" actId="20577"/>
          <ac:spMkLst>
            <pc:docMk/>
            <pc:sldMk cId="3687162435" sldId="391"/>
            <ac:spMk id="3" creationId="{4721FE67-C110-9B33-1A47-0BC1571FD5D6}"/>
          </ac:spMkLst>
        </pc:spChg>
      </pc:sldChg>
      <pc:sldChg chg="modSp add mod">
        <pc:chgData name="Berg, Dirk van den" userId="035ecb32-01d9-4b47-a105-eacf059a4647" providerId="ADAL" clId="{F7FF961E-CF96-44AC-93C2-93612F62D46D}" dt="2026-04-17T07:15:50.373" v="1900" actId="20577"/>
        <pc:sldMkLst>
          <pc:docMk/>
          <pc:sldMk cId="1844279838" sldId="392"/>
        </pc:sldMkLst>
        <pc:spChg chg="mod">
          <ac:chgData name="Berg, Dirk van den" userId="035ecb32-01d9-4b47-a105-eacf059a4647" providerId="ADAL" clId="{F7FF961E-CF96-44AC-93C2-93612F62D46D}" dt="2026-04-17T07:15:50.373" v="1900" actId="20577"/>
          <ac:spMkLst>
            <pc:docMk/>
            <pc:sldMk cId="1844279838" sldId="392"/>
            <ac:spMk id="3" creationId="{C6A8BFDA-DC9D-233B-9E07-DB2391D5E008}"/>
          </ac:spMkLst>
        </pc:spChg>
      </pc:sldChg>
      <pc:sldChg chg="add">
        <pc:chgData name="Berg, Dirk van den" userId="035ecb32-01d9-4b47-a105-eacf059a4647" providerId="ADAL" clId="{F7FF961E-CF96-44AC-93C2-93612F62D46D}" dt="2026-04-17T07:15:41.014" v="1897"/>
        <pc:sldMkLst>
          <pc:docMk/>
          <pc:sldMk cId="2317445419" sldId="393"/>
        </pc:sldMkLst>
      </pc:sldChg>
      <pc:sldChg chg="add">
        <pc:chgData name="Berg, Dirk van den" userId="035ecb32-01d9-4b47-a105-eacf059a4647" providerId="ADAL" clId="{F7FF961E-CF96-44AC-93C2-93612F62D46D}" dt="2026-04-17T07:15:41.014" v="1897"/>
        <pc:sldMkLst>
          <pc:docMk/>
          <pc:sldMk cId="3703599865" sldId="394"/>
        </pc:sldMkLst>
      </pc:sldChg>
      <pc:sldChg chg="add">
        <pc:chgData name="Berg, Dirk van den" userId="035ecb32-01d9-4b47-a105-eacf059a4647" providerId="ADAL" clId="{F7FF961E-CF96-44AC-93C2-93612F62D46D}" dt="2026-04-17T07:15:41.014" v="1897"/>
        <pc:sldMkLst>
          <pc:docMk/>
          <pc:sldMk cId="3150823560" sldId="395"/>
        </pc:sldMkLst>
      </pc:sldChg>
      <pc:sldChg chg="addSp modSp new mod">
        <pc:chgData name="Berg, Dirk van den" userId="035ecb32-01d9-4b47-a105-eacf059a4647" providerId="ADAL" clId="{F7FF961E-CF96-44AC-93C2-93612F62D46D}" dt="2026-04-17T07:27:33.276" v="2017" actId="1076"/>
        <pc:sldMkLst>
          <pc:docMk/>
          <pc:sldMk cId="419988556" sldId="396"/>
        </pc:sldMkLst>
        <pc:spChg chg="mod">
          <ac:chgData name="Berg, Dirk van den" userId="035ecb32-01d9-4b47-a105-eacf059a4647" providerId="ADAL" clId="{F7FF961E-CF96-44AC-93C2-93612F62D46D}" dt="2026-04-17T07:27:24.309" v="2014" actId="20577"/>
          <ac:spMkLst>
            <pc:docMk/>
            <pc:sldMk cId="419988556" sldId="396"/>
            <ac:spMk id="2" creationId="{3372F39D-FB94-CD1A-8324-677B9B43C3BE}"/>
          </ac:spMkLst>
        </pc:spChg>
        <pc:picChg chg="add mod modCrop">
          <ac:chgData name="Berg, Dirk van den" userId="035ecb32-01d9-4b47-a105-eacf059a4647" providerId="ADAL" clId="{F7FF961E-CF96-44AC-93C2-93612F62D46D}" dt="2026-04-17T07:27:33.276" v="2017" actId="1076"/>
          <ac:picMkLst>
            <pc:docMk/>
            <pc:sldMk cId="419988556" sldId="396"/>
            <ac:picMk id="5" creationId="{1A36652D-D840-7D73-AC4B-C3033C9417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97E5C-5361-4856-9636-25A268FAA3AE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ED8E0-8599-4E4E-B1FF-048908CF2F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502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D0F4-3E77-00C5-5505-639A580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4C592-BD33-2EB3-F5D3-E06E7C46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365EA-03C7-651F-D59E-61F908DA5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0D95-E59B-768F-2E38-4EBC4F74B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5455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9133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7610-4479-8EBC-618F-7D9A41E9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E04E-5367-49EC-3385-35E9514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0BBA-98D6-3AF4-DE61-9B0EB7E4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Z,w</a:t>
            </a:r>
            <a:r>
              <a:rPr lang="en-US" dirty="0"/>
              <a:t> useful for augmentation, currently not used explicitly</a:t>
            </a:r>
          </a:p>
          <a:p>
            <a:endParaRPr lang="en-US" dirty="0"/>
          </a:p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1425-EEFE-71E6-EB9B-9123BF46F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613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endParaRPr lang="en-US" dirty="0"/>
          </a:p>
          <a:p>
            <a:r>
              <a:rPr lang="en-US" dirty="0"/>
              <a:t>  simulate() rolls out RK4 over each segment with </a:t>
            </a:r>
            <a:r>
              <a:rPr lang="en-US" dirty="0" err="1"/>
              <a:t>bptt_mode</a:t>
            </a:r>
            <a:r>
              <a:rPr lang="en-US" dirty="0"/>
              <a:t>='full' — full backpropagation </a:t>
            </a:r>
          </a:p>
          <a:p>
            <a:r>
              <a:rPr lang="en-US" dirty="0"/>
              <a:t>  through time (BPTT) through all </a:t>
            </a:r>
            <a:r>
              <a:rPr lang="en-US" dirty="0" err="1"/>
              <a:t>segment_len</a:t>
            </a:r>
            <a:r>
              <a:rPr lang="en-US" dirty="0"/>
              <a:t> steps. The gradient flows through simulate →</a:t>
            </a:r>
          </a:p>
          <a:p>
            <a:r>
              <a:rPr lang="en-US" dirty="0"/>
              <a:t>   _</a:t>
            </a:r>
            <a:r>
              <a:rPr lang="en-US" dirty="0" err="1"/>
              <a:t>build_matrices</a:t>
            </a:r>
            <a:r>
              <a:rPr lang="en-US" dirty="0"/>
              <a:t> → _</a:t>
            </a:r>
            <a:r>
              <a:rPr lang="en-US" dirty="0" err="1"/>
              <a:t>recover_params</a:t>
            </a:r>
            <a:r>
              <a:rPr lang="en-US" dirty="0"/>
              <a:t> → </a:t>
            </a:r>
            <a:r>
              <a:rPr lang="en-US" dirty="0" err="1"/>
              <a:t>log_params</a:t>
            </a:r>
            <a:r>
              <a:rPr lang="en-US" dirty="0"/>
              <a:t> (the single trainable </a:t>
            </a:r>
            <a:r>
              <a:rPr lang="en-US" dirty="0" err="1"/>
              <a:t>nn.Parameter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Gradient flows back through the RK4 simulation (full BPTT over 4000 steps per segment)</a:t>
            </a:r>
          </a:p>
          <a:p>
            <a:r>
              <a:rPr lang="en-US" dirty="0"/>
              <a:t>   to </a:t>
            </a:r>
            <a:r>
              <a:rPr lang="en-US" dirty="0" err="1"/>
              <a:t>log_params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Looks at MSE but also looks at how the develops over multiple…</a:t>
            </a:r>
          </a:p>
          <a:p>
            <a:r>
              <a:rPr lang="en-US" dirty="0"/>
              <a:t>Val for tuning learning rate… --&gt;&gt; </a:t>
            </a:r>
            <a:r>
              <a:rPr lang="en-US" dirty="0" err="1"/>
              <a:t>stratisfied</a:t>
            </a:r>
            <a:r>
              <a:rPr lang="en-US" dirty="0"/>
              <a:t> sampling </a:t>
            </a:r>
            <a:r>
              <a:rPr lang="en-US" dirty="0" err="1"/>
              <a:t>balab</a:t>
            </a:r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2082A-3DD7-41C8-8A72-DE74927655EE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9280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9EFF-44C6-ABE0-DEB8-0909C438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5BD-C963-C6C5-2A80-DABF77C8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42B62-3903-370B-86B7-CCA034C8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0D84-419D-6F16-43FB-307D8E6E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288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026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ED8E0-8599-4E4E-B1FF-048908CF2F16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3815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924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737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C88D-56BB-F034-78E1-D15A6DFD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B85CC-CBBB-5125-946F-8DE787059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5E149-5301-4763-AA84-0A2247148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3331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20C9-DF18-41C7-2B5B-4756A70A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69379-5DB4-C011-C4A8-679B2F7D0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D8596-9E83-6147-7EE5-9B4FD16E6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5659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Simulation parameter recovery</a:t>
            </a:r>
          </a:p>
          <a:p>
            <a:r>
              <a:rPr lang="en-US" dirty="0"/>
              <a:t>Augmentation </a:t>
            </a:r>
            <a:r>
              <a:rPr lang="en-US"/>
              <a:t>additional state</a:t>
            </a:r>
            <a:endParaRPr lang="en-US" dirty="0"/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(-LFR)</a:t>
            </a:r>
          </a:p>
          <a:p>
            <a:pPr lvl="1"/>
            <a:r>
              <a:rPr lang="en-US" dirty="0"/>
              <a:t>Currently not making not use of LFR structure. LFR structure is beneficial for control design, even with black box components.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2238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DA30-D586-A0BB-1AF7-64D86EA1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09C31-5844-45A8-66CD-AB951232AF22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707EA4-39D1-E82F-AEEB-48E4670B53B8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3042B9-2414-ADA0-FE96-3C46E02B15F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8D3237-0EB0-00FD-2BC4-E512AA0484D0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24721-83DE-5E10-A096-5535A3AD53A7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F83197-07A8-68D7-E247-438129EAC491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4ACF36-D8E8-CF20-F149-36B7FF7F88D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38BFF7-6E2A-161D-D50C-BF83100F1169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62A802-9163-4F3A-E357-A0DD3A1BFCC9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518AAC-42FF-73AD-84CD-E8798A665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44831F7-324C-9E1D-8C5F-E5E5A8470630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4899DD-442F-1A17-F5AF-C980AE47D838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4B8629-C11D-D556-CB03-2DD51471F40F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B4A65D-46F4-41ED-0C59-5468A366E8D4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6C5768-FB0F-C0D7-53A8-6FC91DDC6D74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9104F5-70E5-E7D5-8F09-5DD3342D5F4B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CB62814-8BB9-F183-BC22-124C68CD5154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9F8D1B-6059-2730-49F3-C8DA958ECFF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871289-9EA0-2324-D13D-B6E0203D4A2B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42DCCE-9B6B-F437-10D2-25FFA72FC194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7B89FA-A4E2-8462-E907-95B4ADE4A9F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C236062-FAB8-AEE0-E9E4-7BD14D09D5EA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347AFD-7B2E-AD06-B6A2-50479306BDAC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CB95FB-6956-0B77-9B74-AA99FFE3A55D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9E624D5-295F-59B9-8AEF-C129EBD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E92E2-41B2-A90F-7E05-97B153FFFBDB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541EAA-F1BF-56B8-7CCD-0E7DB12F4D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C904C-A701-E8EF-B266-BF65A2A46308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E2896-0859-25EB-1B75-11010A4EDB86}"/>
              </a:ext>
            </a:extLst>
          </p:cNvPr>
          <p:cNvSpPr/>
          <p:nvPr/>
        </p:nvSpPr>
        <p:spPr>
          <a:xfrm>
            <a:off x="7030298" y="1100615"/>
            <a:ext cx="5189164" cy="4161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57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DE5966-9520-387F-B091-70A58177586E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F9798B-5F9F-6C3A-58DB-74B42A97E62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BE0C36-3EE9-9CA3-EA73-739C2B10DB28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A98253-47A7-9395-B34A-5DF531A0165A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203041-7538-FFEB-67B6-9E60EE1ABB7C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D0707-9721-0589-FDE0-8C991AA57B2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FCA89E-851E-AF37-E0A1-F5F26F5A369C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D65365-7C2F-C1F1-D565-0B3B99A8858E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F89873-3C1B-6297-5650-F1E0EF85D211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DBEA52-85E6-D640-86E4-94A6F30A3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879599"/>
              <a:ext cx="0" cy="4178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C9A93E-AF04-AB11-4DEA-5BA39E9E543F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405309-5F2A-6331-729E-E413B62AE287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FCF57C-A2BB-B58D-2FA5-0A2FEB108D2B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BECD1E-48B3-3718-DC89-436C4B68C293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904DC5-BB36-E971-FA77-F8778B396DBE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45E419C-254F-8C08-860F-62A22606AD3D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D172F1-B01A-7C1D-62A8-50679F36994B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49B13E-093E-7468-0980-673AF355CFB8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E65AB4-2921-BE46-26C0-424641E02BAD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EC38EB-6747-F571-C7AA-96920FCA8FC7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E7BCC3-D433-4A72-DAF3-A51A56AC0020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283CC6-6C48-C8AD-3079-98A859F86E9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736274-78A3-218F-C3CC-5B03B2DFFC3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F5964E-79B2-1822-991D-7ED8CF40421A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6BFBA10-4566-11C2-1808-FD68CF71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561EB56-FB0C-DDCE-1E53-D8FF89412956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23E37-C968-C54C-F29A-251A88B5830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</p:spTree>
    <p:extLst>
      <p:ext uri="{BB962C8B-B14F-4D97-AF65-F5344CB8AC3E}">
        <p14:creationId xmlns:p14="http://schemas.microsoft.com/office/powerpoint/2010/main" val="105720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D718-3748-EA82-D23C-90DA6615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33E5B75-C93C-CC98-8E46-E1E9962AF1EB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ADFA2D-D59D-5CDA-8359-001EE6AFB8F7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2E5E9F-561E-1620-1506-74475CF66C0A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C307F-222D-5878-F30F-78FBB62A27C7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653CB0-E182-472A-7771-B158FDF78661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7A89D-D622-58AE-2A43-3506EA17317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BA25615-85BE-8871-CB78-25431C011441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6938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5F95C0F-F55C-092C-BBD0-287F64BAC2FD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EE8542-088D-19BA-F665-BCB9B2D7AC65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0FA6E9-F8E1-3DFE-B11C-2CBA1CC48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23F8E42-A056-6F89-99E7-3F2E176FA897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3E69D-DF0E-3BE9-2DDF-F562F28DF4E0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4C12BB-38F0-EF6F-EE7D-4F783F8121B3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744734-4946-228C-1D1A-B7933B5A1F7E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FCAC02-8134-78FC-2CE2-D263AA9409B6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7D6FD4-66D4-1978-069B-737AA964A897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604196-B3B5-AE96-C671-524A820CB011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45FCD85-FEC5-D559-DB0E-A410AD2B4CFC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51B9CC-E708-E817-4086-8B5E3253B6F7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81CA6A-7DAC-5E20-77E0-178E26F38106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59A93-EF26-4237-BB18-3E3DB1749C61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C89B29-2CA0-0315-6AF5-DC6F8EAFDEB7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F53DC4-EAB3-25D8-5B4B-01E70869B82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F4212A-6E8E-4779-62A6-0FBF1EB74E14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3B86087-AFCF-CED9-8775-35C92D79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8DED2AE-A0A0-14D7-545D-E08CB648218B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02112A-7DEB-F92D-C377-09AAB68335E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DDFD7-F9B7-A405-F28C-8582D6DA7373}"/>
              </a:ext>
            </a:extLst>
          </p:cNvPr>
          <p:cNvSpPr txBox="1"/>
          <p:nvPr/>
        </p:nvSpPr>
        <p:spPr>
          <a:xfrm>
            <a:off x="9508910" y="4018956"/>
            <a:ext cx="28689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ts</a:t>
            </a:r>
            <a:r>
              <a:rPr lang="en-NL" dirty="0"/>
              <a:t> = 1/20000 = 50 </a:t>
            </a:r>
            <a:r>
              <a:rPr lang="en-NL" dirty="0" err="1"/>
              <a:t>μs</a:t>
            </a:r>
            <a:r>
              <a:rPr lang="en-NL" dirty="0"/>
              <a:t>, corresponding to fs = 20 kHz. </a:t>
            </a:r>
            <a:endParaRPr lang="en-US" dirty="0"/>
          </a:p>
          <a:p>
            <a:r>
              <a:rPr lang="en-NL" dirty="0"/>
              <a:t>This matches the PLTI (Position Loop Time Interval) from the </a:t>
            </a:r>
            <a:r>
              <a:rPr lang="en-NL" dirty="0" err="1"/>
              <a:t>AccurET</a:t>
            </a:r>
            <a:r>
              <a:rPr lang="en-NL" dirty="0"/>
              <a:t> hardware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26787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5ACD1-53CB-A8E1-E72A-C21EED58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329C-E639-8445-9F17-DB24077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Trajectory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1D85-C6C4-56CD-B204-78DB4E02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98282-D145-7ACD-47EA-13707FD7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248"/>
            <a:ext cx="12192000" cy="61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8CE8-941B-CB34-0357-D65852551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01" y="53543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Validation results: Python LPV and frozen LTI vs MATLAB q1 reference.  All models driven by u_q1 forces. Y range: -0.3 to +0.3 m.</a:t>
            </a:r>
          </a:p>
          <a:p>
            <a:pPr marL="0" indent="0">
              <a:buNone/>
            </a:pPr>
            <a:r>
              <a:rPr lang="en-US" dirty="0"/>
              <a:t>Reference for X1 and X2 are set to zero. 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EE5DA-B95C-F71E-B9FA-7D1A147F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3" t="20058" r="10610"/>
          <a:stretch>
            <a:fillRect/>
          </a:stretch>
        </p:blipFill>
        <p:spPr>
          <a:xfrm>
            <a:off x="0" y="1045029"/>
            <a:ext cx="12001405" cy="40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E4DF-FF39-E11B-65D9-28A72A39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84FC7-4064-3BD7-D1E9-638FCE1F0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Proof invertibility</a:t>
            </a:r>
          </a:p>
          <a:p>
            <a:pPr lvl="1"/>
            <a:r>
              <a:rPr lang="en-US" dirty="0"/>
              <a:t>Analytical Schur complement</a:t>
            </a:r>
          </a:p>
          <a:p>
            <a:pPr lvl="1"/>
            <a:r>
              <a:rPr lang="en-US" dirty="0"/>
              <a:t>And </a:t>
            </a:r>
            <a:r>
              <a:rPr lang="en-US" dirty="0" err="1"/>
              <a:t>matlab</a:t>
            </a:r>
            <a:r>
              <a:rPr lang="en-US" dirty="0"/>
              <a:t> symbolic toolbox verified. How …?</a:t>
            </a:r>
          </a:p>
          <a:p>
            <a:r>
              <a:rPr lang="en-US" dirty="0"/>
              <a:t>Proof / Rewrite rational/polynomial expression for I-</a:t>
            </a:r>
            <a:r>
              <a:rPr lang="en-US" dirty="0" err="1"/>
              <a:t>Dzw</a:t>
            </a:r>
            <a:r>
              <a:rPr lang="en-US" dirty="0"/>
              <a:t>*delta(Y)</a:t>
            </a:r>
          </a:p>
          <a:p>
            <a:r>
              <a:rPr lang="en-US" dirty="0"/>
              <a:t>Also </a:t>
            </a:r>
            <a:r>
              <a:rPr lang="en-US" dirty="0" err="1"/>
              <a:t>equivalene</a:t>
            </a:r>
            <a:r>
              <a:rPr lang="en-US" dirty="0"/>
              <a:t> for SVD. That if the I6 suffices also the I4 latent channel suffices.</a:t>
            </a:r>
          </a:p>
          <a:p>
            <a:pPr lvl="1"/>
            <a:r>
              <a:rPr lang="en-US" dirty="0"/>
              <a:t>Sylvester’s / identify??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5233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C42-DF06-5793-A11F-069B10DD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BFDA-DC9D-233B-9E07-DB2391D5E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Stratified random sampling</a:t>
            </a:r>
          </a:p>
          <a:p>
            <a:r>
              <a:rPr lang="en-US" dirty="0"/>
              <a:t>Batching</a:t>
            </a:r>
          </a:p>
          <a:p>
            <a:r>
              <a:rPr lang="en-US" dirty="0"/>
              <a:t>Gradient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4279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449-6FC5-55A6-DFC4-E01FEF60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random 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87B7-553D-94F8-9719-3350EC86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total trajectory is too long (35001 steps) to train in one pass </a:t>
            </a:r>
            <a:r>
              <a:rPr lang="en-US" dirty="0">
                <a:sym typeface="Wingdings" panose="05000000000000000000" pitchFamily="2" charset="2"/>
              </a:rPr>
              <a:t> solution: split it into segments</a:t>
            </a:r>
            <a:r>
              <a:rPr lang="en-US" dirty="0"/>
              <a:t> (8 × 4000 per epoch)</a:t>
            </a:r>
          </a:p>
          <a:p>
            <a:pPr lvl="1"/>
            <a:r>
              <a:rPr lang="en-US" dirty="0"/>
              <a:t>Divided into 4375 × 8 separate parts, but per epoch only 4000</a:t>
            </a:r>
          </a:p>
          <a:p>
            <a:pPr lvl="2"/>
            <a:r>
              <a:rPr lang="en-US" dirty="0"/>
              <a:t>This allows to have different starting positions, don’t see the same segment every epoch</a:t>
            </a:r>
          </a:p>
          <a:p>
            <a:r>
              <a:rPr lang="en-US" dirty="0"/>
              <a:t>Stratified guarantees every part of the trajectory is seen every epoch over pure random</a:t>
            </a:r>
          </a:p>
        </p:txBody>
      </p:sp>
    </p:spTree>
    <p:extLst>
      <p:ext uri="{BB962C8B-B14F-4D97-AF65-F5344CB8AC3E}">
        <p14:creationId xmlns:p14="http://schemas.microsoft.com/office/powerpoint/2010/main" val="231744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73C2-7D74-3E36-A2E7-0EB1868C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BE73-9260-3F7E-37C6-18EEA516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shooting</a:t>
            </a:r>
          </a:p>
          <a:p>
            <a:pPr lvl="1"/>
            <a:r>
              <a:rPr lang="en-US" dirty="0"/>
              <a:t>Batch: each epoch processes all n=8 segments simulated in parallel</a:t>
            </a:r>
          </a:p>
          <a:p>
            <a:r>
              <a:rPr lang="en-US" dirty="0"/>
              <a:t>Each segment starts from a precomputed state (position + velocity from data)</a:t>
            </a:r>
          </a:p>
          <a:p>
            <a:pPr lvl="1"/>
            <a:r>
              <a:rPr lang="en-US" dirty="0"/>
              <a:t>Positions are taken directly from q1 (measured). Velocities are not measured they are computed via central differences</a:t>
            </a:r>
          </a:p>
        </p:txBody>
      </p:sp>
    </p:spTree>
    <p:extLst>
      <p:ext uri="{BB962C8B-B14F-4D97-AF65-F5344CB8AC3E}">
        <p14:creationId xmlns:p14="http://schemas.microsoft.com/office/powerpoint/2010/main" val="370359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E11B-D567-9134-8034-4E1A45AE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9F0F-A55C-D5E4-57CB-4FD0E894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pPr lvl="1"/>
            <a:r>
              <a:rPr lang="en-US" dirty="0"/>
              <a:t>Loss = MSE(predicted positions, measured positions)</a:t>
            </a:r>
          </a:p>
          <a:p>
            <a:pPr lvl="1"/>
            <a:r>
              <a:rPr lang="en-US" dirty="0"/>
              <a:t>All 8 segments contribute</a:t>
            </a:r>
            <a:r>
              <a:rPr lang="en-US"/>
              <a:t>, averaged </a:t>
            </a:r>
            <a:r>
              <a:rPr lang="en-US" dirty="0"/>
              <a:t>before parameter updating</a:t>
            </a:r>
          </a:p>
          <a:p>
            <a:r>
              <a:rPr lang="en-US" dirty="0"/>
              <a:t>Adam optimizer</a:t>
            </a:r>
          </a:p>
          <a:p>
            <a:pPr lvl="1"/>
            <a:r>
              <a:rPr lang="en-US" dirty="0"/>
              <a:t>Adam optimizes over the 13 parameters in log space (to guarantee M(Y) is invertible because all parameters &gt; 0 )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2DC4A-E809-69B5-3B2E-80EBD792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216" y="2538608"/>
            <a:ext cx="3254022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23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F39D-FB94-CD1A-8324-677B9B43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9372"/>
            <a:ext cx="10515600" cy="1325563"/>
          </a:xfrm>
        </p:spPr>
        <p:txBody>
          <a:bodyPr/>
          <a:lstStyle/>
          <a:p>
            <a:r>
              <a:rPr lang="en-US" dirty="0"/>
              <a:t>LPV-SS vs. LPV-LFR Forward Pass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3A67-FE62-83EB-6394-C1A1B268E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6652D-D840-7D73-AC4B-C3033C94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18"/>
          <a:stretch>
            <a:fillRect/>
          </a:stretch>
        </p:blipFill>
        <p:spPr>
          <a:xfrm>
            <a:off x="1524000" y="801191"/>
            <a:ext cx="8388627" cy="621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9B25-A8CF-B26A-592D-9DA72E07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A1FC-BB25-81B7-DD55-60E65182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ASMPT feedback</a:t>
            </a:r>
          </a:p>
          <a:p>
            <a:pPr lvl="1"/>
            <a:r>
              <a:rPr lang="en-US" dirty="0"/>
              <a:t>Multi shoot for parameter</a:t>
            </a:r>
          </a:p>
          <a:p>
            <a:pPr lvl="1"/>
            <a:r>
              <a:rPr lang="en-US" dirty="0"/>
              <a:t>Multiple trajectories for identifiability</a:t>
            </a:r>
          </a:p>
          <a:p>
            <a:pPr lvl="1"/>
            <a:endParaRPr lang="en-US" dirty="0"/>
          </a:p>
          <a:p>
            <a:r>
              <a:rPr lang="en-US" dirty="0"/>
              <a:t>Run locally, but crashed between 100-200 epochs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8823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AFC1-16BE-4C23-5ED0-900D6003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FE41-5786-B4C5-B2E7-7ECE4682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Lagrange-Euler </a:t>
            </a:r>
          </a:p>
          <a:p>
            <a:pPr lvl="1"/>
            <a:r>
              <a:rPr lang="en-US" dirty="0"/>
              <a:t>Mimic Garcia paper for additional MSD</a:t>
            </a:r>
          </a:p>
          <a:p>
            <a:pPr lvl="1"/>
            <a:r>
              <a:rPr lang="en-US" dirty="0"/>
              <a:t>Used symbolic toolbox to do the Euler step</a:t>
            </a:r>
          </a:p>
          <a:p>
            <a:pPr lvl="2"/>
            <a:r>
              <a:rPr lang="en-US" dirty="0"/>
              <a:t>Wrote down the kinematic formulas and added to existing Garcia derived for current matrices</a:t>
            </a:r>
          </a:p>
          <a:p>
            <a:r>
              <a:rPr lang="en-US" dirty="0"/>
              <a:t>Verify with adding MSD to provided Simulink model of the gantry.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46860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EC50-B2A4-9A37-AC0B-9CC197DC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FE67-C110-9B33-1A47-0BC1571FD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  <a:p>
            <a:r>
              <a:rPr lang="en-US" dirty="0"/>
              <a:t>Suggestion</a:t>
            </a:r>
          </a:p>
          <a:p>
            <a:r>
              <a:rPr lang="en-US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8716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07EA-5796-3E04-BBEF-89253DB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19C9-3C74-B641-FD4C-5400E68F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F7047-491E-23DD-09F7-4D815DBD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state should not be measured directly.</a:t>
            </a:r>
          </a:p>
          <a:p>
            <a:r>
              <a:rPr lang="en-US" dirty="0"/>
              <a:t>Structurally non-absorbable by the rigid baseline</a:t>
            </a:r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r>
              <a:rPr lang="en-US" dirty="0"/>
              <a:t>Physically interpretable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7281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375A-368E-59C7-9F62-44BF5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2965-E2D5-4466-3204-E3F327F4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New state should not be measured directly.</a:t>
            </a:r>
          </a:p>
          <a:p>
            <a:pPr lvl="1"/>
            <a:r>
              <a:rPr lang="en-US" dirty="0"/>
              <a:t>Indirect visible through dynamics: We only see the effect of it / it disturbs the measured motion</a:t>
            </a:r>
          </a:p>
          <a:p>
            <a:r>
              <a:rPr lang="en-US" dirty="0"/>
              <a:t>Structurally non-absorbable by the rigid baseline </a:t>
            </a:r>
            <a:r>
              <a:rPr lang="en-US" b="1" dirty="0"/>
              <a:t>(hard to quantify)</a:t>
            </a:r>
          </a:p>
          <a:p>
            <a:pPr lvl="1"/>
            <a:r>
              <a:rPr lang="en-US" dirty="0"/>
              <a:t>The original baseline model can’t fake the effect by changing its parameter values </a:t>
            </a:r>
            <a:r>
              <a:rPr lang="en-US" dirty="0">
                <a:sym typeface="Wingdings" panose="05000000000000000000" pitchFamily="2" charset="2"/>
              </a:rPr>
              <a:t> the baseline would need to add states to imitate it </a:t>
            </a:r>
            <a:endParaRPr lang="en-US" dirty="0"/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pPr lvl="1"/>
            <a:r>
              <a:rPr lang="en-US" dirty="0"/>
              <a:t>Could be quantified before implementing augmentation: </a:t>
            </a:r>
          </a:p>
          <a:p>
            <a:pPr lvl="2"/>
            <a:r>
              <a:rPr lang="en-US" dirty="0"/>
              <a:t>Relative output contribution compared to total measured motion</a:t>
            </a:r>
          </a:p>
          <a:p>
            <a:pPr lvl="2"/>
            <a:r>
              <a:rPr lang="en-US" dirty="0"/>
              <a:t>Residual of best re-identified model after refitting the baseline parameters on data</a:t>
            </a:r>
          </a:p>
          <a:p>
            <a:r>
              <a:rPr lang="en-US" dirty="0"/>
              <a:t>Physically interpretable</a:t>
            </a:r>
          </a:p>
          <a:p>
            <a:pPr lvl="1"/>
            <a:r>
              <a:rPr lang="en-US" dirty="0"/>
              <a:t>Relevant to the gantry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9031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6D2F-FE6C-06A9-5E60-5F92DC7E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D546-7121-0FD6-8682-733A9DB0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F482-ACE6-11E4-4C5A-2A339814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Mass Spring Damper attached to payload mass (</a:t>
            </a:r>
            <a:r>
              <a:rPr lang="en-US" dirty="0" err="1"/>
              <a:t>mh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and velocity as additional states</a:t>
            </a:r>
          </a:p>
          <a:p>
            <a:pPr lvl="1"/>
            <a:r>
              <a:rPr lang="en-US" dirty="0"/>
              <a:t>Similar to Jan adding MSD</a:t>
            </a:r>
          </a:p>
          <a:p>
            <a:pPr lvl="1"/>
            <a:r>
              <a:rPr lang="en-US" dirty="0"/>
              <a:t>I can justify it with a sensor or camera</a:t>
            </a:r>
          </a:p>
        </p:txBody>
      </p:sp>
    </p:spTree>
    <p:extLst>
      <p:ext uri="{BB962C8B-B14F-4D97-AF65-F5344CB8AC3E}">
        <p14:creationId xmlns:p14="http://schemas.microsoft.com/office/powerpoint/2010/main" val="2115619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0F8-AD16-C8D9-2248-3E3FA873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4FEA-6A04-A2CA-3402-C012045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8CDBB-BD2A-6BE8-70BE-FBD809B3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66073"/>
            <a:ext cx="11240153" cy="45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4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DD7C-FE5C-127B-3F5B-FD05C695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9861-274B-D8F0-6249-6BC3B5F7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BBDF-07AC-5D79-8743-74C881E9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18A30-7C19-9A12-BF70-15E5D88D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77647"/>
            <a:ext cx="11240153" cy="4504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B1850C-48B3-F236-ED3C-3D8D96EA1975}"/>
              </a:ext>
            </a:extLst>
          </p:cNvPr>
          <p:cNvSpPr/>
          <p:nvPr/>
        </p:nvSpPr>
        <p:spPr>
          <a:xfrm>
            <a:off x="7905508" y="1947439"/>
            <a:ext cx="2870522" cy="26129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4B36C7-7C80-2448-FF50-DE76C29530EB}"/>
              </a:ext>
            </a:extLst>
          </p:cNvPr>
          <p:cNvSpPr/>
          <p:nvPr/>
        </p:nvSpPr>
        <p:spPr>
          <a:xfrm>
            <a:off x="9073587" y="4704795"/>
            <a:ext cx="2280213" cy="1277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With p3 the position of the additional mass - not measured</a:t>
            </a:r>
            <a:endParaRPr lang="en-NL" dirty="0">
              <a:solidFill>
                <a:schemeClr val="tx1"/>
              </a:solidFill>
            </a:endParaRPr>
          </a:p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63608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9617-1386-4464-C4F6-E2458078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2762-401D-E405-A81B-1314E278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DBCD1-2092-3553-1D38-9ABFF94D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46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C97F-58F8-0DA5-BD9F-5BD22DB3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C150-D497-C032-CD60-50F21F15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0F56-8011-7FE8-60B6-5A79EA05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A6FD-7CD4-1B5A-0750-AABC6102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8C7AD5B-A887-68C9-87FD-173E22689440}"/>
              </a:ext>
            </a:extLst>
          </p:cNvPr>
          <p:cNvGrpSpPr/>
          <p:nvPr/>
        </p:nvGrpSpPr>
        <p:grpSpPr>
          <a:xfrm rot="21112073">
            <a:off x="2512618" y="1773253"/>
            <a:ext cx="2059702" cy="1677486"/>
            <a:chOff x="7399252" y="4167670"/>
            <a:chExt cx="2059702" cy="16774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52F61E9-5C90-AB59-5F8D-5807F0ED011F}"/>
                </a:ext>
              </a:extLst>
            </p:cNvPr>
            <p:cNvGrpSpPr/>
            <p:nvPr/>
          </p:nvGrpSpPr>
          <p:grpSpPr>
            <a:xfrm>
              <a:off x="7399252" y="4170244"/>
              <a:ext cx="1645516" cy="1674912"/>
              <a:chOff x="7982725" y="1828582"/>
              <a:chExt cx="2287518" cy="192449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1A6423-307A-9E61-3DF7-88417AB86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3509" t="15263" r="6139" b="42014"/>
              <a:stretch>
                <a:fillRect/>
              </a:stretch>
            </p:blipFill>
            <p:spPr>
              <a:xfrm>
                <a:off x="7982725" y="1828582"/>
                <a:ext cx="2287518" cy="1924493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DF77A6-86DD-BD0B-34C6-BE5E50AAABE6}"/>
                  </a:ext>
                </a:extLst>
              </p:cNvPr>
              <p:cNvSpPr/>
              <p:nvPr/>
            </p:nvSpPr>
            <p:spPr>
              <a:xfrm>
                <a:off x="8052816" y="3224784"/>
                <a:ext cx="950976" cy="5253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326E0-EF79-62DF-1CD5-9CB48416E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663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6C8BD9A-1A88-EA2B-9836-EFE5636E9F1E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D307C22-E782-3621-3832-346A19383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0093E3-1D06-3063-6ACA-3EE2CB32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0E22869-FA04-DCD5-705F-6B1F2C2B64FF}"/>
              </a:ext>
            </a:extLst>
          </p:cNvPr>
          <p:cNvSpPr/>
          <p:nvPr/>
        </p:nvSpPr>
        <p:spPr>
          <a:xfrm>
            <a:off x="7291393" y="3815393"/>
            <a:ext cx="4850294" cy="2026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BF368-4E88-E6F9-F8C5-7F3408791008}"/>
              </a:ext>
            </a:extLst>
          </p:cNvPr>
          <p:cNvSpPr txBox="1"/>
          <p:nvPr/>
        </p:nvSpPr>
        <p:spPr>
          <a:xfrm>
            <a:off x="7306223" y="3774124"/>
            <a:ext cx="4850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br>
              <a:rPr lang="en-US" sz="2400" b="1" dirty="0"/>
            </a:br>
            <a:r>
              <a:rPr lang="en-US" sz="2400" b="1" dirty="0"/>
              <a:t>Picture is not fully accurate, we define the mass as the relative displacement from </a:t>
            </a:r>
            <a:r>
              <a:rPr lang="en-US" sz="2400" b="1" dirty="0" err="1"/>
              <a:t>mh</a:t>
            </a:r>
            <a:r>
              <a:rPr lang="en-US" sz="2400" b="1" dirty="0"/>
              <a:t> currently</a:t>
            </a:r>
          </a:p>
          <a:p>
            <a:r>
              <a:rPr lang="en-US" sz="2400" b="1" dirty="0"/>
              <a:t>Will need to add offset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F230-FD63-327C-E051-0708C67C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5168-7D93-283F-A4EE-B474A1D4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6908-BACE-41D6-67AF-1C8C7BC0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BFE1E-42E0-3BD9-CBAA-FCE69286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8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2CCB-9342-874A-12B2-ACA4110D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F1D6-1352-E34A-6A90-D101072F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E4B-88E0-1B74-430A-E217E79C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94EC5F-051D-39B9-A059-6498B571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990472-80FC-0248-30EF-707F4E495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92" y="4801565"/>
            <a:ext cx="7393208" cy="19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34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ED54-6CE9-481A-7784-3BF5CD63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D120-669C-AE81-7313-7849526F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1E82-D836-08E5-F699-F8539079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1A08A-3D88-8147-E54F-B9B25B27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4" y="1458651"/>
            <a:ext cx="10402532" cy="508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58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FD8F-EB1B-1D85-2F68-F95A10BD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toolbox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632A-9D6A-D09E-CA45-C14F75B0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95639"/>
            <a:ext cx="8693426" cy="1688997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row and 4</a:t>
            </a:r>
            <a:r>
              <a:rPr lang="en-US" baseline="30000" dirty="0"/>
              <a:t>th</a:t>
            </a:r>
            <a:r>
              <a:rPr lang="en-US" dirty="0"/>
              <a:t> column is the addition of the additional state </a:t>
            </a:r>
            <a:r>
              <a:rPr lang="en-US" dirty="0" err="1"/>
              <a:t>delta_a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F012A-3A19-007F-9437-0C50D778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589"/>
            <a:ext cx="12192000" cy="28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0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9706-5180-F55B-4494-C4B86749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state – To do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CE98E-C2B5-C6F1-8F21-5C33A00CE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with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Add offset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3200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out proof for invertibility I-</a:t>
            </a:r>
            <a:r>
              <a:rPr lang="en-US" dirty="0" err="1"/>
              <a:t>Dzw</a:t>
            </a:r>
            <a:r>
              <a:rPr lang="en-US" dirty="0"/>
              <a:t>*delta(Y) with the Schur complement</a:t>
            </a:r>
          </a:p>
          <a:p>
            <a:r>
              <a:rPr lang="en-US" dirty="0"/>
              <a:t>Write out proof for equivalence SVD dimensionality reduced with Sylvester’s determinant identity</a:t>
            </a:r>
          </a:p>
          <a:p>
            <a:r>
              <a:rPr lang="en-US" dirty="0"/>
              <a:t>Validate additional state with </a:t>
            </a:r>
            <a:r>
              <a:rPr lang="en-US" dirty="0" err="1"/>
              <a:t>simscape</a:t>
            </a:r>
            <a:endParaRPr lang="en-US" dirty="0"/>
          </a:p>
          <a:p>
            <a:r>
              <a:rPr lang="en-US" dirty="0"/>
              <a:t>Simulation ensure proper identification for parameter recovery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C7BD-3E1E-806E-E6FC-2E6A2C6A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3881-149A-7EB5-9FCC-2D132BEAC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LPV-LFR rational &amp; Well-posed &amp; SVD </a:t>
            </a:r>
            <a:r>
              <a:rPr lang="en-US" dirty="0" err="1"/>
              <a:t>equivalance</a:t>
            </a:r>
            <a:r>
              <a:rPr lang="en-US" dirty="0"/>
              <a:t> &amp; Additional state</a:t>
            </a:r>
          </a:p>
          <a:p>
            <a:r>
              <a:rPr lang="en-US" dirty="0"/>
              <a:t>And Gantt chart!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15421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3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E0E46-2873-E998-5425-9863D40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97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7F87-FEB5-5FC6-BB96-946DDBC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B93-5748-3C8A-8B99-51A2433E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3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5EE40-DDBA-F593-AC80-46FBCB6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CBF9B-6C6F-B7A7-9888-21427B4D92A3}"/>
              </a:ext>
            </a:extLst>
          </p:cNvPr>
          <p:cNvSpPr/>
          <p:nvPr/>
        </p:nvSpPr>
        <p:spPr>
          <a:xfrm>
            <a:off x="476461" y="3008243"/>
            <a:ext cx="5394251" cy="8481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188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1992</TotalTime>
  <Words>1946</Words>
  <Application>Microsoft Office PowerPoint</Application>
  <PresentationFormat>Widescreen</PresentationFormat>
  <Paragraphs>263</Paragraphs>
  <Slides>35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Cambria Math</vt:lpstr>
      <vt:lpstr>Wingdings</vt:lpstr>
      <vt:lpstr>Office Theme</vt:lpstr>
      <vt:lpstr>Meeting Week 11</vt:lpstr>
      <vt:lpstr>Last week summary</vt:lpstr>
      <vt:lpstr>PowerPoint Presentation</vt:lpstr>
      <vt:lpstr>PowerPoint Presentation</vt:lpstr>
      <vt:lpstr>PowerPoint Presentation</vt:lpstr>
      <vt:lpstr>Simulation – Trajectory</vt:lpstr>
      <vt:lpstr>PowerPoint Presentation</vt:lpstr>
      <vt:lpstr>LPV-LFR</vt:lpstr>
      <vt:lpstr>Simulation – Parameter recovery</vt:lpstr>
      <vt:lpstr>Stratified random sampling</vt:lpstr>
      <vt:lpstr>Batching</vt:lpstr>
      <vt:lpstr>Gradient</vt:lpstr>
      <vt:lpstr>LPV-SS vs. LPV-LFR Forward Pass</vt:lpstr>
      <vt:lpstr>Simulation – Parameter recovery</vt:lpstr>
      <vt:lpstr>Augmentation – Additional state</vt:lpstr>
      <vt:lpstr>Augmentation – Additional state</vt:lpstr>
      <vt:lpstr>Requirements</vt:lpstr>
      <vt:lpstr>Requirements</vt:lpstr>
      <vt:lpstr>Suggestion</vt:lpstr>
      <vt:lpstr>Comparison with Jan</vt:lpstr>
      <vt:lpstr>Comparison with Jan</vt:lpstr>
      <vt:lpstr>PowerPoint Presentation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Lagrange-Euler – Additional state</vt:lpstr>
      <vt:lpstr>Lagrange-Euler – Additional state</vt:lpstr>
      <vt:lpstr>Symbolic toolbox result</vt:lpstr>
      <vt:lpstr>Additional state – To do</vt:lpstr>
      <vt:lpstr>Outline next week</vt:lpstr>
      <vt:lpstr>PowerPoint Presentation</vt:lpstr>
      <vt:lpstr>Planning – Week 3</vt:lpstr>
      <vt:lpstr>Planning – Week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2026-04-17T07:38:10Z</dcterms:modified>
</cp:coreProperties>
</file>