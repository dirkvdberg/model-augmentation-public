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4"/>
  </p:notesMasterIdLst>
  <p:sldIdLst>
    <p:sldId id="550" r:id="rId2"/>
    <p:sldId id="310" r:id="rId3"/>
    <p:sldId id="311" r:id="rId4"/>
    <p:sldId id="296" r:id="rId5"/>
    <p:sldId id="314" r:id="rId6"/>
    <p:sldId id="548" r:id="rId7"/>
    <p:sldId id="549" r:id="rId8"/>
    <p:sldId id="297" r:id="rId9"/>
    <p:sldId id="298" r:id="rId10"/>
    <p:sldId id="299" r:id="rId11"/>
    <p:sldId id="312" r:id="rId12"/>
    <p:sldId id="313" r:id="rId13"/>
    <p:sldId id="306" r:id="rId14"/>
    <p:sldId id="301" r:id="rId15"/>
    <p:sldId id="302" r:id="rId16"/>
    <p:sldId id="551" r:id="rId17"/>
    <p:sldId id="304" r:id="rId18"/>
    <p:sldId id="303" r:id="rId19"/>
    <p:sldId id="307" r:id="rId20"/>
    <p:sldId id="289" r:id="rId21"/>
    <p:sldId id="290" r:id="rId22"/>
    <p:sldId id="291" r:id="rId23"/>
    <p:sldId id="292" r:id="rId24"/>
    <p:sldId id="293" r:id="rId25"/>
    <p:sldId id="294" r:id="rId26"/>
    <p:sldId id="295" r:id="rId27"/>
    <p:sldId id="279" r:id="rId28"/>
    <p:sldId id="281" r:id="rId29"/>
    <p:sldId id="300" r:id="rId30"/>
    <p:sldId id="552" r:id="rId31"/>
    <p:sldId id="553" r:id="rId32"/>
    <p:sldId id="308" r:id="rId33"/>
    <p:sldId id="309" r:id="rId34"/>
    <p:sldId id="554" r:id="rId35"/>
    <p:sldId id="555" r:id="rId36"/>
    <p:sldId id="556" r:id="rId37"/>
    <p:sldId id="559" r:id="rId38"/>
    <p:sldId id="557" r:id="rId39"/>
    <p:sldId id="562" r:id="rId40"/>
    <p:sldId id="563" r:id="rId41"/>
    <p:sldId id="564" r:id="rId42"/>
    <p:sldId id="565" r:id="rId43"/>
    <p:sldId id="560" r:id="rId44"/>
    <p:sldId id="561" r:id="rId45"/>
    <p:sldId id="558" r:id="rId46"/>
    <p:sldId id="280" r:id="rId47"/>
    <p:sldId id="285" r:id="rId48"/>
    <p:sldId id="286" r:id="rId49"/>
    <p:sldId id="287" r:id="rId50"/>
    <p:sldId id="288" r:id="rId51"/>
    <p:sldId id="283" r:id="rId52"/>
    <p:sldId id="275" r:id="rId53"/>
    <p:sldId id="278" r:id="rId54"/>
    <p:sldId id="276" r:id="rId55"/>
    <p:sldId id="277" r:id="rId56"/>
    <p:sldId id="258" r:id="rId57"/>
    <p:sldId id="257" r:id="rId58"/>
    <p:sldId id="259" r:id="rId59"/>
    <p:sldId id="260" r:id="rId60"/>
    <p:sldId id="261" r:id="rId61"/>
    <p:sldId id="262" r:id="rId62"/>
    <p:sldId id="263" r:id="rId63"/>
    <p:sldId id="264" r:id="rId64"/>
    <p:sldId id="265" r:id="rId65"/>
    <p:sldId id="266" r:id="rId66"/>
    <p:sldId id="267" r:id="rId67"/>
    <p:sldId id="268" r:id="rId68"/>
    <p:sldId id="269" r:id="rId69"/>
    <p:sldId id="270" r:id="rId70"/>
    <p:sldId id="271" r:id="rId71"/>
    <p:sldId id="272" r:id="rId72"/>
    <p:sldId id="273" r:id="rId73"/>
    <p:sldId id="274" r:id="rId74"/>
    <p:sldId id="566" r:id="rId75"/>
    <p:sldId id="567" r:id="rId76"/>
    <p:sldId id="568" r:id="rId77"/>
    <p:sldId id="569" r:id="rId78"/>
    <p:sldId id="570" r:id="rId79"/>
    <p:sldId id="571" r:id="rId80"/>
    <p:sldId id="572" r:id="rId81"/>
    <p:sldId id="574" r:id="rId82"/>
    <p:sldId id="573" r:id="rId83"/>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F6D3D0-3E30-4D08-B370-B98BD3205326}" v="6" dt="2026-08-11T14:41:16.9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3027" autoAdjust="0"/>
  </p:normalViewPr>
  <p:slideViewPr>
    <p:cSldViewPr snapToGrid="0">
      <p:cViewPr varScale="1">
        <p:scale>
          <a:sx n="43" d="100"/>
          <a:sy n="43" d="100"/>
        </p:scale>
        <p:origin x="134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5/10/relationships/revisionInfo" Target="revisionInfo.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custSel addSld delSld modSld sldOrd">
      <pc:chgData name="Berg, Dirk van den" userId="035ecb32-01d9-4b47-a105-eacf059a4647" providerId="ADAL" clId="{F7FF961E-CF96-44AC-93C2-93612F62D46D}" dt="2026-08-11T17:23:46.343" v="1109" actId="22"/>
      <pc:docMkLst>
        <pc:docMk/>
      </pc:docMkLst>
      <pc:sldChg chg="modSp">
        <pc:chgData name="Berg, Dirk van den" userId="035ecb32-01d9-4b47-a105-eacf059a4647" providerId="ADAL" clId="{F7FF961E-CF96-44AC-93C2-93612F62D46D}" dt="2026-07-29T12:06:09.023" v="0"/>
        <pc:sldMkLst>
          <pc:docMk/>
          <pc:sldMk cId="630968943" sldId="265"/>
        </pc:sldMkLst>
        <pc:spChg chg="mod">
          <ac:chgData name="Berg, Dirk van den" userId="035ecb32-01d9-4b47-a105-eacf059a4647" providerId="ADAL" clId="{F7FF961E-CF96-44AC-93C2-93612F62D46D}" dt="2026-07-29T12:06:09.023" v="0"/>
          <ac:spMkLst>
            <pc:docMk/>
            <pc:sldMk cId="630968943" sldId="265"/>
            <ac:spMk id="3" creationId="{EE87D350-446B-CD16-FA7D-DC3DD94D220A}"/>
          </ac:spMkLst>
        </pc:spChg>
      </pc:sldChg>
      <pc:sldChg chg="modSp">
        <pc:chgData name="Berg, Dirk van den" userId="035ecb32-01d9-4b47-a105-eacf059a4647" providerId="ADAL" clId="{F7FF961E-CF96-44AC-93C2-93612F62D46D}" dt="2026-07-29T12:35:16.537" v="1"/>
        <pc:sldMkLst>
          <pc:docMk/>
          <pc:sldMk cId="981835093" sldId="266"/>
        </pc:sldMkLst>
        <pc:spChg chg="mod">
          <ac:chgData name="Berg, Dirk van den" userId="035ecb32-01d9-4b47-a105-eacf059a4647" providerId="ADAL" clId="{F7FF961E-CF96-44AC-93C2-93612F62D46D}" dt="2026-07-29T12:35:16.537" v="1"/>
          <ac:spMkLst>
            <pc:docMk/>
            <pc:sldMk cId="981835093" sldId="266"/>
            <ac:spMk id="3" creationId="{7992D8F2-1171-B7DD-D9A1-8893B5EDBFAD}"/>
          </ac:spMkLst>
        </pc:spChg>
      </pc:sldChg>
      <pc:sldChg chg="modSp">
        <pc:chgData name="Berg, Dirk van den" userId="035ecb32-01d9-4b47-a105-eacf059a4647" providerId="ADAL" clId="{F7FF961E-CF96-44AC-93C2-93612F62D46D}" dt="2026-07-29T13:14:19.620" v="2"/>
        <pc:sldMkLst>
          <pc:docMk/>
          <pc:sldMk cId="670200406" sldId="267"/>
        </pc:sldMkLst>
        <pc:spChg chg="mod">
          <ac:chgData name="Berg, Dirk van den" userId="035ecb32-01d9-4b47-a105-eacf059a4647" providerId="ADAL" clId="{F7FF961E-CF96-44AC-93C2-93612F62D46D}" dt="2026-07-29T13:14:19.620" v="2"/>
          <ac:spMkLst>
            <pc:docMk/>
            <pc:sldMk cId="670200406" sldId="267"/>
            <ac:spMk id="3" creationId="{4EFE139C-F82D-B3A7-3BEF-2CA8354D35DD}"/>
          </ac:spMkLst>
        </pc:spChg>
      </pc:sldChg>
      <pc:sldChg chg="modSp">
        <pc:chgData name="Berg, Dirk van den" userId="035ecb32-01d9-4b47-a105-eacf059a4647" providerId="ADAL" clId="{F7FF961E-CF96-44AC-93C2-93612F62D46D}" dt="2026-07-29T14:55:25.156" v="4"/>
        <pc:sldMkLst>
          <pc:docMk/>
          <pc:sldMk cId="809807024" sldId="269"/>
        </pc:sldMkLst>
        <pc:spChg chg="mod">
          <ac:chgData name="Berg, Dirk van den" userId="035ecb32-01d9-4b47-a105-eacf059a4647" providerId="ADAL" clId="{F7FF961E-CF96-44AC-93C2-93612F62D46D}" dt="2026-07-29T14:55:25.156" v="4"/>
          <ac:spMkLst>
            <pc:docMk/>
            <pc:sldMk cId="809807024" sldId="269"/>
            <ac:spMk id="3" creationId="{68E34EB6-6683-20DA-EBA4-83721B0E5C38}"/>
          </ac:spMkLst>
        </pc:spChg>
      </pc:sldChg>
      <pc:sldChg chg="modSp">
        <pc:chgData name="Berg, Dirk van den" userId="035ecb32-01d9-4b47-a105-eacf059a4647" providerId="ADAL" clId="{F7FF961E-CF96-44AC-93C2-93612F62D46D}" dt="2026-07-29T14:59:51.890" v="5"/>
        <pc:sldMkLst>
          <pc:docMk/>
          <pc:sldMk cId="1082214257" sldId="270"/>
        </pc:sldMkLst>
        <pc:spChg chg="mod">
          <ac:chgData name="Berg, Dirk van den" userId="035ecb32-01d9-4b47-a105-eacf059a4647" providerId="ADAL" clId="{F7FF961E-CF96-44AC-93C2-93612F62D46D}" dt="2026-07-29T14:59:51.890" v="5"/>
          <ac:spMkLst>
            <pc:docMk/>
            <pc:sldMk cId="1082214257" sldId="270"/>
            <ac:spMk id="3" creationId="{ED33760B-DF7B-5F12-0402-7ECE9903129D}"/>
          </ac:spMkLst>
        </pc:spChg>
      </pc:sldChg>
      <pc:sldChg chg="modSp">
        <pc:chgData name="Berg, Dirk van den" userId="035ecb32-01d9-4b47-a105-eacf059a4647" providerId="ADAL" clId="{F7FF961E-CF96-44AC-93C2-93612F62D46D}" dt="2026-07-29T15:09:11.052" v="7"/>
        <pc:sldMkLst>
          <pc:docMk/>
          <pc:sldMk cId="688605393" sldId="271"/>
        </pc:sldMkLst>
        <pc:spChg chg="mod">
          <ac:chgData name="Berg, Dirk van den" userId="035ecb32-01d9-4b47-a105-eacf059a4647" providerId="ADAL" clId="{F7FF961E-CF96-44AC-93C2-93612F62D46D}" dt="2026-07-29T15:09:11.052" v="7"/>
          <ac:spMkLst>
            <pc:docMk/>
            <pc:sldMk cId="688605393" sldId="271"/>
            <ac:spMk id="3" creationId="{E8386F51-5293-9698-B2F9-86A2E5DDE70A}"/>
          </ac:spMkLst>
        </pc:spChg>
      </pc:sldChg>
      <pc:sldChg chg="modSp">
        <pc:chgData name="Berg, Dirk van den" userId="035ecb32-01d9-4b47-a105-eacf059a4647" providerId="ADAL" clId="{F7FF961E-CF96-44AC-93C2-93612F62D46D}" dt="2026-07-30T10:54:15.175" v="8"/>
        <pc:sldMkLst>
          <pc:docMk/>
          <pc:sldMk cId="2036510506" sldId="273"/>
        </pc:sldMkLst>
        <pc:spChg chg="mod">
          <ac:chgData name="Berg, Dirk van den" userId="035ecb32-01d9-4b47-a105-eacf059a4647" providerId="ADAL" clId="{F7FF961E-CF96-44AC-93C2-93612F62D46D}" dt="2026-07-30T10:54:15.175" v="8"/>
          <ac:spMkLst>
            <pc:docMk/>
            <pc:sldMk cId="2036510506" sldId="273"/>
            <ac:spMk id="3" creationId="{6BC3FFC5-51BE-3097-D75B-112F83C53331}"/>
          </ac:spMkLst>
        </pc:spChg>
      </pc:sldChg>
      <pc:sldChg chg="modSp">
        <pc:chgData name="Berg, Dirk van den" userId="035ecb32-01d9-4b47-a105-eacf059a4647" providerId="ADAL" clId="{F7FF961E-CF96-44AC-93C2-93612F62D46D}" dt="2026-07-30T11:22:45.397" v="9"/>
        <pc:sldMkLst>
          <pc:docMk/>
          <pc:sldMk cId="2165288742" sldId="274"/>
        </pc:sldMkLst>
        <pc:spChg chg="mod">
          <ac:chgData name="Berg, Dirk van den" userId="035ecb32-01d9-4b47-a105-eacf059a4647" providerId="ADAL" clId="{F7FF961E-CF96-44AC-93C2-93612F62D46D}" dt="2026-07-30T11:22:45.397" v="9"/>
          <ac:spMkLst>
            <pc:docMk/>
            <pc:sldMk cId="2165288742" sldId="274"/>
            <ac:spMk id="3" creationId="{34FF8021-6AA6-0C34-31C2-F4129CE9D3D5}"/>
          </ac:spMkLst>
        </pc:spChg>
      </pc:sldChg>
      <pc:sldChg chg="addSp delSp modSp ord">
        <pc:chgData name="Berg, Dirk van den" userId="035ecb32-01d9-4b47-a105-eacf059a4647" providerId="ADAL" clId="{F7FF961E-CF96-44AC-93C2-93612F62D46D}" dt="2026-07-30T15:18:34.985" v="15"/>
        <pc:sldMkLst>
          <pc:docMk/>
          <pc:sldMk cId="1468008728" sldId="275"/>
        </pc:sldMkLst>
        <pc:picChg chg="add mod">
          <ac:chgData name="Berg, Dirk van den" userId="035ecb32-01d9-4b47-a105-eacf059a4647" providerId="ADAL" clId="{F7FF961E-CF96-44AC-93C2-93612F62D46D}" dt="2026-07-30T15:18:17.317" v="14"/>
          <ac:picMkLst>
            <pc:docMk/>
            <pc:sldMk cId="1468008728" sldId="275"/>
            <ac:picMk id="5" creationId="{30C5708D-7660-CCA4-1662-5CC59449842A}"/>
          </ac:picMkLst>
        </pc:picChg>
      </pc:sldChg>
      <pc:sldChg chg="modSp">
        <pc:chgData name="Berg, Dirk van den" userId="035ecb32-01d9-4b47-a105-eacf059a4647" providerId="ADAL" clId="{F7FF961E-CF96-44AC-93C2-93612F62D46D}" dt="2026-07-30T13:44:14.226" v="10"/>
        <pc:sldMkLst>
          <pc:docMk/>
          <pc:sldMk cId="2197334812" sldId="276"/>
        </pc:sldMkLst>
        <pc:spChg chg="mod">
          <ac:chgData name="Berg, Dirk van den" userId="035ecb32-01d9-4b47-a105-eacf059a4647" providerId="ADAL" clId="{F7FF961E-CF96-44AC-93C2-93612F62D46D}" dt="2026-07-30T13:44:14.226" v="10"/>
          <ac:spMkLst>
            <pc:docMk/>
            <pc:sldMk cId="2197334812" sldId="276"/>
            <ac:spMk id="3" creationId="{F2D26FA0-9F88-16A7-3006-2C2BCF4B93E3}"/>
          </ac:spMkLst>
        </pc:spChg>
      </pc:sldChg>
      <pc:sldChg chg="modSp">
        <pc:chgData name="Berg, Dirk van den" userId="035ecb32-01d9-4b47-a105-eacf059a4647" providerId="ADAL" clId="{F7FF961E-CF96-44AC-93C2-93612F62D46D}" dt="2026-07-30T14:04:00.325" v="11"/>
        <pc:sldMkLst>
          <pc:docMk/>
          <pc:sldMk cId="1327739162" sldId="278"/>
        </pc:sldMkLst>
        <pc:spChg chg="mod">
          <ac:chgData name="Berg, Dirk van den" userId="035ecb32-01d9-4b47-a105-eacf059a4647" providerId="ADAL" clId="{F7FF961E-CF96-44AC-93C2-93612F62D46D}" dt="2026-07-30T14:04:00.325" v="11"/>
          <ac:spMkLst>
            <pc:docMk/>
            <pc:sldMk cId="1327739162" sldId="278"/>
            <ac:spMk id="3" creationId="{E5DC769E-4D0F-F053-211C-0532FAF46725}"/>
          </ac:spMkLst>
        </pc:spChg>
      </pc:sldChg>
      <pc:sldChg chg="addSp delSp modSp ord">
        <pc:chgData name="Berg, Dirk van den" userId="035ecb32-01d9-4b47-a105-eacf059a4647" providerId="ADAL" clId="{F7FF961E-CF96-44AC-93C2-93612F62D46D}" dt="2026-07-31T08:53:58.376" v="49"/>
        <pc:sldMkLst>
          <pc:docMk/>
          <pc:sldMk cId="3422192941" sldId="279"/>
        </pc:sldMkLst>
        <pc:picChg chg="add mod">
          <ac:chgData name="Berg, Dirk van den" userId="035ecb32-01d9-4b47-a105-eacf059a4647" providerId="ADAL" clId="{F7FF961E-CF96-44AC-93C2-93612F62D46D}" dt="2026-07-30T19:41:30.696" v="23"/>
          <ac:picMkLst>
            <pc:docMk/>
            <pc:sldMk cId="3422192941" sldId="279"/>
            <ac:picMk id="5" creationId="{D75BF4D1-55F8-2E2B-791F-E8CB29E13AA5}"/>
          </ac:picMkLst>
        </pc:picChg>
      </pc:sldChg>
      <pc:sldChg chg="modSp">
        <pc:chgData name="Berg, Dirk van den" userId="035ecb32-01d9-4b47-a105-eacf059a4647" providerId="ADAL" clId="{F7FF961E-CF96-44AC-93C2-93612F62D46D}" dt="2026-07-30T16:07:31.586" v="19"/>
        <pc:sldMkLst>
          <pc:docMk/>
          <pc:sldMk cId="2077445643" sldId="280"/>
        </pc:sldMkLst>
        <pc:spChg chg="mod">
          <ac:chgData name="Berg, Dirk van den" userId="035ecb32-01d9-4b47-a105-eacf059a4647" providerId="ADAL" clId="{F7FF961E-CF96-44AC-93C2-93612F62D46D}" dt="2026-07-30T16:07:31.586" v="19"/>
          <ac:spMkLst>
            <pc:docMk/>
            <pc:sldMk cId="2077445643" sldId="280"/>
            <ac:spMk id="3" creationId="{2DCD98FC-A41F-89A6-1232-FFA859A88228}"/>
          </ac:spMkLst>
        </pc:spChg>
      </pc:sldChg>
      <pc:sldChg chg="addSp delSp modSp ord">
        <pc:chgData name="Berg, Dirk van den" userId="035ecb32-01d9-4b47-a105-eacf059a4647" providerId="ADAL" clId="{F7FF961E-CF96-44AC-93C2-93612F62D46D}" dt="2026-07-31T08:12:03.242" v="41"/>
        <pc:sldMkLst>
          <pc:docMk/>
          <pc:sldMk cId="2197392431" sldId="281"/>
        </pc:sldMkLst>
        <pc:picChg chg="add mod">
          <ac:chgData name="Berg, Dirk van den" userId="035ecb32-01d9-4b47-a105-eacf059a4647" providerId="ADAL" clId="{F7FF961E-CF96-44AC-93C2-93612F62D46D}" dt="2026-07-30T15:18:01.609" v="12"/>
          <ac:picMkLst>
            <pc:docMk/>
            <pc:sldMk cId="2197392431" sldId="281"/>
            <ac:picMk id="5" creationId="{6BAF6DC4-809A-2F73-B483-DE119E1CFD30}"/>
          </ac:picMkLst>
        </pc:picChg>
      </pc:sldChg>
      <pc:sldChg chg="modSp">
        <pc:chgData name="Berg, Dirk van den" userId="035ecb32-01d9-4b47-a105-eacf059a4647" providerId="ADAL" clId="{F7FF961E-CF96-44AC-93C2-93612F62D46D}" dt="2026-07-30T18:40:35.204" v="20"/>
        <pc:sldMkLst>
          <pc:docMk/>
          <pc:sldMk cId="4140964632" sldId="285"/>
        </pc:sldMkLst>
        <pc:spChg chg="mod">
          <ac:chgData name="Berg, Dirk van den" userId="035ecb32-01d9-4b47-a105-eacf059a4647" providerId="ADAL" clId="{F7FF961E-CF96-44AC-93C2-93612F62D46D}" dt="2026-07-30T18:40:35.204" v="20"/>
          <ac:spMkLst>
            <pc:docMk/>
            <pc:sldMk cId="4140964632" sldId="285"/>
            <ac:spMk id="3" creationId="{BDF237D0-2BD1-D92D-98C2-DB14E834130E}"/>
          </ac:spMkLst>
        </pc:spChg>
      </pc:sldChg>
      <pc:sldChg chg="modSp">
        <pc:chgData name="Berg, Dirk van den" userId="035ecb32-01d9-4b47-a105-eacf059a4647" providerId="ADAL" clId="{F7FF961E-CF96-44AC-93C2-93612F62D46D}" dt="2026-07-30T19:01:50.001" v="21"/>
        <pc:sldMkLst>
          <pc:docMk/>
          <pc:sldMk cId="2983746005" sldId="286"/>
        </pc:sldMkLst>
        <pc:spChg chg="mod">
          <ac:chgData name="Berg, Dirk van den" userId="035ecb32-01d9-4b47-a105-eacf059a4647" providerId="ADAL" clId="{F7FF961E-CF96-44AC-93C2-93612F62D46D}" dt="2026-07-30T19:01:50.001" v="21"/>
          <ac:spMkLst>
            <pc:docMk/>
            <pc:sldMk cId="2983746005" sldId="286"/>
            <ac:spMk id="3" creationId="{4F04E4C6-EEFE-281F-1095-06A85F2ACEC3}"/>
          </ac:spMkLst>
        </pc:spChg>
      </pc:sldChg>
      <pc:sldChg chg="modSp">
        <pc:chgData name="Berg, Dirk van den" userId="035ecb32-01d9-4b47-a105-eacf059a4647" providerId="ADAL" clId="{F7FF961E-CF96-44AC-93C2-93612F62D46D}" dt="2026-07-30T19:20:10.016" v="22"/>
        <pc:sldMkLst>
          <pc:docMk/>
          <pc:sldMk cId="3424073878" sldId="288"/>
        </pc:sldMkLst>
        <pc:spChg chg="mod">
          <ac:chgData name="Berg, Dirk van den" userId="035ecb32-01d9-4b47-a105-eacf059a4647" providerId="ADAL" clId="{F7FF961E-CF96-44AC-93C2-93612F62D46D}" dt="2026-07-30T19:20:10.016" v="22"/>
          <ac:spMkLst>
            <pc:docMk/>
            <pc:sldMk cId="3424073878" sldId="288"/>
            <ac:spMk id="2" creationId="{1CDCD23C-3219-F8EF-875D-A9EBE2F9B7B4}"/>
          </ac:spMkLst>
        </pc:spChg>
      </pc:sldChg>
      <pc:sldChg chg="addSp delSp modSp">
        <pc:chgData name="Berg, Dirk van den" userId="035ecb32-01d9-4b47-a105-eacf059a4647" providerId="ADAL" clId="{F7FF961E-CF96-44AC-93C2-93612F62D46D}" dt="2026-07-30T19:41:40.705" v="25"/>
        <pc:sldMkLst>
          <pc:docMk/>
          <pc:sldMk cId="2106713369" sldId="289"/>
        </pc:sldMkLst>
        <pc:picChg chg="add mod">
          <ac:chgData name="Berg, Dirk van den" userId="035ecb32-01d9-4b47-a105-eacf059a4647" providerId="ADAL" clId="{F7FF961E-CF96-44AC-93C2-93612F62D46D}" dt="2026-07-30T19:41:37.288" v="24"/>
          <ac:picMkLst>
            <pc:docMk/>
            <pc:sldMk cId="2106713369" sldId="289"/>
            <ac:picMk id="5" creationId="{5F147E5F-38FE-C2F0-C8E6-5783FFF9EBE4}"/>
          </ac:picMkLst>
        </pc:picChg>
      </pc:sldChg>
      <pc:sldChg chg="addSp delSp modSp">
        <pc:chgData name="Berg, Dirk van den" userId="035ecb32-01d9-4b47-a105-eacf059a4647" providerId="ADAL" clId="{F7FF961E-CF96-44AC-93C2-93612F62D46D}" dt="2026-07-30T19:41:52.152" v="26"/>
        <pc:sldMkLst>
          <pc:docMk/>
          <pc:sldMk cId="753687188" sldId="291"/>
        </pc:sldMkLst>
        <pc:picChg chg="add mod">
          <ac:chgData name="Berg, Dirk van den" userId="035ecb32-01d9-4b47-a105-eacf059a4647" providerId="ADAL" clId="{F7FF961E-CF96-44AC-93C2-93612F62D46D}" dt="2026-07-30T19:41:52.152" v="26"/>
          <ac:picMkLst>
            <pc:docMk/>
            <pc:sldMk cId="753687188" sldId="291"/>
            <ac:picMk id="5" creationId="{8B32CD7A-4E7F-E760-6A82-0875B5190C6D}"/>
          </ac:picMkLst>
        </pc:picChg>
      </pc:sldChg>
      <pc:sldChg chg="addSp delSp modSp">
        <pc:chgData name="Berg, Dirk van den" userId="035ecb32-01d9-4b47-a105-eacf059a4647" providerId="ADAL" clId="{F7FF961E-CF96-44AC-93C2-93612F62D46D}" dt="2026-07-30T20:09:04.036" v="32" actId="767"/>
        <pc:sldMkLst>
          <pc:docMk/>
          <pc:sldMk cId="1861608803" sldId="292"/>
        </pc:sldMkLst>
        <pc:spChg chg="add mod">
          <ac:chgData name="Berg, Dirk van den" userId="035ecb32-01d9-4b47-a105-eacf059a4647" providerId="ADAL" clId="{F7FF961E-CF96-44AC-93C2-93612F62D46D}" dt="2026-07-30T20:09:04.036" v="32" actId="767"/>
          <ac:spMkLst>
            <pc:docMk/>
            <pc:sldMk cId="1861608803" sldId="292"/>
            <ac:spMk id="6" creationId="{93807A34-1117-7617-CF28-FBE25DC58044}"/>
          </ac:spMkLst>
        </pc:spChg>
        <pc:picChg chg="add mod">
          <ac:chgData name="Berg, Dirk van den" userId="035ecb32-01d9-4b47-a105-eacf059a4647" providerId="ADAL" clId="{F7FF961E-CF96-44AC-93C2-93612F62D46D}" dt="2026-07-30T19:42:02.497" v="27"/>
          <ac:picMkLst>
            <pc:docMk/>
            <pc:sldMk cId="1861608803" sldId="292"/>
            <ac:picMk id="5" creationId="{33883F97-20A7-995F-3111-355AD9AB0328}"/>
          </ac:picMkLst>
        </pc:picChg>
      </pc:sldChg>
      <pc:sldChg chg="addSp delSp modSp">
        <pc:chgData name="Berg, Dirk van den" userId="035ecb32-01d9-4b47-a105-eacf059a4647" providerId="ADAL" clId="{F7FF961E-CF96-44AC-93C2-93612F62D46D}" dt="2026-07-30T19:42:11.458" v="28"/>
        <pc:sldMkLst>
          <pc:docMk/>
          <pc:sldMk cId="2293827363" sldId="293"/>
        </pc:sldMkLst>
        <pc:picChg chg="add mod">
          <ac:chgData name="Berg, Dirk van den" userId="035ecb32-01d9-4b47-a105-eacf059a4647" providerId="ADAL" clId="{F7FF961E-CF96-44AC-93C2-93612F62D46D}" dt="2026-07-30T19:42:11.458" v="28"/>
          <ac:picMkLst>
            <pc:docMk/>
            <pc:sldMk cId="2293827363" sldId="293"/>
            <ac:picMk id="5" creationId="{961A6973-FD5B-A96F-EF51-F8230C28964E}"/>
          </ac:picMkLst>
        </pc:picChg>
      </pc:sldChg>
      <pc:sldChg chg="addSp delSp modSp">
        <pc:chgData name="Berg, Dirk van den" userId="035ecb32-01d9-4b47-a105-eacf059a4647" providerId="ADAL" clId="{F7FF961E-CF96-44AC-93C2-93612F62D46D}" dt="2026-07-30T19:42:22.518" v="29"/>
        <pc:sldMkLst>
          <pc:docMk/>
          <pc:sldMk cId="1243758086" sldId="294"/>
        </pc:sldMkLst>
        <pc:picChg chg="add mod">
          <ac:chgData name="Berg, Dirk van den" userId="035ecb32-01d9-4b47-a105-eacf059a4647" providerId="ADAL" clId="{F7FF961E-CF96-44AC-93C2-93612F62D46D}" dt="2026-07-30T19:42:22.518" v="29"/>
          <ac:picMkLst>
            <pc:docMk/>
            <pc:sldMk cId="1243758086" sldId="294"/>
            <ac:picMk id="5" creationId="{4EF8934C-F2B9-71C9-72B0-F07AE8DD866C}"/>
          </ac:picMkLst>
        </pc:picChg>
      </pc:sldChg>
      <pc:sldChg chg="addSp delSp modSp">
        <pc:chgData name="Berg, Dirk van den" userId="035ecb32-01d9-4b47-a105-eacf059a4647" providerId="ADAL" clId="{F7FF961E-CF96-44AC-93C2-93612F62D46D}" dt="2026-07-30T19:42:42.206" v="30"/>
        <pc:sldMkLst>
          <pc:docMk/>
          <pc:sldMk cId="335115196" sldId="295"/>
        </pc:sldMkLst>
        <pc:picChg chg="add mod">
          <ac:chgData name="Berg, Dirk van den" userId="035ecb32-01d9-4b47-a105-eacf059a4647" providerId="ADAL" clId="{F7FF961E-CF96-44AC-93C2-93612F62D46D}" dt="2026-07-30T19:42:42.206" v="30"/>
          <ac:picMkLst>
            <pc:docMk/>
            <pc:sldMk cId="335115196" sldId="295"/>
            <ac:picMk id="5" creationId="{1592B49D-CD94-C5B8-58DF-CCD037D1A7C7}"/>
          </ac:picMkLst>
        </pc:picChg>
      </pc:sldChg>
      <pc:sldChg chg="addSp delSp modSp ord">
        <pc:chgData name="Berg, Dirk van den" userId="035ecb32-01d9-4b47-a105-eacf059a4647" providerId="ADAL" clId="{F7FF961E-CF96-44AC-93C2-93612F62D46D}" dt="2026-07-31T08:52:39.767" v="48"/>
        <pc:sldMkLst>
          <pc:docMk/>
          <pc:sldMk cId="2435620670" sldId="299"/>
        </pc:sldMkLst>
        <pc:picChg chg="add mod">
          <ac:chgData name="Berg, Dirk van den" userId="035ecb32-01d9-4b47-a105-eacf059a4647" providerId="ADAL" clId="{F7FF961E-CF96-44AC-93C2-93612F62D46D}" dt="2026-07-30T21:52:12.619" v="35"/>
          <ac:picMkLst>
            <pc:docMk/>
            <pc:sldMk cId="2435620670" sldId="299"/>
            <ac:picMk id="7" creationId="{1BC02548-60E1-63BF-D99B-DA7DBE9F2147}"/>
          </ac:picMkLst>
        </pc:picChg>
      </pc:sldChg>
      <pc:sldChg chg="addSp delSp modSp">
        <pc:chgData name="Berg, Dirk van den" userId="035ecb32-01d9-4b47-a105-eacf059a4647" providerId="ADAL" clId="{F7FF961E-CF96-44AC-93C2-93612F62D46D}" dt="2026-07-30T21:52:43.931" v="37"/>
        <pc:sldMkLst>
          <pc:docMk/>
          <pc:sldMk cId="2581224005" sldId="301"/>
        </pc:sldMkLst>
        <pc:picChg chg="add mod">
          <ac:chgData name="Berg, Dirk van den" userId="035ecb32-01d9-4b47-a105-eacf059a4647" providerId="ADAL" clId="{F7FF961E-CF96-44AC-93C2-93612F62D46D}" dt="2026-07-30T21:52:43.931" v="37"/>
          <ac:picMkLst>
            <pc:docMk/>
            <pc:sldMk cId="2581224005" sldId="301"/>
            <ac:picMk id="5" creationId="{610AE18B-CC14-36BE-FA53-CDB8469F5A47}"/>
          </ac:picMkLst>
        </pc:picChg>
      </pc:sldChg>
      <pc:sldChg chg="addSp delSp modSp">
        <pc:chgData name="Berg, Dirk van den" userId="035ecb32-01d9-4b47-a105-eacf059a4647" providerId="ADAL" clId="{F7FF961E-CF96-44AC-93C2-93612F62D46D}" dt="2026-07-30T21:52:32.943" v="36"/>
        <pc:sldMkLst>
          <pc:docMk/>
          <pc:sldMk cId="3077187018" sldId="302"/>
        </pc:sldMkLst>
        <pc:picChg chg="add mod">
          <ac:chgData name="Berg, Dirk van den" userId="035ecb32-01d9-4b47-a105-eacf059a4647" providerId="ADAL" clId="{F7FF961E-CF96-44AC-93C2-93612F62D46D}" dt="2026-07-30T21:52:32.943" v="36"/>
          <ac:picMkLst>
            <pc:docMk/>
            <pc:sldMk cId="3077187018" sldId="302"/>
            <ac:picMk id="5" creationId="{5CBD6E99-BC3D-2B5D-593E-F507C868765B}"/>
          </ac:picMkLst>
        </pc:picChg>
      </pc:sldChg>
      <pc:sldChg chg="addSp delSp modSp">
        <pc:chgData name="Berg, Dirk van den" userId="035ecb32-01d9-4b47-a105-eacf059a4647" providerId="ADAL" clId="{F7FF961E-CF96-44AC-93C2-93612F62D46D}" dt="2026-07-30T21:53:46.146" v="39"/>
        <pc:sldMkLst>
          <pc:docMk/>
          <pc:sldMk cId="4026275539" sldId="303"/>
        </pc:sldMkLst>
        <pc:picChg chg="add mod">
          <ac:chgData name="Berg, Dirk van den" userId="035ecb32-01d9-4b47-a105-eacf059a4647" providerId="ADAL" clId="{F7FF961E-CF96-44AC-93C2-93612F62D46D}" dt="2026-07-30T21:53:46.146" v="39"/>
          <ac:picMkLst>
            <pc:docMk/>
            <pc:sldMk cId="4026275539" sldId="303"/>
            <ac:picMk id="5" creationId="{EC96D2A2-2400-269E-3943-7F1F0197DC4C}"/>
          </ac:picMkLst>
        </pc:picChg>
      </pc:sldChg>
      <pc:sldChg chg="addSp delSp modSp ord">
        <pc:chgData name="Berg, Dirk van den" userId="035ecb32-01d9-4b47-a105-eacf059a4647" providerId="ADAL" clId="{F7FF961E-CF96-44AC-93C2-93612F62D46D}" dt="2026-07-30T21:55:22.892" v="40"/>
        <pc:sldMkLst>
          <pc:docMk/>
          <pc:sldMk cId="2121685162" sldId="304"/>
        </pc:sldMkLst>
        <pc:picChg chg="add mod">
          <ac:chgData name="Berg, Dirk van den" userId="035ecb32-01d9-4b47-a105-eacf059a4647" providerId="ADAL" clId="{F7FF961E-CF96-44AC-93C2-93612F62D46D}" dt="2026-07-30T21:53:34.656" v="38"/>
          <ac:picMkLst>
            <pc:docMk/>
            <pc:sldMk cId="2121685162" sldId="304"/>
            <ac:picMk id="5" creationId="{F53B3CF9-0132-152B-5C37-179A5F037829}"/>
          </ac:picMkLst>
        </pc:picChg>
      </pc:sldChg>
      <pc:sldChg chg="add">
        <pc:chgData name="Berg, Dirk van den" userId="035ecb32-01d9-4b47-a105-eacf059a4647" providerId="ADAL" clId="{F7FF961E-CF96-44AC-93C2-93612F62D46D}" dt="2026-07-31T08:12:16.755" v="42"/>
        <pc:sldMkLst>
          <pc:docMk/>
          <pc:sldMk cId="795719205" sldId="307"/>
        </pc:sldMkLst>
      </pc:sldChg>
      <pc:sldChg chg="modSp">
        <pc:chgData name="Berg, Dirk van den" userId="035ecb32-01d9-4b47-a105-eacf059a4647" providerId="ADAL" clId="{F7FF961E-CF96-44AC-93C2-93612F62D46D}" dt="2026-07-31T20:14:20.929" v="54"/>
        <pc:sldMkLst>
          <pc:docMk/>
          <pc:sldMk cId="3335866919" sldId="308"/>
        </pc:sldMkLst>
        <pc:spChg chg="mod">
          <ac:chgData name="Berg, Dirk van den" userId="035ecb32-01d9-4b47-a105-eacf059a4647" providerId="ADAL" clId="{F7FF961E-CF96-44AC-93C2-93612F62D46D}" dt="2026-07-31T20:14:20.929" v="54"/>
          <ac:spMkLst>
            <pc:docMk/>
            <pc:sldMk cId="3335866919" sldId="308"/>
            <ac:spMk id="3" creationId="{8511EC6A-6A03-F75F-2162-2142B07728D0}"/>
          </ac:spMkLst>
        </pc:spChg>
      </pc:sldChg>
      <pc:sldChg chg="addSp modSp mod">
        <pc:chgData name="Berg, Dirk van den" userId="035ecb32-01d9-4b47-a105-eacf059a4647" providerId="ADAL" clId="{F7FF961E-CF96-44AC-93C2-93612F62D46D}" dt="2026-08-01T08:39:09.064" v="178" actId="1076"/>
        <pc:sldMkLst>
          <pc:docMk/>
          <pc:sldMk cId="533534726" sldId="309"/>
        </pc:sldMkLst>
        <pc:spChg chg="mod">
          <ac:chgData name="Berg, Dirk van den" userId="035ecb32-01d9-4b47-a105-eacf059a4647" providerId="ADAL" clId="{F7FF961E-CF96-44AC-93C2-93612F62D46D}" dt="2026-08-01T08:30:48.423" v="81" actId="20577"/>
          <ac:spMkLst>
            <pc:docMk/>
            <pc:sldMk cId="533534726" sldId="309"/>
            <ac:spMk id="2" creationId="{252F2C8A-F4DF-E94D-6790-1AA44BE161E6}"/>
          </ac:spMkLst>
        </pc:spChg>
        <pc:spChg chg="mod">
          <ac:chgData name="Berg, Dirk van den" userId="035ecb32-01d9-4b47-a105-eacf059a4647" providerId="ADAL" clId="{F7FF961E-CF96-44AC-93C2-93612F62D46D}" dt="2026-08-01T08:38:35.896" v="176" actId="20577"/>
          <ac:spMkLst>
            <pc:docMk/>
            <pc:sldMk cId="533534726" sldId="309"/>
            <ac:spMk id="3" creationId="{6DD3EFB6-2B66-8F3B-3419-73D50B2F1ABD}"/>
          </ac:spMkLst>
        </pc:spChg>
        <pc:spChg chg="add mod">
          <ac:chgData name="Berg, Dirk van den" userId="035ecb32-01d9-4b47-a105-eacf059a4647" providerId="ADAL" clId="{F7FF961E-CF96-44AC-93C2-93612F62D46D}" dt="2026-08-01T08:30:55.778" v="83" actId="1076"/>
          <ac:spMkLst>
            <pc:docMk/>
            <pc:sldMk cId="533534726" sldId="309"/>
            <ac:spMk id="5" creationId="{D0BAAE7B-9E9A-5F76-C2A7-EB54DB26B635}"/>
          </ac:spMkLst>
        </pc:spChg>
        <pc:spChg chg="add mod">
          <ac:chgData name="Berg, Dirk van den" userId="035ecb32-01d9-4b47-a105-eacf059a4647" providerId="ADAL" clId="{F7FF961E-CF96-44AC-93C2-93612F62D46D}" dt="2026-08-01T08:39:09.064" v="178" actId="1076"/>
          <ac:spMkLst>
            <pc:docMk/>
            <pc:sldMk cId="533534726" sldId="309"/>
            <ac:spMk id="9" creationId="{B5740BF6-9FDD-74D5-0F33-0CBC32D4F9B5}"/>
          </ac:spMkLst>
        </pc:spChg>
        <pc:picChg chg="add mod">
          <ac:chgData name="Berg, Dirk van den" userId="035ecb32-01d9-4b47-a105-eacf059a4647" providerId="ADAL" clId="{F7FF961E-CF96-44AC-93C2-93612F62D46D}" dt="2026-08-01T08:37:21.842" v="119" actId="1076"/>
          <ac:picMkLst>
            <pc:docMk/>
            <pc:sldMk cId="533534726" sldId="309"/>
            <ac:picMk id="7" creationId="{1D552DC0-81B0-F99C-0C9A-7D133AC077C6}"/>
          </ac:picMkLst>
        </pc:picChg>
      </pc:sldChg>
      <pc:sldChg chg="addSp delSp modSp">
        <pc:chgData name="Berg, Dirk van den" userId="035ecb32-01d9-4b47-a105-eacf059a4647" providerId="ADAL" clId="{F7FF961E-CF96-44AC-93C2-93612F62D46D}" dt="2026-07-31T08:46:28.565" v="43"/>
        <pc:sldMkLst>
          <pc:docMk/>
          <pc:sldMk cId="738569522" sldId="310"/>
        </pc:sldMkLst>
        <pc:picChg chg="add mod">
          <ac:chgData name="Berg, Dirk van den" userId="035ecb32-01d9-4b47-a105-eacf059a4647" providerId="ADAL" clId="{F7FF961E-CF96-44AC-93C2-93612F62D46D}" dt="2026-07-31T08:46:28.565" v="43"/>
          <ac:picMkLst>
            <pc:docMk/>
            <pc:sldMk cId="738569522" sldId="310"/>
            <ac:picMk id="5" creationId="{EEBF3691-CBF7-A844-CD8F-4C8401433689}"/>
          </ac:picMkLst>
        </pc:picChg>
      </pc:sldChg>
      <pc:sldChg chg="addSp delSp modSp">
        <pc:chgData name="Berg, Dirk van den" userId="035ecb32-01d9-4b47-a105-eacf059a4647" providerId="ADAL" clId="{F7FF961E-CF96-44AC-93C2-93612F62D46D}" dt="2026-07-31T08:46:35.537" v="44"/>
        <pc:sldMkLst>
          <pc:docMk/>
          <pc:sldMk cId="1820668581" sldId="311"/>
        </pc:sldMkLst>
        <pc:picChg chg="add mod">
          <ac:chgData name="Berg, Dirk van den" userId="035ecb32-01d9-4b47-a105-eacf059a4647" providerId="ADAL" clId="{F7FF961E-CF96-44AC-93C2-93612F62D46D}" dt="2026-07-31T08:46:35.537" v="44"/>
          <ac:picMkLst>
            <pc:docMk/>
            <pc:sldMk cId="1820668581" sldId="311"/>
            <ac:picMk id="5" creationId="{E6A653C7-3BD9-202F-1A2B-A763936E564F}"/>
          </ac:picMkLst>
        </pc:picChg>
      </pc:sldChg>
      <pc:sldChg chg="add">
        <pc:chgData name="Berg, Dirk van den" userId="035ecb32-01d9-4b47-a105-eacf059a4647" providerId="ADAL" clId="{F7FF961E-CF96-44AC-93C2-93612F62D46D}" dt="2026-07-31T08:51:15.392" v="46"/>
        <pc:sldMkLst>
          <pc:docMk/>
          <pc:sldMk cId="3906183548" sldId="314"/>
        </pc:sldMkLst>
      </pc:sldChg>
      <pc:sldChg chg="add">
        <pc:chgData name="Berg, Dirk van den" userId="035ecb32-01d9-4b47-a105-eacf059a4647" providerId="ADAL" clId="{F7FF961E-CF96-44AC-93C2-93612F62D46D}" dt="2026-07-31T08:51:37.787" v="47"/>
        <pc:sldMkLst>
          <pc:docMk/>
          <pc:sldMk cId="1189821286" sldId="548"/>
        </pc:sldMkLst>
      </pc:sldChg>
      <pc:sldChg chg="add">
        <pc:chgData name="Berg, Dirk van den" userId="035ecb32-01d9-4b47-a105-eacf059a4647" providerId="ADAL" clId="{F7FF961E-CF96-44AC-93C2-93612F62D46D}" dt="2026-07-31T08:51:37.787" v="47"/>
        <pc:sldMkLst>
          <pc:docMk/>
          <pc:sldMk cId="3111693306" sldId="549"/>
        </pc:sldMkLst>
      </pc:sldChg>
      <pc:sldChg chg="addSp delSp modSp">
        <pc:chgData name="Berg, Dirk van den" userId="035ecb32-01d9-4b47-a105-eacf059a4647" providerId="ADAL" clId="{F7FF961E-CF96-44AC-93C2-93612F62D46D}" dt="2026-07-31T09:18:59.307" v="50"/>
        <pc:sldMkLst>
          <pc:docMk/>
          <pc:sldMk cId="902466747" sldId="551"/>
        </pc:sldMkLst>
        <pc:picChg chg="add mod">
          <ac:chgData name="Berg, Dirk van den" userId="035ecb32-01d9-4b47-a105-eacf059a4647" providerId="ADAL" clId="{F7FF961E-CF96-44AC-93C2-93612F62D46D}" dt="2026-07-31T09:18:59.307" v="50"/>
          <ac:picMkLst>
            <pc:docMk/>
            <pc:sldMk cId="902466747" sldId="551"/>
            <ac:picMk id="5" creationId="{E74D8D89-E3F1-A023-393D-14414CCE51E9}"/>
          </ac:picMkLst>
        </pc:picChg>
      </pc:sldChg>
      <pc:sldChg chg="modSp">
        <pc:chgData name="Berg, Dirk van den" userId="035ecb32-01d9-4b47-a105-eacf059a4647" providerId="ADAL" clId="{F7FF961E-CF96-44AC-93C2-93612F62D46D}" dt="2026-07-31T18:25:39.197" v="51"/>
        <pc:sldMkLst>
          <pc:docMk/>
          <pc:sldMk cId="3534747209" sldId="552"/>
        </pc:sldMkLst>
        <pc:spChg chg="mod">
          <ac:chgData name="Berg, Dirk van den" userId="035ecb32-01d9-4b47-a105-eacf059a4647" providerId="ADAL" clId="{F7FF961E-CF96-44AC-93C2-93612F62D46D}" dt="2026-07-31T18:25:39.197" v="51"/>
          <ac:spMkLst>
            <pc:docMk/>
            <pc:sldMk cId="3534747209" sldId="552"/>
            <ac:spMk id="3" creationId="{66C73B54-CF3A-6130-5063-0180052338C4}"/>
          </ac:spMkLst>
        </pc:spChg>
      </pc:sldChg>
      <pc:sldChg chg="modSp">
        <pc:chgData name="Berg, Dirk van den" userId="035ecb32-01d9-4b47-a105-eacf059a4647" providerId="ADAL" clId="{F7FF961E-CF96-44AC-93C2-93612F62D46D}" dt="2026-07-31T20:02:01.585" v="53"/>
        <pc:sldMkLst>
          <pc:docMk/>
          <pc:sldMk cId="3400111153" sldId="553"/>
        </pc:sldMkLst>
        <pc:spChg chg="mod">
          <ac:chgData name="Berg, Dirk van den" userId="035ecb32-01d9-4b47-a105-eacf059a4647" providerId="ADAL" clId="{F7FF961E-CF96-44AC-93C2-93612F62D46D}" dt="2026-07-31T20:02:01.585" v="53"/>
          <ac:spMkLst>
            <pc:docMk/>
            <pc:sldMk cId="3400111153" sldId="553"/>
            <ac:spMk id="3" creationId="{6AFAF963-F249-DED3-28F5-D107CD9BF401}"/>
          </ac:spMkLst>
        </pc:spChg>
      </pc:sldChg>
      <pc:sldChg chg="addSp modSp new mod">
        <pc:chgData name="Berg, Dirk van den" userId="035ecb32-01d9-4b47-a105-eacf059a4647" providerId="ADAL" clId="{F7FF961E-CF96-44AC-93C2-93612F62D46D}" dt="2026-08-01T09:33:31.673" v="187" actId="20577"/>
        <pc:sldMkLst>
          <pc:docMk/>
          <pc:sldMk cId="4129699177" sldId="554"/>
        </pc:sldMkLst>
        <pc:spChg chg="mod">
          <ac:chgData name="Berg, Dirk van den" userId="035ecb32-01d9-4b47-a105-eacf059a4647" providerId="ADAL" clId="{F7FF961E-CF96-44AC-93C2-93612F62D46D}" dt="2026-08-01T09:33:31.673" v="187" actId="20577"/>
          <ac:spMkLst>
            <pc:docMk/>
            <pc:sldMk cId="4129699177" sldId="554"/>
            <ac:spMk id="2" creationId="{7BAEA1D9-2090-B99E-FB0C-4239593AEC9E}"/>
          </ac:spMkLst>
        </pc:spChg>
        <pc:spChg chg="add">
          <ac:chgData name="Berg, Dirk van den" userId="035ecb32-01d9-4b47-a105-eacf059a4647" providerId="ADAL" clId="{F7FF961E-CF96-44AC-93C2-93612F62D46D}" dt="2026-08-01T09:33:19.226" v="180" actId="22"/>
          <ac:spMkLst>
            <pc:docMk/>
            <pc:sldMk cId="4129699177" sldId="554"/>
            <ac:spMk id="5" creationId="{C2EA264B-4441-9943-EE25-A29F87829C6D}"/>
          </ac:spMkLst>
        </pc:spChg>
        <pc:spChg chg="add mod">
          <ac:chgData name="Berg, Dirk van den" userId="035ecb32-01d9-4b47-a105-eacf059a4647" providerId="ADAL" clId="{F7FF961E-CF96-44AC-93C2-93612F62D46D}" dt="2026-08-01T09:33:26.902" v="182" actId="1076"/>
          <ac:spMkLst>
            <pc:docMk/>
            <pc:sldMk cId="4129699177" sldId="554"/>
            <ac:spMk id="7" creationId="{91C5069F-75B5-B65F-761D-74C6C67DCEB8}"/>
          </ac:spMkLst>
        </pc:spChg>
      </pc:sldChg>
      <pc:sldChg chg="addSp modSp new mod">
        <pc:chgData name="Berg, Dirk van den" userId="035ecb32-01d9-4b47-a105-eacf059a4647" providerId="ADAL" clId="{F7FF961E-CF96-44AC-93C2-93612F62D46D}" dt="2026-08-01T11:17:00.810" v="226" actId="20577"/>
        <pc:sldMkLst>
          <pc:docMk/>
          <pc:sldMk cId="2675450411" sldId="555"/>
        </pc:sldMkLst>
        <pc:spChg chg="mod">
          <ac:chgData name="Berg, Dirk van den" userId="035ecb32-01d9-4b47-a105-eacf059a4647" providerId="ADAL" clId="{F7FF961E-CF96-44AC-93C2-93612F62D46D}" dt="2026-08-01T11:17:00.810" v="226" actId="20577"/>
          <ac:spMkLst>
            <pc:docMk/>
            <pc:sldMk cId="2675450411" sldId="555"/>
            <ac:spMk id="2" creationId="{85FF3DFE-5588-4500-D6C6-40EDF916ACA0}"/>
          </ac:spMkLst>
        </pc:spChg>
        <pc:spChg chg="add">
          <ac:chgData name="Berg, Dirk van den" userId="035ecb32-01d9-4b47-a105-eacf059a4647" providerId="ADAL" clId="{F7FF961E-CF96-44AC-93C2-93612F62D46D}" dt="2026-08-01T11:16:53.531" v="189" actId="22"/>
          <ac:spMkLst>
            <pc:docMk/>
            <pc:sldMk cId="2675450411" sldId="555"/>
            <ac:spMk id="5" creationId="{3E48D001-0572-41DE-1D2F-25DE5A3727AD}"/>
          </ac:spMkLst>
        </pc:spChg>
      </pc:sldChg>
      <pc:sldChg chg="modSp new mod">
        <pc:chgData name="Berg, Dirk van den" userId="035ecb32-01d9-4b47-a105-eacf059a4647" providerId="ADAL" clId="{F7FF961E-CF96-44AC-93C2-93612F62D46D}" dt="2026-08-01T11:39:16.210" v="346" actId="20577"/>
        <pc:sldMkLst>
          <pc:docMk/>
          <pc:sldMk cId="1726804300" sldId="556"/>
        </pc:sldMkLst>
        <pc:spChg chg="mod">
          <ac:chgData name="Berg, Dirk van den" userId="035ecb32-01d9-4b47-a105-eacf059a4647" providerId="ADAL" clId="{F7FF961E-CF96-44AC-93C2-93612F62D46D}" dt="2026-08-01T11:39:16.210" v="346" actId="20577"/>
          <ac:spMkLst>
            <pc:docMk/>
            <pc:sldMk cId="1726804300" sldId="556"/>
            <ac:spMk id="2" creationId="{72E9ED2F-A990-570D-A9A3-2E5D7F90CAEF}"/>
          </ac:spMkLst>
        </pc:spChg>
        <pc:spChg chg="mod">
          <ac:chgData name="Berg, Dirk van den" userId="035ecb32-01d9-4b47-a105-eacf059a4647" providerId="ADAL" clId="{F7FF961E-CF96-44AC-93C2-93612F62D46D}" dt="2026-08-01T11:39:02.292" v="290"/>
          <ac:spMkLst>
            <pc:docMk/>
            <pc:sldMk cId="1726804300" sldId="556"/>
            <ac:spMk id="3" creationId="{76280624-24F5-1A10-1ED7-4477163DC656}"/>
          </ac:spMkLst>
        </pc:spChg>
      </pc:sldChg>
      <pc:sldChg chg="addSp modSp new mod">
        <pc:chgData name="Berg, Dirk van den" userId="035ecb32-01d9-4b47-a105-eacf059a4647" providerId="ADAL" clId="{F7FF961E-CF96-44AC-93C2-93612F62D46D}" dt="2026-08-01T12:28:37.075" v="411" actId="22"/>
        <pc:sldMkLst>
          <pc:docMk/>
          <pc:sldMk cId="2452889954" sldId="557"/>
        </pc:sldMkLst>
        <pc:spChg chg="mod">
          <ac:chgData name="Berg, Dirk van den" userId="035ecb32-01d9-4b47-a105-eacf059a4647" providerId="ADAL" clId="{F7FF961E-CF96-44AC-93C2-93612F62D46D}" dt="2026-08-01T12:28:34.861" v="410" actId="20577"/>
          <ac:spMkLst>
            <pc:docMk/>
            <pc:sldMk cId="2452889954" sldId="557"/>
            <ac:spMk id="2" creationId="{E46A9898-FC84-C5E3-966A-792E9C47593A}"/>
          </ac:spMkLst>
        </pc:spChg>
        <pc:spChg chg="add">
          <ac:chgData name="Berg, Dirk van den" userId="035ecb32-01d9-4b47-a105-eacf059a4647" providerId="ADAL" clId="{F7FF961E-CF96-44AC-93C2-93612F62D46D}" dt="2026-08-01T12:28:37.075" v="411" actId="22"/>
          <ac:spMkLst>
            <pc:docMk/>
            <pc:sldMk cId="2452889954" sldId="557"/>
            <ac:spMk id="5" creationId="{08B90772-6532-C819-4AE9-E4C4140A5D55}"/>
          </ac:spMkLst>
        </pc:spChg>
      </pc:sldChg>
      <pc:sldChg chg="new">
        <pc:chgData name="Berg, Dirk van den" userId="035ecb32-01d9-4b47-a105-eacf059a4647" providerId="ADAL" clId="{F7FF961E-CF96-44AC-93C2-93612F62D46D}" dt="2026-08-01T11:38:48.312" v="232" actId="680"/>
        <pc:sldMkLst>
          <pc:docMk/>
          <pc:sldMk cId="1281888492" sldId="558"/>
        </pc:sldMkLst>
      </pc:sldChg>
      <pc:sldChg chg="addSp delSp modSp new mod">
        <pc:chgData name="Berg, Dirk van den" userId="035ecb32-01d9-4b47-a105-eacf059a4647" providerId="ADAL" clId="{F7FF961E-CF96-44AC-93C2-93612F62D46D}" dt="2026-08-01T11:39:38.541" v="357" actId="1076"/>
        <pc:sldMkLst>
          <pc:docMk/>
          <pc:sldMk cId="1051945479" sldId="559"/>
        </pc:sldMkLst>
        <pc:picChg chg="add mod ord">
          <ac:chgData name="Berg, Dirk van den" userId="035ecb32-01d9-4b47-a105-eacf059a4647" providerId="ADAL" clId="{F7FF961E-CF96-44AC-93C2-93612F62D46D}" dt="2026-08-01T11:39:38.541" v="357" actId="1076"/>
          <ac:picMkLst>
            <pc:docMk/>
            <pc:sldMk cId="1051945479" sldId="559"/>
            <ac:picMk id="5" creationId="{5471EEF8-8DD1-38F6-0885-5FB65B85D57D}"/>
          </ac:picMkLst>
        </pc:picChg>
      </pc:sldChg>
      <pc:sldChg chg="addSp new mod">
        <pc:chgData name="Berg, Dirk van den" userId="035ecb32-01d9-4b47-a105-eacf059a4647" providerId="ADAL" clId="{F7FF961E-CF96-44AC-93C2-93612F62D46D}" dt="2026-08-01T12:34:23.969" v="413" actId="22"/>
        <pc:sldMkLst>
          <pc:docMk/>
          <pc:sldMk cId="4172713915" sldId="560"/>
        </pc:sldMkLst>
        <pc:spChg chg="add">
          <ac:chgData name="Berg, Dirk van den" userId="035ecb32-01d9-4b47-a105-eacf059a4647" providerId="ADAL" clId="{F7FF961E-CF96-44AC-93C2-93612F62D46D}" dt="2026-08-01T12:34:23.969" v="413" actId="22"/>
          <ac:spMkLst>
            <pc:docMk/>
            <pc:sldMk cId="4172713915" sldId="560"/>
            <ac:spMk id="5" creationId="{3D56BCC1-1B3C-E2F4-E163-F3AB00C782D1}"/>
          </ac:spMkLst>
        </pc:spChg>
      </pc:sldChg>
      <pc:sldChg chg="modSp new mod">
        <pc:chgData name="Berg, Dirk van den" userId="035ecb32-01d9-4b47-a105-eacf059a4647" providerId="ADAL" clId="{F7FF961E-CF96-44AC-93C2-93612F62D46D}" dt="2026-08-01T12:42:13.758" v="506" actId="20577"/>
        <pc:sldMkLst>
          <pc:docMk/>
          <pc:sldMk cId="834638398" sldId="561"/>
        </pc:sldMkLst>
        <pc:spChg chg="mod">
          <ac:chgData name="Berg, Dirk van den" userId="035ecb32-01d9-4b47-a105-eacf059a4647" providerId="ADAL" clId="{F7FF961E-CF96-44AC-93C2-93612F62D46D}" dt="2026-08-01T12:42:13.758" v="506" actId="20577"/>
          <ac:spMkLst>
            <pc:docMk/>
            <pc:sldMk cId="834638398" sldId="561"/>
            <ac:spMk id="3" creationId="{3DEE1392-A8CD-5E6A-A038-CB8A3B3F7971}"/>
          </ac:spMkLst>
        </pc:spChg>
      </pc:sldChg>
      <pc:sldChg chg="modSp new mod">
        <pc:chgData name="Berg, Dirk van den" userId="035ecb32-01d9-4b47-a105-eacf059a4647" providerId="ADAL" clId="{F7FF961E-CF96-44AC-93C2-93612F62D46D}" dt="2026-08-01T13:56:46.786" v="711" actId="20577"/>
        <pc:sldMkLst>
          <pc:docMk/>
          <pc:sldMk cId="3887568065" sldId="562"/>
        </pc:sldMkLst>
        <pc:spChg chg="mod">
          <ac:chgData name="Berg, Dirk van den" userId="035ecb32-01d9-4b47-a105-eacf059a4647" providerId="ADAL" clId="{F7FF961E-CF96-44AC-93C2-93612F62D46D}" dt="2026-08-01T13:47:34.927" v="645" actId="20577"/>
          <ac:spMkLst>
            <pc:docMk/>
            <pc:sldMk cId="3887568065" sldId="562"/>
            <ac:spMk id="2" creationId="{F68EC420-9713-3DC6-9776-107DD7EA0A5A}"/>
          </ac:spMkLst>
        </pc:spChg>
        <pc:spChg chg="mod">
          <ac:chgData name="Berg, Dirk van den" userId="035ecb32-01d9-4b47-a105-eacf059a4647" providerId="ADAL" clId="{F7FF961E-CF96-44AC-93C2-93612F62D46D}" dt="2026-08-01T13:56:46.786" v="711" actId="20577"/>
          <ac:spMkLst>
            <pc:docMk/>
            <pc:sldMk cId="3887568065" sldId="562"/>
            <ac:spMk id="3" creationId="{2EFA1897-1F47-3105-FC28-8B775E505AD3}"/>
          </ac:spMkLst>
        </pc:spChg>
      </pc:sldChg>
      <pc:sldChg chg="modSp new mod">
        <pc:chgData name="Berg, Dirk van den" userId="035ecb32-01d9-4b47-a105-eacf059a4647" providerId="ADAL" clId="{F7FF961E-CF96-44AC-93C2-93612F62D46D}" dt="2026-08-01T14:11:34.628" v="731" actId="20577"/>
        <pc:sldMkLst>
          <pc:docMk/>
          <pc:sldMk cId="3433309826" sldId="563"/>
        </pc:sldMkLst>
        <pc:spChg chg="mod">
          <ac:chgData name="Berg, Dirk van den" userId="035ecb32-01d9-4b47-a105-eacf059a4647" providerId="ADAL" clId="{F7FF961E-CF96-44AC-93C2-93612F62D46D}" dt="2026-08-01T14:11:34.628" v="731" actId="20577"/>
          <ac:spMkLst>
            <pc:docMk/>
            <pc:sldMk cId="3433309826" sldId="563"/>
            <ac:spMk id="2" creationId="{599134BC-6DFC-E284-7D1F-D377053F17AE}"/>
          </ac:spMkLst>
        </pc:spChg>
      </pc:sldChg>
      <pc:sldChg chg="modSp new mod">
        <pc:chgData name="Berg, Dirk van den" userId="035ecb32-01d9-4b47-a105-eacf059a4647" providerId="ADAL" clId="{F7FF961E-CF96-44AC-93C2-93612F62D46D}" dt="2026-08-01T15:01:46.818" v="954" actId="20577"/>
        <pc:sldMkLst>
          <pc:docMk/>
          <pc:sldMk cId="1847082329" sldId="564"/>
        </pc:sldMkLst>
        <pc:spChg chg="mod">
          <ac:chgData name="Berg, Dirk van den" userId="035ecb32-01d9-4b47-a105-eacf059a4647" providerId="ADAL" clId="{F7FF961E-CF96-44AC-93C2-93612F62D46D}" dt="2026-08-01T15:00:11.826" v="792" actId="20577"/>
          <ac:spMkLst>
            <pc:docMk/>
            <pc:sldMk cId="1847082329" sldId="564"/>
            <ac:spMk id="2" creationId="{1EFD43F9-EE26-3977-86B7-7EC6F460E057}"/>
          </ac:spMkLst>
        </pc:spChg>
        <pc:spChg chg="mod">
          <ac:chgData name="Berg, Dirk van den" userId="035ecb32-01d9-4b47-a105-eacf059a4647" providerId="ADAL" clId="{F7FF961E-CF96-44AC-93C2-93612F62D46D}" dt="2026-08-01T15:01:46.818" v="954" actId="20577"/>
          <ac:spMkLst>
            <pc:docMk/>
            <pc:sldMk cId="1847082329" sldId="564"/>
            <ac:spMk id="3" creationId="{B0D346B2-9ABA-EF13-891F-2BEEED46DA9C}"/>
          </ac:spMkLst>
        </pc:spChg>
      </pc:sldChg>
      <pc:sldChg chg="addSp modSp new mod">
        <pc:chgData name="Berg, Dirk van den" userId="035ecb32-01d9-4b47-a105-eacf059a4647" providerId="ADAL" clId="{F7FF961E-CF96-44AC-93C2-93612F62D46D}" dt="2026-08-02T09:53:42.710" v="958" actId="20577"/>
        <pc:sldMkLst>
          <pc:docMk/>
          <pc:sldMk cId="4106551874" sldId="565"/>
        </pc:sldMkLst>
        <pc:spChg chg="mod">
          <ac:chgData name="Berg, Dirk van den" userId="035ecb32-01d9-4b47-a105-eacf059a4647" providerId="ADAL" clId="{F7FF961E-CF96-44AC-93C2-93612F62D46D}" dt="2026-08-02T09:53:42.710" v="958" actId="20577"/>
          <ac:spMkLst>
            <pc:docMk/>
            <pc:sldMk cId="4106551874" sldId="565"/>
            <ac:spMk id="2" creationId="{79EBE457-8A8E-7E6A-867E-C4F8542E3C78}"/>
          </ac:spMkLst>
        </pc:spChg>
        <pc:spChg chg="add">
          <ac:chgData name="Berg, Dirk van den" userId="035ecb32-01d9-4b47-a105-eacf059a4647" providerId="ADAL" clId="{F7FF961E-CF96-44AC-93C2-93612F62D46D}" dt="2026-08-02T09:53:30.819" v="956" actId="22"/>
          <ac:spMkLst>
            <pc:docMk/>
            <pc:sldMk cId="4106551874" sldId="565"/>
            <ac:spMk id="5" creationId="{E63CCF05-B8C5-A8CD-8DB1-6964B7D527BC}"/>
          </ac:spMkLst>
        </pc:spChg>
      </pc:sldChg>
      <pc:sldChg chg="new">
        <pc:chgData name="Berg, Dirk van den" userId="035ecb32-01d9-4b47-a105-eacf059a4647" providerId="ADAL" clId="{F7FF961E-CF96-44AC-93C2-93612F62D46D}" dt="2026-08-11T09:45:59.429" v="959" actId="680"/>
        <pc:sldMkLst>
          <pc:docMk/>
          <pc:sldMk cId="1199594235" sldId="566"/>
        </pc:sldMkLst>
      </pc:sldChg>
      <pc:sldChg chg="modSp new mod">
        <pc:chgData name="Berg, Dirk van den" userId="035ecb32-01d9-4b47-a105-eacf059a4647" providerId="ADAL" clId="{F7FF961E-CF96-44AC-93C2-93612F62D46D}" dt="2026-08-11T09:46:14.383" v="997" actId="20577"/>
        <pc:sldMkLst>
          <pc:docMk/>
          <pc:sldMk cId="2013522934" sldId="567"/>
        </pc:sldMkLst>
        <pc:spChg chg="mod">
          <ac:chgData name="Berg, Dirk van den" userId="035ecb32-01d9-4b47-a105-eacf059a4647" providerId="ADAL" clId="{F7FF961E-CF96-44AC-93C2-93612F62D46D}" dt="2026-08-11T09:46:14.383" v="997" actId="20577"/>
          <ac:spMkLst>
            <pc:docMk/>
            <pc:sldMk cId="2013522934" sldId="567"/>
            <ac:spMk id="2" creationId="{310578A5-6DEA-9059-0343-09B99910C74F}"/>
          </ac:spMkLst>
        </pc:spChg>
      </pc:sldChg>
      <pc:sldChg chg="modSp new mod">
        <pc:chgData name="Berg, Dirk van den" userId="035ecb32-01d9-4b47-a105-eacf059a4647" providerId="ADAL" clId="{F7FF961E-CF96-44AC-93C2-93612F62D46D}" dt="2026-08-11T13:08:55.459" v="1005" actId="27636"/>
        <pc:sldMkLst>
          <pc:docMk/>
          <pc:sldMk cId="774577661" sldId="568"/>
        </pc:sldMkLst>
        <pc:spChg chg="mod">
          <ac:chgData name="Berg, Dirk van den" userId="035ecb32-01d9-4b47-a105-eacf059a4647" providerId="ADAL" clId="{F7FF961E-CF96-44AC-93C2-93612F62D46D}" dt="2026-08-11T12:58:15.642" v="999" actId="27636"/>
          <ac:spMkLst>
            <pc:docMk/>
            <pc:sldMk cId="774577661" sldId="568"/>
            <ac:spMk id="2" creationId="{670E05BA-2678-E77C-C27A-725C93E9F934}"/>
          </ac:spMkLst>
        </pc:spChg>
        <pc:spChg chg="mod">
          <ac:chgData name="Berg, Dirk van den" userId="035ecb32-01d9-4b47-a105-eacf059a4647" providerId="ADAL" clId="{F7FF961E-CF96-44AC-93C2-93612F62D46D}" dt="2026-08-11T13:08:55.459" v="1005" actId="27636"/>
          <ac:spMkLst>
            <pc:docMk/>
            <pc:sldMk cId="774577661" sldId="568"/>
            <ac:spMk id="3" creationId="{1FCE60C2-CCBE-050E-8F38-57296178606B}"/>
          </ac:spMkLst>
        </pc:spChg>
      </pc:sldChg>
      <pc:sldChg chg="modSp new">
        <pc:chgData name="Berg, Dirk van den" userId="035ecb32-01d9-4b47-a105-eacf059a4647" providerId="ADAL" clId="{F7FF961E-CF96-44AC-93C2-93612F62D46D}" dt="2026-08-11T13:56:51.149" v="1007"/>
        <pc:sldMkLst>
          <pc:docMk/>
          <pc:sldMk cId="3989648471" sldId="569"/>
        </pc:sldMkLst>
        <pc:spChg chg="mod">
          <ac:chgData name="Berg, Dirk van den" userId="035ecb32-01d9-4b47-a105-eacf059a4647" providerId="ADAL" clId="{F7FF961E-CF96-44AC-93C2-93612F62D46D}" dt="2026-08-11T13:56:51.149" v="1007"/>
          <ac:spMkLst>
            <pc:docMk/>
            <pc:sldMk cId="3989648471" sldId="569"/>
            <ac:spMk id="3" creationId="{F2EAFF1E-5064-D06E-078D-B2DED9CC3D40}"/>
          </ac:spMkLst>
        </pc:spChg>
      </pc:sldChg>
      <pc:sldChg chg="modSp new mod">
        <pc:chgData name="Berg, Dirk van den" userId="035ecb32-01d9-4b47-a105-eacf059a4647" providerId="ADAL" clId="{F7FF961E-CF96-44AC-93C2-93612F62D46D}" dt="2026-08-11T14:04:32.446" v="1010" actId="27636"/>
        <pc:sldMkLst>
          <pc:docMk/>
          <pc:sldMk cId="501628805" sldId="570"/>
        </pc:sldMkLst>
        <pc:spChg chg="mod">
          <ac:chgData name="Berg, Dirk van den" userId="035ecb32-01d9-4b47-a105-eacf059a4647" providerId="ADAL" clId="{F7FF961E-CF96-44AC-93C2-93612F62D46D}" dt="2026-08-11T14:04:32.446" v="1010" actId="27636"/>
          <ac:spMkLst>
            <pc:docMk/>
            <pc:sldMk cId="501628805" sldId="570"/>
            <ac:spMk id="2" creationId="{09BEFE27-CE7B-B29E-2A27-7A7DB65BC375}"/>
          </ac:spMkLst>
        </pc:spChg>
      </pc:sldChg>
      <pc:sldChg chg="addSp modSp new mod">
        <pc:chgData name="Berg, Dirk van den" userId="035ecb32-01d9-4b47-a105-eacf059a4647" providerId="ADAL" clId="{F7FF961E-CF96-44AC-93C2-93612F62D46D}" dt="2026-08-11T14:42:02.093" v="1014" actId="1076"/>
        <pc:sldMkLst>
          <pc:docMk/>
          <pc:sldMk cId="3483338202" sldId="571"/>
        </pc:sldMkLst>
        <pc:spChg chg="mod">
          <ac:chgData name="Berg, Dirk van den" userId="035ecb32-01d9-4b47-a105-eacf059a4647" providerId="ADAL" clId="{F7FF961E-CF96-44AC-93C2-93612F62D46D}" dt="2026-08-11T14:41:16.952" v="1012"/>
          <ac:spMkLst>
            <pc:docMk/>
            <pc:sldMk cId="3483338202" sldId="571"/>
            <ac:spMk id="3" creationId="{A2960E66-1824-53D0-E6F6-91172EAB0394}"/>
          </ac:spMkLst>
        </pc:spChg>
        <pc:spChg chg="add mod">
          <ac:chgData name="Berg, Dirk van den" userId="035ecb32-01d9-4b47-a105-eacf059a4647" providerId="ADAL" clId="{F7FF961E-CF96-44AC-93C2-93612F62D46D}" dt="2026-08-11T14:42:02.093" v="1014" actId="1076"/>
          <ac:spMkLst>
            <pc:docMk/>
            <pc:sldMk cId="3483338202" sldId="571"/>
            <ac:spMk id="5" creationId="{613C9A0A-4C0C-7CCC-42FA-5C789D76877D}"/>
          </ac:spMkLst>
        </pc:spChg>
      </pc:sldChg>
      <pc:sldChg chg="modSp new mod">
        <pc:chgData name="Berg, Dirk van den" userId="035ecb32-01d9-4b47-a105-eacf059a4647" providerId="ADAL" clId="{F7FF961E-CF96-44AC-93C2-93612F62D46D}" dt="2026-08-11T17:14:28.963" v="1079" actId="20577"/>
        <pc:sldMkLst>
          <pc:docMk/>
          <pc:sldMk cId="1369424618" sldId="572"/>
        </pc:sldMkLst>
        <pc:spChg chg="mod">
          <ac:chgData name="Berg, Dirk van den" userId="035ecb32-01d9-4b47-a105-eacf059a4647" providerId="ADAL" clId="{F7FF961E-CF96-44AC-93C2-93612F62D46D}" dt="2026-08-11T17:14:28.963" v="1079" actId="20577"/>
          <ac:spMkLst>
            <pc:docMk/>
            <pc:sldMk cId="1369424618" sldId="572"/>
            <ac:spMk id="2" creationId="{11941FFD-F380-CCF2-894B-85917620766B}"/>
          </ac:spMkLst>
        </pc:spChg>
      </pc:sldChg>
      <pc:sldChg chg="addSp modSp new mod">
        <pc:chgData name="Berg, Dirk van den" userId="035ecb32-01d9-4b47-a105-eacf059a4647" providerId="ADAL" clId="{F7FF961E-CF96-44AC-93C2-93612F62D46D}" dt="2026-08-11T17:16:39.253" v="1107" actId="1076"/>
        <pc:sldMkLst>
          <pc:docMk/>
          <pc:sldMk cId="2663125913" sldId="573"/>
        </pc:sldMkLst>
        <pc:spChg chg="mod">
          <ac:chgData name="Berg, Dirk van den" userId="035ecb32-01d9-4b47-a105-eacf059a4647" providerId="ADAL" clId="{F7FF961E-CF96-44AC-93C2-93612F62D46D}" dt="2026-08-11T17:16:24.597" v="1104" actId="20577"/>
          <ac:spMkLst>
            <pc:docMk/>
            <pc:sldMk cId="2663125913" sldId="573"/>
            <ac:spMk id="2" creationId="{63F16DF6-0066-52AA-8220-1F3F12369C18}"/>
          </ac:spMkLst>
        </pc:spChg>
        <pc:picChg chg="add mod">
          <ac:chgData name="Berg, Dirk van den" userId="035ecb32-01d9-4b47-a105-eacf059a4647" providerId="ADAL" clId="{F7FF961E-CF96-44AC-93C2-93612F62D46D}" dt="2026-08-11T17:16:39.253" v="1107" actId="1076"/>
          <ac:picMkLst>
            <pc:docMk/>
            <pc:sldMk cId="2663125913" sldId="573"/>
            <ac:picMk id="5" creationId="{CAEA6752-7203-AC8E-4945-2CCA571ED647}"/>
          </ac:picMkLst>
        </pc:picChg>
      </pc:sldChg>
      <pc:sldChg chg="addSp new mod">
        <pc:chgData name="Berg, Dirk van den" userId="035ecb32-01d9-4b47-a105-eacf059a4647" providerId="ADAL" clId="{F7FF961E-CF96-44AC-93C2-93612F62D46D}" dt="2026-08-11T17:23:46.343" v="1109" actId="22"/>
        <pc:sldMkLst>
          <pc:docMk/>
          <pc:sldMk cId="2600147192" sldId="574"/>
        </pc:sldMkLst>
        <pc:spChg chg="add">
          <ac:chgData name="Berg, Dirk van den" userId="035ecb32-01d9-4b47-a105-eacf059a4647" providerId="ADAL" clId="{F7FF961E-CF96-44AC-93C2-93612F62D46D}" dt="2026-08-11T17:23:46.343" v="1109" actId="22"/>
          <ac:spMkLst>
            <pc:docMk/>
            <pc:sldMk cId="2600147192" sldId="574"/>
            <ac:spMk id="5" creationId="{F2CCF5D3-A6B8-3CB3-2B99-DE881EA818E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DDACE8-1CA9-4B11-A7E2-F7FB92435BD6}" type="datetimeFigureOut">
              <a:rPr lang="en-NL" smtClean="0"/>
              <a:t>11/08/2026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DACEFC-9003-428D-86AE-DF599BFA0A83}" type="slidenum">
              <a:rPr lang="en-NL" smtClean="0"/>
              <a:t>‹#›</a:t>
            </a:fld>
            <a:endParaRPr lang="en-NL"/>
          </a:p>
        </p:txBody>
      </p:sp>
    </p:spTree>
    <p:extLst>
      <p:ext uri="{BB962C8B-B14F-4D97-AF65-F5344CB8AC3E}">
        <p14:creationId xmlns:p14="http://schemas.microsoft.com/office/powerpoint/2010/main" val="1372035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CF35-1D7D-05E0-F763-48B86520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0AD0-A82A-5D52-CF93-B9083A03A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8CA90-9D97-82D9-5A59-105778C96E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30851B-33C8-891E-0DB8-5C3D0D866D32}"/>
              </a:ext>
            </a:extLst>
          </p:cNvPr>
          <p:cNvSpPr>
            <a:spLocks noGrp="1"/>
          </p:cNvSpPr>
          <p:nvPr>
            <p:ph type="sldNum" sz="quarter" idx="5"/>
          </p:nvPr>
        </p:nvSpPr>
        <p:spPr/>
        <p:txBody>
          <a:bodyPr/>
          <a:lstStyle/>
          <a:p>
            <a:fld id="{B408ABE9-835D-41BF-A9B3-EFBAC967A8E2}" type="slidenum">
              <a:rPr lang="en-NL" smtClean="0"/>
              <a:t>6</a:t>
            </a:fld>
            <a:endParaRPr lang="en-NL"/>
          </a:p>
        </p:txBody>
      </p:sp>
    </p:spTree>
    <p:extLst>
      <p:ext uri="{BB962C8B-B14F-4D97-AF65-F5344CB8AC3E}">
        <p14:creationId xmlns:p14="http://schemas.microsoft.com/office/powerpoint/2010/main" val="1007520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1242-B236-7D16-35BE-1EA613A4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211-ACCE-93B6-A1F0-705BB7FF2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359F-0075-0973-2A0F-36E149D08BB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FE03781-8715-1F9E-1461-B5D8E728E37B}"/>
              </a:ext>
            </a:extLst>
          </p:cNvPr>
          <p:cNvSpPr>
            <a:spLocks noGrp="1"/>
          </p:cNvSpPr>
          <p:nvPr>
            <p:ph type="sldNum" sz="quarter" idx="5"/>
          </p:nvPr>
        </p:nvSpPr>
        <p:spPr/>
        <p:txBody>
          <a:bodyPr/>
          <a:lstStyle/>
          <a:p>
            <a:fld id="{B408ABE9-835D-41BF-A9B3-EFBAC967A8E2}" type="slidenum">
              <a:rPr lang="en-NL" smtClean="0"/>
              <a:t>7</a:t>
            </a:fld>
            <a:endParaRPr lang="en-NL"/>
          </a:p>
        </p:txBody>
      </p:sp>
    </p:spTree>
    <p:extLst>
      <p:ext uri="{BB962C8B-B14F-4D97-AF65-F5344CB8AC3E}">
        <p14:creationId xmlns:p14="http://schemas.microsoft.com/office/powerpoint/2010/main" val="341207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and Y have no springs. </a:t>
            </a:r>
          </a:p>
          <a:p>
            <a:r>
              <a:rPr lang="en-US" dirty="0"/>
              <a:t>Nothing pulls those stages back to a set position, so any error the model makes just stays there. Theta does have springs, so whatever happens to it, it comes back. That is K11 = K33 = 0 and K22 &gt; 0.</a:t>
            </a:r>
          </a:p>
          <a:p>
            <a:endParaRPr lang="en-US" dirty="0"/>
          </a:p>
          <a:p>
            <a:r>
              <a:rPr lang="en-US" dirty="0"/>
              <a:t>Centre of mass, panel 2, fixes X</a:t>
            </a:r>
          </a:p>
          <a:p>
            <a:r>
              <a:rPr lang="en-US" dirty="0"/>
              <a:t>The baseline assumes the payload's mass sits in slightly the wrong place, off by about 1 cm. Whenever the bridge twists, mass in the wrong place produces the wrong sideways force. A wrong force on a free axis leaves the stage in the wrong place, and it stays there.</a:t>
            </a:r>
          </a:p>
          <a:p>
            <a:endParaRPr lang="en-US" dirty="0"/>
          </a:p>
          <a:p>
            <a:r>
              <a:rPr lang="en-US" dirty="0"/>
              <a:t>Absorber, panel 3, fixes Y</a:t>
            </a:r>
          </a:p>
          <a:p>
            <a:r>
              <a:rPr lang="en-US" dirty="0"/>
              <a:t>In the real machine a small part of the payload sits on a spring and can move by itself. When we start the replay it is already moving. The baseline has no such part, so it cannot know that. In reality that moving mass pushes the Y stage as it settles down. The baseline never receives that push, so Y ends up in the wrong place, and stays there.</a:t>
            </a:r>
            <a:endParaRPr lang="en-NL" dirty="0"/>
          </a:p>
        </p:txBody>
      </p:sp>
      <p:sp>
        <p:nvSpPr>
          <p:cNvPr id="4" name="Slide Number Placeholder 3"/>
          <p:cNvSpPr>
            <a:spLocks noGrp="1"/>
          </p:cNvSpPr>
          <p:nvPr>
            <p:ph type="sldNum" sz="quarter" idx="5"/>
          </p:nvPr>
        </p:nvSpPr>
        <p:spPr/>
        <p:txBody>
          <a:bodyPr/>
          <a:lstStyle/>
          <a:p>
            <a:fld id="{00DACEFC-9003-428D-86AE-DF599BFA0A83}" type="slidenum">
              <a:rPr lang="en-NL" smtClean="0"/>
              <a:t>11</a:t>
            </a:fld>
            <a:endParaRPr lang="en-NL"/>
          </a:p>
        </p:txBody>
      </p:sp>
    </p:spTree>
    <p:extLst>
      <p:ext uri="{BB962C8B-B14F-4D97-AF65-F5344CB8AC3E}">
        <p14:creationId xmlns:p14="http://schemas.microsoft.com/office/powerpoint/2010/main" val="2372690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and Y have no springs. </a:t>
            </a:r>
          </a:p>
          <a:p>
            <a:r>
              <a:rPr lang="en-US" dirty="0"/>
              <a:t>Nothing pulls those stages back to a set position, so any error the model makes just stays there. Theta does have springs, so whatever happens to it, it comes back. That is K11 = K33 = 0 and K22 &gt; 0.</a:t>
            </a:r>
          </a:p>
          <a:p>
            <a:endParaRPr lang="en-US" dirty="0"/>
          </a:p>
          <a:p>
            <a:r>
              <a:rPr lang="en-US" dirty="0"/>
              <a:t>Centre of mass, panel 2, fixes X</a:t>
            </a:r>
          </a:p>
          <a:p>
            <a:r>
              <a:rPr lang="en-US" dirty="0"/>
              <a:t>The baseline assumes the payload's mass sits in slightly the wrong place, off by about 1 cm. Whenever the bridge twists, mass in the wrong place produces the wrong sideways force. A wrong force on a free axis leaves the stage in the wrong place, and it stays there.</a:t>
            </a:r>
          </a:p>
          <a:p>
            <a:endParaRPr lang="en-US" dirty="0"/>
          </a:p>
          <a:p>
            <a:r>
              <a:rPr lang="en-US" dirty="0"/>
              <a:t>Absorber, panel 3, fixes Y</a:t>
            </a:r>
          </a:p>
          <a:p>
            <a:r>
              <a:rPr lang="en-US" dirty="0"/>
              <a:t>In the real machine a small part of the payload sits on a spring and can move by itself. When we start the replay it is already moving. The baseline has no such part, so it cannot know that. In reality that moving mass pushes the Y stage as it settles down. The baseline never receives that push, so Y ends up in the wrong place, and stays there.</a:t>
            </a:r>
            <a:endParaRPr lang="en-NL" dirty="0"/>
          </a:p>
        </p:txBody>
      </p:sp>
      <p:sp>
        <p:nvSpPr>
          <p:cNvPr id="4" name="Slide Number Placeholder 3"/>
          <p:cNvSpPr>
            <a:spLocks noGrp="1"/>
          </p:cNvSpPr>
          <p:nvPr>
            <p:ph type="sldNum" sz="quarter" idx="5"/>
          </p:nvPr>
        </p:nvSpPr>
        <p:spPr/>
        <p:txBody>
          <a:bodyPr/>
          <a:lstStyle/>
          <a:p>
            <a:fld id="{00DACEFC-9003-428D-86AE-DF599BFA0A83}" type="slidenum">
              <a:rPr lang="en-NL" smtClean="0"/>
              <a:t>12</a:t>
            </a:fld>
            <a:endParaRPr lang="en-NL"/>
          </a:p>
        </p:txBody>
      </p:sp>
    </p:spTree>
    <p:extLst>
      <p:ext uri="{BB962C8B-B14F-4D97-AF65-F5344CB8AC3E}">
        <p14:creationId xmlns:p14="http://schemas.microsoft.com/office/powerpoint/2010/main" val="1131015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dM</a:t>
            </a:r>
            <a:r>
              <a:rPr lang="en-US" dirty="0"/>
              <a:t> =</a:t>
            </a:r>
          </a:p>
          <a:p>
            <a:r>
              <a:rPr lang="en-US" dirty="0"/>
              <a:t> [   0        -ma*L0                0 ]</a:t>
            </a:r>
          </a:p>
          <a:p>
            <a:r>
              <a:rPr lang="it-IT" dirty="0"/>
              <a:t>[ -ma*L0   ma*(2*Y*L0 + L0^2)      0 ]</a:t>
            </a:r>
          </a:p>
          <a:p>
            <a:r>
              <a:rPr lang="en-NL" dirty="0"/>
              <a:t> [   0          0                   0 ]</a:t>
            </a:r>
          </a:p>
        </p:txBody>
      </p:sp>
      <p:sp>
        <p:nvSpPr>
          <p:cNvPr id="4" name="Slide Number Placeholder 3"/>
          <p:cNvSpPr>
            <a:spLocks noGrp="1"/>
          </p:cNvSpPr>
          <p:nvPr>
            <p:ph type="sldNum" sz="quarter" idx="5"/>
          </p:nvPr>
        </p:nvSpPr>
        <p:spPr/>
        <p:txBody>
          <a:bodyPr/>
          <a:lstStyle/>
          <a:p>
            <a:fld id="{00DACEFC-9003-428D-86AE-DF599BFA0A83}" type="slidenum">
              <a:rPr lang="en-NL" smtClean="0"/>
              <a:t>16</a:t>
            </a:fld>
            <a:endParaRPr lang="en-NL"/>
          </a:p>
        </p:txBody>
      </p:sp>
    </p:spTree>
    <p:extLst>
      <p:ext uri="{BB962C8B-B14F-4D97-AF65-F5344CB8AC3E}">
        <p14:creationId xmlns:p14="http://schemas.microsoft.com/office/powerpoint/2010/main" val="2606002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C06D1-B6F9-8C4B-37B1-CAD06CA4FC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3853FEB8-A750-F56C-67AF-AA2E0813F9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76F7A064-F376-D410-D18B-813CAC59984D}"/>
              </a:ext>
            </a:extLst>
          </p:cNvPr>
          <p:cNvSpPr>
            <a:spLocks noGrp="1"/>
          </p:cNvSpPr>
          <p:nvPr>
            <p:ph type="dt" sz="half" idx="10"/>
          </p:nvPr>
        </p:nvSpPr>
        <p:spPr/>
        <p:txBody>
          <a:bodyPr/>
          <a:lstStyle/>
          <a:p>
            <a:fld id="{C4F16DEA-82F3-4962-964C-B6178456BC1D}" type="datetimeFigureOut">
              <a:rPr lang="en-NL" smtClean="0"/>
              <a:t>11/08/2026</a:t>
            </a:fld>
            <a:endParaRPr lang="en-NL"/>
          </a:p>
        </p:txBody>
      </p:sp>
      <p:sp>
        <p:nvSpPr>
          <p:cNvPr id="5" name="Footer Placeholder 4">
            <a:extLst>
              <a:ext uri="{FF2B5EF4-FFF2-40B4-BE49-F238E27FC236}">
                <a16:creationId xmlns:a16="http://schemas.microsoft.com/office/drawing/2014/main" id="{08786EE8-0474-9376-8A03-7B19BAD6689E}"/>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218D6B38-FA80-39D0-76B9-377EFCA88B72}"/>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2879564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2FB1C-6B22-3BD6-AC57-D0E4DEFCCD0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B0783105-17EF-3D5F-4F8D-017CDEC6F0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5BDC4F12-6033-BDD4-52CC-58902ABD1346}"/>
              </a:ext>
            </a:extLst>
          </p:cNvPr>
          <p:cNvSpPr>
            <a:spLocks noGrp="1"/>
          </p:cNvSpPr>
          <p:nvPr>
            <p:ph type="dt" sz="half" idx="10"/>
          </p:nvPr>
        </p:nvSpPr>
        <p:spPr/>
        <p:txBody>
          <a:bodyPr/>
          <a:lstStyle/>
          <a:p>
            <a:fld id="{C4F16DEA-82F3-4962-964C-B6178456BC1D}" type="datetimeFigureOut">
              <a:rPr lang="en-NL" smtClean="0"/>
              <a:t>11/08/2026</a:t>
            </a:fld>
            <a:endParaRPr lang="en-NL"/>
          </a:p>
        </p:txBody>
      </p:sp>
      <p:sp>
        <p:nvSpPr>
          <p:cNvPr id="5" name="Footer Placeholder 4">
            <a:extLst>
              <a:ext uri="{FF2B5EF4-FFF2-40B4-BE49-F238E27FC236}">
                <a16:creationId xmlns:a16="http://schemas.microsoft.com/office/drawing/2014/main" id="{98564D6B-C126-EF4E-B2B9-292A3E2695D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385001C-52C6-AE36-5152-8DA9ED619DBD}"/>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526233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E2BA5-C961-A727-9122-91066579E4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B29BEE39-1954-92B0-80B3-74F3CDFB47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BA3925-0877-9150-33EA-0942F8600221}"/>
              </a:ext>
            </a:extLst>
          </p:cNvPr>
          <p:cNvSpPr>
            <a:spLocks noGrp="1"/>
          </p:cNvSpPr>
          <p:nvPr>
            <p:ph type="dt" sz="half" idx="10"/>
          </p:nvPr>
        </p:nvSpPr>
        <p:spPr/>
        <p:txBody>
          <a:bodyPr/>
          <a:lstStyle/>
          <a:p>
            <a:fld id="{C4F16DEA-82F3-4962-964C-B6178456BC1D}" type="datetimeFigureOut">
              <a:rPr lang="en-NL" smtClean="0"/>
              <a:t>11/08/2026</a:t>
            </a:fld>
            <a:endParaRPr lang="en-NL"/>
          </a:p>
        </p:txBody>
      </p:sp>
      <p:sp>
        <p:nvSpPr>
          <p:cNvPr id="5" name="Footer Placeholder 4">
            <a:extLst>
              <a:ext uri="{FF2B5EF4-FFF2-40B4-BE49-F238E27FC236}">
                <a16:creationId xmlns:a16="http://schemas.microsoft.com/office/drawing/2014/main" id="{F4839DBB-B51C-E2BD-7112-D32ED5B4056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AD88C832-1F2E-6469-B878-F0111DD33039}"/>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4222272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B3734-543C-38B2-D3FE-3550AFB7E288}"/>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85196AD6-8AAB-4DB7-7F26-53431CB8A2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87C51FD3-D7BA-7E4D-65C7-E512158CAC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3BD1CA7C-A5CB-E10B-D346-3F7FEDD9F500}"/>
              </a:ext>
            </a:extLst>
          </p:cNvPr>
          <p:cNvSpPr>
            <a:spLocks noGrp="1"/>
          </p:cNvSpPr>
          <p:nvPr>
            <p:ph type="dt" sz="half" idx="10"/>
          </p:nvPr>
        </p:nvSpPr>
        <p:spPr/>
        <p:txBody>
          <a:bodyPr/>
          <a:lstStyle/>
          <a:p>
            <a:fld id="{C4F16DEA-82F3-4962-964C-B6178456BC1D}" type="datetimeFigureOut">
              <a:rPr lang="en-NL" smtClean="0"/>
              <a:t>11/08/2026</a:t>
            </a:fld>
            <a:endParaRPr lang="en-NL"/>
          </a:p>
        </p:txBody>
      </p:sp>
      <p:sp>
        <p:nvSpPr>
          <p:cNvPr id="6" name="Footer Placeholder 5">
            <a:extLst>
              <a:ext uri="{FF2B5EF4-FFF2-40B4-BE49-F238E27FC236}">
                <a16:creationId xmlns:a16="http://schemas.microsoft.com/office/drawing/2014/main" id="{FEE2EBCE-DEFC-7858-0827-374063A13307}"/>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61E28BE1-D70D-A9C7-564D-51572E785394}"/>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3081652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3BFB3-68AB-0DFA-7FEA-5733910811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7B4A597B-A76B-3B05-9949-C8F3E7BD35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451C8C-C60A-5536-9E81-FA731C94A4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3978829-E1F5-2E60-03E8-41C4ECDA3A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01F47C-8301-24A0-D96C-04C7733219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A2810DA3-149C-FF45-66A2-70FBC1C8862A}"/>
              </a:ext>
            </a:extLst>
          </p:cNvPr>
          <p:cNvSpPr>
            <a:spLocks noGrp="1"/>
          </p:cNvSpPr>
          <p:nvPr>
            <p:ph type="dt" sz="half" idx="10"/>
          </p:nvPr>
        </p:nvSpPr>
        <p:spPr/>
        <p:txBody>
          <a:bodyPr/>
          <a:lstStyle/>
          <a:p>
            <a:fld id="{C4F16DEA-82F3-4962-964C-B6178456BC1D}" type="datetimeFigureOut">
              <a:rPr lang="en-NL" smtClean="0"/>
              <a:t>11/08/2026</a:t>
            </a:fld>
            <a:endParaRPr lang="en-NL"/>
          </a:p>
        </p:txBody>
      </p:sp>
      <p:sp>
        <p:nvSpPr>
          <p:cNvPr id="8" name="Footer Placeholder 7">
            <a:extLst>
              <a:ext uri="{FF2B5EF4-FFF2-40B4-BE49-F238E27FC236}">
                <a16:creationId xmlns:a16="http://schemas.microsoft.com/office/drawing/2014/main" id="{EEC937B5-1974-8339-BCCD-15D2F40FDE7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6ECA7E2B-EB0B-A6A5-B484-46FD554F5545}"/>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4021350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3C09F-A72E-586E-BC95-9B03CCD1EFC5}"/>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2E8C23EB-ECE4-C81B-4A5B-2A549F69C969}"/>
              </a:ext>
            </a:extLst>
          </p:cNvPr>
          <p:cNvSpPr>
            <a:spLocks noGrp="1"/>
          </p:cNvSpPr>
          <p:nvPr>
            <p:ph type="dt" sz="half" idx="10"/>
          </p:nvPr>
        </p:nvSpPr>
        <p:spPr/>
        <p:txBody>
          <a:bodyPr/>
          <a:lstStyle/>
          <a:p>
            <a:fld id="{C4F16DEA-82F3-4962-964C-B6178456BC1D}" type="datetimeFigureOut">
              <a:rPr lang="en-NL" smtClean="0"/>
              <a:t>11/08/2026</a:t>
            </a:fld>
            <a:endParaRPr lang="en-NL"/>
          </a:p>
        </p:txBody>
      </p:sp>
      <p:sp>
        <p:nvSpPr>
          <p:cNvPr id="4" name="Footer Placeholder 3">
            <a:extLst>
              <a:ext uri="{FF2B5EF4-FFF2-40B4-BE49-F238E27FC236}">
                <a16:creationId xmlns:a16="http://schemas.microsoft.com/office/drawing/2014/main" id="{B5779B92-6BA7-4FD5-207E-BC5DF6534796}"/>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C31090E5-186D-F540-94C2-EBCA708A36FA}"/>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3180871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6B7753-83DE-7664-BF5D-2220DC1D90C0}"/>
              </a:ext>
            </a:extLst>
          </p:cNvPr>
          <p:cNvSpPr>
            <a:spLocks noGrp="1"/>
          </p:cNvSpPr>
          <p:nvPr>
            <p:ph type="dt" sz="half" idx="10"/>
          </p:nvPr>
        </p:nvSpPr>
        <p:spPr/>
        <p:txBody>
          <a:bodyPr/>
          <a:lstStyle/>
          <a:p>
            <a:fld id="{C4F16DEA-82F3-4962-964C-B6178456BC1D}" type="datetimeFigureOut">
              <a:rPr lang="en-NL" smtClean="0"/>
              <a:t>11/08/2026</a:t>
            </a:fld>
            <a:endParaRPr lang="en-NL"/>
          </a:p>
        </p:txBody>
      </p:sp>
      <p:sp>
        <p:nvSpPr>
          <p:cNvPr id="3" name="Footer Placeholder 2">
            <a:extLst>
              <a:ext uri="{FF2B5EF4-FFF2-40B4-BE49-F238E27FC236}">
                <a16:creationId xmlns:a16="http://schemas.microsoft.com/office/drawing/2014/main" id="{8FF36D1D-A0F7-A8E2-2416-30D07490C4DB}"/>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9BEC67A1-818F-C406-59F8-2E160E169313}"/>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1954996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BDE64-2E69-5AE9-48A1-C724A28B78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E58B3631-EE7F-73CC-1BE9-061DCAD76E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6E60BFE-49AC-893B-C5A9-672448569C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1C6FD3-3613-24DB-55E5-EF1437FE0B58}"/>
              </a:ext>
            </a:extLst>
          </p:cNvPr>
          <p:cNvSpPr>
            <a:spLocks noGrp="1"/>
          </p:cNvSpPr>
          <p:nvPr>
            <p:ph type="dt" sz="half" idx="10"/>
          </p:nvPr>
        </p:nvSpPr>
        <p:spPr/>
        <p:txBody>
          <a:bodyPr/>
          <a:lstStyle/>
          <a:p>
            <a:fld id="{C4F16DEA-82F3-4962-964C-B6178456BC1D}" type="datetimeFigureOut">
              <a:rPr lang="en-NL" smtClean="0"/>
              <a:t>11/08/2026</a:t>
            </a:fld>
            <a:endParaRPr lang="en-NL"/>
          </a:p>
        </p:txBody>
      </p:sp>
      <p:sp>
        <p:nvSpPr>
          <p:cNvPr id="6" name="Footer Placeholder 5">
            <a:extLst>
              <a:ext uri="{FF2B5EF4-FFF2-40B4-BE49-F238E27FC236}">
                <a16:creationId xmlns:a16="http://schemas.microsoft.com/office/drawing/2014/main" id="{4C46C0A0-B491-2629-B018-063AC7DDBEB3}"/>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9FF318F1-B6CD-ACAC-BED0-93822010F9E7}"/>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193355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B4446-04F8-037A-36DF-59640CA139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DB1D8F60-CB62-17E3-8CCC-18645D3B80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E7CC6762-1309-1E65-AF00-15FB1FF8FF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592274-13BF-A686-1A18-B3858D0913B3}"/>
              </a:ext>
            </a:extLst>
          </p:cNvPr>
          <p:cNvSpPr>
            <a:spLocks noGrp="1"/>
          </p:cNvSpPr>
          <p:nvPr>
            <p:ph type="dt" sz="half" idx="10"/>
          </p:nvPr>
        </p:nvSpPr>
        <p:spPr/>
        <p:txBody>
          <a:bodyPr/>
          <a:lstStyle/>
          <a:p>
            <a:fld id="{C4F16DEA-82F3-4962-964C-B6178456BC1D}" type="datetimeFigureOut">
              <a:rPr lang="en-NL" smtClean="0"/>
              <a:t>11/08/2026</a:t>
            </a:fld>
            <a:endParaRPr lang="en-NL"/>
          </a:p>
        </p:txBody>
      </p:sp>
      <p:sp>
        <p:nvSpPr>
          <p:cNvPr id="6" name="Footer Placeholder 5">
            <a:extLst>
              <a:ext uri="{FF2B5EF4-FFF2-40B4-BE49-F238E27FC236}">
                <a16:creationId xmlns:a16="http://schemas.microsoft.com/office/drawing/2014/main" id="{524BA8C3-52D7-DE03-216C-D76ED1F7A580}"/>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81EAAAA2-30BE-364B-777A-19A439520122}"/>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3808660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3E523-E416-B443-DA0A-BA4A149D8DDF}"/>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BA9487E9-8F15-FA06-0282-F6E9A9C050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984FCE9-7E15-129E-3D55-CDCA175ACFD1}"/>
              </a:ext>
            </a:extLst>
          </p:cNvPr>
          <p:cNvSpPr>
            <a:spLocks noGrp="1"/>
          </p:cNvSpPr>
          <p:nvPr>
            <p:ph type="dt" sz="half" idx="10"/>
          </p:nvPr>
        </p:nvSpPr>
        <p:spPr/>
        <p:txBody>
          <a:bodyPr/>
          <a:lstStyle/>
          <a:p>
            <a:fld id="{C4F16DEA-82F3-4962-964C-B6178456BC1D}" type="datetimeFigureOut">
              <a:rPr lang="en-NL" smtClean="0"/>
              <a:t>11/08/2026</a:t>
            </a:fld>
            <a:endParaRPr lang="en-NL"/>
          </a:p>
        </p:txBody>
      </p:sp>
      <p:sp>
        <p:nvSpPr>
          <p:cNvPr id="5" name="Footer Placeholder 4">
            <a:extLst>
              <a:ext uri="{FF2B5EF4-FFF2-40B4-BE49-F238E27FC236}">
                <a16:creationId xmlns:a16="http://schemas.microsoft.com/office/drawing/2014/main" id="{2CBB7863-D178-C872-5885-9316576B0A6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5AAE1F-0E1A-E985-6228-577E31432B45}"/>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250776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42F369-654E-AF0C-DF83-EBAAA47C82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7F443C97-5E72-FD61-82A7-D2F51F7ED7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4C783F7F-94A8-6CDB-02B2-23D52DCDDC26}"/>
              </a:ext>
            </a:extLst>
          </p:cNvPr>
          <p:cNvSpPr>
            <a:spLocks noGrp="1"/>
          </p:cNvSpPr>
          <p:nvPr>
            <p:ph type="dt" sz="half" idx="10"/>
          </p:nvPr>
        </p:nvSpPr>
        <p:spPr/>
        <p:txBody>
          <a:bodyPr/>
          <a:lstStyle/>
          <a:p>
            <a:fld id="{C4F16DEA-82F3-4962-964C-B6178456BC1D}" type="datetimeFigureOut">
              <a:rPr lang="en-NL" smtClean="0"/>
              <a:t>11/08/2026</a:t>
            </a:fld>
            <a:endParaRPr lang="en-NL"/>
          </a:p>
        </p:txBody>
      </p:sp>
      <p:sp>
        <p:nvSpPr>
          <p:cNvPr id="5" name="Footer Placeholder 4">
            <a:extLst>
              <a:ext uri="{FF2B5EF4-FFF2-40B4-BE49-F238E27FC236}">
                <a16:creationId xmlns:a16="http://schemas.microsoft.com/office/drawing/2014/main" id="{E3D49C7A-DB27-A0D2-2D1B-1532DC16C12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B85682A-15F4-1982-CBDF-E1F03B075F5C}"/>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2597273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432E42-17D8-658D-9F78-4526483305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BCFDC60E-BE54-45D7-59B3-1679142333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81822F7F-605B-4F61-9FFB-09F8EA878E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F16DEA-82F3-4962-964C-B6178456BC1D}" type="datetimeFigureOut">
              <a:rPr lang="en-NL" smtClean="0"/>
              <a:t>11/08/2026</a:t>
            </a:fld>
            <a:endParaRPr lang="en-NL"/>
          </a:p>
        </p:txBody>
      </p:sp>
      <p:sp>
        <p:nvSpPr>
          <p:cNvPr id="5" name="Footer Placeholder 4">
            <a:extLst>
              <a:ext uri="{FF2B5EF4-FFF2-40B4-BE49-F238E27FC236}">
                <a16:creationId xmlns:a16="http://schemas.microsoft.com/office/drawing/2014/main" id="{AD2423BE-179E-F234-4B51-80CFEF71AD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3AAF27D-B59E-2BFA-EED0-8BA50846F3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BC5A43-85C4-4153-921B-B4600C5DFF46}" type="slidenum">
              <a:rPr lang="en-NL" smtClean="0"/>
              <a:t>‹#›</a:t>
            </a:fld>
            <a:endParaRPr lang="en-NL"/>
          </a:p>
        </p:txBody>
      </p:sp>
    </p:spTree>
    <p:extLst>
      <p:ext uri="{BB962C8B-B14F-4D97-AF65-F5344CB8AC3E}">
        <p14:creationId xmlns:p14="http://schemas.microsoft.com/office/powerpoint/2010/main" val="2459961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72B7-0514-90FA-D6E0-13AB5847B317}"/>
              </a:ext>
            </a:extLst>
          </p:cNvPr>
          <p:cNvSpPr>
            <a:spLocks noGrp="1"/>
          </p:cNvSpPr>
          <p:nvPr>
            <p:ph type="title"/>
          </p:nvPr>
        </p:nvSpPr>
        <p:spPr/>
        <p:txBody>
          <a:bodyPr/>
          <a:lstStyle/>
          <a:p>
            <a:r>
              <a:rPr lang="en-US" dirty="0"/>
              <a:t>To be discussed</a:t>
            </a:r>
            <a:endParaRPr lang="en-NL" dirty="0"/>
          </a:p>
        </p:txBody>
      </p:sp>
      <p:sp>
        <p:nvSpPr>
          <p:cNvPr id="3" name="Content Placeholder 2">
            <a:extLst>
              <a:ext uri="{FF2B5EF4-FFF2-40B4-BE49-F238E27FC236}">
                <a16:creationId xmlns:a16="http://schemas.microsoft.com/office/drawing/2014/main" id="{6F148D0C-174C-2673-D2F0-E4BCEAE5088E}"/>
              </a:ext>
            </a:extLst>
          </p:cNvPr>
          <p:cNvSpPr>
            <a:spLocks noGrp="1"/>
          </p:cNvSpPr>
          <p:nvPr>
            <p:ph idx="1"/>
          </p:nvPr>
        </p:nvSpPr>
        <p:spPr/>
        <p:txBody>
          <a:bodyPr/>
          <a:lstStyle/>
          <a:p>
            <a:r>
              <a:rPr lang="en-US" dirty="0"/>
              <a:t>ANN training</a:t>
            </a:r>
          </a:p>
          <a:p>
            <a:r>
              <a:rPr lang="en-US" dirty="0"/>
              <a:t>What is creating the offset</a:t>
            </a:r>
          </a:p>
          <a:p>
            <a:r>
              <a:rPr lang="en-US" dirty="0"/>
              <a:t>Additional identification</a:t>
            </a:r>
            <a:endParaRPr lang="en-NL" dirty="0"/>
          </a:p>
        </p:txBody>
      </p:sp>
    </p:spTree>
    <p:extLst>
      <p:ext uri="{BB962C8B-B14F-4D97-AF65-F5344CB8AC3E}">
        <p14:creationId xmlns:p14="http://schemas.microsoft.com/office/powerpoint/2010/main" val="3958693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87188-E35F-7A06-91F4-5449BA611FFF}"/>
              </a:ext>
            </a:extLst>
          </p:cNvPr>
          <p:cNvSpPr>
            <a:spLocks noGrp="1"/>
          </p:cNvSpPr>
          <p:nvPr>
            <p:ph type="title"/>
          </p:nvPr>
        </p:nvSpPr>
        <p:spPr/>
        <p:txBody>
          <a:bodyPr/>
          <a:lstStyle/>
          <a:p>
            <a:r>
              <a:rPr lang="en-US" dirty="0"/>
              <a:t>ANN only training</a:t>
            </a:r>
            <a:endParaRPr lang="en-NL" dirty="0"/>
          </a:p>
        </p:txBody>
      </p:sp>
      <p:pic>
        <p:nvPicPr>
          <p:cNvPr id="5" name="Content Placeholder 4">
            <a:extLst>
              <a:ext uri="{FF2B5EF4-FFF2-40B4-BE49-F238E27FC236}">
                <a16:creationId xmlns:a16="http://schemas.microsoft.com/office/drawing/2014/main" id="{EEBF3691-CBF7-A844-CD8F-4C84014336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5289" y="1465006"/>
            <a:ext cx="11351725" cy="4584351"/>
          </a:xfrm>
          <a:prstGeom prst="rect">
            <a:avLst/>
          </a:prstGeom>
        </p:spPr>
      </p:pic>
    </p:spTree>
    <p:extLst>
      <p:ext uri="{BB962C8B-B14F-4D97-AF65-F5344CB8AC3E}">
        <p14:creationId xmlns:p14="http://schemas.microsoft.com/office/powerpoint/2010/main" val="738569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A4E91-8A9B-E313-B13B-DC5C29BD8D37}"/>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E6A653C7-3BD9-202F-1A2B-A763936E56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8008" y="575495"/>
            <a:ext cx="10075983" cy="5917380"/>
          </a:xfrm>
          <a:prstGeom prst="rect">
            <a:avLst/>
          </a:prstGeom>
        </p:spPr>
      </p:pic>
    </p:spTree>
    <p:extLst>
      <p:ext uri="{BB962C8B-B14F-4D97-AF65-F5344CB8AC3E}">
        <p14:creationId xmlns:p14="http://schemas.microsoft.com/office/powerpoint/2010/main" val="1820668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6CB59-5447-FAF3-357C-9FC4D2727E70}"/>
              </a:ext>
            </a:extLst>
          </p:cNvPr>
          <p:cNvSpPr>
            <a:spLocks noGrp="1"/>
          </p:cNvSpPr>
          <p:nvPr>
            <p:ph type="title"/>
          </p:nvPr>
        </p:nvSpPr>
        <p:spPr/>
        <p:txBody>
          <a:bodyPr/>
          <a:lstStyle/>
          <a:p>
            <a:r>
              <a:rPr lang="en-US" dirty="0"/>
              <a:t>What is creating the offset?</a:t>
            </a:r>
            <a:endParaRPr lang="en-NL" dirty="0"/>
          </a:p>
        </p:txBody>
      </p:sp>
      <p:sp>
        <p:nvSpPr>
          <p:cNvPr id="3" name="Content Placeholder 2">
            <a:extLst>
              <a:ext uri="{FF2B5EF4-FFF2-40B4-BE49-F238E27FC236}">
                <a16:creationId xmlns:a16="http://schemas.microsoft.com/office/drawing/2014/main" id="{39EC39B6-6206-981B-AC40-5FE3FEC851A4}"/>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1298732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FC388A-FB70-7F45-C993-6BF5E9867FB5}"/>
              </a:ext>
            </a:extLst>
          </p:cNvPr>
          <p:cNvSpPr>
            <a:spLocks noGrp="1"/>
          </p:cNvSpPr>
          <p:nvPr>
            <p:ph idx="1"/>
          </p:nvPr>
        </p:nvSpPr>
        <p:spPr>
          <a:xfrm>
            <a:off x="228600" y="333693"/>
            <a:ext cx="4363720" cy="4725988"/>
          </a:xfrm>
        </p:spPr>
        <p:txBody>
          <a:bodyPr/>
          <a:lstStyle/>
          <a:p>
            <a:r>
              <a:rPr lang="en-US" dirty="0"/>
              <a:t>Mismatch model and data from system with MSD</a:t>
            </a:r>
            <a:endParaRPr lang="en-NL" dirty="0"/>
          </a:p>
        </p:txBody>
      </p:sp>
      <p:pic>
        <p:nvPicPr>
          <p:cNvPr id="7" name="Picture 6">
            <a:extLst>
              <a:ext uri="{FF2B5EF4-FFF2-40B4-BE49-F238E27FC236}">
                <a16:creationId xmlns:a16="http://schemas.microsoft.com/office/drawing/2014/main" id="{5986604F-5BF0-40F9-B050-FDB99AF934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751" y="0"/>
            <a:ext cx="7715249" cy="6858000"/>
          </a:xfrm>
          <a:prstGeom prst="rect">
            <a:avLst/>
          </a:prstGeom>
        </p:spPr>
      </p:pic>
    </p:spTree>
    <p:extLst>
      <p:ext uri="{BB962C8B-B14F-4D97-AF65-F5344CB8AC3E}">
        <p14:creationId xmlns:p14="http://schemas.microsoft.com/office/powerpoint/2010/main" val="3906183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1766-357A-F697-D8CF-0B93B13F1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A70E1-F44C-959E-F00A-7D1998A69AE5}"/>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8220F951-DD9B-F45D-50B5-11B4672E172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B065416-E73C-E2C5-D375-735245493175}"/>
              </a:ext>
            </a:extLst>
          </p:cNvPr>
          <p:cNvPicPr>
            <a:picLocks noChangeAspect="1"/>
          </p:cNvPicPr>
          <p:nvPr/>
        </p:nvPicPr>
        <p:blipFill>
          <a:blip r:embed="rId3"/>
          <a:stretch>
            <a:fillRect/>
          </a:stretch>
        </p:blipFill>
        <p:spPr>
          <a:xfrm>
            <a:off x="1082749" y="365125"/>
            <a:ext cx="9751828" cy="6148937"/>
          </a:xfrm>
          <a:prstGeom prst="rect">
            <a:avLst/>
          </a:prstGeom>
        </p:spPr>
      </p:pic>
    </p:spTree>
    <p:extLst>
      <p:ext uri="{BB962C8B-B14F-4D97-AF65-F5344CB8AC3E}">
        <p14:creationId xmlns:p14="http://schemas.microsoft.com/office/powerpoint/2010/main" val="1189821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E9B4-23FB-1998-8E19-FFF40448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08A7-FAFE-B899-33C8-DE52232C8B1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AE9AEE8-A13E-86ED-0ACF-7EB8AA4F5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A779187-6521-8183-A42D-6B722C417CF8}"/>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B8D048B6-2A3A-5938-7434-A28D6F029485}"/>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02ECBD7A-55A5-328D-D6B7-C6AFCAE1B515}"/>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B43EAF92-C9FE-A2F5-9E87-8A1CC21EFDCB}"/>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Tree>
    <p:extLst>
      <p:ext uri="{BB962C8B-B14F-4D97-AF65-F5344CB8AC3E}">
        <p14:creationId xmlns:p14="http://schemas.microsoft.com/office/powerpoint/2010/main" val="3111693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AF970-D9E3-ADFF-E58B-EDCCCC97491F}"/>
              </a:ext>
            </a:extLst>
          </p:cNvPr>
          <p:cNvSpPr>
            <a:spLocks noGrp="1"/>
          </p:cNvSpPr>
          <p:nvPr>
            <p:ph type="title"/>
          </p:nvPr>
        </p:nvSpPr>
        <p:spPr/>
        <p:txBody>
          <a:bodyPr/>
          <a:lstStyle/>
          <a:p>
            <a:r>
              <a:rPr lang="en-US" dirty="0"/>
              <a:t>Baseline model</a:t>
            </a:r>
            <a:endParaRPr lang="en-NL" dirty="0"/>
          </a:p>
        </p:txBody>
      </p:sp>
      <p:pic>
        <p:nvPicPr>
          <p:cNvPr id="5" name="Content Placeholder 4">
            <a:extLst>
              <a:ext uri="{FF2B5EF4-FFF2-40B4-BE49-F238E27FC236}">
                <a16:creationId xmlns:a16="http://schemas.microsoft.com/office/drawing/2014/main" id="{3B69CC5B-D1E4-D1D9-F68A-E56EA38194CA}"/>
              </a:ext>
            </a:extLst>
          </p:cNvPr>
          <p:cNvPicPr>
            <a:picLocks noGrp="1" noChangeAspect="1"/>
          </p:cNvPicPr>
          <p:nvPr>
            <p:ph idx="1"/>
          </p:nvPr>
        </p:nvPicPr>
        <p:blipFill>
          <a:blip r:embed="rId2"/>
          <a:stretch>
            <a:fillRect/>
          </a:stretch>
        </p:blipFill>
        <p:spPr>
          <a:xfrm>
            <a:off x="2022264" y="1393006"/>
            <a:ext cx="8147472" cy="5323718"/>
          </a:xfrm>
          <a:prstGeom prst="rect">
            <a:avLst/>
          </a:prstGeom>
        </p:spPr>
      </p:pic>
    </p:spTree>
    <p:extLst>
      <p:ext uri="{BB962C8B-B14F-4D97-AF65-F5344CB8AC3E}">
        <p14:creationId xmlns:p14="http://schemas.microsoft.com/office/powerpoint/2010/main" val="1615150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8F1D-1857-6BCB-5247-61C8EDB33F16}"/>
              </a:ext>
            </a:extLst>
          </p:cNvPr>
          <p:cNvSpPr>
            <a:spLocks noGrp="1"/>
          </p:cNvSpPr>
          <p:nvPr>
            <p:ph type="title"/>
          </p:nvPr>
        </p:nvSpPr>
        <p:spPr>
          <a:xfrm>
            <a:off x="720213" y="129151"/>
            <a:ext cx="3350342" cy="1925791"/>
          </a:xfrm>
        </p:spPr>
        <p:txBody>
          <a:bodyPr/>
          <a:lstStyle/>
          <a:p>
            <a:r>
              <a:rPr lang="en-US" dirty="0"/>
              <a:t>System with MSD</a:t>
            </a:r>
            <a:endParaRPr lang="en-NL" dirty="0"/>
          </a:p>
        </p:txBody>
      </p:sp>
      <p:sp>
        <p:nvSpPr>
          <p:cNvPr id="3" name="Content Placeholder 2">
            <a:extLst>
              <a:ext uri="{FF2B5EF4-FFF2-40B4-BE49-F238E27FC236}">
                <a16:creationId xmlns:a16="http://schemas.microsoft.com/office/drawing/2014/main" id="{00AB91C9-D510-8BF7-99E5-AEF507E6594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6BCB2A8D-6A5D-F876-BADE-6FFA7A1554A2}"/>
              </a:ext>
            </a:extLst>
          </p:cNvPr>
          <p:cNvPicPr>
            <a:picLocks noChangeAspect="1"/>
          </p:cNvPicPr>
          <p:nvPr/>
        </p:nvPicPr>
        <p:blipFill>
          <a:blip r:embed="rId2"/>
          <a:stretch>
            <a:fillRect/>
          </a:stretch>
        </p:blipFill>
        <p:spPr>
          <a:xfrm>
            <a:off x="3893604" y="502666"/>
            <a:ext cx="7826418" cy="5852667"/>
          </a:xfrm>
          <a:prstGeom prst="rect">
            <a:avLst/>
          </a:prstGeom>
        </p:spPr>
      </p:pic>
    </p:spTree>
    <p:extLst>
      <p:ext uri="{BB962C8B-B14F-4D97-AF65-F5344CB8AC3E}">
        <p14:creationId xmlns:p14="http://schemas.microsoft.com/office/powerpoint/2010/main" val="865898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02888-2147-C593-B94B-875601B90581}"/>
              </a:ext>
            </a:extLst>
          </p:cNvPr>
          <p:cNvSpPr>
            <a:spLocks noGrp="1"/>
          </p:cNvSpPr>
          <p:nvPr>
            <p:ph type="title"/>
          </p:nvPr>
        </p:nvSpPr>
        <p:spPr/>
        <p:txBody>
          <a:bodyPr/>
          <a:lstStyle/>
          <a:p>
            <a:endParaRPr lang="en-NL"/>
          </a:p>
        </p:txBody>
      </p:sp>
      <p:pic>
        <p:nvPicPr>
          <p:cNvPr id="7" name="Content Placeholder 6">
            <a:extLst>
              <a:ext uri="{FF2B5EF4-FFF2-40B4-BE49-F238E27FC236}">
                <a16:creationId xmlns:a16="http://schemas.microsoft.com/office/drawing/2014/main" id="{1BC02548-60E1-63BF-D99B-DA7DBE9F21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3531" y="0"/>
            <a:ext cx="10267374" cy="6677868"/>
          </a:xfrm>
          <a:prstGeom prst="rect">
            <a:avLst/>
          </a:prstGeom>
        </p:spPr>
      </p:pic>
    </p:spTree>
    <p:extLst>
      <p:ext uri="{BB962C8B-B14F-4D97-AF65-F5344CB8AC3E}">
        <p14:creationId xmlns:p14="http://schemas.microsoft.com/office/powerpoint/2010/main" val="2435620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60FDD-CC2A-249C-E620-77ED031CEBA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73DCE4E-148A-7B7F-C559-3094493E083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5B0B6F7-0736-F635-72E0-008ED644B350}"/>
              </a:ext>
            </a:extLst>
          </p:cNvPr>
          <p:cNvPicPr>
            <a:picLocks noChangeAspect="1"/>
          </p:cNvPicPr>
          <p:nvPr/>
        </p:nvPicPr>
        <p:blipFill>
          <a:blip r:embed="rId3"/>
          <a:stretch>
            <a:fillRect/>
          </a:stretch>
        </p:blipFill>
        <p:spPr>
          <a:xfrm>
            <a:off x="187275" y="365125"/>
            <a:ext cx="11345960" cy="6282813"/>
          </a:xfrm>
          <a:prstGeom prst="rect">
            <a:avLst/>
          </a:prstGeom>
        </p:spPr>
      </p:pic>
    </p:spTree>
    <p:extLst>
      <p:ext uri="{BB962C8B-B14F-4D97-AF65-F5344CB8AC3E}">
        <p14:creationId xmlns:p14="http://schemas.microsoft.com/office/powerpoint/2010/main" val="3043921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18191-5BA3-9C25-21F6-37DFD2A319A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7C3B484-EC60-B2CD-F24A-5F4F451D8C0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42B43AA2-EEA3-BCED-1879-8D843EA7BF67}"/>
              </a:ext>
            </a:extLst>
          </p:cNvPr>
          <p:cNvPicPr>
            <a:picLocks noChangeAspect="1"/>
          </p:cNvPicPr>
          <p:nvPr/>
        </p:nvPicPr>
        <p:blipFill>
          <a:blip r:embed="rId3"/>
          <a:stretch>
            <a:fillRect/>
          </a:stretch>
        </p:blipFill>
        <p:spPr>
          <a:xfrm>
            <a:off x="0" y="1264667"/>
            <a:ext cx="11524016" cy="4109745"/>
          </a:xfrm>
          <a:prstGeom prst="rect">
            <a:avLst/>
          </a:prstGeom>
        </p:spPr>
      </p:pic>
    </p:spTree>
    <p:extLst>
      <p:ext uri="{BB962C8B-B14F-4D97-AF65-F5344CB8AC3E}">
        <p14:creationId xmlns:p14="http://schemas.microsoft.com/office/powerpoint/2010/main" val="982335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CF2B0-3C61-E13F-9227-605ED4C4508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53648F2-3F6A-4114-2541-EE30628F1592}"/>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DE40B513-174D-2A3C-BFAC-B1AE105B18A7}"/>
              </a:ext>
            </a:extLst>
          </p:cNvPr>
          <p:cNvSpPr txBox="1"/>
          <p:nvPr/>
        </p:nvSpPr>
        <p:spPr>
          <a:xfrm>
            <a:off x="3048000" y="2000297"/>
            <a:ext cx="6096000" cy="3139321"/>
          </a:xfrm>
          <a:prstGeom prst="rect">
            <a:avLst/>
          </a:prstGeom>
          <a:noFill/>
        </p:spPr>
        <p:txBody>
          <a:bodyPr wrap="square">
            <a:spAutoFit/>
          </a:bodyPr>
          <a:lstStyle/>
          <a:p>
            <a:r>
              <a:rPr lang="en-NL" dirty="0"/>
              <a:t>Fix 1, the centre-of-mass fix. Keep the payload solid, no wobbling allowed, but move it to where the mass actually is. Because 1.01 kg of the 10.1 kg sits 10 cm further out, the true balance point of the payload is 1 cm further out than the baseline assumes. This fix is just telling the model the correct balance point. Nothing new is added, one number is corrected.</a:t>
            </a:r>
            <a:endParaRPr lang="en-US" dirty="0"/>
          </a:p>
          <a:p>
            <a:r>
              <a:rPr lang="en-NL" dirty="0"/>
              <a:t>Fix 2, the absorber fix. Give the model the wobbling part: the extra 1.01 kg, its spring, and the fact that it can move by itself. This is not a corrected number, it is a whole extra moving part the baseline did not have.</a:t>
            </a:r>
          </a:p>
        </p:txBody>
      </p:sp>
    </p:spTree>
    <p:extLst>
      <p:ext uri="{BB962C8B-B14F-4D97-AF65-F5344CB8AC3E}">
        <p14:creationId xmlns:p14="http://schemas.microsoft.com/office/powerpoint/2010/main" val="3655825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3A7ED-7A09-55E1-2422-BF1744FAB42A}"/>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610AE18B-CC14-36BE-FA53-CDB8469F5A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5721" y="-436095"/>
            <a:ext cx="9700558" cy="6928970"/>
          </a:xfrm>
          <a:prstGeom prst="rect">
            <a:avLst/>
          </a:prstGeom>
        </p:spPr>
      </p:pic>
    </p:spTree>
    <p:extLst>
      <p:ext uri="{BB962C8B-B14F-4D97-AF65-F5344CB8AC3E}">
        <p14:creationId xmlns:p14="http://schemas.microsoft.com/office/powerpoint/2010/main" val="2581224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1C778-3F99-614F-4FBD-93DEFC184236}"/>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5CBD6E99-BC3D-2B5D-593E-F507C86876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4258" y="-431984"/>
            <a:ext cx="9463484" cy="6759632"/>
          </a:xfrm>
          <a:prstGeom prst="rect">
            <a:avLst/>
          </a:prstGeom>
        </p:spPr>
      </p:pic>
    </p:spTree>
    <p:extLst>
      <p:ext uri="{BB962C8B-B14F-4D97-AF65-F5344CB8AC3E}">
        <p14:creationId xmlns:p14="http://schemas.microsoft.com/office/powerpoint/2010/main" val="3077187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49A59-17A4-D482-6D21-4C4CA58774EE}"/>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E74D8D89-E3F1-A023-393D-14414CCE51E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29609" y="0"/>
            <a:ext cx="9156618" cy="6492875"/>
          </a:xfrm>
          <a:prstGeom prst="rect">
            <a:avLst/>
          </a:prstGeom>
        </p:spPr>
      </p:pic>
    </p:spTree>
    <p:extLst>
      <p:ext uri="{BB962C8B-B14F-4D97-AF65-F5344CB8AC3E}">
        <p14:creationId xmlns:p14="http://schemas.microsoft.com/office/powerpoint/2010/main" val="902466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B4B93-14B7-4557-6AF5-E8B24656A2C2}"/>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F53B3CF9-0132-152B-5C37-179A5F0378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87259"/>
            <a:ext cx="10515599" cy="7012006"/>
          </a:xfrm>
          <a:prstGeom prst="rect">
            <a:avLst/>
          </a:prstGeom>
        </p:spPr>
      </p:pic>
    </p:spTree>
    <p:extLst>
      <p:ext uri="{BB962C8B-B14F-4D97-AF65-F5344CB8AC3E}">
        <p14:creationId xmlns:p14="http://schemas.microsoft.com/office/powerpoint/2010/main" val="2121685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E0BE1-0494-65C8-5F40-16D299E354FF}"/>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EC96D2A2-2400-269E-3943-7F1F0197DC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51957"/>
            <a:ext cx="10128805" cy="6754085"/>
          </a:xfrm>
          <a:prstGeom prst="rect">
            <a:avLst/>
          </a:prstGeom>
        </p:spPr>
      </p:pic>
    </p:spTree>
    <p:extLst>
      <p:ext uri="{BB962C8B-B14F-4D97-AF65-F5344CB8AC3E}">
        <p14:creationId xmlns:p14="http://schemas.microsoft.com/office/powerpoint/2010/main" val="4026275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8C06F-2C09-BD24-0062-7A8242FAB1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9D85D-9C53-082E-6CEF-74A418AA8A6A}"/>
              </a:ext>
            </a:extLst>
          </p:cNvPr>
          <p:cNvSpPr>
            <a:spLocks noGrp="1"/>
          </p:cNvSpPr>
          <p:nvPr>
            <p:ph type="title"/>
          </p:nvPr>
        </p:nvSpPr>
        <p:spPr/>
        <p:txBody>
          <a:bodyPr/>
          <a:lstStyle/>
          <a:p>
            <a:endParaRPr lang="en-NL" dirty="0"/>
          </a:p>
        </p:txBody>
      </p:sp>
      <p:pic>
        <p:nvPicPr>
          <p:cNvPr id="5" name="Content Placeholder 4">
            <a:extLst>
              <a:ext uri="{FF2B5EF4-FFF2-40B4-BE49-F238E27FC236}">
                <a16:creationId xmlns:a16="http://schemas.microsoft.com/office/drawing/2014/main" id="{E72B2F77-648A-E18B-EC5C-539FBAFEFB4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1792"/>
          <a:stretch>
            <a:fillRect/>
          </a:stretch>
        </p:blipFill>
        <p:spPr>
          <a:xfrm>
            <a:off x="119060" y="949233"/>
            <a:ext cx="11953880" cy="3898070"/>
          </a:xfrm>
          <a:prstGeom prst="rect">
            <a:avLst/>
          </a:prstGeom>
        </p:spPr>
      </p:pic>
    </p:spTree>
    <p:extLst>
      <p:ext uri="{BB962C8B-B14F-4D97-AF65-F5344CB8AC3E}">
        <p14:creationId xmlns:p14="http://schemas.microsoft.com/office/powerpoint/2010/main" val="795719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37E10-CAB2-3195-DB56-9057A1C01524}"/>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5F147E5F-38FE-C2F0-C8E6-5783FFF9EB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4809" y="487266"/>
            <a:ext cx="9158498" cy="6159341"/>
          </a:xfrm>
          <a:prstGeom prst="rect">
            <a:avLst/>
          </a:prstGeom>
        </p:spPr>
      </p:pic>
    </p:spTree>
    <p:extLst>
      <p:ext uri="{BB962C8B-B14F-4D97-AF65-F5344CB8AC3E}">
        <p14:creationId xmlns:p14="http://schemas.microsoft.com/office/powerpoint/2010/main" val="2106713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AA942-4747-63A4-8BEC-B8809EF73D2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A764120-E850-CB49-6B82-8CCABE32C6D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070362B-6F1F-C9A1-0840-0A9AF2F854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2822" y="522441"/>
            <a:ext cx="8739578" cy="6127750"/>
          </a:xfrm>
          <a:prstGeom prst="rect">
            <a:avLst/>
          </a:prstGeom>
        </p:spPr>
      </p:pic>
    </p:spTree>
    <p:extLst>
      <p:ext uri="{BB962C8B-B14F-4D97-AF65-F5344CB8AC3E}">
        <p14:creationId xmlns:p14="http://schemas.microsoft.com/office/powerpoint/2010/main" val="791331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B32CD7A-4E7F-E760-6A82-0875B5190C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78711" y="145926"/>
            <a:ext cx="8013290" cy="6681928"/>
          </a:xfrm>
          <a:prstGeom prst="rect">
            <a:avLst/>
          </a:prstGeom>
        </p:spPr>
      </p:pic>
      <p:sp>
        <p:nvSpPr>
          <p:cNvPr id="7" name="TextBox 6">
            <a:extLst>
              <a:ext uri="{FF2B5EF4-FFF2-40B4-BE49-F238E27FC236}">
                <a16:creationId xmlns:a16="http://schemas.microsoft.com/office/drawing/2014/main" id="{8306E056-23B1-B141-0F25-2B7B53B470B2}"/>
              </a:ext>
            </a:extLst>
          </p:cNvPr>
          <p:cNvSpPr txBox="1"/>
          <p:nvPr/>
        </p:nvSpPr>
        <p:spPr>
          <a:xfrm>
            <a:off x="0" y="1831229"/>
            <a:ext cx="4178711" cy="923330"/>
          </a:xfrm>
          <a:prstGeom prst="rect">
            <a:avLst/>
          </a:prstGeom>
          <a:noFill/>
        </p:spPr>
        <p:txBody>
          <a:bodyPr wrap="square">
            <a:spAutoFit/>
          </a:bodyPr>
          <a:lstStyle/>
          <a:p>
            <a:r>
              <a:rPr lang="en-US" dirty="0"/>
              <a:t>Don’t schedule Y instead give it the true Y at that input</a:t>
            </a:r>
          </a:p>
          <a:p>
            <a:r>
              <a:rPr lang="en-US" dirty="0">
                <a:sym typeface="Wingdings" panose="05000000000000000000" pitchFamily="2" charset="2"/>
              </a:rPr>
              <a:t> Does not fix the free run error</a:t>
            </a:r>
            <a:endParaRPr lang="en-NL" dirty="0"/>
          </a:p>
        </p:txBody>
      </p:sp>
      <p:sp>
        <p:nvSpPr>
          <p:cNvPr id="2" name="Title 1">
            <a:extLst>
              <a:ext uri="{FF2B5EF4-FFF2-40B4-BE49-F238E27FC236}">
                <a16:creationId xmlns:a16="http://schemas.microsoft.com/office/drawing/2014/main" id="{1CDFB73E-70A1-1113-2FCE-3797948DE34A}"/>
              </a:ext>
            </a:extLst>
          </p:cNvPr>
          <p:cNvSpPr>
            <a:spLocks noGrp="1"/>
          </p:cNvSpPr>
          <p:nvPr>
            <p:ph type="title"/>
          </p:nvPr>
        </p:nvSpPr>
        <p:spPr>
          <a:xfrm>
            <a:off x="0" y="227473"/>
            <a:ext cx="5437239" cy="1325563"/>
          </a:xfrm>
        </p:spPr>
        <p:txBody>
          <a:bodyPr>
            <a:normAutofit fontScale="90000"/>
          </a:bodyPr>
          <a:lstStyle/>
          <a:p>
            <a:r>
              <a:rPr lang="en-US" dirty="0"/>
              <a:t>Is the small accumulating error in Y causing the drift?</a:t>
            </a:r>
            <a:endParaRPr lang="en-NL" dirty="0"/>
          </a:p>
        </p:txBody>
      </p:sp>
    </p:spTree>
    <p:extLst>
      <p:ext uri="{BB962C8B-B14F-4D97-AF65-F5344CB8AC3E}">
        <p14:creationId xmlns:p14="http://schemas.microsoft.com/office/powerpoint/2010/main" val="753687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27398-20BD-29E1-83C7-4F58A5C3CC03}"/>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33883F97-20A7-995F-3111-355AD9AB03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36103" y="211504"/>
            <a:ext cx="9855897" cy="6646496"/>
          </a:xfrm>
          <a:prstGeom prst="rect">
            <a:avLst/>
          </a:prstGeom>
        </p:spPr>
      </p:pic>
      <p:sp>
        <p:nvSpPr>
          <p:cNvPr id="6" name="TextBox 5">
            <a:extLst>
              <a:ext uri="{FF2B5EF4-FFF2-40B4-BE49-F238E27FC236}">
                <a16:creationId xmlns:a16="http://schemas.microsoft.com/office/drawing/2014/main" id="{93807A34-1117-7617-CF28-FBE25DC58044}"/>
              </a:ext>
            </a:extLst>
          </p:cNvPr>
          <p:cNvSpPr txBox="1"/>
          <p:nvPr/>
        </p:nvSpPr>
        <p:spPr>
          <a:xfrm>
            <a:off x="0" y="1844309"/>
            <a:ext cx="2336103" cy="2677656"/>
          </a:xfrm>
          <a:prstGeom prst="rect">
            <a:avLst/>
          </a:prstGeom>
          <a:noFill/>
        </p:spPr>
        <p:txBody>
          <a:bodyPr wrap="square" rtlCol="0">
            <a:spAutoFit/>
          </a:bodyPr>
          <a:lstStyle/>
          <a:p>
            <a:r>
              <a:rPr lang="en-US" sz="2400" dirty="0"/>
              <a:t>Adding </a:t>
            </a:r>
            <a:r>
              <a:rPr lang="en-US" sz="2400" dirty="0" err="1"/>
              <a:t>stiffnes</a:t>
            </a:r>
            <a:r>
              <a:rPr lang="en-US" sz="2400" dirty="0"/>
              <a:t> to X and Y to both the model AND system</a:t>
            </a:r>
          </a:p>
          <a:p>
            <a:r>
              <a:rPr lang="en-US" sz="2400" dirty="0">
                <a:sym typeface="Wingdings" panose="05000000000000000000" pitchFamily="2" charset="2"/>
              </a:rPr>
              <a:t> D</a:t>
            </a:r>
            <a:r>
              <a:rPr lang="en-US" sz="2400" dirty="0"/>
              <a:t>oes not remove the offset</a:t>
            </a:r>
            <a:endParaRPr lang="en-NL" sz="2400" dirty="0"/>
          </a:p>
        </p:txBody>
      </p:sp>
    </p:spTree>
    <p:extLst>
      <p:ext uri="{BB962C8B-B14F-4D97-AF65-F5344CB8AC3E}">
        <p14:creationId xmlns:p14="http://schemas.microsoft.com/office/powerpoint/2010/main" val="18616088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ECEE5-7B34-781B-3D58-39CD080AFC87}"/>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961A6973-FD5B-A96F-EF51-F8230C2896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8529" y="200306"/>
            <a:ext cx="9360591" cy="6511232"/>
          </a:xfrm>
          <a:prstGeom prst="rect">
            <a:avLst/>
          </a:prstGeom>
        </p:spPr>
      </p:pic>
    </p:spTree>
    <p:extLst>
      <p:ext uri="{BB962C8B-B14F-4D97-AF65-F5344CB8AC3E}">
        <p14:creationId xmlns:p14="http://schemas.microsoft.com/office/powerpoint/2010/main" val="2293827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BCE26-9EDD-76E4-34D2-FCC8D7E3848B}"/>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4EF8934C-F2B9-71C9-72B0-F07AE8DD86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21653" y="0"/>
            <a:ext cx="8148758" cy="6624788"/>
          </a:xfrm>
          <a:prstGeom prst="rect">
            <a:avLst/>
          </a:prstGeom>
        </p:spPr>
      </p:pic>
    </p:spTree>
    <p:extLst>
      <p:ext uri="{BB962C8B-B14F-4D97-AF65-F5344CB8AC3E}">
        <p14:creationId xmlns:p14="http://schemas.microsoft.com/office/powerpoint/2010/main" val="12437580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58AD-A4D1-BACA-0786-F2FF9CDC5646}"/>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1592B49D-CD94-C5B8-58DF-CCD037D1A7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2088" y="140207"/>
            <a:ext cx="7884168" cy="6577585"/>
          </a:xfrm>
          <a:prstGeom prst="rect">
            <a:avLst/>
          </a:prstGeom>
        </p:spPr>
      </p:pic>
    </p:spTree>
    <p:extLst>
      <p:ext uri="{BB962C8B-B14F-4D97-AF65-F5344CB8AC3E}">
        <p14:creationId xmlns:p14="http://schemas.microsoft.com/office/powerpoint/2010/main" val="335115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AB914-BAF3-B1BA-1325-6A5DD77220D8}"/>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D75BF4D1-55F8-2E2B-791F-E8CB29E13A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9351"/>
            <a:ext cx="10021099" cy="6579298"/>
          </a:xfrm>
          <a:prstGeom prst="rect">
            <a:avLst/>
          </a:prstGeom>
        </p:spPr>
      </p:pic>
    </p:spTree>
    <p:extLst>
      <p:ext uri="{BB962C8B-B14F-4D97-AF65-F5344CB8AC3E}">
        <p14:creationId xmlns:p14="http://schemas.microsoft.com/office/powerpoint/2010/main" val="34221929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48A52-DA8F-ABBA-E550-E701989979FD}"/>
              </a:ext>
            </a:extLst>
          </p:cNvPr>
          <p:cNvSpPr>
            <a:spLocks noGrp="1"/>
          </p:cNvSpPr>
          <p:nvPr>
            <p:ph type="title"/>
          </p:nvPr>
        </p:nvSpPr>
        <p:spPr/>
        <p:txBody>
          <a:bodyPr/>
          <a:lstStyle/>
          <a:p>
            <a:endParaRPr lang="en-NL" dirty="0"/>
          </a:p>
        </p:txBody>
      </p:sp>
      <p:pic>
        <p:nvPicPr>
          <p:cNvPr id="5" name="Content Placeholder 4">
            <a:extLst>
              <a:ext uri="{FF2B5EF4-FFF2-40B4-BE49-F238E27FC236}">
                <a16:creationId xmlns:a16="http://schemas.microsoft.com/office/drawing/2014/main" id="{6BAF6DC4-809A-2F73-B483-DE119E1CFD3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1792"/>
          <a:stretch>
            <a:fillRect/>
          </a:stretch>
        </p:blipFill>
        <p:spPr>
          <a:xfrm>
            <a:off x="119060" y="949233"/>
            <a:ext cx="11953880" cy="3898070"/>
          </a:xfrm>
          <a:prstGeom prst="rect">
            <a:avLst/>
          </a:prstGeom>
        </p:spPr>
      </p:pic>
    </p:spTree>
    <p:extLst>
      <p:ext uri="{BB962C8B-B14F-4D97-AF65-F5344CB8AC3E}">
        <p14:creationId xmlns:p14="http://schemas.microsoft.com/office/powerpoint/2010/main" val="21973924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EB524-95D9-4D99-F5D0-8C3A9E423D7D}"/>
              </a:ext>
            </a:extLst>
          </p:cNvPr>
          <p:cNvSpPr>
            <a:spLocks noGrp="1"/>
          </p:cNvSpPr>
          <p:nvPr>
            <p:ph type="title"/>
          </p:nvPr>
        </p:nvSpPr>
        <p:spPr/>
        <p:txBody>
          <a:bodyPr/>
          <a:lstStyle/>
          <a:p>
            <a:r>
              <a:rPr lang="en-US" dirty="0"/>
              <a:t>Next week</a:t>
            </a:r>
            <a:endParaRPr lang="en-NL" dirty="0"/>
          </a:p>
        </p:txBody>
      </p:sp>
      <p:sp>
        <p:nvSpPr>
          <p:cNvPr id="3" name="Content Placeholder 2">
            <a:extLst>
              <a:ext uri="{FF2B5EF4-FFF2-40B4-BE49-F238E27FC236}">
                <a16:creationId xmlns:a16="http://schemas.microsoft.com/office/drawing/2014/main" id="{30674F89-4B33-3BF9-6E28-EBC6EFE38290}"/>
              </a:ext>
            </a:extLst>
          </p:cNvPr>
          <p:cNvSpPr>
            <a:spLocks noGrp="1"/>
          </p:cNvSpPr>
          <p:nvPr>
            <p:ph idx="1"/>
          </p:nvPr>
        </p:nvSpPr>
        <p:spPr/>
        <p:txBody>
          <a:bodyPr/>
          <a:lstStyle/>
          <a:p>
            <a:r>
              <a:rPr lang="en-US" dirty="0"/>
              <a:t>Jan vacation</a:t>
            </a:r>
          </a:p>
          <a:p>
            <a:r>
              <a:rPr lang="en-US" dirty="0"/>
              <a:t>Next week on vacation</a:t>
            </a:r>
            <a:endParaRPr lang="en-NL" dirty="0"/>
          </a:p>
        </p:txBody>
      </p:sp>
    </p:spTree>
    <p:extLst>
      <p:ext uri="{BB962C8B-B14F-4D97-AF65-F5344CB8AC3E}">
        <p14:creationId xmlns:p14="http://schemas.microsoft.com/office/powerpoint/2010/main" val="27729720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B0AB9-9678-0D00-EB05-4DB91FC70571}"/>
              </a:ext>
            </a:extLst>
          </p:cNvPr>
          <p:cNvSpPr>
            <a:spLocks noGrp="1"/>
          </p:cNvSpPr>
          <p:nvPr>
            <p:ph type="title"/>
          </p:nvPr>
        </p:nvSpPr>
        <p:spPr/>
        <p:txBody>
          <a:bodyPr/>
          <a:lstStyle/>
          <a:p>
            <a:r>
              <a:rPr lang="en-US" dirty="0"/>
              <a:t>New </a:t>
            </a:r>
            <a:r>
              <a:rPr lang="en-US" dirty="0" err="1"/>
              <a:t>slidese</a:t>
            </a:r>
            <a:endParaRPr lang="en-NL" dirty="0"/>
          </a:p>
        </p:txBody>
      </p:sp>
      <p:sp>
        <p:nvSpPr>
          <p:cNvPr id="3" name="Content Placeholder 2">
            <a:extLst>
              <a:ext uri="{FF2B5EF4-FFF2-40B4-BE49-F238E27FC236}">
                <a16:creationId xmlns:a16="http://schemas.microsoft.com/office/drawing/2014/main" id="{66C73B54-CF3A-6130-5063-0180052338C4}"/>
              </a:ext>
            </a:extLst>
          </p:cNvPr>
          <p:cNvSpPr>
            <a:spLocks noGrp="1"/>
          </p:cNvSpPr>
          <p:nvPr>
            <p:ph idx="1"/>
          </p:nvPr>
        </p:nvSpPr>
        <p:spPr/>
        <p:txBody>
          <a:bodyPr>
            <a:normAutofit fontScale="92500" lnSpcReduction="20000"/>
          </a:bodyPr>
          <a:lstStyle/>
          <a:p>
            <a:r>
              <a:rPr lang="en-US" dirty="0"/>
              <a:t>The probe separates the three possibilities cleanly, and the answer is not what I </a:t>
            </a:r>
            <a:r>
              <a:rPr lang="en-US" dirty="0" err="1"/>
              <a:t>expected.max|eig</a:t>
            </a:r>
            <a:r>
              <a:rPr lang="en-US" dirty="0"/>
              <a:t>(A)| = 0.99998251                     so |</a:t>
            </a:r>
            <a:r>
              <a:rPr lang="en-US" dirty="0" err="1"/>
              <a:t>eig</a:t>
            </a:r>
            <a:r>
              <a:rPr lang="en-US" dirty="0"/>
              <a:t> - 1| = 1.755e-05x0 = 0                          9.8895e-02 mx0 = least-squares optimal      2.5416e-02 m   &lt;- oracle </a:t>
            </a:r>
            <a:r>
              <a:rPr lang="en-US" dirty="0" err="1"/>
              <a:t>init</a:t>
            </a:r>
            <a:r>
              <a:rPr lang="en-US" dirty="0"/>
              <a:t>, best this model can dox0 = </a:t>
            </a:r>
            <a:r>
              <a:rPr lang="en-US" dirty="0" err="1"/>
              <a:t>reconstructability</a:t>
            </a:r>
            <a:r>
              <a:rPr lang="en-US" dirty="0"/>
              <a:t> map     5.4083e-01 </a:t>
            </a:r>
            <a:r>
              <a:rPr lang="en-US" dirty="0" err="1"/>
              <a:t>mmap</a:t>
            </a:r>
            <a:r>
              <a:rPr lang="en-US" dirty="0"/>
              <a:t> one-step output error on the TRAINING record: 3.0e-05 (</a:t>
            </a:r>
            <a:r>
              <a:rPr lang="en-US" dirty="0" err="1"/>
              <a:t>normalised</a:t>
            </a:r>
            <a:r>
              <a:rPr lang="en-US" dirty="0"/>
              <a:t>)My </a:t>
            </a:r>
            <a:r>
              <a:rPr lang="en-US" dirty="0" err="1"/>
              <a:t>reconstructability</a:t>
            </a:r>
            <a:r>
              <a:rPr lang="en-US" dirty="0"/>
              <a:t> map is correct. It reproduces the training record's output to 3.0e-05 </a:t>
            </a:r>
            <a:r>
              <a:rPr lang="en-US" dirty="0" err="1"/>
              <a:t>normalised</a:t>
            </a:r>
            <a:r>
              <a:rPr lang="en-US" dirty="0"/>
              <a:t>. The algebra, the </a:t>
            </a:r>
            <a:r>
              <a:rPr lang="en-US" dirty="0" err="1"/>
              <a:t>deepSI</a:t>
            </a:r>
            <a:r>
              <a:rPr lang="en-US" dirty="0"/>
              <a:t> input ordering and the time alignment all check </a:t>
            </a:r>
            <a:r>
              <a:rPr lang="en-US" dirty="0" err="1"/>
              <a:t>out.But</a:t>
            </a:r>
            <a:r>
              <a:rPr lang="en-US" dirty="0"/>
              <a:t> it is numerically catastrophic off the training record. x0_rec contains a component of -567 where the optimal is order 1. </a:t>
            </a:r>
            <a:r>
              <a:rPr lang="en-US" dirty="0" err="1"/>
              <a:t>pinv</a:t>
            </a:r>
            <a:r>
              <a:rPr lang="en-US" dirty="0"/>
              <a:t>(</a:t>
            </a:r>
            <a:r>
              <a:rPr lang="en-US" dirty="0" err="1"/>
              <a:t>O_n</a:t>
            </a:r>
            <a:r>
              <a:rPr lang="en-US" dirty="0"/>
              <a:t>) is ill-conditioned precisely because the poles are near 1: the observability matrix is nearly rank-deficient in the integrator directions, so on data the model fits badly the residual gets amplified ~500x. That is the 0.541 epoch-0, and it is a numerical defect I can fix with a </a:t>
            </a:r>
            <a:r>
              <a:rPr lang="en-US" dirty="0" err="1"/>
              <a:t>regularised</a:t>
            </a:r>
            <a:r>
              <a:rPr lang="en-US" dirty="0"/>
              <a:t> </a:t>
            </a:r>
            <a:r>
              <a:rPr lang="en-US" dirty="0" err="1"/>
              <a:t>pinv</a:t>
            </a:r>
            <a:r>
              <a:rPr lang="en-US" dirty="0"/>
              <a:t>.</a:t>
            </a:r>
            <a:endParaRPr lang="en-NL" dirty="0"/>
          </a:p>
        </p:txBody>
      </p:sp>
      <p:sp>
        <p:nvSpPr>
          <p:cNvPr id="5" name="TextBox 4">
            <a:extLst>
              <a:ext uri="{FF2B5EF4-FFF2-40B4-BE49-F238E27FC236}">
                <a16:creationId xmlns:a16="http://schemas.microsoft.com/office/drawing/2014/main" id="{65FF5C50-C716-EB31-2FB2-6BACD8DB709A}"/>
              </a:ext>
            </a:extLst>
          </p:cNvPr>
          <p:cNvSpPr txBox="1"/>
          <p:nvPr/>
        </p:nvSpPr>
        <p:spPr>
          <a:xfrm>
            <a:off x="13447059" y="1375649"/>
            <a:ext cx="6096000" cy="4801314"/>
          </a:xfrm>
          <a:prstGeom prst="rect">
            <a:avLst/>
          </a:prstGeom>
          <a:noFill/>
        </p:spPr>
        <p:txBody>
          <a:bodyPr wrap="square">
            <a:spAutoFit/>
          </a:bodyPr>
          <a:lstStyle/>
          <a:p>
            <a:r>
              <a:rPr lang="en-NL" dirty="0"/>
              <a:t>The probe separates the three possibilities cleanly, and the answer is not what I </a:t>
            </a:r>
            <a:r>
              <a:rPr lang="en-NL" dirty="0" err="1"/>
              <a:t>expected.max|eig</a:t>
            </a:r>
            <a:r>
              <a:rPr lang="en-NL" dirty="0"/>
              <a:t>(A)| = 0.99998251                     so |</a:t>
            </a:r>
            <a:r>
              <a:rPr lang="en-NL" dirty="0" err="1"/>
              <a:t>eig</a:t>
            </a:r>
            <a:r>
              <a:rPr lang="en-NL" dirty="0"/>
              <a:t> - 1| = 1.755e-05x0 = 0                          9.8895e-02 mx0 = least-squares optimal      2.5416e-02 m   &lt;- oracle </a:t>
            </a:r>
            <a:r>
              <a:rPr lang="en-NL" dirty="0" err="1"/>
              <a:t>init</a:t>
            </a:r>
            <a:r>
              <a:rPr lang="en-NL" dirty="0"/>
              <a:t>, best this model can dox0 = </a:t>
            </a:r>
            <a:r>
              <a:rPr lang="en-NL" dirty="0" err="1"/>
              <a:t>reconstructability</a:t>
            </a:r>
            <a:r>
              <a:rPr lang="en-NL" dirty="0"/>
              <a:t> map     5.4083e-01 </a:t>
            </a:r>
            <a:r>
              <a:rPr lang="en-NL" dirty="0" err="1"/>
              <a:t>mmap</a:t>
            </a:r>
            <a:r>
              <a:rPr lang="en-NL" dirty="0"/>
              <a:t> one-step output error on the TRAINING record: 3.0e-05 (normalised)My </a:t>
            </a:r>
            <a:r>
              <a:rPr lang="en-NL" dirty="0" err="1"/>
              <a:t>reconstructability</a:t>
            </a:r>
            <a:r>
              <a:rPr lang="en-NL" dirty="0"/>
              <a:t> map is correct. It reproduces the training record's output to 3.0e-05 normalised. The algebra, the </a:t>
            </a:r>
            <a:r>
              <a:rPr lang="en-NL" dirty="0" err="1"/>
              <a:t>deepSI</a:t>
            </a:r>
            <a:r>
              <a:rPr lang="en-NL" dirty="0"/>
              <a:t> input ordering and the time alignment all check </a:t>
            </a:r>
            <a:r>
              <a:rPr lang="en-NL" dirty="0" err="1"/>
              <a:t>out.But</a:t>
            </a:r>
            <a:r>
              <a:rPr lang="en-NL" dirty="0"/>
              <a:t> it is numerically catastrophic off the training record. x0_rec contains a component of -567 where the optimal is order 1. </a:t>
            </a:r>
            <a:r>
              <a:rPr lang="en-NL" dirty="0" err="1"/>
              <a:t>pinv</a:t>
            </a:r>
            <a:r>
              <a:rPr lang="en-NL" dirty="0"/>
              <a:t>(</a:t>
            </a:r>
            <a:r>
              <a:rPr lang="en-NL" dirty="0" err="1"/>
              <a:t>O_n</a:t>
            </a:r>
            <a:r>
              <a:rPr lang="en-NL" dirty="0"/>
              <a:t>) is ill-conditioned precisely because the poles are near 1: the observability matrix is nearly rank-deficient in the integrator directions, so on data the model fits badly the residual gets amplified ~500x. That is the 0.541 epoch-0, and it is a numerical defect I can fix with a regularised </a:t>
            </a:r>
            <a:r>
              <a:rPr lang="en-NL" dirty="0" err="1"/>
              <a:t>pinv</a:t>
            </a:r>
            <a:r>
              <a:rPr lang="en-NL" dirty="0"/>
              <a:t>.</a:t>
            </a:r>
          </a:p>
        </p:txBody>
      </p:sp>
    </p:spTree>
    <p:extLst>
      <p:ext uri="{BB962C8B-B14F-4D97-AF65-F5344CB8AC3E}">
        <p14:creationId xmlns:p14="http://schemas.microsoft.com/office/powerpoint/2010/main" val="3534747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6578-9192-322B-D2E9-50C783D401A3}"/>
              </a:ext>
            </a:extLst>
          </p:cNvPr>
          <p:cNvSpPr>
            <a:spLocks noGrp="1"/>
          </p:cNvSpPr>
          <p:nvPr>
            <p:ph type="title"/>
          </p:nvPr>
        </p:nvSpPr>
        <p:spPr/>
        <p:txBody>
          <a:bodyPr/>
          <a:lstStyle/>
          <a:p>
            <a:r>
              <a:rPr lang="en-US" dirty="0"/>
              <a:t>Coulomb friction sign or tanh?</a:t>
            </a:r>
            <a:endParaRPr lang="en-NL" dirty="0"/>
          </a:p>
        </p:txBody>
      </p:sp>
      <p:sp>
        <p:nvSpPr>
          <p:cNvPr id="3" name="Content Placeholder 2">
            <a:extLst>
              <a:ext uri="{FF2B5EF4-FFF2-40B4-BE49-F238E27FC236}">
                <a16:creationId xmlns:a16="http://schemas.microsoft.com/office/drawing/2014/main" id="{6AFAF963-F249-DED3-28F5-D107CD9BF401}"/>
              </a:ext>
            </a:extLst>
          </p:cNvPr>
          <p:cNvSpPr>
            <a:spLocks noGrp="1"/>
          </p:cNvSpPr>
          <p:nvPr>
            <p:ph idx="1"/>
          </p:nvPr>
        </p:nvSpPr>
        <p:spPr/>
        <p:txBody>
          <a:bodyPr/>
          <a:lstStyle/>
          <a:p>
            <a:r>
              <a:rPr lang="en-US" dirty="0"/>
              <a:t>- sign is exactly right everywhere the stage slides, which is almost the whole record, and wrong only on the set v = 0. </a:t>
            </a:r>
          </a:p>
          <a:p>
            <a:r>
              <a:rPr lang="en-US" dirty="0"/>
              <a:t>That is one point, and its error there is a modelling omission (it returns 0 where the law is set-valued), not a distortion.</a:t>
            </a:r>
            <a:endParaRPr lang="en-NL" dirty="0"/>
          </a:p>
        </p:txBody>
      </p:sp>
    </p:spTree>
    <p:extLst>
      <p:ext uri="{BB962C8B-B14F-4D97-AF65-F5344CB8AC3E}">
        <p14:creationId xmlns:p14="http://schemas.microsoft.com/office/powerpoint/2010/main" val="34001111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FADCD-B059-F8C4-4AB7-545C79DE3F8E}"/>
              </a:ext>
            </a:extLst>
          </p:cNvPr>
          <p:cNvSpPr>
            <a:spLocks noGrp="1"/>
          </p:cNvSpPr>
          <p:nvPr>
            <p:ph type="title"/>
          </p:nvPr>
        </p:nvSpPr>
        <p:spPr/>
        <p:txBody>
          <a:bodyPr/>
          <a:lstStyle/>
          <a:p>
            <a:r>
              <a:rPr lang="en-US" dirty="0"/>
              <a:t>ANN </a:t>
            </a:r>
            <a:r>
              <a:rPr lang="en-US" dirty="0" err="1"/>
              <a:t>init</a:t>
            </a:r>
            <a:r>
              <a:rPr lang="en-US" dirty="0"/>
              <a:t> problem?</a:t>
            </a:r>
            <a:endParaRPr lang="en-NL" dirty="0"/>
          </a:p>
        </p:txBody>
      </p:sp>
      <p:sp>
        <p:nvSpPr>
          <p:cNvPr id="3" name="Content Placeholder 2">
            <a:extLst>
              <a:ext uri="{FF2B5EF4-FFF2-40B4-BE49-F238E27FC236}">
                <a16:creationId xmlns:a16="http://schemas.microsoft.com/office/drawing/2014/main" id="{8511EC6A-6A03-F75F-2162-2142B07728D0}"/>
              </a:ext>
            </a:extLst>
          </p:cNvPr>
          <p:cNvSpPr>
            <a:spLocks noGrp="1"/>
          </p:cNvSpPr>
          <p:nvPr>
            <p:ph idx="1"/>
          </p:nvPr>
        </p:nvSpPr>
        <p:spPr/>
        <p:txBody>
          <a:bodyPr/>
          <a:lstStyle/>
          <a:p>
            <a:r>
              <a:rPr lang="en-US" dirty="0"/>
              <a:t>It also answers your augmentation question with a concrete warning: if the ANN is allowed to influence the position poles, this same objective will move them from exactly 1 to about 1e-3 off, and the augmented model will end up worse than its </a:t>
            </a:r>
            <a:r>
              <a:rPr lang="en-US" dirty="0" err="1"/>
              <a:t>initialisation</a:t>
            </a:r>
            <a:r>
              <a:rPr lang="en-US" dirty="0"/>
              <a:t>. That is precisely what runs 71167 and 68458 recorded. I</a:t>
            </a:r>
            <a:endParaRPr lang="en-NL" dirty="0"/>
          </a:p>
        </p:txBody>
      </p:sp>
    </p:spTree>
    <p:extLst>
      <p:ext uri="{BB962C8B-B14F-4D97-AF65-F5344CB8AC3E}">
        <p14:creationId xmlns:p14="http://schemas.microsoft.com/office/powerpoint/2010/main" val="33358669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F2C8A-F4DF-E94D-6790-1AA44BE161E6}"/>
              </a:ext>
            </a:extLst>
          </p:cNvPr>
          <p:cNvSpPr>
            <a:spLocks noGrp="1"/>
          </p:cNvSpPr>
          <p:nvPr>
            <p:ph type="title"/>
          </p:nvPr>
        </p:nvSpPr>
        <p:spPr/>
        <p:txBody>
          <a:bodyPr/>
          <a:lstStyle/>
          <a:p>
            <a:r>
              <a:rPr lang="en-US" dirty="0"/>
              <a:t>Coulomb issue hard sign</a:t>
            </a:r>
            <a:endParaRPr lang="en-NL" dirty="0"/>
          </a:p>
        </p:txBody>
      </p:sp>
      <p:sp>
        <p:nvSpPr>
          <p:cNvPr id="3" name="Content Placeholder 2">
            <a:extLst>
              <a:ext uri="{FF2B5EF4-FFF2-40B4-BE49-F238E27FC236}">
                <a16:creationId xmlns:a16="http://schemas.microsoft.com/office/drawing/2014/main" id="{6DD3EFB6-2B66-8F3B-3419-73D50B2F1ABD}"/>
              </a:ext>
            </a:extLst>
          </p:cNvPr>
          <p:cNvSpPr>
            <a:spLocks noGrp="1"/>
          </p:cNvSpPr>
          <p:nvPr>
            <p:ph idx="1"/>
          </p:nvPr>
        </p:nvSpPr>
        <p:spPr/>
        <p:txBody>
          <a:bodyPr/>
          <a:lstStyle/>
          <a:p>
            <a:r>
              <a:rPr lang="en-US" dirty="0"/>
              <a:t>Garcia makes a simplification</a:t>
            </a:r>
          </a:p>
          <a:p>
            <a:pPr lvl="1"/>
            <a:r>
              <a:rPr lang="en-US" dirty="0"/>
              <a:t>The deeper issue is that with hard sign, what we wrote is not a well-posed ODE at all.</a:t>
            </a:r>
          </a:p>
          <a:p>
            <a:r>
              <a:rPr lang="en-US" dirty="0"/>
              <a:t>Karnopp implementation else much worse than frictionless.</a:t>
            </a:r>
            <a:endParaRPr lang="en-NL" dirty="0"/>
          </a:p>
        </p:txBody>
      </p:sp>
      <p:sp>
        <p:nvSpPr>
          <p:cNvPr id="5" name="TextBox 4">
            <a:extLst>
              <a:ext uri="{FF2B5EF4-FFF2-40B4-BE49-F238E27FC236}">
                <a16:creationId xmlns:a16="http://schemas.microsoft.com/office/drawing/2014/main" id="{D0BAAE7B-9E9A-5F76-C2A7-EB54DB26B635}"/>
              </a:ext>
            </a:extLst>
          </p:cNvPr>
          <p:cNvSpPr txBox="1"/>
          <p:nvPr/>
        </p:nvSpPr>
        <p:spPr>
          <a:xfrm>
            <a:off x="11353800" y="267653"/>
            <a:ext cx="6096000" cy="5909310"/>
          </a:xfrm>
          <a:prstGeom prst="rect">
            <a:avLst/>
          </a:prstGeom>
          <a:noFill/>
        </p:spPr>
        <p:txBody>
          <a:bodyPr wrap="square">
            <a:spAutoFit/>
          </a:bodyPr>
          <a:lstStyle/>
          <a:p>
            <a:r>
              <a:rPr lang="en-NL" dirty="0"/>
              <a:t>Decisive, and better than I </a:t>
            </a:r>
            <a:r>
              <a:rPr lang="en-NL" dirty="0" err="1"/>
              <a:t>expected.model</a:t>
            </a:r>
            <a:r>
              <a:rPr lang="en-NL" dirty="0"/>
              <a:t>                                   X        Theta            </a:t>
            </a:r>
            <a:r>
              <a:rPr lang="en-NL" dirty="0" err="1"/>
              <a:t>Yhard</a:t>
            </a:r>
            <a:r>
              <a:rPr lang="en-NL" dirty="0"/>
              <a:t> sign (current)             1.071e+06    2.378e+06    4.586e+06karnopp V_EPS 3.27e-06          1.448e+00    1.222e-03    9.853e-04karnopp V_EPS 3.27e-05          1.472e+00    1.441e-03    1.527e-03karnopp V_EPS 3.27e-04          1.510e+00    1.576e-03    1.998e-03A 728,000x reduction on X, and the number it lands on is the important part: 1.47 against the frictionless system's 1.43 from the previous test. The stick state does not merely reduce the amplification, it restores the sensitivity of a smooth, well-behaved ODE. Friction stops costing anything in </a:t>
            </a:r>
            <a:r>
              <a:rPr lang="en-NL" dirty="0" err="1"/>
              <a:t>predictability.The</a:t>
            </a:r>
            <a:r>
              <a:rPr lang="en-NL" dirty="0"/>
              <a:t> heuristic is not load-bearing. V_EPS swept over two decades moves the gain from 1.448 to 1.510, a 4 % change. That was the thing that could have made this a bad trade, and it did </a:t>
            </a:r>
            <a:r>
              <a:rPr lang="en-NL" dirty="0" err="1"/>
              <a:t>not.So</a:t>
            </a:r>
            <a:r>
              <a:rPr lang="en-NL" dirty="0"/>
              <a:t> the e-6 floor was never physics and never an implementation gap. It was sign(0) = 0 letting an infinitesimal state difference produce a 35 N force step, and filling in the v = 0 case that Coulomb's law already implies removes it. With this, the replay floor should return to the 1e-09/1e-10 range we measured frictionless, which is at or below your train_param_recovery.py benchmark.</a:t>
            </a:r>
          </a:p>
        </p:txBody>
      </p:sp>
      <p:pic>
        <p:nvPicPr>
          <p:cNvPr id="7" name="Picture 6">
            <a:extLst>
              <a:ext uri="{FF2B5EF4-FFF2-40B4-BE49-F238E27FC236}">
                <a16:creationId xmlns:a16="http://schemas.microsoft.com/office/drawing/2014/main" id="{1D552DC0-81B0-F99C-0C9A-7D133AC077C6}"/>
              </a:ext>
            </a:extLst>
          </p:cNvPr>
          <p:cNvPicPr>
            <a:picLocks noChangeAspect="1"/>
          </p:cNvPicPr>
          <p:nvPr/>
        </p:nvPicPr>
        <p:blipFill>
          <a:blip r:embed="rId2"/>
          <a:stretch>
            <a:fillRect/>
          </a:stretch>
        </p:blipFill>
        <p:spPr>
          <a:xfrm>
            <a:off x="151732" y="3590365"/>
            <a:ext cx="5075360" cy="2301439"/>
          </a:xfrm>
          <a:prstGeom prst="rect">
            <a:avLst/>
          </a:prstGeom>
        </p:spPr>
      </p:pic>
      <p:sp>
        <p:nvSpPr>
          <p:cNvPr id="9" name="TextBox 8">
            <a:extLst>
              <a:ext uri="{FF2B5EF4-FFF2-40B4-BE49-F238E27FC236}">
                <a16:creationId xmlns:a16="http://schemas.microsoft.com/office/drawing/2014/main" id="{B5740BF6-9FDD-74D5-0F33-0CBC32D4F9B5}"/>
              </a:ext>
            </a:extLst>
          </p:cNvPr>
          <p:cNvSpPr txBox="1"/>
          <p:nvPr/>
        </p:nvSpPr>
        <p:spPr>
          <a:xfrm>
            <a:off x="1470212" y="6311900"/>
            <a:ext cx="8928846" cy="923330"/>
          </a:xfrm>
          <a:prstGeom prst="rect">
            <a:avLst/>
          </a:prstGeom>
          <a:noFill/>
        </p:spPr>
        <p:txBody>
          <a:bodyPr wrap="square">
            <a:spAutoFit/>
          </a:bodyPr>
          <a:lstStyle/>
          <a:p>
            <a:r>
              <a:rPr lang="en-NL" dirty="0"/>
              <a:t> The honest caveat to carry forward is </a:t>
            </a:r>
            <a:r>
              <a:rPr lang="en-NL" dirty="0" err="1"/>
              <a:t>presliding</a:t>
            </a:r>
            <a:r>
              <a:rPr lang="en-NL" dirty="0"/>
              <a:t>, which Karnopp omits and which lives at the same length scale as the offsets, so it belongs in the limitations rather than in the code.</a:t>
            </a:r>
          </a:p>
        </p:txBody>
      </p:sp>
    </p:spTree>
    <p:extLst>
      <p:ext uri="{BB962C8B-B14F-4D97-AF65-F5344CB8AC3E}">
        <p14:creationId xmlns:p14="http://schemas.microsoft.com/office/powerpoint/2010/main" val="5335347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EA1D9-2090-B99E-FB0C-4239593AEC9E}"/>
              </a:ext>
            </a:extLst>
          </p:cNvPr>
          <p:cNvSpPr>
            <a:spLocks noGrp="1"/>
          </p:cNvSpPr>
          <p:nvPr>
            <p:ph type="title"/>
          </p:nvPr>
        </p:nvSpPr>
        <p:spPr/>
        <p:txBody>
          <a:bodyPr/>
          <a:lstStyle/>
          <a:p>
            <a:r>
              <a:rPr lang="en-US" dirty="0"/>
              <a:t>Fix</a:t>
            </a:r>
            <a:endParaRPr lang="en-NL" dirty="0"/>
          </a:p>
        </p:txBody>
      </p:sp>
      <p:sp>
        <p:nvSpPr>
          <p:cNvPr id="3" name="Content Placeholder 2">
            <a:extLst>
              <a:ext uri="{FF2B5EF4-FFF2-40B4-BE49-F238E27FC236}">
                <a16:creationId xmlns:a16="http://schemas.microsoft.com/office/drawing/2014/main" id="{458D3C47-8141-A8CC-0384-0ED0B029ECB8}"/>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C2EA264B-4441-9943-EE25-A29F87829C6D}"/>
              </a:ext>
            </a:extLst>
          </p:cNvPr>
          <p:cNvSpPr txBox="1"/>
          <p:nvPr/>
        </p:nvSpPr>
        <p:spPr>
          <a:xfrm>
            <a:off x="3048000" y="2833318"/>
            <a:ext cx="6096000" cy="1200329"/>
          </a:xfrm>
          <a:prstGeom prst="rect">
            <a:avLst/>
          </a:prstGeom>
          <a:noFill/>
        </p:spPr>
        <p:txBody>
          <a:bodyPr wrap="square">
            <a:spAutoFit/>
          </a:bodyPr>
          <a:lstStyle/>
          <a:p>
            <a:r>
              <a:rPr lang="en-NL" dirty="0"/>
              <a:t>axis      max |res|          rms   vs hard sign   vs </a:t>
            </a:r>
            <a:r>
              <a:rPr lang="en-NL" dirty="0" err="1"/>
              <a:t>frictionlessX</a:t>
            </a:r>
            <a:r>
              <a:rPr lang="en-NL" dirty="0"/>
              <a:t>        1.4412e-09   8.3222e-10        1587.1x              2.7xTheta    6.8572e-11   1.7762e-11       37401.8x              2.5xY        8.7460e-09   3.3928e-09         254.6x              1.5x</a:t>
            </a:r>
          </a:p>
        </p:txBody>
      </p:sp>
      <p:sp>
        <p:nvSpPr>
          <p:cNvPr id="7" name="TextBox 6">
            <a:extLst>
              <a:ext uri="{FF2B5EF4-FFF2-40B4-BE49-F238E27FC236}">
                <a16:creationId xmlns:a16="http://schemas.microsoft.com/office/drawing/2014/main" id="{91C5069F-75B5-B65F-761D-74C6C67DCEB8}"/>
              </a:ext>
            </a:extLst>
          </p:cNvPr>
          <p:cNvSpPr txBox="1"/>
          <p:nvPr/>
        </p:nvSpPr>
        <p:spPr>
          <a:xfrm>
            <a:off x="-1631576" y="2690336"/>
            <a:ext cx="6096000" cy="1477328"/>
          </a:xfrm>
          <a:prstGeom prst="rect">
            <a:avLst/>
          </a:prstGeom>
          <a:noFill/>
        </p:spPr>
        <p:txBody>
          <a:bodyPr wrap="square">
            <a:spAutoFit/>
          </a:bodyPr>
          <a:lstStyle/>
          <a:p>
            <a:r>
              <a:rPr lang="en-NL" dirty="0"/>
              <a:t>The floor test is the one that decides it, against these two </a:t>
            </a:r>
            <a:r>
              <a:rPr lang="en-NL" dirty="0" err="1"/>
              <a:t>anchors:frictionless</a:t>
            </a:r>
            <a:r>
              <a:rPr lang="en-NL" dirty="0"/>
              <a:t> truth (the target)      X 5.37e-10   Theta 2.73e-11   Y 5.91e-09hard sign                            X 2.29e-06   Theta 2.56e-06   Y 2.23e-06Karnopp, buggy breakaway             X 6.37e-06   Theta 4.62e-06   Y 6.18e-06</a:t>
            </a:r>
          </a:p>
        </p:txBody>
      </p:sp>
    </p:spTree>
    <p:extLst>
      <p:ext uri="{BB962C8B-B14F-4D97-AF65-F5344CB8AC3E}">
        <p14:creationId xmlns:p14="http://schemas.microsoft.com/office/powerpoint/2010/main" val="41296991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F3DFE-5588-4500-D6C6-40EDF916ACA0}"/>
              </a:ext>
            </a:extLst>
          </p:cNvPr>
          <p:cNvSpPr>
            <a:spLocks noGrp="1"/>
          </p:cNvSpPr>
          <p:nvPr>
            <p:ph type="title"/>
          </p:nvPr>
        </p:nvSpPr>
        <p:spPr/>
        <p:txBody>
          <a:bodyPr/>
          <a:lstStyle/>
          <a:p>
            <a:r>
              <a:rPr lang="en-US" dirty="0"/>
              <a:t>Friction </a:t>
            </a:r>
            <a:r>
              <a:rPr lang="en-US" dirty="0" err="1"/>
              <a:t>identifilibilty</a:t>
            </a:r>
            <a:r>
              <a:rPr lang="en-US" dirty="0"/>
              <a:t> </a:t>
            </a:r>
            <a:endParaRPr lang="en-NL" dirty="0"/>
          </a:p>
        </p:txBody>
      </p:sp>
      <p:sp>
        <p:nvSpPr>
          <p:cNvPr id="3" name="Content Placeholder 2">
            <a:extLst>
              <a:ext uri="{FF2B5EF4-FFF2-40B4-BE49-F238E27FC236}">
                <a16:creationId xmlns:a16="http://schemas.microsoft.com/office/drawing/2014/main" id="{3BC713CE-2436-069C-D0BC-EAB1D33C2D95}"/>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3E48D001-0572-41DE-1D2F-25DE5A3727AD}"/>
              </a:ext>
            </a:extLst>
          </p:cNvPr>
          <p:cNvSpPr txBox="1"/>
          <p:nvPr/>
        </p:nvSpPr>
        <p:spPr>
          <a:xfrm>
            <a:off x="3047036" y="1723733"/>
            <a:ext cx="6094070" cy="3416320"/>
          </a:xfrm>
          <a:prstGeom prst="rect">
            <a:avLst/>
          </a:prstGeom>
          <a:noFill/>
        </p:spPr>
        <p:txBody>
          <a:bodyPr wrap="square">
            <a:spAutoFit/>
          </a:bodyPr>
          <a:lstStyle/>
          <a:p>
            <a:r>
              <a:rPr lang="en-NL" dirty="0"/>
              <a:t>without friction   3.7e-10  ...  5.1e-05     about 5 </a:t>
            </a:r>
            <a:r>
              <a:rPr lang="en-NL" dirty="0" err="1"/>
              <a:t>decadeswith</a:t>
            </a:r>
            <a:r>
              <a:rPr lang="en-NL" dirty="0"/>
              <a:t> friction      2.6e-08  ...  3.3e-06     about 2 </a:t>
            </a:r>
            <a:r>
              <a:rPr lang="en-NL" dirty="0" err="1"/>
              <a:t>decadesEvery</a:t>
            </a:r>
            <a:r>
              <a:rPr lang="en-NL" dirty="0"/>
              <a:t> 1 % parameter error, whichever parameter, produces a position offset of order 1e-06 m once friction is present. Without friction the same errors produce wildly different offsets depending on which parameter is wrong. Friction destroys the distinguishing signature between parameters, which is a statement about identifiability rather than about accuracy, and it bears directly on the parameter-recovery thread: on a frictional stage, a free-run position metric would struggle to tell which parameter is wrong, because they all look alike in the output.</a:t>
            </a:r>
          </a:p>
        </p:txBody>
      </p:sp>
    </p:spTree>
    <p:extLst>
      <p:ext uri="{BB962C8B-B14F-4D97-AF65-F5344CB8AC3E}">
        <p14:creationId xmlns:p14="http://schemas.microsoft.com/office/powerpoint/2010/main" val="26754504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9ED2F-A990-570D-A9A3-2E5D7F90CAEF}"/>
              </a:ext>
            </a:extLst>
          </p:cNvPr>
          <p:cNvSpPr>
            <a:spLocks noGrp="1"/>
          </p:cNvSpPr>
          <p:nvPr>
            <p:ph type="title"/>
          </p:nvPr>
        </p:nvSpPr>
        <p:spPr/>
        <p:txBody>
          <a:bodyPr/>
          <a:lstStyle/>
          <a:p>
            <a:r>
              <a:rPr lang="en-US" dirty="0"/>
              <a:t>Drift Y fix without absorber.</a:t>
            </a:r>
            <a:br>
              <a:rPr lang="en-US" dirty="0"/>
            </a:br>
            <a:r>
              <a:rPr lang="en-US" dirty="0"/>
              <a:t>X still has an issue</a:t>
            </a:r>
            <a:endParaRPr lang="en-NL" dirty="0"/>
          </a:p>
        </p:txBody>
      </p:sp>
      <p:sp>
        <p:nvSpPr>
          <p:cNvPr id="3" name="Content Placeholder 2">
            <a:extLst>
              <a:ext uri="{FF2B5EF4-FFF2-40B4-BE49-F238E27FC236}">
                <a16:creationId xmlns:a16="http://schemas.microsoft.com/office/drawing/2014/main" id="{76280624-24F5-1A10-1ED7-4477163DC656}"/>
              </a:ext>
            </a:extLst>
          </p:cNvPr>
          <p:cNvSpPr>
            <a:spLocks noGrp="1"/>
          </p:cNvSpPr>
          <p:nvPr>
            <p:ph idx="1"/>
          </p:nvPr>
        </p:nvSpPr>
        <p:spPr/>
        <p:txBody>
          <a:bodyPr/>
          <a:lstStyle/>
          <a:p>
            <a:r>
              <a:rPr lang="en-US" dirty="0"/>
              <a:t>Initial condition Y seems to cause the Y issue</a:t>
            </a:r>
          </a:p>
          <a:p>
            <a:endParaRPr lang="en-US" dirty="0"/>
          </a:p>
          <a:p>
            <a:r>
              <a:rPr lang="en-US" dirty="0"/>
              <a:t>That is finding F2, and it is the physically interesting half of the result. The absorber does cause a large error frictionless; it just causes a symmetric one that averages away. The offset only appears when something breaks the symmetry, and from a proper initial condition friction is the only thing that does.</a:t>
            </a:r>
            <a:endParaRPr lang="en-NL" dirty="0"/>
          </a:p>
        </p:txBody>
      </p:sp>
    </p:spTree>
    <p:extLst>
      <p:ext uri="{BB962C8B-B14F-4D97-AF65-F5344CB8AC3E}">
        <p14:creationId xmlns:p14="http://schemas.microsoft.com/office/powerpoint/2010/main" val="17268043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D9E27-5656-648F-B7E7-136920FF06AA}"/>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5471EEF8-8DD1-38F6-0885-5FB65B85D5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0"/>
            <a:ext cx="9991482" cy="6950597"/>
          </a:xfrm>
          <a:prstGeom prst="rect">
            <a:avLst/>
          </a:prstGeom>
        </p:spPr>
      </p:pic>
    </p:spTree>
    <p:extLst>
      <p:ext uri="{BB962C8B-B14F-4D97-AF65-F5344CB8AC3E}">
        <p14:creationId xmlns:p14="http://schemas.microsoft.com/office/powerpoint/2010/main" val="10519454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A9898-FC84-C5E3-966A-792E9C47593A}"/>
              </a:ext>
            </a:extLst>
          </p:cNvPr>
          <p:cNvSpPr>
            <a:spLocks noGrp="1"/>
          </p:cNvSpPr>
          <p:nvPr>
            <p:ph type="title"/>
          </p:nvPr>
        </p:nvSpPr>
        <p:spPr/>
        <p:txBody>
          <a:bodyPr/>
          <a:lstStyle/>
          <a:p>
            <a:r>
              <a:rPr lang="en-US" dirty="0"/>
              <a:t>Centre of Mass difference</a:t>
            </a:r>
            <a:br>
              <a:rPr lang="en-US" dirty="0"/>
            </a:br>
            <a:r>
              <a:rPr lang="en-US" dirty="0"/>
              <a:t>COM</a:t>
            </a:r>
            <a:endParaRPr lang="en-NL" dirty="0"/>
          </a:p>
        </p:txBody>
      </p:sp>
      <p:sp>
        <p:nvSpPr>
          <p:cNvPr id="3" name="Content Placeholder 2">
            <a:extLst>
              <a:ext uri="{FF2B5EF4-FFF2-40B4-BE49-F238E27FC236}">
                <a16:creationId xmlns:a16="http://schemas.microsoft.com/office/drawing/2014/main" id="{996F5521-A3AB-2C27-DDC1-714EA42BC457}"/>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08B90772-6532-C819-4AE9-E4C4140A5D55}"/>
              </a:ext>
            </a:extLst>
          </p:cNvPr>
          <p:cNvSpPr txBox="1"/>
          <p:nvPr/>
        </p:nvSpPr>
        <p:spPr>
          <a:xfrm>
            <a:off x="3048000" y="2280699"/>
            <a:ext cx="6096000" cy="2308324"/>
          </a:xfrm>
          <a:prstGeom prst="rect">
            <a:avLst/>
          </a:prstGeom>
          <a:noFill/>
        </p:spPr>
        <p:txBody>
          <a:bodyPr wrap="square">
            <a:spAutoFit/>
          </a:bodyPr>
          <a:lstStyle/>
          <a:p>
            <a:r>
              <a:rPr lang="en-NL" dirty="0"/>
              <a:t>That is worth knowing for a reason beyond this investigation: T10 is a training record, so the baseline's X error on training data is dominated by a static mass-matrix term. And we measured that the centre-of-mass correction removes 96.6 % of it on V1. If that carries to T10, then most of the largest error the augmentation currently sees on X is not a discrepancy to be learned at all, it is a term the baseline is simply missing and which could be put back analytically.</a:t>
            </a:r>
          </a:p>
        </p:txBody>
      </p:sp>
    </p:spTree>
    <p:extLst>
      <p:ext uri="{BB962C8B-B14F-4D97-AF65-F5344CB8AC3E}">
        <p14:creationId xmlns:p14="http://schemas.microsoft.com/office/powerpoint/2010/main" val="24528899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EC420-9713-3DC6-9776-107DD7EA0A5A}"/>
              </a:ext>
            </a:extLst>
          </p:cNvPr>
          <p:cNvSpPr>
            <a:spLocks noGrp="1"/>
          </p:cNvSpPr>
          <p:nvPr>
            <p:ph type="title"/>
          </p:nvPr>
        </p:nvSpPr>
        <p:spPr/>
        <p:txBody>
          <a:bodyPr>
            <a:normAutofit fontScale="90000"/>
          </a:bodyPr>
          <a:lstStyle/>
          <a:p>
            <a:r>
              <a:rPr lang="en-US" dirty="0"/>
              <a:t>Need to fix Y for short windows</a:t>
            </a:r>
            <a:br>
              <a:rPr lang="en-US" dirty="0"/>
            </a:br>
            <a:r>
              <a:rPr lang="en-US" dirty="0"/>
              <a:t>with good initialization zero mean just oscillating</a:t>
            </a:r>
            <a:br>
              <a:rPr lang="en-US" dirty="0"/>
            </a:br>
            <a:r>
              <a:rPr lang="en-US" dirty="0"/>
              <a:t>without good </a:t>
            </a:r>
            <a:r>
              <a:rPr lang="en-US" dirty="0" err="1"/>
              <a:t>init.</a:t>
            </a:r>
            <a:r>
              <a:rPr lang="en-US" dirty="0"/>
              <a:t> We get the offset</a:t>
            </a:r>
            <a:endParaRPr lang="en-NL" dirty="0"/>
          </a:p>
        </p:txBody>
      </p:sp>
      <p:sp>
        <p:nvSpPr>
          <p:cNvPr id="3" name="Content Placeholder 2">
            <a:extLst>
              <a:ext uri="{FF2B5EF4-FFF2-40B4-BE49-F238E27FC236}">
                <a16:creationId xmlns:a16="http://schemas.microsoft.com/office/drawing/2014/main" id="{2EFA1897-1F47-3105-FC28-8B775E505AD3}"/>
              </a:ext>
            </a:extLst>
          </p:cNvPr>
          <p:cNvSpPr>
            <a:spLocks noGrp="1"/>
          </p:cNvSpPr>
          <p:nvPr>
            <p:ph idx="1"/>
          </p:nvPr>
        </p:nvSpPr>
        <p:spPr/>
        <p:txBody>
          <a:bodyPr/>
          <a:lstStyle/>
          <a:p>
            <a:r>
              <a:rPr lang="en-US" dirty="0"/>
              <a:t>Previously didn’t correctly do </a:t>
            </a:r>
            <a:r>
              <a:rPr lang="en-US" dirty="0" err="1"/>
              <a:t>init</a:t>
            </a:r>
            <a:r>
              <a:rPr lang="en-US" dirty="0"/>
              <a:t> velocity.</a:t>
            </a:r>
            <a:endParaRPr lang="en-NL" dirty="0"/>
          </a:p>
        </p:txBody>
      </p:sp>
    </p:spTree>
    <p:extLst>
      <p:ext uri="{BB962C8B-B14F-4D97-AF65-F5344CB8AC3E}">
        <p14:creationId xmlns:p14="http://schemas.microsoft.com/office/powerpoint/2010/main" val="38875680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134BC-6DFC-E284-7D1F-D377053F17AE}"/>
              </a:ext>
            </a:extLst>
          </p:cNvPr>
          <p:cNvSpPr>
            <a:spLocks noGrp="1"/>
          </p:cNvSpPr>
          <p:nvPr>
            <p:ph type="title"/>
          </p:nvPr>
        </p:nvSpPr>
        <p:spPr/>
        <p:txBody>
          <a:bodyPr/>
          <a:lstStyle/>
          <a:p>
            <a:r>
              <a:rPr lang="en-US" dirty="0"/>
              <a:t>Enforce zero mean</a:t>
            </a:r>
            <a:endParaRPr lang="en-NL" dirty="0"/>
          </a:p>
        </p:txBody>
      </p:sp>
      <p:sp>
        <p:nvSpPr>
          <p:cNvPr id="3" name="Content Placeholder 2">
            <a:extLst>
              <a:ext uri="{FF2B5EF4-FFF2-40B4-BE49-F238E27FC236}">
                <a16:creationId xmlns:a16="http://schemas.microsoft.com/office/drawing/2014/main" id="{D4CC65FF-38E9-360C-3F06-CEF99C3BFD9B}"/>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4333098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D43F9-EE26-3977-86B7-7EC6F460E057}"/>
              </a:ext>
            </a:extLst>
          </p:cNvPr>
          <p:cNvSpPr>
            <a:spLocks noGrp="1"/>
          </p:cNvSpPr>
          <p:nvPr>
            <p:ph type="title"/>
          </p:nvPr>
        </p:nvSpPr>
        <p:spPr/>
        <p:txBody>
          <a:bodyPr/>
          <a:lstStyle/>
          <a:p>
            <a:r>
              <a:rPr lang="en-US" dirty="0"/>
              <a:t>Velocity issue with true </a:t>
            </a:r>
            <a:r>
              <a:rPr lang="en-US" dirty="0" err="1"/>
              <a:t>init</a:t>
            </a:r>
            <a:br>
              <a:rPr lang="en-US" dirty="0"/>
            </a:br>
            <a:r>
              <a:rPr lang="en-US" dirty="0"/>
              <a:t>from finite difference</a:t>
            </a:r>
            <a:endParaRPr lang="en-NL" dirty="0"/>
          </a:p>
        </p:txBody>
      </p:sp>
      <p:sp>
        <p:nvSpPr>
          <p:cNvPr id="3" name="Content Placeholder 2">
            <a:extLst>
              <a:ext uri="{FF2B5EF4-FFF2-40B4-BE49-F238E27FC236}">
                <a16:creationId xmlns:a16="http://schemas.microsoft.com/office/drawing/2014/main" id="{B0D346B2-9ABA-EF13-891F-2BEEED46DA9C}"/>
              </a:ext>
            </a:extLst>
          </p:cNvPr>
          <p:cNvSpPr>
            <a:spLocks noGrp="1"/>
          </p:cNvSpPr>
          <p:nvPr>
            <p:ph idx="1"/>
          </p:nvPr>
        </p:nvSpPr>
        <p:spPr/>
        <p:txBody>
          <a:bodyPr/>
          <a:lstStyle/>
          <a:p>
            <a:r>
              <a:rPr lang="en-US" dirty="0"/>
              <a:t>But for </a:t>
            </a:r>
            <a:r>
              <a:rPr lang="en-US" dirty="0" err="1"/>
              <a:t>bppt</a:t>
            </a:r>
            <a:r>
              <a:rPr lang="en-US" dirty="0"/>
              <a:t> we have an issue</a:t>
            </a:r>
          </a:p>
          <a:p>
            <a:r>
              <a:rPr lang="en-US" dirty="0"/>
              <a:t>With true </a:t>
            </a:r>
            <a:r>
              <a:rPr lang="en-US" dirty="0" err="1"/>
              <a:t>inits</a:t>
            </a:r>
            <a:r>
              <a:rPr lang="en-US" dirty="0"/>
              <a:t> it is zero mean</a:t>
            </a:r>
          </a:p>
          <a:p>
            <a:r>
              <a:rPr lang="en-US" dirty="0"/>
              <a:t>But with random </a:t>
            </a:r>
            <a:r>
              <a:rPr lang="en-US" dirty="0" err="1"/>
              <a:t>init</a:t>
            </a:r>
            <a:r>
              <a:rPr lang="en-US" dirty="0"/>
              <a:t> for the augmentation we cant fix </a:t>
            </a:r>
            <a:r>
              <a:rPr lang="en-US" dirty="0" err="1"/>
              <a:t>this.w</a:t>
            </a:r>
            <a:endParaRPr lang="en-NL" dirty="0"/>
          </a:p>
        </p:txBody>
      </p:sp>
    </p:spTree>
    <p:extLst>
      <p:ext uri="{BB962C8B-B14F-4D97-AF65-F5344CB8AC3E}">
        <p14:creationId xmlns:p14="http://schemas.microsoft.com/office/powerpoint/2010/main" val="18470823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BE457-8A8E-7E6A-867E-C4F8542E3C78}"/>
              </a:ext>
            </a:extLst>
          </p:cNvPr>
          <p:cNvSpPr>
            <a:spLocks noGrp="1"/>
          </p:cNvSpPr>
          <p:nvPr>
            <p:ph type="title"/>
          </p:nvPr>
        </p:nvSpPr>
        <p:spPr/>
        <p:txBody>
          <a:bodyPr/>
          <a:lstStyle/>
          <a:p>
            <a:r>
              <a:rPr lang="en-US" dirty="0"/>
              <a:t>With true physical </a:t>
            </a:r>
            <a:r>
              <a:rPr lang="en-US" dirty="0" err="1"/>
              <a:t>init</a:t>
            </a:r>
            <a:r>
              <a:rPr lang="en-US"/>
              <a:t>, is the short-window error zero-mean?</a:t>
            </a:r>
            <a:endParaRPr lang="en-NL"/>
          </a:p>
        </p:txBody>
      </p:sp>
      <p:sp>
        <p:nvSpPr>
          <p:cNvPr id="3" name="Content Placeholder 2">
            <a:extLst>
              <a:ext uri="{FF2B5EF4-FFF2-40B4-BE49-F238E27FC236}">
                <a16:creationId xmlns:a16="http://schemas.microsoft.com/office/drawing/2014/main" id="{574FBAE8-2557-03DE-7761-89B9B844471C}"/>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E63CCF05-B8C5-A8CD-8DB1-6964B7D527BC}"/>
              </a:ext>
            </a:extLst>
          </p:cNvPr>
          <p:cNvSpPr txBox="1"/>
          <p:nvPr/>
        </p:nvSpPr>
        <p:spPr>
          <a:xfrm>
            <a:off x="3048000" y="2274838"/>
            <a:ext cx="6096000" cy="2308324"/>
          </a:xfrm>
          <a:prstGeom prst="rect">
            <a:avLst/>
          </a:prstGeom>
          <a:noFill/>
        </p:spPr>
        <p:txBody>
          <a:bodyPr wrap="square">
            <a:spAutoFit/>
          </a:bodyPr>
          <a:lstStyle/>
          <a:p>
            <a:r>
              <a:rPr lang="en-NL" dirty="0"/>
              <a:t>1. With true physical </a:t>
            </a:r>
            <a:r>
              <a:rPr lang="en-NL" dirty="0" err="1"/>
              <a:t>init</a:t>
            </a:r>
            <a:r>
              <a:rPr lang="en-NL" dirty="0"/>
              <a:t>, is the short-window error zero-mean? Yes — on all six states, and with and without the </a:t>
            </a:r>
            <a:r>
              <a:rPr lang="en-NL" dirty="0" err="1"/>
              <a:t>CoG</a:t>
            </a:r>
            <a:r>
              <a:rPr lang="en-NL" dirty="0"/>
              <a:t> fix. Newey-West HAC t on the 476 per-window means:                    exact-seed t (</a:t>
            </a:r>
            <a:r>
              <a:rPr lang="en-NL" dirty="0" err="1"/>
              <a:t>CoG</a:t>
            </a:r>
            <a:r>
              <a:rPr lang="en-NL" dirty="0"/>
              <a:t> on / </a:t>
            </a:r>
            <a:r>
              <a:rPr lang="en-NL" dirty="0" err="1"/>
              <a:t>CoG</a:t>
            </a:r>
            <a:r>
              <a:rPr lang="en-NL" dirty="0"/>
              <a:t> off)V1   X    0.09 / 0.09      Theta  0.11 / 0.51     Y   -0.09 / -0.09     </a:t>
            </a:r>
            <a:r>
              <a:rPr lang="en-NL" dirty="0" err="1"/>
              <a:t>dX</a:t>
            </a:r>
            <a:r>
              <a:rPr lang="en-NL" dirty="0"/>
              <a:t>   0.21 / 0.09      </a:t>
            </a:r>
            <a:r>
              <a:rPr lang="en-NL" dirty="0" err="1"/>
              <a:t>dTheta</a:t>
            </a:r>
            <a:r>
              <a:rPr lang="en-NL" dirty="0"/>
              <a:t> 0.20 / 0.08     </a:t>
            </a:r>
            <a:r>
              <a:rPr lang="en-NL" dirty="0" err="1"/>
              <a:t>dY</a:t>
            </a:r>
            <a:r>
              <a:rPr lang="en-NL" dirty="0"/>
              <a:t>  -0.12 / -0.12V3   X    0.56 / -1.19     Theta  0.67 / 0.66     Y   -0.66 / -0.66     </a:t>
            </a:r>
            <a:r>
              <a:rPr lang="en-NL" dirty="0" err="1"/>
              <a:t>dX</a:t>
            </a:r>
            <a:r>
              <a:rPr lang="en-NL" dirty="0"/>
              <a:t>   0.49 / -1.22     </a:t>
            </a:r>
            <a:r>
              <a:rPr lang="en-NL" dirty="0" err="1"/>
              <a:t>dTheta</a:t>
            </a:r>
            <a:r>
              <a:rPr lang="en-NL" dirty="0"/>
              <a:t> 0.64 / 0.72     </a:t>
            </a:r>
            <a:r>
              <a:rPr lang="en-NL" dirty="0" err="1"/>
              <a:t>dY</a:t>
            </a:r>
            <a:r>
              <a:rPr lang="en-NL" dirty="0"/>
              <a:t>  -0.68 / -0.68</a:t>
            </a:r>
          </a:p>
        </p:txBody>
      </p:sp>
    </p:spTree>
    <p:extLst>
      <p:ext uri="{BB962C8B-B14F-4D97-AF65-F5344CB8AC3E}">
        <p14:creationId xmlns:p14="http://schemas.microsoft.com/office/powerpoint/2010/main" val="41065518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8C8CE-1AC7-816E-DBC6-59294583101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9426DC2-C123-7CF5-D537-03B28A765E91}"/>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3D56BCC1-1B3C-E2F4-E163-F3AB00C782D1}"/>
              </a:ext>
            </a:extLst>
          </p:cNvPr>
          <p:cNvSpPr txBox="1"/>
          <p:nvPr/>
        </p:nvSpPr>
        <p:spPr>
          <a:xfrm>
            <a:off x="3048000" y="2280699"/>
            <a:ext cx="6096000" cy="2308324"/>
          </a:xfrm>
          <a:prstGeom prst="rect">
            <a:avLst/>
          </a:prstGeom>
          <a:noFill/>
        </p:spPr>
        <p:txBody>
          <a:bodyPr wrap="square">
            <a:spAutoFit/>
          </a:bodyPr>
          <a:lstStyle/>
          <a:p>
            <a:r>
              <a:rPr lang="en-NL" dirty="0"/>
              <a:t>V1_standstill_Yp10, 476 windows of 400 samples (</a:t>
            </a:r>
            <a:r>
              <a:rPr lang="en-NL" dirty="0" err="1"/>
              <a:t>nf</a:t>
            </a:r>
            <a:r>
              <a:rPr lang="en-NL" dirty="0"/>
              <a:t> = 0.100 s at 4 kHz)axis      mean of      SCATTER of    in-window    scatter/   </a:t>
            </a:r>
            <a:r>
              <a:rPr lang="en-NL" dirty="0" err="1"/>
              <a:t>corr</a:t>
            </a:r>
            <a:r>
              <a:rPr lang="en-NL" dirty="0"/>
              <a:t> with        win means       win means  oscillation         </a:t>
            </a:r>
            <a:r>
              <a:rPr lang="en-NL" dirty="0" err="1"/>
              <a:t>osc</a:t>
            </a:r>
            <a:r>
              <a:rPr lang="en-NL" dirty="0"/>
              <a:t>  </a:t>
            </a:r>
            <a:r>
              <a:rPr lang="en-NL" dirty="0" err="1"/>
              <a:t>vDelta_a</a:t>
            </a:r>
            <a:r>
              <a:rPr lang="en-NL" dirty="0"/>
              <a:t>(0)X       2.718e-08       6.302e-07    3.009e-07       2.09x       -0.103Theta  -1.408e-08       1.158e-06    5.363e-07       2.16x       +0.495Y      -6.864e-06       1.045e-04    4.848e-05       2.15x       -1.000Y mechanism: predicted slope -5.0000e-03 s   observed -4.8271e-03 s   (ratio 0.97)</a:t>
            </a:r>
          </a:p>
        </p:txBody>
      </p:sp>
    </p:spTree>
    <p:extLst>
      <p:ext uri="{BB962C8B-B14F-4D97-AF65-F5344CB8AC3E}">
        <p14:creationId xmlns:p14="http://schemas.microsoft.com/office/powerpoint/2010/main" val="41727139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573B6-97A8-5918-1573-16D40D26704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DEE1392-A8CD-5E6A-A038-CB8A3B3F7971}"/>
              </a:ext>
            </a:extLst>
          </p:cNvPr>
          <p:cNvSpPr>
            <a:spLocks noGrp="1"/>
          </p:cNvSpPr>
          <p:nvPr>
            <p:ph idx="1"/>
          </p:nvPr>
        </p:nvSpPr>
        <p:spPr/>
        <p:txBody>
          <a:bodyPr/>
          <a:lstStyle/>
          <a:p>
            <a:r>
              <a:rPr lang="en-US" dirty="0"/>
              <a:t>For the encoder </a:t>
            </a:r>
            <a:r>
              <a:rPr lang="en-US" dirty="0" err="1"/>
              <a:t>init</a:t>
            </a:r>
            <a:r>
              <a:rPr lang="en-US" dirty="0"/>
              <a:t> its always dependent on the </a:t>
            </a:r>
            <a:r>
              <a:rPr lang="en-US" dirty="0" err="1"/>
              <a:t>ann</a:t>
            </a:r>
            <a:r>
              <a:rPr lang="en-US" dirty="0"/>
              <a:t> for the </a:t>
            </a:r>
            <a:r>
              <a:rPr lang="en-US" dirty="0" err="1"/>
              <a:t>init</a:t>
            </a:r>
            <a:r>
              <a:rPr lang="en-US" dirty="0"/>
              <a:t> of the additional states?</a:t>
            </a:r>
            <a:endParaRPr lang="en-NL" dirty="0"/>
          </a:p>
        </p:txBody>
      </p:sp>
    </p:spTree>
    <p:extLst>
      <p:ext uri="{BB962C8B-B14F-4D97-AF65-F5344CB8AC3E}">
        <p14:creationId xmlns:p14="http://schemas.microsoft.com/office/powerpoint/2010/main" val="8346383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B3F33-6F2F-3B4A-E444-921FE916F34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17197FD-8FA2-6BF1-05A3-B4C2CB01646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2818884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59BBC-2BA2-3EA0-63C0-DE56E9AC448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DCD98FC-A41F-89A6-1232-FFA859A88228}"/>
              </a:ext>
            </a:extLst>
          </p:cNvPr>
          <p:cNvSpPr>
            <a:spLocks noGrp="1"/>
          </p:cNvSpPr>
          <p:nvPr>
            <p:ph idx="1"/>
          </p:nvPr>
        </p:nvSpPr>
        <p:spPr/>
        <p:txBody>
          <a:bodyPr/>
          <a:lstStyle/>
          <a:p>
            <a:r>
              <a:rPr lang="en-US" dirty="0"/>
              <a:t>The CT model fits the training objective far better than DT. sqrt loss 0.585 → 0.310 → 0.291 in 300 updates. The DT arm was still at 0.79 after 900. That is roughly 2.7x better on the same objective with a third of the budget.</a:t>
            </a:r>
            <a:endParaRPr lang="en-NL" dirty="0"/>
          </a:p>
        </p:txBody>
      </p:sp>
    </p:spTree>
    <p:extLst>
      <p:ext uri="{BB962C8B-B14F-4D97-AF65-F5344CB8AC3E}">
        <p14:creationId xmlns:p14="http://schemas.microsoft.com/office/powerpoint/2010/main" val="20774456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DB555-C98F-67C0-2D33-CCFA6E36671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DF237D0-2BD1-D92D-98C2-DB14E834130E}"/>
              </a:ext>
            </a:extLst>
          </p:cNvPr>
          <p:cNvSpPr>
            <a:spLocks noGrp="1"/>
          </p:cNvSpPr>
          <p:nvPr>
            <p:ph idx="1"/>
          </p:nvPr>
        </p:nvSpPr>
        <p:spPr/>
        <p:txBody>
          <a:bodyPr/>
          <a:lstStyle/>
          <a:p>
            <a:r>
              <a:rPr lang="en-US" dirty="0"/>
              <a:t>Partly, and the literature now lets me say which part. It resolves what is plausibly the binding problem: right now the ANN has nothing to win, because the absorber is about 1e-9 of the sim-RMS metric while the untrained baseline already scores 1.6e-4, so every gradient step can only do damage and every run has selected epoch 0. A cubic spring deflects the rigid-body trajectory itself, which makes epoch 0 beatable for the first time. Retzler et al. 2024, from your supervisors' own circle, is the measured precedent: on the same robot, augmentation beats ANN-only when the discrepancy is a static friction map and fails to when the data contains hysteretic </a:t>
            </a:r>
            <a:r>
              <a:rPr lang="en-US" dirty="0" err="1"/>
              <a:t>presliding</a:t>
            </a:r>
            <a:r>
              <a:rPr lang="en-US" dirty="0"/>
              <a:t>.</a:t>
            </a:r>
            <a:endParaRPr lang="en-NL" dirty="0"/>
          </a:p>
        </p:txBody>
      </p:sp>
    </p:spTree>
    <p:extLst>
      <p:ext uri="{BB962C8B-B14F-4D97-AF65-F5344CB8AC3E}">
        <p14:creationId xmlns:p14="http://schemas.microsoft.com/office/powerpoint/2010/main" val="41409646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FC1D0-E749-4722-F96E-C4E89BDBB1C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F04E4C6-EEFE-281F-1095-06A85F2ACEC3}"/>
              </a:ext>
            </a:extLst>
          </p:cNvPr>
          <p:cNvSpPr>
            <a:spLocks noGrp="1"/>
          </p:cNvSpPr>
          <p:nvPr>
            <p:ph idx="1"/>
          </p:nvPr>
        </p:nvSpPr>
        <p:spPr/>
        <p:txBody>
          <a:bodyPr/>
          <a:lstStyle/>
          <a:p>
            <a:r>
              <a:rPr lang="en-US" dirty="0"/>
              <a:t>Why the previous target was unlearnable. The absorber is about 1e-9 of the squared metric while the untrained baseline already scores 1.66e-4 m. So the ANN's best possible gain was roughly zero and its damage potential was unbounded. Training had a strictly negative expected value, which is exactly why every single run selected epoch 0. That was never "the ANN cannot fit things", it was "there is nothing here worth the risk of touching".</a:t>
            </a:r>
            <a:endParaRPr lang="en-NL" dirty="0"/>
          </a:p>
        </p:txBody>
      </p:sp>
      <p:sp>
        <p:nvSpPr>
          <p:cNvPr id="5" name="TextBox 4">
            <a:extLst>
              <a:ext uri="{FF2B5EF4-FFF2-40B4-BE49-F238E27FC236}">
                <a16:creationId xmlns:a16="http://schemas.microsoft.com/office/drawing/2014/main" id="{AA090190-C63C-49F6-8A00-F0D7BC289AD0}"/>
              </a:ext>
            </a:extLst>
          </p:cNvPr>
          <p:cNvSpPr txBox="1"/>
          <p:nvPr/>
        </p:nvSpPr>
        <p:spPr>
          <a:xfrm>
            <a:off x="2271252" y="3621772"/>
            <a:ext cx="6096000" cy="3139321"/>
          </a:xfrm>
          <a:prstGeom prst="rect">
            <a:avLst/>
          </a:prstGeom>
          <a:noFill/>
        </p:spPr>
        <p:txBody>
          <a:bodyPr wrap="square">
            <a:spAutoFit/>
          </a:bodyPr>
          <a:lstStyle/>
          <a:p>
            <a:r>
              <a:rPr lang="en-NL" dirty="0"/>
              <a:t>Why the cubic spring is different, and it is not just that it is bigger. The ANN does not have to learn any dynamics. The baseline supplies the integrators exactly, by construction. Everything that killed the black box (Ribeiro's O(N) loss sensitivity at the unit circle, Asadi's N·Δ accumulation, needing to resolve |λ-1| &lt; 2e-8) is about learning the marginal mode. Here the mode is given and the ANN only has to output a static scalar force as a function of Y, which is a state it already sees. A tanh MLP fits that in its sleep. So D-134's negative does not transfer to this target, and that is the actual point.</a:t>
            </a:r>
          </a:p>
        </p:txBody>
      </p:sp>
    </p:spTree>
    <p:extLst>
      <p:ext uri="{BB962C8B-B14F-4D97-AF65-F5344CB8AC3E}">
        <p14:creationId xmlns:p14="http://schemas.microsoft.com/office/powerpoint/2010/main" val="29837460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EC596-0BA9-9CD1-9666-594ADBAF230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9B1A76B-E655-2548-4704-F6611586357C}"/>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2431201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CD23C-3219-F8EF-875D-A9EBE2F9B7B4}"/>
              </a:ext>
            </a:extLst>
          </p:cNvPr>
          <p:cNvSpPr>
            <a:spLocks noGrp="1"/>
          </p:cNvSpPr>
          <p:nvPr>
            <p:ph type="title"/>
          </p:nvPr>
        </p:nvSpPr>
        <p:spPr/>
        <p:txBody>
          <a:bodyPr>
            <a:normAutofit fontScale="90000"/>
          </a:bodyPr>
          <a:lstStyle/>
          <a:p>
            <a:r>
              <a:rPr lang="en-US" b="1" dirty="0"/>
              <a:t>"Why does a small model error become a permanent offset rather than a </a:t>
            </a:r>
            <a:r>
              <a:rPr lang="en-US" b="1" dirty="0" err="1"/>
              <a:t>transient?"Answer</a:t>
            </a:r>
            <a:r>
              <a:rPr lang="en-US" b="1" dirty="0"/>
              <a:t>: because X and Y have no stiffness, K(1,1) = K(3,3) = 0, so two poles sit at s = 0. On such an axis any accumulated impulse of force difference becomes a permanent position shift, offset = impulse / damping. And both impulses have a closed form with nothing fitted:</a:t>
            </a:r>
            <a:endParaRPr lang="en-NL" b="1" dirty="0"/>
          </a:p>
        </p:txBody>
      </p:sp>
      <p:sp>
        <p:nvSpPr>
          <p:cNvPr id="3" name="Content Placeholder 2">
            <a:extLst>
              <a:ext uri="{FF2B5EF4-FFF2-40B4-BE49-F238E27FC236}">
                <a16:creationId xmlns:a16="http://schemas.microsoft.com/office/drawing/2014/main" id="{30DE64E5-3DDE-BF50-4332-03B2E3EE66A0}"/>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4240738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652E9-328C-553A-57CC-3FA0B276E88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5F334B4-DFC1-0143-771A-7F5B5E6AF8A0}"/>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6996473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F4B33-ABD4-2CB8-AEA9-306915DE02AC}"/>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30C5708D-7660-CCA4-1662-5CC5944984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8248" y="0"/>
            <a:ext cx="10355503" cy="6798849"/>
          </a:xfrm>
          <a:prstGeom prst="rect">
            <a:avLst/>
          </a:prstGeom>
        </p:spPr>
      </p:pic>
    </p:spTree>
    <p:extLst>
      <p:ext uri="{BB962C8B-B14F-4D97-AF65-F5344CB8AC3E}">
        <p14:creationId xmlns:p14="http://schemas.microsoft.com/office/powerpoint/2010/main" val="14680087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4B6A7-1DAA-11A1-0310-855BA3D6983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5DC769E-4D0F-F053-211C-0532FAF46725}"/>
              </a:ext>
            </a:extLst>
          </p:cNvPr>
          <p:cNvSpPr>
            <a:spLocks noGrp="1"/>
          </p:cNvSpPr>
          <p:nvPr>
            <p:ph idx="1"/>
          </p:nvPr>
        </p:nvSpPr>
        <p:spPr/>
        <p:txBody>
          <a:bodyPr/>
          <a:lstStyle/>
          <a:p>
            <a:r>
              <a:rPr lang="en-US" dirty="0"/>
              <a:t>On Gerben's plant, holding the last sample is worse than guessing the mean. The state is gone almost immediately, so the system forgets, so short-horizon accuracy transfers to long-horizon accuracy and SUBNET works. On the gantry it is inverted: holding the last sample is twice as good as the mean, because the system remembers, because it integrates.</a:t>
            </a:r>
            <a:endParaRPr lang="en-NL" dirty="0"/>
          </a:p>
        </p:txBody>
      </p:sp>
    </p:spTree>
    <p:extLst>
      <p:ext uri="{BB962C8B-B14F-4D97-AF65-F5344CB8AC3E}">
        <p14:creationId xmlns:p14="http://schemas.microsoft.com/office/powerpoint/2010/main" val="13277391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26A75-780E-410C-07B9-BD73FA09E77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2D26FA0-9F88-16A7-3006-2C2BCF4B93E3}"/>
              </a:ext>
            </a:extLst>
          </p:cNvPr>
          <p:cNvSpPr>
            <a:spLocks noGrp="1"/>
          </p:cNvSpPr>
          <p:nvPr>
            <p:ph idx="1"/>
          </p:nvPr>
        </p:nvSpPr>
        <p:spPr/>
        <p:txBody>
          <a:bodyPr/>
          <a:lstStyle/>
          <a:p>
            <a:r>
              <a:rPr lang="en-US" dirty="0"/>
              <a:t>"An unconstrained black box cannot free-run a marginally stable mechanical system, because the short-window objective it must be trained on is blind to the long-horizon </a:t>
            </a:r>
            <a:r>
              <a:rPr lang="en-US" dirty="0" err="1"/>
              <a:t>behaviour</a:t>
            </a:r>
            <a:r>
              <a:rPr lang="en-US" dirty="0"/>
              <a:t> it is scored on" is precisely the argument for augmenting a physical baseline instead. The black-box column failing this way is not an embarrassment in your results table. It is the reason the table exists.</a:t>
            </a:r>
            <a:endParaRPr lang="en-NL" dirty="0"/>
          </a:p>
        </p:txBody>
      </p:sp>
    </p:spTree>
    <p:extLst>
      <p:ext uri="{BB962C8B-B14F-4D97-AF65-F5344CB8AC3E}">
        <p14:creationId xmlns:p14="http://schemas.microsoft.com/office/powerpoint/2010/main" val="21973348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BD36-C1F5-34FA-96C8-5B20544ED83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32971FD-58D9-73A2-3AC5-B791DCEA5658}"/>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503799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AB7F9-4ED0-53A2-B2E8-C7B984AEE84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483EF28-449D-2C79-EDFA-F23C9195F38A}"/>
              </a:ext>
            </a:extLst>
          </p:cNvPr>
          <p:cNvSpPr>
            <a:spLocks noGrp="1"/>
          </p:cNvSpPr>
          <p:nvPr>
            <p:ph idx="1"/>
          </p:nvPr>
        </p:nvSpPr>
        <p:spPr/>
        <p:txBody>
          <a:bodyPr>
            <a:normAutofit fontScale="77500" lnSpcReduction="20000"/>
          </a:bodyPr>
          <a:lstStyle/>
          <a:p>
            <a:r>
              <a:rPr lang="en-US" dirty="0"/>
              <a:t>Offset 2: the acquired offset. This is the </a:t>
            </a:r>
            <a:r>
              <a:rPr lang="en-US" dirty="0" err="1"/>
              <a:t>gap.Epoch</a:t>
            </a:r>
            <a:r>
              <a:rPr lang="en-US" dirty="0"/>
              <a:t> 0 to epoch 1: 1.66e-04 to 2.11e-02, 127x, with a bit-identical training loss. The ANN acquires a constant on rows that feed free integrators, and the deliverable charges for </a:t>
            </a:r>
            <a:r>
              <a:rPr lang="en-US" dirty="0" err="1"/>
              <a:t>it.Why</a:t>
            </a:r>
            <a:r>
              <a:rPr lang="en-US" dirty="0"/>
              <a:t> the framework is out of its validated regime. Jan's reference benchmarks, the MSD, Bouc-Wen and the cascaded tanks, are all asymptotically stable: every mode decays, no poles on the unit circle. On such a plant an unconstrained additive residual with a nonzero mean produces a bounded output error, because the DC gain from force to output is finite. The gantry in logical coordinates has K = </a:t>
            </a:r>
            <a:r>
              <a:rPr lang="en-US" dirty="0" err="1"/>
              <a:t>diag</a:t>
            </a:r>
            <a:r>
              <a:rPr lang="en-US" dirty="0"/>
              <a:t>(0, kb1+kb2, 0), so X and Y are free double integrators with poles at z = 1. There the DC gain from force to position is infinite, and a constant force error grows as f·t²/2. Between a 0.1 s training window and a 12 s free run that is an amplification of (12/0.1)² ≈ 14400.So the objective is nearly blind to the exact quantity the metric amplifies most. Nothing in the framework bounds it, because on the systems it was built and validated for, nothing needed to. That is a clean statement of the gap and it is checkable: it rests on a property of Jan's benchmarks, worth confirming against his papers before it goes in the thesis.</a:t>
            </a:r>
            <a:endParaRPr lang="en-NL" dirty="0"/>
          </a:p>
        </p:txBody>
      </p:sp>
    </p:spTree>
    <p:extLst>
      <p:ext uri="{BB962C8B-B14F-4D97-AF65-F5344CB8AC3E}">
        <p14:creationId xmlns:p14="http://schemas.microsoft.com/office/powerpoint/2010/main" val="12935888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468E1-E887-CFFC-F9BB-6643837EE69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A4147C7-2D96-A97E-3CD4-AB3C9D0BCE85}"/>
              </a:ext>
            </a:extLst>
          </p:cNvPr>
          <p:cNvSpPr>
            <a:spLocks noGrp="1"/>
          </p:cNvSpPr>
          <p:nvPr>
            <p:ph idx="1"/>
          </p:nvPr>
        </p:nvSpPr>
        <p:spPr/>
        <p:txBody>
          <a:bodyPr>
            <a:normAutofit fontScale="92500" lnSpcReduction="20000"/>
          </a:bodyPr>
          <a:lstStyle/>
          <a:p>
            <a:r>
              <a:rPr lang="en-US" dirty="0"/>
              <a:t>One thing worth raising with your </a:t>
            </a:r>
            <a:r>
              <a:rPr lang="en-US" dirty="0" err="1"/>
              <a:t>supervisorThe</a:t>
            </a:r>
            <a:r>
              <a:rPr lang="en-US" dirty="0"/>
              <a:t> real machine runs in closed loop, and </a:t>
            </a:r>
            <a:r>
              <a:rPr lang="en-US" dirty="0" err="1"/>
              <a:t>ruleOfThumb</a:t>
            </a:r>
            <a:r>
              <a:rPr lang="en-US" dirty="0"/>
              <a:t> has a pole at the origin, so it rejects exactly the DC that the open-loop free-run metric punishes. A 12 s open-loop free run on a plant with rigid-body modes charges the model for a quantity the controller would remove. That does not make free-run simulation the wrong metric, it is standard and it is in the research plan, but it does mean the metric and the deployment condition disagree specifically on the failure mode you are fighting. Better to put that on the table explicitly than to keep fixing the model against </a:t>
            </a:r>
            <a:r>
              <a:rPr lang="en-US" dirty="0" err="1"/>
              <a:t>it.If</a:t>
            </a:r>
            <a:r>
              <a:rPr lang="en-US" dirty="0"/>
              <a:t> the framing helps: the thesis has a stated contribution (orthogonal projection extended to LPV/MIMO/LFR) and this is turning into a second, forced one, namely what augmentation requires when the baseline contains rigid-body modes. That is a real gap in Jan's framework, not a failure of your implementation of it.</a:t>
            </a:r>
            <a:endParaRPr lang="en-NL" dirty="0"/>
          </a:p>
        </p:txBody>
      </p:sp>
    </p:spTree>
    <p:extLst>
      <p:ext uri="{BB962C8B-B14F-4D97-AF65-F5344CB8AC3E}">
        <p14:creationId xmlns:p14="http://schemas.microsoft.com/office/powerpoint/2010/main" val="34344099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5C99F-1E26-7851-2E56-5B011739635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8941429-EF4A-F328-A55D-F7B02D7D710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32EC1037-41CB-D13B-F1F9-DB4C5B8EA2CC}"/>
              </a:ext>
            </a:extLst>
          </p:cNvPr>
          <p:cNvPicPr>
            <a:picLocks noChangeAspect="1"/>
          </p:cNvPicPr>
          <p:nvPr/>
        </p:nvPicPr>
        <p:blipFill>
          <a:blip r:embed="rId2"/>
          <a:stretch>
            <a:fillRect/>
          </a:stretch>
        </p:blipFill>
        <p:spPr>
          <a:xfrm>
            <a:off x="838200" y="1596231"/>
            <a:ext cx="6035563" cy="3665538"/>
          </a:xfrm>
          <a:prstGeom prst="rect">
            <a:avLst/>
          </a:prstGeom>
        </p:spPr>
      </p:pic>
      <p:pic>
        <p:nvPicPr>
          <p:cNvPr id="7" name="Picture 6">
            <a:extLst>
              <a:ext uri="{FF2B5EF4-FFF2-40B4-BE49-F238E27FC236}">
                <a16:creationId xmlns:a16="http://schemas.microsoft.com/office/drawing/2014/main" id="{EAF3D171-18B3-5DF3-092C-395AEB49E934}"/>
              </a:ext>
            </a:extLst>
          </p:cNvPr>
          <p:cNvPicPr>
            <a:picLocks noChangeAspect="1"/>
          </p:cNvPicPr>
          <p:nvPr/>
        </p:nvPicPr>
        <p:blipFill>
          <a:blip r:embed="rId3"/>
          <a:stretch>
            <a:fillRect/>
          </a:stretch>
        </p:blipFill>
        <p:spPr>
          <a:xfrm>
            <a:off x="6686044" y="2068712"/>
            <a:ext cx="5997460" cy="2720576"/>
          </a:xfrm>
          <a:prstGeom prst="rect">
            <a:avLst/>
          </a:prstGeom>
        </p:spPr>
      </p:pic>
    </p:spTree>
    <p:extLst>
      <p:ext uri="{BB962C8B-B14F-4D97-AF65-F5344CB8AC3E}">
        <p14:creationId xmlns:p14="http://schemas.microsoft.com/office/powerpoint/2010/main" val="26326865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DBC04-83F0-53B9-A38E-86844A80B15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CA59EDB-907F-6451-6485-D164F84399B5}"/>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02302390-774D-1F67-62AD-A9DE268FC0BC}"/>
              </a:ext>
            </a:extLst>
          </p:cNvPr>
          <p:cNvSpPr txBox="1"/>
          <p:nvPr/>
        </p:nvSpPr>
        <p:spPr>
          <a:xfrm>
            <a:off x="3048000" y="2969793"/>
            <a:ext cx="6096000" cy="923330"/>
          </a:xfrm>
          <a:prstGeom prst="rect">
            <a:avLst/>
          </a:prstGeom>
          <a:noFill/>
        </p:spPr>
        <p:txBody>
          <a:bodyPr wrap="square">
            <a:spAutoFit/>
          </a:bodyPr>
          <a:lstStyle/>
          <a:p>
            <a:r>
              <a:rPr lang="en-NL" dirty="0"/>
              <a:t>And it does not transfer. Telica is closed-loop logs only. Anything you conclude from open-loop-generated data would not carry to the deliverable.</a:t>
            </a:r>
          </a:p>
        </p:txBody>
      </p:sp>
    </p:spTree>
    <p:extLst>
      <p:ext uri="{BB962C8B-B14F-4D97-AF65-F5344CB8AC3E}">
        <p14:creationId xmlns:p14="http://schemas.microsoft.com/office/powerpoint/2010/main" val="27654041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64F18-08F6-78DB-68E0-21A58798A47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D61BC22-4A47-B3CF-5A8D-D606E874E73A}"/>
              </a:ext>
            </a:extLst>
          </p:cNvPr>
          <p:cNvSpPr>
            <a:spLocks noGrp="1"/>
          </p:cNvSpPr>
          <p:nvPr>
            <p:ph idx="1"/>
          </p:nvPr>
        </p:nvSpPr>
        <p:spPr/>
        <p:txBody>
          <a:bodyPr/>
          <a:lstStyle/>
          <a:p>
            <a:r>
              <a:rPr lang="en-US" dirty="0"/>
              <a:t>What you actually want is already available in the data you </a:t>
            </a:r>
            <a:r>
              <a:rPr lang="en-US" dirty="0" err="1"/>
              <a:t>haveYou</a:t>
            </a:r>
            <a:r>
              <a:rPr lang="en-US" dirty="0"/>
              <a:t> want to see the overlay with only the 158 Hz difference and no level shift. You get that by seeding the comparison at an instant where the absorber is at rest, not by re-recording. My ablation measured this directly: with δ = δ̇ = 0 at the seed, the Y offset drops from 2.53e-03 m to 5.67e-07 m, a factor 4450, and it stays at 5.67e-07 for every seed time I tried. Once you start from rest, no offset accumulates later, even though the absorber is fully excited during the active window. That is exactly the "zero-DC, bounded-impulse residual" </a:t>
            </a:r>
            <a:r>
              <a:rPr lang="en-US" dirty="0" err="1"/>
              <a:t>behaviour</a:t>
            </a:r>
            <a:r>
              <a:rPr lang="en-US" dirty="0"/>
              <a:t> the framework assumes.</a:t>
            </a:r>
            <a:endParaRPr lang="en-NL" dirty="0"/>
          </a:p>
        </p:txBody>
      </p:sp>
    </p:spTree>
    <p:extLst>
      <p:ext uri="{BB962C8B-B14F-4D97-AF65-F5344CB8AC3E}">
        <p14:creationId xmlns:p14="http://schemas.microsoft.com/office/powerpoint/2010/main" val="15082502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F1EAB-0A93-8CE7-7588-EF02841276B3}"/>
              </a:ext>
            </a:extLst>
          </p:cNvPr>
          <p:cNvSpPr>
            <a:spLocks noGrp="1"/>
          </p:cNvSpPr>
          <p:nvPr>
            <p:ph type="title"/>
          </p:nvPr>
        </p:nvSpPr>
        <p:spPr/>
        <p:txBody>
          <a:bodyPr/>
          <a:lstStyle/>
          <a:p>
            <a:r>
              <a:rPr lang="en-US" dirty="0"/>
              <a:t>Stride issue??</a:t>
            </a:r>
            <a:br>
              <a:rPr lang="en-US" dirty="0"/>
            </a:br>
            <a:r>
              <a:rPr lang="en-US" dirty="0"/>
              <a:t>no</a:t>
            </a:r>
            <a:endParaRPr lang="en-NL" dirty="0"/>
          </a:p>
        </p:txBody>
      </p:sp>
      <p:sp>
        <p:nvSpPr>
          <p:cNvPr id="3" name="Content Placeholder 2">
            <a:extLst>
              <a:ext uri="{FF2B5EF4-FFF2-40B4-BE49-F238E27FC236}">
                <a16:creationId xmlns:a16="http://schemas.microsoft.com/office/drawing/2014/main" id="{7FE9A382-5EB5-E330-C6FD-CC4B3CBA9C83}"/>
              </a:ext>
            </a:extLst>
          </p:cNvPr>
          <p:cNvSpPr>
            <a:spLocks noGrp="1"/>
          </p:cNvSpPr>
          <p:nvPr>
            <p:ph idx="1"/>
          </p:nvPr>
        </p:nvSpPr>
        <p:spPr/>
        <p:txBody>
          <a:bodyPr/>
          <a:lstStyle/>
          <a:p>
            <a:r>
              <a:rPr lang="en-US" dirty="0"/>
              <a:t>But here is the part that matters, and it cuts against the intuition: δ̇(</a:t>
            </a:r>
            <a:r>
              <a:rPr lang="en-US" dirty="0" err="1"/>
              <a:t>t_k</a:t>
            </a:r>
            <a:r>
              <a:rPr lang="en-US" dirty="0"/>
              <a:t>) is a zero-mean 158 Hz oscillation, and stride 10 samples it densely and uniformly. The stride spacing is 2.5 </a:t>
            </a:r>
            <a:r>
              <a:rPr lang="en-US" dirty="0" err="1"/>
              <a:t>ms</a:t>
            </a:r>
            <a:r>
              <a:rPr lang="en-US" dirty="0"/>
              <a:t> against an absorber period of 6.33 </a:t>
            </a:r>
            <a:r>
              <a:rPr lang="en-US" dirty="0" err="1"/>
              <a:t>ms</a:t>
            </a:r>
            <a:r>
              <a:rPr lang="en-US" dirty="0"/>
              <a:t>, </a:t>
            </a:r>
            <a:endParaRPr lang="en-NL" dirty="0"/>
          </a:p>
        </p:txBody>
      </p:sp>
    </p:spTree>
    <p:extLst>
      <p:ext uri="{BB962C8B-B14F-4D97-AF65-F5344CB8AC3E}">
        <p14:creationId xmlns:p14="http://schemas.microsoft.com/office/powerpoint/2010/main" val="35260678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5CC85-F090-7853-0092-1429F9A283F9}"/>
              </a:ext>
            </a:extLst>
          </p:cNvPr>
          <p:cNvSpPr>
            <a:spLocks noGrp="1"/>
          </p:cNvSpPr>
          <p:nvPr>
            <p:ph type="title"/>
          </p:nvPr>
        </p:nvSpPr>
        <p:spPr/>
        <p:txBody>
          <a:bodyPr/>
          <a:lstStyle/>
          <a:p>
            <a:r>
              <a:rPr lang="en-US" dirty="0"/>
              <a:t>Rigid body window length issue</a:t>
            </a:r>
            <a:endParaRPr lang="en-NL" dirty="0"/>
          </a:p>
        </p:txBody>
      </p:sp>
      <p:sp>
        <p:nvSpPr>
          <p:cNvPr id="3" name="Content Placeholder 2">
            <a:extLst>
              <a:ext uri="{FF2B5EF4-FFF2-40B4-BE49-F238E27FC236}">
                <a16:creationId xmlns:a16="http://schemas.microsoft.com/office/drawing/2014/main" id="{00D004EC-8D4A-8BF5-B03B-48EF8CD24154}"/>
              </a:ext>
            </a:extLst>
          </p:cNvPr>
          <p:cNvSpPr>
            <a:spLocks noGrp="1"/>
          </p:cNvSpPr>
          <p:nvPr>
            <p:ph idx="1"/>
          </p:nvPr>
        </p:nvSpPr>
        <p:spPr/>
        <p:txBody>
          <a:bodyPr/>
          <a:lstStyle/>
          <a:p>
            <a:r>
              <a:rPr lang="en-US" dirty="0"/>
              <a:t>So the window resolves the thing you want to learn about 16 times over, and resolves the rigid-body settling about a tenth of once.</a:t>
            </a:r>
          </a:p>
          <a:p>
            <a:endParaRPr lang="en-US" dirty="0"/>
          </a:p>
          <a:p>
            <a:r>
              <a:rPr lang="en-US" dirty="0"/>
              <a:t>An acquired constant force is 14400x under-weighted. On a K = 0 axis a constant force gives f·t²/2, so the ratio between the metric horizon and the window is (12/0.1)² = 14400. That is the acquired-DC problem, and it is a pure function of the window length.</a:t>
            </a:r>
            <a:endParaRPr lang="en-NL" dirty="0"/>
          </a:p>
        </p:txBody>
      </p:sp>
    </p:spTree>
    <p:extLst>
      <p:ext uri="{BB962C8B-B14F-4D97-AF65-F5344CB8AC3E}">
        <p14:creationId xmlns:p14="http://schemas.microsoft.com/office/powerpoint/2010/main" val="8258699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956CD-0B8A-5AF8-4A1B-D7A4A29F20E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85635F3-A7B6-BB9C-0C10-E531C014EC99}"/>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8E0DE338-5F02-1D87-C6CC-B6903297606D}"/>
              </a:ext>
            </a:extLst>
          </p:cNvPr>
          <p:cNvSpPr txBox="1"/>
          <p:nvPr/>
        </p:nvSpPr>
        <p:spPr>
          <a:xfrm>
            <a:off x="1612491" y="490359"/>
            <a:ext cx="6096000" cy="1200329"/>
          </a:xfrm>
          <a:prstGeom prst="rect">
            <a:avLst/>
          </a:prstGeom>
          <a:noFill/>
        </p:spPr>
        <p:txBody>
          <a:bodyPr wrap="square">
            <a:spAutoFit/>
          </a:bodyPr>
          <a:lstStyle/>
          <a:p>
            <a:r>
              <a:rPr lang="en-NL" dirty="0"/>
              <a:t> yes this kind of makes sense. but </a:t>
            </a:r>
            <a:r>
              <a:rPr lang="en-NL" dirty="0" err="1"/>
              <a:t>i</a:t>
            </a:r>
            <a:r>
              <a:rPr lang="en-NL" dirty="0"/>
              <a:t> keep repeating that we have an offset, do you agree?  and </a:t>
            </a:r>
            <a:r>
              <a:rPr lang="en-NL" dirty="0" err="1"/>
              <a:t>jan's</a:t>
            </a:r>
            <a:r>
              <a:rPr lang="en-NL" dirty="0"/>
              <a:t> framework cant capture that.  so we actually DO have to capture an offset or am </a:t>
            </a:r>
            <a:r>
              <a:rPr lang="en-NL" dirty="0" err="1"/>
              <a:t>i</a:t>
            </a:r>
            <a:r>
              <a:rPr lang="en-NL" dirty="0"/>
              <a:t> wrong</a:t>
            </a:r>
          </a:p>
        </p:txBody>
      </p:sp>
      <p:sp>
        <p:nvSpPr>
          <p:cNvPr id="7" name="TextBox 6">
            <a:extLst>
              <a:ext uri="{FF2B5EF4-FFF2-40B4-BE49-F238E27FC236}">
                <a16:creationId xmlns:a16="http://schemas.microsoft.com/office/drawing/2014/main" id="{C24B98F3-0109-B05A-76BD-2D18BAD4EC7F}"/>
              </a:ext>
            </a:extLst>
          </p:cNvPr>
          <p:cNvSpPr txBox="1"/>
          <p:nvPr/>
        </p:nvSpPr>
        <p:spPr>
          <a:xfrm>
            <a:off x="2261418" y="1815922"/>
            <a:ext cx="6096000" cy="6186309"/>
          </a:xfrm>
          <a:prstGeom prst="rect">
            <a:avLst/>
          </a:prstGeom>
          <a:noFill/>
        </p:spPr>
        <p:txBody>
          <a:bodyPr wrap="square">
            <a:spAutoFit/>
          </a:bodyPr>
          <a:lstStyle/>
          <a:p>
            <a:r>
              <a:rPr lang="en-NL" dirty="0"/>
              <a:t>Where you are right: there is an offset, it is large (2.5e-03 m on V1 against a 4.4e-06 m signal), and the ANN block as configured cannot produce </a:t>
            </a:r>
            <a:r>
              <a:rPr lang="en-NL" dirty="0" err="1"/>
              <a:t>it.Where</a:t>
            </a:r>
            <a:r>
              <a:rPr lang="en-NL" dirty="0"/>
              <a:t> I would push back: "so we have to capture an offset" treats the offset as part of the residual to be learned. It is not. The ablation says it is entirely an initial-condition effect: set δ = δ̇ = 0 at the seed and it drops 4450x, from 2.53e-03 to 5.67e-07 m. There is no persistent force in the plant producing it. So the goal is not to reproduce the offset, it is to not have it, by getting the initial state </a:t>
            </a:r>
            <a:r>
              <a:rPr lang="en-NL" dirty="0" err="1"/>
              <a:t>right.What</a:t>
            </a:r>
            <a:r>
              <a:rPr lang="en-NL" dirty="0"/>
              <a:t> is actually broken is narrower and more fixable than "the framework lacks a capability". The framework has two routes to an offset and both are blocked by the same thing:- The encoder route. Its job is the initial state, including the two augmented </a:t>
            </a:r>
            <a:r>
              <a:rPr lang="en-NL" dirty="0" err="1"/>
              <a:t>latents</a:t>
            </a:r>
            <a:r>
              <a:rPr lang="en-NL" dirty="0"/>
              <a:t>. It already removes about 70 % of the offset (2.11e-04 against 7.33e-04 for true-x0 seeding), but it does that by biasing </a:t>
            </a:r>
            <a:r>
              <a:rPr lang="en-NL" dirty="0" err="1"/>
              <a:t>dY</a:t>
            </a:r>
            <a:r>
              <a:rPr lang="en-NL" dirty="0"/>
              <a:t>, not by estimating the absorber. </a:t>
            </a:r>
            <a:r>
              <a:rPr lang="en-NL" dirty="0" err="1"/>
              <a:t>x_enc_ann</a:t>
            </a:r>
            <a:r>
              <a:rPr lang="en-NL" dirty="0"/>
              <a:t> in run 71167 is identically zero over all 48000 samples.- The ANN route. A force can produce a permanent offset on a K = 0 axis, via its impulse: </a:t>
            </a:r>
            <a:r>
              <a:rPr lang="en-NL" dirty="0" err="1"/>
              <a:t>Δx</a:t>
            </a:r>
            <a:r>
              <a:rPr lang="en-NL" dirty="0"/>
              <a:t>(∞) = ∫f dt / c. The </a:t>
            </a:r>
            <a:r>
              <a:rPr lang="en-NL" dirty="0" err="1"/>
              <a:t>ANN's</a:t>
            </a:r>
            <a:r>
              <a:rPr lang="en-NL" dirty="0"/>
              <a:t> inputs are [x(8), u], which include x[6] and x[7], the augmented </a:t>
            </a:r>
            <a:r>
              <a:rPr lang="en-NL" dirty="0" err="1"/>
              <a:t>latents</a:t>
            </a:r>
            <a:r>
              <a:rPr lang="en-NL" dirty="0"/>
              <a:t>. If those tracked δ and δ̇, the ANN could emit the corrective impulse.</a:t>
            </a:r>
          </a:p>
        </p:txBody>
      </p:sp>
      <p:sp>
        <p:nvSpPr>
          <p:cNvPr id="9" name="TextBox 8">
            <a:extLst>
              <a:ext uri="{FF2B5EF4-FFF2-40B4-BE49-F238E27FC236}">
                <a16:creationId xmlns:a16="http://schemas.microsoft.com/office/drawing/2014/main" id="{FCEBF966-A994-89D5-579F-646992FDDBEF}"/>
              </a:ext>
            </a:extLst>
          </p:cNvPr>
          <p:cNvSpPr txBox="1"/>
          <p:nvPr/>
        </p:nvSpPr>
        <p:spPr>
          <a:xfrm>
            <a:off x="8780206" y="2673806"/>
            <a:ext cx="6096000" cy="2862322"/>
          </a:xfrm>
          <a:prstGeom prst="rect">
            <a:avLst/>
          </a:prstGeom>
          <a:noFill/>
        </p:spPr>
        <p:txBody>
          <a:bodyPr wrap="square">
            <a:spAutoFit/>
          </a:bodyPr>
          <a:lstStyle/>
          <a:p>
            <a:r>
              <a:rPr lang="en-NL" dirty="0"/>
              <a:t>Where your point becomes structurally true, and this is the version I would take to your supervisor. At the project's own noise levels the estimate collapses: δ̇ is unrecoverable by 50x at SNR 60 dB, 89x at 55, 161x at 50, and no window length fixes it. On real Telica data there is no way to estimate the absorber state, so the offset is irreducible and then the framework genuinely has nothing that can handle it. That is a real gap in applying Jan's framework to a plant with rigid-body modes and an unobservable internal coordinate, and it is a defensible finding.</a:t>
            </a:r>
          </a:p>
        </p:txBody>
      </p:sp>
    </p:spTree>
    <p:extLst>
      <p:ext uri="{BB962C8B-B14F-4D97-AF65-F5344CB8AC3E}">
        <p14:creationId xmlns:p14="http://schemas.microsoft.com/office/powerpoint/2010/main" val="4205156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1BCFE-A34C-5B16-84B2-43FF3815B3E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E87D350-446B-CD16-FA7D-DC3DD94D220A}"/>
              </a:ext>
            </a:extLst>
          </p:cNvPr>
          <p:cNvSpPr>
            <a:spLocks noGrp="1"/>
          </p:cNvSpPr>
          <p:nvPr>
            <p:ph idx="1"/>
          </p:nvPr>
        </p:nvSpPr>
        <p:spPr/>
        <p:txBody>
          <a:bodyPr/>
          <a:lstStyle/>
          <a:p>
            <a:r>
              <a:rPr lang="en-US" dirty="0"/>
              <a:t>2. A clean first-order settle. It rises smoothly with τ = 1.01 s and then holds. That is the shape of an initial-condition transient.</a:t>
            </a:r>
            <a:endParaRPr lang="en-NL" dirty="0"/>
          </a:p>
        </p:txBody>
      </p:sp>
    </p:spTree>
    <p:extLst>
      <p:ext uri="{BB962C8B-B14F-4D97-AF65-F5344CB8AC3E}">
        <p14:creationId xmlns:p14="http://schemas.microsoft.com/office/powerpoint/2010/main" val="6309689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777B3-FE02-8538-A91D-CFE88ECC602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992D8F2-1171-B7DD-D9A1-8893B5EDBFAD}"/>
              </a:ext>
            </a:extLst>
          </p:cNvPr>
          <p:cNvSpPr>
            <a:spLocks noGrp="1"/>
          </p:cNvSpPr>
          <p:nvPr>
            <p:ph idx="1"/>
          </p:nvPr>
        </p:nvSpPr>
        <p:spPr/>
        <p:txBody>
          <a:bodyPr/>
          <a:lstStyle/>
          <a:p>
            <a:r>
              <a:rPr lang="en-US" dirty="0"/>
              <a:t>That is why every simulation in the pipeline starts there rather than at sample 0.And it is the part that matters for your earlier objection. The pipeline structurally cannot seed at t = 0. It has to wait 17 samples for the encoder, and by then δ̇ is already at 2.5e-02 m/s, essentially its full RMS. So the t = 0 exact-IC seeding is a diagnostic that isolates the mechanism, not a fix the pipeline can adopt. The only fix available inside the pipeline is to make those 17 samples of history actually produce δ and δ̇, which noiselessly they can, to 0.43 %.</a:t>
            </a:r>
            <a:endParaRPr lang="en-NL" dirty="0"/>
          </a:p>
        </p:txBody>
      </p:sp>
    </p:spTree>
    <p:extLst>
      <p:ext uri="{BB962C8B-B14F-4D97-AF65-F5344CB8AC3E}">
        <p14:creationId xmlns:p14="http://schemas.microsoft.com/office/powerpoint/2010/main" val="9818350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CED01-17C4-D334-C719-774A5B76DC4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EFE139C-F82D-B3A7-3BEF-2CA8354D35DD}"/>
              </a:ext>
            </a:extLst>
          </p:cNvPr>
          <p:cNvSpPr>
            <a:spLocks noGrp="1"/>
          </p:cNvSpPr>
          <p:nvPr>
            <p:ph idx="1"/>
          </p:nvPr>
        </p:nvSpPr>
        <p:spPr/>
        <p:txBody>
          <a:bodyPr/>
          <a:lstStyle/>
          <a:p>
            <a:r>
              <a:rPr lang="en-US" dirty="0"/>
              <a:t>- the offset belongs to the initial condition and cannot be fixed by a parallel force block,- the ripple belongs to the dynamics and is exactly what Jan's framework is built for.</a:t>
            </a:r>
            <a:endParaRPr lang="en-NL" dirty="0"/>
          </a:p>
        </p:txBody>
      </p:sp>
    </p:spTree>
    <p:extLst>
      <p:ext uri="{BB962C8B-B14F-4D97-AF65-F5344CB8AC3E}">
        <p14:creationId xmlns:p14="http://schemas.microsoft.com/office/powerpoint/2010/main" val="6702004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54DEB-4236-AA2A-89DB-BB4D5EA2483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11C9F5E-EA3F-61B4-C961-B86E94FDFED3}"/>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580C52E6-6029-CC62-6301-326329D528D5}"/>
              </a:ext>
            </a:extLst>
          </p:cNvPr>
          <p:cNvSpPr txBox="1"/>
          <p:nvPr/>
        </p:nvSpPr>
        <p:spPr>
          <a:xfrm>
            <a:off x="3048000" y="2415796"/>
            <a:ext cx="6096000" cy="2031325"/>
          </a:xfrm>
          <a:prstGeom prst="rect">
            <a:avLst/>
          </a:prstGeom>
          <a:noFill/>
        </p:spPr>
        <p:txBody>
          <a:bodyPr wrap="square">
            <a:spAutoFit/>
          </a:bodyPr>
          <a:lstStyle/>
          <a:p>
            <a:r>
              <a:rPr lang="en-NL" dirty="0"/>
              <a:t>What the three say </a:t>
            </a:r>
            <a:r>
              <a:rPr lang="en-NL" dirty="0" err="1"/>
              <a:t>togetherThe</a:t>
            </a:r>
            <a:r>
              <a:rPr lang="en-NL" dirty="0"/>
              <a:t> drift is introduced by the augmentation (T5), is not LPV self-scheduling (T3), and its magnitude is governed by the training horizon with a clean power law (T1). The one remaining untested cause hypothesis is structural marginal poles, which is exactly T4.And the horizon fix is not reachable by cold start, which is precisely why T2's warm-started ladder exists.</a:t>
            </a:r>
          </a:p>
        </p:txBody>
      </p:sp>
    </p:spTree>
    <p:extLst>
      <p:ext uri="{BB962C8B-B14F-4D97-AF65-F5344CB8AC3E}">
        <p14:creationId xmlns:p14="http://schemas.microsoft.com/office/powerpoint/2010/main" val="29630227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5932B-D6EB-3ADB-2C73-02DDD4C465B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8E34EB6-6683-20DA-EBA4-83721B0E5C38}"/>
              </a:ext>
            </a:extLst>
          </p:cNvPr>
          <p:cNvSpPr>
            <a:spLocks noGrp="1"/>
          </p:cNvSpPr>
          <p:nvPr>
            <p:ph idx="1"/>
          </p:nvPr>
        </p:nvSpPr>
        <p:spPr/>
        <p:txBody>
          <a:bodyPr/>
          <a:lstStyle/>
          <a:p>
            <a:r>
              <a:rPr lang="en-US" dirty="0"/>
              <a:t>PHY_IX is 0..5. So rows 6 and 7 receive only the ANN's output. There is no identity term carrying </a:t>
            </a:r>
            <a:r>
              <a:rPr lang="en-US" dirty="0" err="1"/>
              <a:t>x_k</a:t>
            </a:r>
            <a:r>
              <a:rPr lang="en-US" dirty="0"/>
              <a:t>[6:8] into x_{k+1}[6:8]. Concretely:</a:t>
            </a:r>
          </a:p>
          <a:p>
            <a:endParaRPr lang="en-US" dirty="0"/>
          </a:p>
          <a:p>
            <a:r>
              <a:rPr lang="en-US" dirty="0"/>
              <a:t>They have no memory and no integrator. Whatever the encoder estimates for δ and δ̇ at k = K0 is overwritten at the very next sample. And since the ANN is zero-</a:t>
            </a:r>
            <a:r>
              <a:rPr lang="en-US" dirty="0" err="1"/>
              <a:t>initialised</a:t>
            </a:r>
            <a:r>
              <a:rPr lang="en-US" dirty="0"/>
              <a:t>, they are exactly 0.0 forever, which is what </a:t>
            </a:r>
            <a:r>
              <a:rPr lang="en-US" dirty="0" err="1"/>
              <a:t>x_enc_ann</a:t>
            </a:r>
            <a:r>
              <a:rPr lang="en-US" dirty="0"/>
              <a:t> shows and why r2_rollout_raw and r2_rollout_linmap are both exactly [0, 0] in the results file.</a:t>
            </a:r>
            <a:endParaRPr lang="en-NL" dirty="0"/>
          </a:p>
        </p:txBody>
      </p:sp>
    </p:spTree>
    <p:extLst>
      <p:ext uri="{BB962C8B-B14F-4D97-AF65-F5344CB8AC3E}">
        <p14:creationId xmlns:p14="http://schemas.microsoft.com/office/powerpoint/2010/main" val="8098070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306F1-959A-9349-5804-C90169EE45A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D33760B-DF7B-5F12-0402-7ECE9903129D}"/>
              </a:ext>
            </a:extLst>
          </p:cNvPr>
          <p:cNvSpPr>
            <a:spLocks noGrp="1"/>
          </p:cNvSpPr>
          <p:nvPr>
            <p:ph idx="1"/>
          </p:nvPr>
        </p:nvSpPr>
        <p:spPr/>
        <p:txBody>
          <a:bodyPr/>
          <a:lstStyle/>
          <a:p>
            <a:r>
              <a:rPr lang="en-US" dirty="0"/>
              <a:t>What it has to learn is the hard case. To hold the absorber mode, the learned map needs a Jacobian on those rows with eigenvalues at z = exp(</a:t>
            </a:r>
            <a:r>
              <a:rPr lang="en-US" dirty="0" err="1"/>
              <a:t>s·ts</a:t>
            </a:r>
            <a:r>
              <a:rPr lang="en-US" dirty="0"/>
              <a:t>) for s = −52.4 ± 992j at 4 kHz, i.e. |z| = 0.987 rotating 14.2° per step, about 25 samples per period. Learning a near-unit-modulus rotation from a zero </a:t>
            </a:r>
            <a:r>
              <a:rPr lang="en-US" dirty="0" err="1"/>
              <a:t>initialisation</a:t>
            </a:r>
            <a:r>
              <a:rPr lang="en-US" dirty="0"/>
              <a:t> through a tanh MLP is the classic difficult RNN regime, and it is being asked for over 0.1 s windows, which is 16 periods.</a:t>
            </a:r>
            <a:endParaRPr lang="en-NL" dirty="0"/>
          </a:p>
        </p:txBody>
      </p:sp>
    </p:spTree>
    <p:extLst>
      <p:ext uri="{BB962C8B-B14F-4D97-AF65-F5344CB8AC3E}">
        <p14:creationId xmlns:p14="http://schemas.microsoft.com/office/powerpoint/2010/main" val="10822142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35084-2B2D-880E-6970-3EEB53F60FB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8386F51-5293-9698-B2F9-86A2E5DDE70A}"/>
              </a:ext>
            </a:extLst>
          </p:cNvPr>
          <p:cNvSpPr>
            <a:spLocks noGrp="1"/>
          </p:cNvSpPr>
          <p:nvPr>
            <p:ph idx="1"/>
          </p:nvPr>
        </p:nvSpPr>
        <p:spPr/>
        <p:txBody>
          <a:bodyPr>
            <a:normAutofit fontScale="92500"/>
          </a:bodyPr>
          <a:lstStyle/>
          <a:p>
            <a:r>
              <a:rPr lang="en-US" dirty="0"/>
              <a:t>What that means for T4The sprung curve is the </a:t>
            </a:r>
            <a:r>
              <a:rPr lang="en-US" dirty="0" err="1"/>
              <a:t>unsprung</a:t>
            </a:r>
            <a:r>
              <a:rPr lang="en-US" dirty="0"/>
              <a:t> curve shifted down by a constant, with the same </a:t>
            </a:r>
            <a:r>
              <a:rPr lang="en-US" dirty="0" err="1"/>
              <a:t>nf</a:t>
            </a:r>
            <a:r>
              <a:rPr lang="en-US" dirty="0"/>
              <a:t>^-1.17 slope. So the spring and the horizon are independent contributions, and marginal poles are not why the horizon requirement is extreme.</a:t>
            </a:r>
          </a:p>
          <a:p>
            <a:endParaRPr lang="en-US" dirty="0"/>
          </a:p>
          <a:p>
            <a:r>
              <a:rPr lang="en-US" dirty="0"/>
              <a:t>T4's answer is therefore: marginal poles are a real contributor worth ~6x, but they are not the cause and removing them does not change the character of the failure. The horizon gap that T1 quantified remains the dominant, separate mechanism. The signature is unchanged at both rungs, a 0.3% move in the objective buying a 6 to 12x free-run degradation within two epochs.</a:t>
            </a:r>
            <a:endParaRPr lang="en-NL" dirty="0"/>
          </a:p>
        </p:txBody>
      </p:sp>
    </p:spTree>
    <p:extLst>
      <p:ext uri="{BB962C8B-B14F-4D97-AF65-F5344CB8AC3E}">
        <p14:creationId xmlns:p14="http://schemas.microsoft.com/office/powerpoint/2010/main" val="6886053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BD4B5-4A9D-A065-CB38-B2B6613E25B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D18F36B-601E-4B06-1422-FA2EEE650744}"/>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31A2C6E0-9F07-C0FE-20D4-6D372E1BAC49}"/>
              </a:ext>
            </a:extLst>
          </p:cNvPr>
          <p:cNvSpPr txBox="1"/>
          <p:nvPr/>
        </p:nvSpPr>
        <p:spPr>
          <a:xfrm>
            <a:off x="3048000" y="-5478673"/>
            <a:ext cx="6096000" cy="17820263"/>
          </a:xfrm>
          <a:prstGeom prst="rect">
            <a:avLst/>
          </a:prstGeom>
          <a:noFill/>
        </p:spPr>
        <p:txBody>
          <a:bodyPr wrap="square">
            <a:spAutoFit/>
          </a:bodyPr>
          <a:lstStyle/>
          <a:p>
            <a:r>
              <a:rPr lang="en-NL" dirty="0"/>
              <a:t>Conclusion1. There are two error phenomena, and conflating them has cost timeT5 drew the line and it should be held: the baseline plus encoder produces a bounded offset that settles, while the augmentation produces unbounded drift. Almost everything I did this session belongs to the first, and the first is not the problem.2. The bounded offset is now </a:t>
            </a:r>
            <a:r>
              <a:rPr lang="en-NL" dirty="0" err="1"/>
              <a:t>closedΔY</a:t>
            </a:r>
            <a:r>
              <a:rPr lang="en-NL" dirty="0"/>
              <a:t>(∞) = </a:t>
            </a:r>
            <a:r>
              <a:rPr lang="en-NL" dirty="0" err="1"/>
              <a:t>ma·δ</a:t>
            </a:r>
            <a:r>
              <a:rPr lang="en-NL" dirty="0"/>
              <a:t>̇(t₀)/</a:t>
            </a:r>
            <a:r>
              <a:rPr lang="en-NL" dirty="0" err="1"/>
              <a:t>c_y</a:t>
            </a:r>
            <a:r>
              <a:rPr lang="en-NL" dirty="0"/>
              <a:t>, validated at R² = 1.000000 (V1) and 0.999997 (T10) against an unfitted line over 60 seed instants each. It is an initial-condition deficit: a 6-state model cannot hold the absorber's momentum, and on a z = 1 pole that momentum becomes a permanent position shift. Seed where the absorber is at rest and the 6-state baseline becomes numerically identical to the 8-state truth on the settled offset. It is worth at most 2.3x against training's 127x.This closes T5's "an initial velocity error decays and its integral becomes a permanent offset" by naming the velocity and giving the coefficient. It should now be removed from the problem statement, not carried as an open item, and the true-x0 baseline </a:t>
            </a:r>
            <a:r>
              <a:rPr lang="en-NL" dirty="0" err="1"/>
              <a:t>nce</a:t>
            </a:r>
            <a:r>
              <a:rPr lang="en-NL" dirty="0"/>
              <a:t> (cross-cutting finding 3, which Ire-derived independently).3. The unbounded drift is well characterised and still </a:t>
            </a:r>
            <a:r>
              <a:rPr lang="en-NL" dirty="0" err="1"/>
              <a:t>unexplainedThe</a:t>
            </a:r>
            <a:r>
              <a:rPr lang="en-NL" dirty="0"/>
              <a:t> programme has: a clean </a:t>
            </a:r>
            <a:r>
              <a:rPr lang="en-NL" dirty="0" err="1"/>
              <a:t>nf</a:t>
            </a:r>
            <a:r>
              <a:rPr lang="en-NL" dirty="0"/>
              <a:t>^-1.17 </a:t>
            </a:r>
            <a:r>
              <a:rPr lang="en-NL" dirty="0" err="1"/>
              <a:t>lawt</a:t>
            </a:r>
            <a:r>
              <a:rPr lang="en-NL" dirty="0"/>
              <a:t> reach (T1); exposure bias excluded at3.3 % against 138x (T3); marginal poles bounded at a constant 6x, so structural but not causal (T4); and </a:t>
            </a:r>
            <a:r>
              <a:rPr lang="en-NL" dirty="0" err="1"/>
              <a:t>sixpreviously</a:t>
            </a:r>
            <a:r>
              <a:rPr lang="en-NL" dirty="0"/>
              <a:t> falsified mechanisms. What </a:t>
            </a:r>
            <a:r>
              <a:rPr lang="en-NL" dirty="0" err="1"/>
              <a:t>iires</a:t>
            </a:r>
            <a:r>
              <a:rPr lang="en-NL" dirty="0"/>
              <a:t> the harmful component at all.4. The single fact both programmes conv                                                                                                             The objective and the goal are </a:t>
            </a:r>
            <a:r>
              <a:rPr lang="en-NL" dirty="0" err="1"/>
              <a:t>decoupleowed</a:t>
            </a:r>
            <a:r>
              <a:rPr lang="en-NL" dirty="0"/>
              <a:t> loss buys 12 to 138x on the </a:t>
            </a:r>
            <a:r>
              <a:rPr lang="en-NL" dirty="0" err="1"/>
              <a:t>freerun</a:t>
            </a:r>
            <a:r>
              <a:rPr lang="en-NL" dirty="0"/>
              <a:t>. T4: 0.3 % buys 6x. Every completed run selects epoch 0. My horizon figure gives the arithmetic: a 0.1 s window observes 9.4 % of an initial-condition offset and under-weights a constant force by (12/0.1)² =       14400.5. A candidate mechanism, and it is new                                                                     On the trained checkpoint the two augmented latent states have a self-Jacobian with |λ| ≈ 6e-05, against the 0.987 at 14.2°/step needed to hold the down, constant across the rollout. They are nonzero but memoryless.                                                                                 If that holds across checkpoints, the augmentation is a static residual force acting on marginally stable    axes, which is the worst available </a:t>
            </a:r>
            <a:r>
              <a:rPr lang="en-NL" dirty="0" err="1"/>
              <a:t>combthe</a:t>
            </a:r>
            <a:r>
              <a:rPr lang="en-NL" dirty="0"/>
              <a:t> absorber, because that </a:t>
            </a:r>
            <a:r>
              <a:rPr lang="en-NL" dirty="0" err="1"/>
              <a:t>requiresdynamics</a:t>
            </a:r>
            <a:r>
              <a:rPr lang="en-NL" dirty="0"/>
              <a:t> it does not have, but it can inject a DC component, which those axes integrate without bound. That would explain why training is net destructive at every horizon tested and why every run selects epoch 0: the block can only add harm, never the </a:t>
            </a:r>
            <a:r>
              <a:rPr lang="en-NL" dirty="0" err="1"/>
              <a:t>inteGrade</a:t>
            </a:r>
            <a:r>
              <a:rPr lang="en-NL" dirty="0"/>
              <a:t> SINGLE, one checkpoint from a run whose objective moved 2 to 4.5 %, so it may describe run 71167 rather than the method.6. What decides </a:t>
            </a:r>
            <a:r>
              <a:rPr lang="en-NL" dirty="0" err="1"/>
              <a:t>itRun</a:t>
            </a:r>
            <a:r>
              <a:rPr lang="en-NL" dirty="0"/>
              <a:t> the same linearisation on the </a:t>
            </a:r>
            <a:r>
              <a:rPr lang="en-NL" dirty="0" err="1"/>
              <a:t>ARTBPMinutes</a:t>
            </a:r>
            <a:r>
              <a:rPr lang="en-NL" dirty="0"/>
              <a:t>, no training.- Eigenvalues at the origin </a:t>
            </a:r>
            <a:r>
              <a:rPr lang="en-NL" dirty="0" err="1"/>
              <a:t>everywhere:er</a:t>
            </a:r>
            <a:r>
              <a:rPr lang="en-NL" dirty="0"/>
              <a:t> became dynamic. The </a:t>
            </a:r>
            <a:r>
              <a:rPr lang="en-NL" dirty="0" err="1"/>
              <a:t>nf</a:t>
            </a:r>
            <a:r>
              <a:rPr lang="en-NL" dirty="0"/>
              <a:t>^-1.17 law </a:t>
            </a:r>
            <a:r>
              <a:rPr lang="en-NL" dirty="0" err="1"/>
              <a:t>isthen</a:t>
            </a:r>
            <a:r>
              <a:rPr lang="en-NL" dirty="0"/>
              <a:t> measuring how long a horizon it takes to suppress a static DC, not how long it takes to learn </a:t>
            </a:r>
            <a:r>
              <a:rPr lang="en-NL" dirty="0" err="1"/>
              <a:t>theabsorber</a:t>
            </a:r>
            <a:r>
              <a:rPr lang="en-NL" dirty="0"/>
              <a:t>, and T2's ladder would be </a:t>
            </a:r>
            <a:r>
              <a:rPr lang="en-NL" dirty="0" err="1"/>
              <a:t>clim</a:t>
            </a:r>
            <a:r>
              <a:rPr lang="en-NL" dirty="0"/>
              <a:t>- Eigenvalues moved somewhere: the recurrence does train, this was a property of a barely-moved run, and the mechanism question stays </a:t>
            </a:r>
            <a:r>
              <a:rPr lang="en-NL" dirty="0" err="1"/>
              <a:t>open.That</a:t>
            </a:r>
            <a:r>
              <a:rPr lang="en-NL" dirty="0"/>
              <a:t> test is worth running before T2 stages 2 to 5, which is currently the highest-value unrun work. It is cheap, and it can change what those stages are for.7. One thread, not a conclusionT3's </a:t>
            </a:r>
            <a:r>
              <a:rPr lang="en-NL" dirty="0" err="1"/>
              <a:t>unisolated</a:t>
            </a:r>
            <a:r>
              <a:rPr lang="en-NL" dirty="0"/>
              <a:t> side result says the Y e source, in tension with D-103. My work says the Y offset is specifically the absorber's initial condition and Y is where the absorber couples into the plant. Those may be the same </a:t>
            </a:r>
            <a:r>
              <a:rPr lang="en-NL" dirty="0" err="1"/>
              <a:t>observs</a:t>
            </a:r>
            <a:r>
              <a:rPr lang="en-NL" dirty="0"/>
              <a:t>, but T3 changed two things at </a:t>
            </a:r>
            <a:r>
              <a:rPr lang="en-NL" dirty="0" err="1"/>
              <a:t>onceand</a:t>
            </a:r>
            <a:r>
              <a:rPr lang="en-NL" dirty="0"/>
              <a:t> I have not tested it, so it stays a hypothesis.</a:t>
            </a:r>
          </a:p>
        </p:txBody>
      </p:sp>
    </p:spTree>
    <p:extLst>
      <p:ext uri="{BB962C8B-B14F-4D97-AF65-F5344CB8AC3E}">
        <p14:creationId xmlns:p14="http://schemas.microsoft.com/office/powerpoint/2010/main" val="41201806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29688-9CF6-B617-024D-255B9B6EF68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BC3FFC5-51BE-3097-D75B-112F83C53331}"/>
              </a:ext>
            </a:extLst>
          </p:cNvPr>
          <p:cNvSpPr>
            <a:spLocks noGrp="1"/>
          </p:cNvSpPr>
          <p:nvPr>
            <p:ph idx="1"/>
          </p:nvPr>
        </p:nvSpPr>
        <p:spPr/>
        <p:txBody>
          <a:bodyPr/>
          <a:lstStyle/>
          <a:p>
            <a:r>
              <a:rPr lang="en-US"/>
              <a:t>The defect is the normaliser. The loss divides by the global ystd of about 0.032 m, which is the spread across records, while the actual signal variation within a 0.5 s prediction window is about 5e-6 m. A loss of NRMS 0.146 in those units is a 4 mm error on a system where doing nothing gives 5 microns. The objective cannot see the difference, so the optimiser has no pressure to close it.</a:t>
            </a:r>
            <a:endParaRPr lang="en-NL"/>
          </a:p>
        </p:txBody>
      </p:sp>
      <p:sp>
        <p:nvSpPr>
          <p:cNvPr id="5" name="TextBox 4">
            <a:extLst>
              <a:ext uri="{FF2B5EF4-FFF2-40B4-BE49-F238E27FC236}">
                <a16:creationId xmlns:a16="http://schemas.microsoft.com/office/drawing/2014/main" id="{94A92135-8194-ACDB-8196-9037E1DDE244}"/>
              </a:ext>
            </a:extLst>
          </p:cNvPr>
          <p:cNvSpPr txBox="1"/>
          <p:nvPr/>
        </p:nvSpPr>
        <p:spPr>
          <a:xfrm>
            <a:off x="3048000" y="5394971"/>
            <a:ext cx="6096000" cy="2031325"/>
          </a:xfrm>
          <a:prstGeom prst="rect">
            <a:avLst/>
          </a:prstGeom>
          <a:noFill/>
        </p:spPr>
        <p:txBody>
          <a:bodyPr wrap="square">
            <a:spAutoFit/>
          </a:bodyPr>
          <a:lstStyle/>
          <a:p>
            <a:r>
              <a:rPr lang="en-NL" dirty="0"/>
              <a:t>One </a:t>
            </a:r>
            <a:r>
              <a:rPr lang="en-NL" dirty="0" err="1"/>
              <a:t>actionRe</a:t>
            </a:r>
            <a:r>
              <a:rPr lang="en-NL" dirty="0"/>
              <a:t>-scale the training objective so that "better than doing nothing" lies inside it: normalise the residual per record (or per window, with a floor) by that segment's own variation, instead of by the pooled across-record </a:t>
            </a:r>
            <a:r>
              <a:rPr lang="en-NL" dirty="0" err="1"/>
              <a:t>ystd</a:t>
            </a:r>
            <a:r>
              <a:rPr lang="en-NL" dirty="0"/>
              <a:t>. Then re-run at </a:t>
            </a:r>
            <a:r>
              <a:rPr lang="en-NL" dirty="0" err="1"/>
              <a:t>nf</a:t>
            </a:r>
            <a:r>
              <a:rPr lang="en-NL" dirty="0"/>
              <a:t>=400 and width 16, the configuration that demonstrably trained, so the only thing that changed is the objective.</a:t>
            </a:r>
          </a:p>
        </p:txBody>
      </p:sp>
    </p:spTree>
    <p:extLst>
      <p:ext uri="{BB962C8B-B14F-4D97-AF65-F5344CB8AC3E}">
        <p14:creationId xmlns:p14="http://schemas.microsoft.com/office/powerpoint/2010/main" val="20365105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122A2-5B25-4D42-514F-8DA5865E70F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4FF8021-6AA6-0C34-31C2-F4129CE9D3D5}"/>
              </a:ext>
            </a:extLst>
          </p:cNvPr>
          <p:cNvSpPr>
            <a:spLocks noGrp="1"/>
          </p:cNvSpPr>
          <p:nvPr>
            <p:ph idx="1"/>
          </p:nvPr>
        </p:nvSpPr>
        <p:spPr/>
        <p:txBody>
          <a:bodyPr/>
          <a:lstStyle/>
          <a:p>
            <a:r>
              <a:rPr lang="en-US" dirty="0"/>
              <a:t>The difference is fully enumerated (section 4.1): subtracting the baseline 3x3 mass matrix from the truth's upper block leaves only </a:t>
            </a:r>
            <a:r>
              <a:rPr lang="en-US" dirty="0" err="1"/>
              <a:t>dM</a:t>
            </a:r>
            <a:r>
              <a:rPr lang="en-US" dirty="0"/>
              <a:t>(1,2)=</a:t>
            </a:r>
            <a:r>
              <a:rPr lang="en-US" dirty="0" err="1"/>
              <a:t>dM</a:t>
            </a:r>
            <a:r>
              <a:rPr lang="en-US" dirty="0"/>
              <a:t>(2,1)=-ma*(L0+delta_a) and </a:t>
            </a:r>
            <a:r>
              <a:rPr lang="en-US" dirty="0" err="1"/>
              <a:t>dM</a:t>
            </a:r>
            <a:r>
              <a:rPr lang="en-US" dirty="0"/>
              <a:t>(2,2)=ma*[2Y(L0+delta_a)+(L0+delta_a)^2], plus the absorber column/row that the baseline lacks entirely. Three candidate mechanisms: A absorber column, B the L0-only constant part, C the </a:t>
            </a:r>
            <a:r>
              <a:rPr lang="en-US" dirty="0" err="1"/>
              <a:t>delta_a</a:t>
            </a:r>
            <a:r>
              <a:rPr lang="en-US" dirty="0"/>
              <a:t>-dependent bilinear part.</a:t>
            </a:r>
            <a:endParaRPr lang="en-NL" dirty="0"/>
          </a:p>
        </p:txBody>
      </p:sp>
    </p:spTree>
    <p:extLst>
      <p:ext uri="{BB962C8B-B14F-4D97-AF65-F5344CB8AC3E}">
        <p14:creationId xmlns:p14="http://schemas.microsoft.com/office/powerpoint/2010/main" val="21652887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CB026-3C7B-6D08-8C76-35B81FF818A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60C8A1A-56D9-7440-FDFC-9E96281DEFEF}"/>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1995942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578A5-6DEA-9059-0343-09B99910C74F}"/>
              </a:ext>
            </a:extLst>
          </p:cNvPr>
          <p:cNvSpPr>
            <a:spLocks noGrp="1"/>
          </p:cNvSpPr>
          <p:nvPr>
            <p:ph type="title"/>
          </p:nvPr>
        </p:nvSpPr>
        <p:spPr/>
        <p:txBody>
          <a:bodyPr/>
          <a:lstStyle/>
          <a:p>
            <a:r>
              <a:rPr lang="en-US" dirty="0"/>
              <a:t>After vacation - refresh</a:t>
            </a:r>
            <a:endParaRPr lang="en-NL" dirty="0"/>
          </a:p>
        </p:txBody>
      </p:sp>
      <p:sp>
        <p:nvSpPr>
          <p:cNvPr id="3" name="Content Placeholder 2">
            <a:extLst>
              <a:ext uri="{FF2B5EF4-FFF2-40B4-BE49-F238E27FC236}">
                <a16:creationId xmlns:a16="http://schemas.microsoft.com/office/drawing/2014/main" id="{67C0243A-8B29-F07A-E34C-C486DD2B40CD}"/>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0135229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E05BA-2678-E77C-C27A-725C93E9F934}"/>
              </a:ext>
            </a:extLst>
          </p:cNvPr>
          <p:cNvSpPr>
            <a:spLocks noGrp="1"/>
          </p:cNvSpPr>
          <p:nvPr>
            <p:ph type="title"/>
          </p:nvPr>
        </p:nvSpPr>
        <p:spPr/>
        <p:txBody>
          <a:bodyPr>
            <a:normAutofit fontScale="90000"/>
          </a:bodyPr>
          <a:lstStyle/>
          <a:p>
            <a:r>
              <a:rPr lang="en-US" dirty="0"/>
              <a:t>As written: prepare a system on which the ANN can be trained, by removing the initial-condition corruption from the training target, and confirm the pipeline can identify a system at </a:t>
            </a:r>
            <a:r>
              <a:rPr lang="en-US" dirty="0" err="1"/>
              <a:t>all.That</a:t>
            </a:r>
            <a:r>
              <a:rPr lang="en-US" dirty="0"/>
              <a:t> is a reasonable goal. But note what it is not: completing this plan does not establish that the ANN will learn. It removes one measured obstacle. Stage 3 is where the question is actually answered, and it is deferred. The plan should say that explicitly and does not.</a:t>
            </a:r>
            <a:endParaRPr lang="en-NL" dirty="0"/>
          </a:p>
        </p:txBody>
      </p:sp>
      <p:sp>
        <p:nvSpPr>
          <p:cNvPr id="3" name="Content Placeholder 2">
            <a:extLst>
              <a:ext uri="{FF2B5EF4-FFF2-40B4-BE49-F238E27FC236}">
                <a16:creationId xmlns:a16="http://schemas.microsoft.com/office/drawing/2014/main" id="{1FCE60C2-CCBE-050E-8F38-57296178606B}"/>
              </a:ext>
            </a:extLst>
          </p:cNvPr>
          <p:cNvSpPr>
            <a:spLocks noGrp="1"/>
          </p:cNvSpPr>
          <p:nvPr>
            <p:ph idx="1"/>
          </p:nvPr>
        </p:nvSpPr>
        <p:spPr/>
        <p:txBody>
          <a:bodyPr>
            <a:normAutofit lnSpcReduction="10000"/>
          </a:bodyPr>
          <a:lstStyle/>
          <a:p>
            <a:r>
              <a:rPr lang="en-US" dirty="0"/>
              <a:t>▎ RESEARCH GAP: none of the verified sources provides a stability-by-construction parameterization with an EXACT marginal-mode carve-out, contraction on the strictly-stable subspace with rate exactly 1 preserved on a designated integrator subspace. This is precisely the D-117 open question.</a:t>
            </a:r>
          </a:p>
          <a:p>
            <a:endParaRPr lang="en-US" dirty="0"/>
          </a:p>
          <a:p>
            <a:endParaRPr lang="en-US" dirty="0"/>
          </a:p>
          <a:p>
            <a:r>
              <a:rPr lang="en-US" dirty="0"/>
              <a:t>The goal for the new session: build a training baseline that has the absorber as a physical state, prove the training target becomes clean, and pick the benchmark that makes the augmentation problem well-posed. No ANN training, no black box.</a:t>
            </a:r>
            <a:endParaRPr lang="en-NL" dirty="0"/>
          </a:p>
        </p:txBody>
      </p:sp>
    </p:spTree>
    <p:extLst>
      <p:ext uri="{BB962C8B-B14F-4D97-AF65-F5344CB8AC3E}">
        <p14:creationId xmlns:p14="http://schemas.microsoft.com/office/powerpoint/2010/main" val="77457766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57C51-C81F-3C74-333A-A4C8A1273E0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2EAFF1E-5064-D06E-078D-B2DED9CC3D40}"/>
              </a:ext>
            </a:extLst>
          </p:cNvPr>
          <p:cNvSpPr>
            <a:spLocks noGrp="1"/>
          </p:cNvSpPr>
          <p:nvPr>
            <p:ph idx="1"/>
          </p:nvPr>
        </p:nvSpPr>
        <p:spPr/>
        <p:txBody>
          <a:bodyPr/>
          <a:lstStyle/>
          <a:p>
            <a:r>
              <a:rPr lang="en-US" dirty="0"/>
              <a:t>The prime suspect is the encoder, and it is not speculation. --</a:t>
            </a:r>
            <a:r>
              <a:rPr lang="en-US" dirty="0" err="1"/>
              <a:t>bla</a:t>
            </a:r>
            <a:r>
              <a:rPr lang="en-US" dirty="0"/>
              <a:t> </a:t>
            </a:r>
            <a:r>
              <a:rPr lang="en-US" dirty="0" err="1"/>
              <a:t>dyn</a:t>
            </a:r>
            <a:r>
              <a:rPr lang="en-US" dirty="0"/>
              <a:t> is </a:t>
            </a:r>
            <a:r>
              <a:rPr lang="en-US" dirty="0" err="1"/>
              <a:t>Ramkannan's</a:t>
            </a:r>
            <a:r>
              <a:rPr lang="en-US" dirty="0"/>
              <a:t> </a:t>
            </a:r>
            <a:r>
              <a:rPr lang="en-US" dirty="0" err="1"/>
              <a:t>LinDY</a:t>
            </a:r>
            <a:r>
              <a:rPr lang="en-US" dirty="0"/>
              <a:t> + </a:t>
            </a:r>
            <a:r>
              <a:rPr lang="en-US" dirty="0" err="1"/>
              <a:t>RanENC</a:t>
            </a:r>
            <a:r>
              <a:rPr lang="en-US" dirty="0"/>
              <a:t>: the linear bypass goes into f and h, and the encoder is left random. With poles at exactly 1, an error in the initial state never decays. It is a permanent offset across the entire 12 s free run, which is precisely the shape of the residual error, </a:t>
            </a:r>
            <a:r>
              <a:rPr lang="en-US" dirty="0" err="1"/>
              <a:t>rms_Y</a:t>
            </a:r>
            <a:r>
              <a:rPr lang="en-US" dirty="0"/>
              <a:t> = 0.0539 being offset-like rather than broadband.</a:t>
            </a:r>
            <a:endParaRPr lang="en-NL" dirty="0"/>
          </a:p>
        </p:txBody>
      </p:sp>
    </p:spTree>
    <p:extLst>
      <p:ext uri="{BB962C8B-B14F-4D97-AF65-F5344CB8AC3E}">
        <p14:creationId xmlns:p14="http://schemas.microsoft.com/office/powerpoint/2010/main" val="39896484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EFE27-CE7B-B29E-2A27-7A7DB65BC375}"/>
              </a:ext>
            </a:extLst>
          </p:cNvPr>
          <p:cNvSpPr>
            <a:spLocks noGrp="1"/>
          </p:cNvSpPr>
          <p:nvPr>
            <p:ph type="title"/>
          </p:nvPr>
        </p:nvSpPr>
        <p:spPr/>
        <p:txBody>
          <a:bodyPr>
            <a:normAutofit fontScale="90000"/>
          </a:bodyPr>
          <a:lstStyle/>
          <a:p>
            <a:r>
              <a:rPr lang="en-US" dirty="0"/>
              <a:t>The complete finding, both </a:t>
            </a:r>
            <a:r>
              <a:rPr lang="en-US" dirty="0" err="1"/>
              <a:t>directions:A</a:t>
            </a:r>
            <a:r>
              <a:rPr lang="en-US" dirty="0"/>
              <a:t> pole at z = 1 defeats the encoder-windowed objective from a random </a:t>
            </a:r>
            <a:r>
              <a:rPr lang="en-US" dirty="0" err="1"/>
              <a:t>initialisation</a:t>
            </a:r>
            <a:r>
              <a:rPr lang="en-US" dirty="0"/>
              <a:t>. Demonstrated on Jan's own benchmark with a single-variable intervention and a working control arm, and reproduced independently on the gantry where every random-</a:t>
            </a:r>
            <a:r>
              <a:rPr lang="en-US" dirty="0" err="1"/>
              <a:t>init</a:t>
            </a:r>
            <a:r>
              <a:rPr lang="en-US" dirty="0"/>
              <a:t> arm lands at 0.65 to 0.82 against a true 1.0.</a:t>
            </a:r>
            <a:endParaRPr lang="en-NL" dirty="0"/>
          </a:p>
        </p:txBody>
      </p:sp>
      <p:sp>
        <p:nvSpPr>
          <p:cNvPr id="3" name="Content Placeholder 2">
            <a:extLst>
              <a:ext uri="{FF2B5EF4-FFF2-40B4-BE49-F238E27FC236}">
                <a16:creationId xmlns:a16="http://schemas.microsoft.com/office/drawing/2014/main" id="{0995A0DF-A4C0-9878-9E5E-44474749825C}"/>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5016288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4374-D8B6-BFD3-7F9E-966098F9C10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2960E66-1824-53D0-E6F6-91172EAB0394}"/>
              </a:ext>
            </a:extLst>
          </p:cNvPr>
          <p:cNvSpPr>
            <a:spLocks noGrp="1"/>
          </p:cNvSpPr>
          <p:nvPr>
            <p:ph idx="1"/>
          </p:nvPr>
        </p:nvSpPr>
        <p:spPr/>
        <p:txBody>
          <a:bodyPr/>
          <a:lstStyle/>
          <a:p>
            <a:r>
              <a:rPr lang="en-US" dirty="0"/>
              <a:t>The one-sentence answer. The gantry has two free rigid-body modes, because _K4 has zeros on X and Y, so its position states have infinite memory. Jan's MSD is bolted to ground and every mode decays within a few seconds. A model that forgets is the correct answer for Jan's system and a fatally wrong one for the gantry, and the training objective cannot tell the difference.</a:t>
            </a:r>
            <a:endParaRPr lang="en-NL" dirty="0"/>
          </a:p>
        </p:txBody>
      </p:sp>
      <p:sp>
        <p:nvSpPr>
          <p:cNvPr id="5" name="TextBox 4">
            <a:extLst>
              <a:ext uri="{FF2B5EF4-FFF2-40B4-BE49-F238E27FC236}">
                <a16:creationId xmlns:a16="http://schemas.microsoft.com/office/drawing/2014/main" id="{613C9A0A-4C0C-7CCC-42FA-5C789D76877D}"/>
              </a:ext>
            </a:extLst>
          </p:cNvPr>
          <p:cNvSpPr txBox="1"/>
          <p:nvPr/>
        </p:nvSpPr>
        <p:spPr>
          <a:xfrm>
            <a:off x="13464988" y="-3979142"/>
            <a:ext cx="6096000" cy="15327273"/>
          </a:xfrm>
          <a:prstGeom prst="rect">
            <a:avLst/>
          </a:prstGeom>
          <a:noFill/>
        </p:spPr>
        <p:txBody>
          <a:bodyPr wrap="square">
            <a:spAutoFit/>
          </a:bodyPr>
          <a:lstStyle/>
          <a:p>
            <a:r>
              <a:rPr lang="en-NL" dirty="0"/>
              <a:t>The one-sentence answer. The gantry has two free rigid-body modes, because _K4 has zeros on X and Y, so its position states have infinite memory. Jan's MSD is bolted to ground and every mode decays within a few seconds. A model that forgets is the correct answer for Jan's system and a fatally wrong one for the gantry, and the training objective cannot tell the </a:t>
            </a:r>
            <a:r>
              <a:rPr lang="en-NL" dirty="0" err="1"/>
              <a:t>difference.Why</a:t>
            </a:r>
            <a:r>
              <a:rPr lang="en-NL" dirty="0"/>
              <a:t> the objective cannot tell. SUBNET re-initialises the state from the encoder at the start of every training window. The window is </a:t>
            </a:r>
            <a:r>
              <a:rPr lang="en-NL" dirty="0" err="1"/>
              <a:t>nf</a:t>
            </a:r>
            <a:r>
              <a:rPr lang="en-NL" dirty="0"/>
              <a:t> = 400, half a second. Within half a second the model never has to hold anything: the output is reproducible from the input plus a short-memory state. So no gradient ever rewards long memory. Validation, by contrast, is a 12 second free run, 9600 steps with no measurements, where position error accumulates forever if the integrators are missing. The objective is blind to precisely the property the metric </a:t>
            </a:r>
            <a:r>
              <a:rPr lang="en-NL" dirty="0" err="1"/>
              <a:t>punishes.The</a:t>
            </a:r>
            <a:r>
              <a:rPr lang="en-NL" dirty="0"/>
              <a:t> evidence for that is on the gantry itself, and it is interventional. This is the part to show your supervisor, because it needs no MSD experiment:                    learned </a:t>
            </a:r>
            <a:r>
              <a:rPr lang="en-NL" dirty="0" err="1"/>
              <a:t>max|lambda</a:t>
            </a:r>
            <a:r>
              <a:rPr lang="en-NL" dirty="0"/>
              <a:t>|   modes&gt;0.999   score    vs constant </a:t>
            </a:r>
            <a:r>
              <a:rPr lang="en-NL" dirty="0" err="1"/>
              <a:t>predictorrandom</a:t>
            </a:r>
            <a:r>
              <a:rPr lang="en-NL" dirty="0"/>
              <a:t> </a:t>
            </a:r>
            <a:r>
              <a:rPr lang="en-NL" dirty="0" err="1"/>
              <a:t>init</a:t>
            </a:r>
            <a:r>
              <a:rPr lang="en-NL" dirty="0"/>
              <a:t>            0.65 - 0.82             0        0.1289        0.90xBLA </a:t>
            </a:r>
            <a:r>
              <a:rPr lang="en-NL" dirty="0" err="1"/>
              <a:t>init</a:t>
            </a:r>
            <a:r>
              <a:rPr lang="en-NL" dirty="0"/>
              <a:t> (N4SID)       1.0018                  2        0.0335        0.228xtrue system            1.0000                  2Same data, same architecture, same objective, same seed. Only the initialisation differs. Random initialisation produces a model whose slowest mode decays in 4 </a:t>
            </a:r>
            <a:r>
              <a:rPr lang="en-NL" dirty="0" err="1"/>
              <a:t>ms</a:t>
            </a:r>
            <a:r>
              <a:rPr lang="en-NL" dirty="0"/>
              <a:t> and which barely beats a constant. A linear subspace identification finds the integrators to within 1.755e-05 of z = 1, and when the network is started there it keeps them through 5215 updates and gets 4x better. Gradient descent cannot find them; it can hold </a:t>
            </a:r>
            <a:r>
              <a:rPr lang="en-NL" dirty="0" err="1"/>
              <a:t>them.Why</a:t>
            </a:r>
            <a:r>
              <a:rPr lang="en-NL" dirty="0"/>
              <a:t> gradient descent will not find them. |lambda| = 1 is a boundary. Below it the model decays and is safe. Above it, error over a 9600-step free run amplifies as lambda^9600, so 1.001 becomes a factor of 15,000. There is no gradient signal within a 400-step window that rewards sitting exactly on that boundary, and considerable risk in approaching it. The optimiser retreats to safety, which is exactly what 0.65 to 0.82 looks </a:t>
            </a:r>
            <a:r>
              <a:rPr lang="en-NL" dirty="0" err="1"/>
              <a:t>like.Two</a:t>
            </a:r>
            <a:r>
              <a:rPr lang="en-NL" dirty="0"/>
              <a:t> other differences that plausibly compound it, both measured, neither yet tested causally: on T10, 92.5% of the input power is below 20 Hz and the identification-relevant residual is 0.02% of the Y output, so the MSE is dominated by gross motion rather than dynamics, whereas Jan's output is his excitation response. And the gantry is 3-in/3-out with Y-dependent inertia against his SISO system, while both use the same 2x8 and 2x16 networks, so his encoder sees 26 inputs and ours sees 102 at identical </a:t>
            </a:r>
            <a:r>
              <a:rPr lang="en-NL" dirty="0" err="1"/>
              <a:t>width.Status</a:t>
            </a:r>
            <a:r>
              <a:rPr lang="en-NL" dirty="0"/>
              <a:t> of the MSD experiment, stated plainly. It was meant to be the clean single-variable confirmation. As run it is invalid because of my noise-scaling error, and I would not show arms B and C in their current form. The corrected verst an hour. If they reproduce the collapse at Jan's absolute noise, </a:t>
            </a:r>
            <a:r>
              <a:rPr lang="en-NL" dirty="0" err="1"/>
              <a:t>youhave</a:t>
            </a:r>
            <a:r>
              <a:rPr lang="en-NL" dirty="0"/>
              <a:t> the controlled demonstration on a known-good benchmark. If they do not, then the gantry evidence above still stands on its own and the story becomes narrower but is not overturned.</a:t>
            </a:r>
          </a:p>
        </p:txBody>
      </p:sp>
    </p:spTree>
    <p:extLst>
      <p:ext uri="{BB962C8B-B14F-4D97-AF65-F5344CB8AC3E}">
        <p14:creationId xmlns:p14="http://schemas.microsoft.com/office/powerpoint/2010/main" val="348333820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41FFD-F380-CCF2-894B-85917620766B}"/>
              </a:ext>
            </a:extLst>
          </p:cNvPr>
          <p:cNvSpPr>
            <a:spLocks noGrp="1"/>
          </p:cNvSpPr>
          <p:nvPr>
            <p:ph type="title"/>
          </p:nvPr>
        </p:nvSpPr>
        <p:spPr/>
        <p:txBody>
          <a:bodyPr/>
          <a:lstStyle/>
          <a:p>
            <a:r>
              <a:rPr lang="en-US" dirty="0"/>
              <a:t>Show that per window with wrong state </a:t>
            </a:r>
            <a:r>
              <a:rPr lang="en-US" dirty="0" err="1"/>
              <a:t>init</a:t>
            </a:r>
            <a:r>
              <a:rPr lang="en-US" dirty="0"/>
              <a:t> its not zero mean.</a:t>
            </a:r>
            <a:endParaRPr lang="en-NL" dirty="0"/>
          </a:p>
        </p:txBody>
      </p:sp>
      <p:sp>
        <p:nvSpPr>
          <p:cNvPr id="3" name="Content Placeholder 2">
            <a:extLst>
              <a:ext uri="{FF2B5EF4-FFF2-40B4-BE49-F238E27FC236}">
                <a16:creationId xmlns:a16="http://schemas.microsoft.com/office/drawing/2014/main" id="{EAB0DF33-B823-899B-C929-C379124C4CF1}"/>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3694246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DF760-0F33-06C2-F05F-F75DEF56268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E5F791F-45C7-F64B-00E4-CD254BBD0C4F}"/>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F2CCF5D3-A6B8-3CB3-2B99-DE881EA818E3}"/>
              </a:ext>
            </a:extLst>
          </p:cNvPr>
          <p:cNvSpPr txBox="1"/>
          <p:nvPr/>
        </p:nvSpPr>
        <p:spPr>
          <a:xfrm>
            <a:off x="3048000" y="1448323"/>
            <a:ext cx="6096000" cy="3970318"/>
          </a:xfrm>
          <a:prstGeom prst="rect">
            <a:avLst/>
          </a:prstGeom>
          <a:noFill/>
        </p:spPr>
        <p:txBody>
          <a:bodyPr wrap="square">
            <a:spAutoFit/>
          </a:bodyPr>
          <a:lstStyle/>
          <a:p>
            <a:r>
              <a:rPr lang="en-NL"/>
              <a:t>Which completes the causal chain, and it is not the one I gave you1. </a:t>
            </a:r>
            <a:r>
              <a:rPr lang="en-NL" dirty="0"/>
              <a:t>The absorber state is hidden, so every BPTT window's residual carries a constant set by </a:t>
            </a:r>
            <a:r>
              <a:rPr lang="en-NL" dirty="0" err="1"/>
              <a:t>delta_a</a:t>
            </a:r>
            <a:r>
              <a:rPr lang="en-NL" dirty="0"/>
              <a:t> and </a:t>
            </a:r>
            <a:r>
              <a:rPr lang="en-NL" dirty="0" err="1"/>
              <a:t>vdelta_a</a:t>
            </a:r>
            <a:r>
              <a:rPr lang="en-NL" dirty="0"/>
              <a:t> at that window's start, varying window to window, swinging an order of magnitude and changing sign with phase.2. The ANN has no access to that state (rows 6-7 score R^2 = 0.13 onto the true absorber state), so it cannot explain a per-window constant. The least-squares response to an unexplainable per-window constant is to emit the pooled mean, which is exactly what is measured: abs(mean)/rms = 0.998, a near-pure constant.3. The plant's marginal poles integrate that constant into unbounded position error, giving the 99 percent MEAN-ONLY figure and the 127x.</a:t>
            </a:r>
          </a:p>
        </p:txBody>
      </p:sp>
    </p:spTree>
    <p:extLst>
      <p:ext uri="{BB962C8B-B14F-4D97-AF65-F5344CB8AC3E}">
        <p14:creationId xmlns:p14="http://schemas.microsoft.com/office/powerpoint/2010/main" val="260014719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16DF6-0066-52AA-8220-1F3F12369C18}"/>
              </a:ext>
            </a:extLst>
          </p:cNvPr>
          <p:cNvSpPr>
            <a:spLocks noGrp="1"/>
          </p:cNvSpPr>
          <p:nvPr>
            <p:ph type="title"/>
          </p:nvPr>
        </p:nvSpPr>
        <p:spPr/>
        <p:txBody>
          <a:bodyPr/>
          <a:lstStyle/>
          <a:p>
            <a:r>
              <a:rPr lang="en-US" dirty="0"/>
              <a:t>Coulomb friction plots??</a:t>
            </a:r>
            <a:endParaRPr lang="en-NL" dirty="0"/>
          </a:p>
        </p:txBody>
      </p:sp>
      <p:sp>
        <p:nvSpPr>
          <p:cNvPr id="3" name="Content Placeholder 2">
            <a:extLst>
              <a:ext uri="{FF2B5EF4-FFF2-40B4-BE49-F238E27FC236}">
                <a16:creationId xmlns:a16="http://schemas.microsoft.com/office/drawing/2014/main" id="{453255C8-2FAF-5F95-E223-A4866476ACA3}"/>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AEA6752-7203-AC8E-4945-2CCA571ED647}"/>
              </a:ext>
            </a:extLst>
          </p:cNvPr>
          <p:cNvPicPr>
            <a:picLocks noChangeAspect="1"/>
          </p:cNvPicPr>
          <p:nvPr/>
        </p:nvPicPr>
        <p:blipFill>
          <a:blip r:embed="rId2"/>
          <a:stretch>
            <a:fillRect/>
          </a:stretch>
        </p:blipFill>
        <p:spPr>
          <a:xfrm>
            <a:off x="3012141" y="1212769"/>
            <a:ext cx="8604716" cy="5985889"/>
          </a:xfrm>
          <a:prstGeom prst="rect">
            <a:avLst/>
          </a:prstGeom>
        </p:spPr>
      </p:pic>
    </p:spTree>
    <p:extLst>
      <p:ext uri="{BB962C8B-B14F-4D97-AF65-F5344CB8AC3E}">
        <p14:creationId xmlns:p14="http://schemas.microsoft.com/office/powerpoint/2010/main" val="26631259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5621</TotalTime>
  <Words>6628</Words>
  <Application>Microsoft Office PowerPoint</Application>
  <PresentationFormat>Widescreen</PresentationFormat>
  <Paragraphs>128</Paragraphs>
  <Slides>82</Slides>
  <Notes>5</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82</vt:i4>
      </vt:variant>
    </vt:vector>
  </HeadingPairs>
  <TitlesOfParts>
    <vt:vector size="87" baseType="lpstr">
      <vt:lpstr>Aptos</vt:lpstr>
      <vt:lpstr>Aptos Display</vt:lpstr>
      <vt:lpstr>Arial</vt:lpstr>
      <vt:lpstr>Wingdings</vt:lpstr>
      <vt:lpstr>Office Theme</vt:lpstr>
      <vt:lpstr>To be discussed</vt:lpstr>
      <vt:lpstr>ANN only training</vt:lpstr>
      <vt:lpstr>PowerPoint Presentation</vt:lpstr>
      <vt:lpstr>What is creating the offset?</vt:lpstr>
      <vt:lpstr>PowerPoint Presentation</vt:lpstr>
      <vt:lpstr>PowerPoint Presentation</vt:lpstr>
      <vt:lpstr>PowerPoint Presentation</vt:lpstr>
      <vt:lpstr>Baseline model</vt:lpstr>
      <vt:lpstr>System with MSD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Is the small accumulating error in Y causing the drift?</vt:lpstr>
      <vt:lpstr>PowerPoint Presentation</vt:lpstr>
      <vt:lpstr>PowerPoint Presentation</vt:lpstr>
      <vt:lpstr>PowerPoint Presentation</vt:lpstr>
      <vt:lpstr>PowerPoint Presentation</vt:lpstr>
      <vt:lpstr>PowerPoint Presentation</vt:lpstr>
      <vt:lpstr>PowerPoint Presentation</vt:lpstr>
      <vt:lpstr>Next week</vt:lpstr>
      <vt:lpstr>New slidese</vt:lpstr>
      <vt:lpstr>Coulomb friction sign or tanh?</vt:lpstr>
      <vt:lpstr>ANN init problem?</vt:lpstr>
      <vt:lpstr>Coulomb issue hard sign</vt:lpstr>
      <vt:lpstr>Fix</vt:lpstr>
      <vt:lpstr>Friction identifilibilty </vt:lpstr>
      <vt:lpstr>Drift Y fix without absorber. X still has an issue</vt:lpstr>
      <vt:lpstr>PowerPoint Presentation</vt:lpstr>
      <vt:lpstr>Centre of Mass difference COM</vt:lpstr>
      <vt:lpstr>Need to fix Y for short windows with good initialization zero mean just oscillating without good init. We get the offset</vt:lpstr>
      <vt:lpstr>Enforce zero mean</vt:lpstr>
      <vt:lpstr>Velocity issue with true init from finite difference</vt:lpstr>
      <vt:lpstr>With true physical init, is the short-window error zero-mean?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does a small model error become a permanent offset rather than a transient?"Answer: because X and Y have no stiffness, K(1,1) = K(3,3) = 0, so two poles sit at s = 0. On such an axis any accumulated impulse of force difference becomes a permanent position shift, offset = impulse / damping. And both impulses have a closed form with nothing fitted: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Stride issue?? no</vt:lpstr>
      <vt:lpstr>Rigid body window length issue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After vacation - refresh</vt:lpstr>
      <vt:lpstr>As written: prepare a system on which the ANN can be trained, by removing the initial-condition corruption from the training target, and confirm the pipeline can identify a system at all.That is a reasonable goal. But note what it is not: completing this plan does not establish that the ANN will learn. It removes one measured obstacle. Stage 3 is where the question is actually answered, and it is deferred. The plan should say that explicitly and does not.</vt:lpstr>
      <vt:lpstr>PowerPoint Presentation</vt:lpstr>
      <vt:lpstr>The complete finding, both directions:A pole at z = 1 defeats the encoder-windowed objective from a random initialisation. Demonstrated on Jan's own benchmark with a single-variable intervention and a working control arm, and reproduced independently on the gantry where every random-init arm lands at 0.65 to 0.82 against a true 1.0.</vt:lpstr>
      <vt:lpstr>PowerPoint Presentation</vt:lpstr>
      <vt:lpstr>Show that per window with wrong state init its not zero mean.</vt:lpstr>
      <vt:lpstr>PowerPoint Presentation</vt:lpstr>
      <vt:lpstr>Coulomb friction plots??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2026-07-29T09:31:07Z</dcterms:created>
  <dcterms:modified xsi:type="dcterms:W3CDTF">2026-08-11T17:23:46Z</dcterms:modified>
</cp:coreProperties>
</file>