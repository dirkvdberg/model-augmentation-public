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8"/>
  </p:notesMasterIdLst>
  <p:sldIdLst>
    <p:sldId id="257" r:id="rId2"/>
    <p:sldId id="258" r:id="rId3"/>
    <p:sldId id="457" r:id="rId4"/>
    <p:sldId id="468" r:id="rId5"/>
    <p:sldId id="466" r:id="rId6"/>
    <p:sldId id="264" r:id="rId7"/>
    <p:sldId id="263" r:id="rId8"/>
    <p:sldId id="266" r:id="rId9"/>
    <p:sldId id="267" r:id="rId10"/>
    <p:sldId id="279" r:id="rId11"/>
    <p:sldId id="274" r:id="rId12"/>
    <p:sldId id="275" r:id="rId13"/>
    <p:sldId id="276" r:id="rId14"/>
    <p:sldId id="277" r:id="rId15"/>
    <p:sldId id="278" r:id="rId16"/>
    <p:sldId id="280" r:id="rId17"/>
    <p:sldId id="287" r:id="rId18"/>
    <p:sldId id="477" r:id="rId19"/>
    <p:sldId id="478" r:id="rId20"/>
    <p:sldId id="480" r:id="rId21"/>
    <p:sldId id="481" r:id="rId22"/>
    <p:sldId id="483" r:id="rId23"/>
    <p:sldId id="484" r:id="rId24"/>
    <p:sldId id="485" r:id="rId25"/>
    <p:sldId id="268" r:id="rId26"/>
    <p:sldId id="271" r:id="rId27"/>
    <p:sldId id="273" r:id="rId28"/>
    <p:sldId id="288" r:id="rId29"/>
    <p:sldId id="261" r:id="rId30"/>
    <p:sldId id="475" r:id="rId31"/>
    <p:sldId id="479" r:id="rId32"/>
    <p:sldId id="476" r:id="rId33"/>
    <p:sldId id="482" r:id="rId34"/>
    <p:sldId id="272" r:id="rId35"/>
    <p:sldId id="471" r:id="rId36"/>
    <p:sldId id="486" r:id="rId3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47B02-BAA4-4AEE-A338-B7C1D568AE1D}" v="20" dt="2026-06-04T09:56:37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04T09:53:21.645" v="2945" actId="729"/>
      <pc:docMkLst>
        <pc:docMk/>
      </pc:docMkLst>
      <pc:sldChg chg="delSp modSp mod">
        <pc:chgData name="Berg, Dirk van den" userId="035ecb32-01d9-4b47-a105-eacf059a4647" providerId="ADAL" clId="{F7FF961E-CF96-44AC-93C2-93612F62D46D}" dt="2026-06-04T09:52:19.021" v="2942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04T09:35:40.864" v="263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04T09:52:19.021" v="2942" actId="20577"/>
          <ac:spMkLst>
            <pc:docMk/>
            <pc:sldMk cId="2679595137" sldId="257"/>
            <ac:spMk id="3" creationId="{DAAEF679-3C39-E36C-B710-9B50CBAE487E}"/>
          </ac:spMkLst>
        </pc:spChg>
        <pc:spChg chg="del">
          <ac:chgData name="Berg, Dirk van den" userId="035ecb32-01d9-4b47-a105-eacf059a4647" providerId="ADAL" clId="{F7FF961E-CF96-44AC-93C2-93612F62D46D}" dt="2026-06-04T09:35:44.378" v="2632" actId="478"/>
          <ac:spMkLst>
            <pc:docMk/>
            <pc:sldMk cId="2679595137" sldId="257"/>
            <ac:spMk id="4" creationId="{465EFC2D-66CC-A333-8AD7-17BCBCDB18BB}"/>
          </ac:spMkLst>
        </pc:spChg>
      </pc:sldChg>
      <pc:sldChg chg="addSp delSp modSp mod">
        <pc:chgData name="Berg, Dirk van den" userId="035ecb32-01d9-4b47-a105-eacf059a4647" providerId="ADAL" clId="{F7FF961E-CF96-44AC-93C2-93612F62D46D}" dt="2026-06-04T09:48:38.481" v="2781" actId="478"/>
        <pc:sldMkLst>
          <pc:docMk/>
          <pc:sldMk cId="1617226886" sldId="258"/>
        </pc:sldMkLst>
        <pc:spChg chg="del">
          <ac:chgData name="Berg, Dirk van den" userId="035ecb32-01d9-4b47-a105-eacf059a4647" providerId="ADAL" clId="{F7FF961E-CF96-44AC-93C2-93612F62D46D}" dt="2026-06-04T09:48:35.868" v="2780" actId="478"/>
          <ac:spMkLst>
            <pc:docMk/>
            <pc:sldMk cId="1617226886" sldId="258"/>
            <ac:spMk id="3" creationId="{1B16F991-22E1-98ED-FDA2-6483679AE450}"/>
          </ac:spMkLst>
        </pc:spChg>
        <pc:spChg chg="del">
          <ac:chgData name="Berg, Dirk van den" userId="035ecb32-01d9-4b47-a105-eacf059a4647" providerId="ADAL" clId="{F7FF961E-CF96-44AC-93C2-93612F62D46D}" dt="2026-06-04T09:48:38.481" v="2781" actId="478"/>
          <ac:spMkLst>
            <pc:docMk/>
            <pc:sldMk cId="1617226886" sldId="258"/>
            <ac:spMk id="5" creationId="{7CFFA8B5-4335-A79D-381E-82C9B8A52E4E}"/>
          </ac:spMkLst>
        </pc:spChg>
        <pc:spChg chg="add mod">
          <ac:chgData name="Berg, Dirk van den" userId="035ecb32-01d9-4b47-a105-eacf059a4647" providerId="ADAL" clId="{F7FF961E-CF96-44AC-93C2-93612F62D46D}" dt="2026-06-04T09:48:35.868" v="2780" actId="478"/>
          <ac:spMkLst>
            <pc:docMk/>
            <pc:sldMk cId="1617226886" sldId="258"/>
            <ac:spMk id="6" creationId="{6A2094B3-4C81-5AF4-4139-64E315E5812E}"/>
          </ac:spMkLst>
        </pc:spChg>
      </pc:sldChg>
      <pc:sldChg chg="del">
        <pc:chgData name="Berg, Dirk van den" userId="035ecb32-01d9-4b47-a105-eacf059a4647" providerId="ADAL" clId="{F7FF961E-CF96-44AC-93C2-93612F62D46D}" dt="2026-06-04T09:48:45.776" v="2782" actId="47"/>
        <pc:sldMkLst>
          <pc:docMk/>
          <pc:sldMk cId="2138626586" sldId="259"/>
        </pc:sldMkLst>
      </pc:sldChg>
      <pc:sldChg chg="del">
        <pc:chgData name="Berg, Dirk van den" userId="035ecb32-01d9-4b47-a105-eacf059a4647" providerId="ADAL" clId="{F7FF961E-CF96-44AC-93C2-93612F62D46D}" dt="2026-06-04T09:50:03.282" v="2832" actId="47"/>
        <pc:sldMkLst>
          <pc:docMk/>
          <pc:sldMk cId="2175299465" sldId="260"/>
        </pc:sldMkLst>
      </pc:sldChg>
      <pc:sldChg chg="modSp mod">
        <pc:chgData name="Berg, Dirk van den" userId="035ecb32-01d9-4b47-a105-eacf059a4647" providerId="ADAL" clId="{F7FF961E-CF96-44AC-93C2-93612F62D46D}" dt="2026-06-04T09:49:57.019" v="2831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6-04T09:49:57.019" v="2831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6-04T09:36:13.957" v="2633" actId="47"/>
        <pc:sldMkLst>
          <pc:docMk/>
          <pc:sldMk cId="3503897311" sldId="262"/>
        </pc:sldMkLst>
      </pc:sldChg>
      <pc:sldChg chg="addSp modSp new mod">
        <pc:chgData name="Berg, Dirk van den" userId="035ecb32-01d9-4b47-a105-eacf059a4647" providerId="ADAL" clId="{F7FF961E-CF96-44AC-93C2-93612F62D46D}" dt="2026-06-04T08:36:56.892" v="1266" actId="1076"/>
        <pc:sldMkLst>
          <pc:docMk/>
          <pc:sldMk cId="4192017728" sldId="263"/>
        </pc:sldMkLst>
        <pc:spChg chg="mod">
          <ac:chgData name="Berg, Dirk van den" userId="035ecb32-01d9-4b47-a105-eacf059a4647" providerId="ADAL" clId="{F7FF961E-CF96-44AC-93C2-93612F62D46D}" dt="2026-06-04T08:35:59.789" v="1118" actId="20577"/>
          <ac:spMkLst>
            <pc:docMk/>
            <pc:sldMk cId="4192017728" sldId="263"/>
            <ac:spMk id="2" creationId="{CECE039D-AAD4-C628-AB77-A630A4A9574C}"/>
          </ac:spMkLst>
        </pc:spChg>
        <pc:spChg chg="mod">
          <ac:chgData name="Berg, Dirk van den" userId="035ecb32-01d9-4b47-a105-eacf059a4647" providerId="ADAL" clId="{F7FF961E-CF96-44AC-93C2-93612F62D46D}" dt="2026-06-03T09:58:06.184" v="2"/>
          <ac:spMkLst>
            <pc:docMk/>
            <pc:sldMk cId="4192017728" sldId="263"/>
            <ac:spMk id="3" creationId="{5CF5B9A4-B100-FE5C-64EF-62750D74D241}"/>
          </ac:spMkLst>
        </pc:spChg>
        <pc:spChg chg="add mod">
          <ac:chgData name="Berg, Dirk van den" userId="035ecb32-01d9-4b47-a105-eacf059a4647" providerId="ADAL" clId="{F7FF961E-CF96-44AC-93C2-93612F62D46D}" dt="2026-06-04T08:36:56.892" v="1266" actId="1076"/>
          <ac:spMkLst>
            <pc:docMk/>
            <pc:sldMk cId="4192017728" sldId="263"/>
            <ac:spMk id="4" creationId="{E37C3E54-CF36-1731-770E-B7DD73FCADAD}"/>
          </ac:spMkLst>
        </pc:spChg>
      </pc:sldChg>
      <pc:sldChg chg="modSp new mod">
        <pc:chgData name="Berg, Dirk van den" userId="035ecb32-01d9-4b47-a105-eacf059a4647" providerId="ADAL" clId="{F7FF961E-CF96-44AC-93C2-93612F62D46D}" dt="2026-06-03T09:59:04.937" v="152" actId="20577"/>
        <pc:sldMkLst>
          <pc:docMk/>
          <pc:sldMk cId="331885402" sldId="264"/>
        </pc:sldMkLst>
        <pc:spChg chg="mod">
          <ac:chgData name="Berg, Dirk van den" userId="035ecb32-01d9-4b47-a105-eacf059a4647" providerId="ADAL" clId="{F7FF961E-CF96-44AC-93C2-93612F62D46D}" dt="2026-06-03T09:59:04.937" v="152" actId="20577"/>
          <ac:spMkLst>
            <pc:docMk/>
            <pc:sldMk cId="331885402" sldId="264"/>
            <ac:spMk id="2" creationId="{A1CF318A-F33A-FD35-A7E5-E303793232A5}"/>
          </ac:spMkLst>
        </pc:spChg>
        <pc:spChg chg="mod">
          <ac:chgData name="Berg, Dirk van den" userId="035ecb32-01d9-4b47-a105-eacf059a4647" providerId="ADAL" clId="{F7FF961E-CF96-44AC-93C2-93612F62D46D}" dt="2026-06-03T09:58:40.574" v="89" actId="20577"/>
          <ac:spMkLst>
            <pc:docMk/>
            <pc:sldMk cId="331885402" sldId="264"/>
            <ac:spMk id="3" creationId="{7B5D7558-096E-C915-4889-30A0B475342A}"/>
          </ac:spMkLst>
        </pc:spChg>
      </pc:sldChg>
      <pc:sldChg chg="addSp new del mod">
        <pc:chgData name="Berg, Dirk van den" userId="035ecb32-01d9-4b47-a105-eacf059a4647" providerId="ADAL" clId="{F7FF961E-CF96-44AC-93C2-93612F62D46D}" dt="2026-06-04T08:29:12.855" v="924" actId="47"/>
        <pc:sldMkLst>
          <pc:docMk/>
          <pc:sldMk cId="919719550" sldId="265"/>
        </pc:sldMkLst>
        <pc:picChg chg="add">
          <ac:chgData name="Berg, Dirk van den" userId="035ecb32-01d9-4b47-a105-eacf059a4647" providerId="ADAL" clId="{F7FF961E-CF96-44AC-93C2-93612F62D46D}" dt="2026-06-03T10:00:16.150" v="154" actId="22"/>
          <ac:picMkLst>
            <pc:docMk/>
            <pc:sldMk cId="919719550" sldId="265"/>
            <ac:picMk id="5" creationId="{809F95CF-CED7-7095-86CE-B64B7FB62190}"/>
          </ac:picMkLst>
        </pc:picChg>
      </pc:sldChg>
      <pc:sldChg chg="addSp new mod">
        <pc:chgData name="Berg, Dirk van den" userId="035ecb32-01d9-4b47-a105-eacf059a4647" providerId="ADAL" clId="{F7FF961E-CF96-44AC-93C2-93612F62D46D}" dt="2026-06-03T10:00:42.771" v="157" actId="22"/>
        <pc:sldMkLst>
          <pc:docMk/>
          <pc:sldMk cId="2622288951" sldId="266"/>
        </pc:sldMkLst>
        <pc:picChg chg="add">
          <ac:chgData name="Berg, Dirk van den" userId="035ecb32-01d9-4b47-a105-eacf059a4647" providerId="ADAL" clId="{F7FF961E-CF96-44AC-93C2-93612F62D46D}" dt="2026-06-03T10:00:42.771" v="157" actId="22"/>
          <ac:picMkLst>
            <pc:docMk/>
            <pc:sldMk cId="2622288951" sldId="266"/>
            <ac:picMk id="5" creationId="{0BC73B27-E47C-1074-49A0-8F8895762682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04T08:37:54.968" v="1267" actId="732"/>
        <pc:sldMkLst>
          <pc:docMk/>
          <pc:sldMk cId="3647996682" sldId="267"/>
        </pc:sldMkLst>
        <pc:picChg chg="add mod modCrop">
          <ac:chgData name="Berg, Dirk van den" userId="035ecb32-01d9-4b47-a105-eacf059a4647" providerId="ADAL" clId="{F7FF961E-CF96-44AC-93C2-93612F62D46D}" dt="2026-06-04T08:37:54.968" v="1267" actId="732"/>
          <ac:picMkLst>
            <pc:docMk/>
            <pc:sldMk cId="3647996682" sldId="267"/>
            <ac:picMk id="5" creationId="{3AECCB28-DD7C-F59F-F0E9-8146E951196D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04T09:07:49.975" v="2109" actId="729"/>
        <pc:sldMkLst>
          <pc:docMk/>
          <pc:sldMk cId="1340333165" sldId="268"/>
        </pc:sldMkLst>
        <pc:spChg chg="mod">
          <ac:chgData name="Berg, Dirk van den" userId="035ecb32-01d9-4b47-a105-eacf059a4647" providerId="ADAL" clId="{F7FF961E-CF96-44AC-93C2-93612F62D46D}" dt="2026-06-03T10:01:25.749" v="178" actId="20577"/>
          <ac:spMkLst>
            <pc:docMk/>
            <pc:sldMk cId="1340333165" sldId="268"/>
            <ac:spMk id="2" creationId="{DC71D1E2-8E97-4E41-1DD3-29AAEF383E9D}"/>
          </ac:spMkLst>
        </pc:spChg>
        <pc:spChg chg="mod">
          <ac:chgData name="Berg, Dirk van den" userId="035ecb32-01d9-4b47-a105-eacf059a4647" providerId="ADAL" clId="{F7FF961E-CF96-44AC-93C2-93612F62D46D}" dt="2026-06-03T10:03:09.382" v="592" actId="20577"/>
          <ac:spMkLst>
            <pc:docMk/>
            <pc:sldMk cId="1340333165" sldId="268"/>
            <ac:spMk id="3" creationId="{82B1C1D5-17E4-4922-23F2-B4A50248CFDF}"/>
          </ac:spMkLst>
        </pc:spChg>
      </pc:sldChg>
      <pc:sldChg chg="new del">
        <pc:chgData name="Berg, Dirk van den" userId="035ecb32-01d9-4b47-a105-eacf059a4647" providerId="ADAL" clId="{F7FF961E-CF96-44AC-93C2-93612F62D46D}" dt="2026-06-04T09:07:45.371" v="2108" actId="47"/>
        <pc:sldMkLst>
          <pc:docMk/>
          <pc:sldMk cId="3379894883" sldId="269"/>
        </pc:sldMkLst>
      </pc:sldChg>
      <pc:sldChg chg="addSp new del mod">
        <pc:chgData name="Berg, Dirk van den" userId="035ecb32-01d9-4b47-a105-eacf059a4647" providerId="ADAL" clId="{F7FF961E-CF96-44AC-93C2-93612F62D46D}" dt="2026-06-04T08:29:11.753" v="923" actId="47"/>
        <pc:sldMkLst>
          <pc:docMk/>
          <pc:sldMk cId="24182113" sldId="270"/>
        </pc:sldMkLst>
        <pc:picChg chg="add">
          <ac:chgData name="Berg, Dirk van den" userId="035ecb32-01d9-4b47-a105-eacf059a4647" providerId="ADAL" clId="{F7FF961E-CF96-44AC-93C2-93612F62D46D}" dt="2026-06-03T10:32:27.248" v="595" actId="22"/>
          <ac:picMkLst>
            <pc:docMk/>
            <pc:sldMk cId="24182113" sldId="270"/>
            <ac:picMk id="5" creationId="{D121971E-C813-5862-438E-1756C4280820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04T09:07:49.975" v="2109" actId="729"/>
        <pc:sldMkLst>
          <pc:docMk/>
          <pc:sldMk cId="3507264558" sldId="271"/>
        </pc:sldMkLst>
        <pc:spChg chg="mod">
          <ac:chgData name="Berg, Dirk van den" userId="035ecb32-01d9-4b47-a105-eacf059a4647" providerId="ADAL" clId="{F7FF961E-CF96-44AC-93C2-93612F62D46D}" dt="2026-06-04T08:29:23.684" v="959" actId="20577"/>
          <ac:spMkLst>
            <pc:docMk/>
            <pc:sldMk cId="3507264558" sldId="271"/>
            <ac:spMk id="2" creationId="{772A4EDC-E456-A487-C52C-3C0B58FCB028}"/>
          </ac:spMkLst>
        </pc:spChg>
        <pc:spChg chg="mod">
          <ac:chgData name="Berg, Dirk van den" userId="035ecb32-01d9-4b47-a105-eacf059a4647" providerId="ADAL" clId="{F7FF961E-CF96-44AC-93C2-93612F62D46D}" dt="2026-06-04T08:29:50.721" v="1053" actId="20577"/>
          <ac:spMkLst>
            <pc:docMk/>
            <pc:sldMk cId="3507264558" sldId="271"/>
            <ac:spMk id="3" creationId="{35A62A91-A3E1-14C1-1609-BBD8575D8C96}"/>
          </ac:spMkLst>
        </pc:spChg>
      </pc:sldChg>
      <pc:sldChg chg="new del">
        <pc:chgData name="Berg, Dirk van den" userId="035ecb32-01d9-4b47-a105-eacf059a4647" providerId="ADAL" clId="{F7FF961E-CF96-44AC-93C2-93612F62D46D}" dt="2026-06-04T09:07:44.374" v="2107" actId="47"/>
        <pc:sldMkLst>
          <pc:docMk/>
          <pc:sldMk cId="459877771" sldId="272"/>
        </pc:sldMkLst>
      </pc:sldChg>
      <pc:sldChg chg="add">
        <pc:chgData name="Berg, Dirk van den" userId="035ecb32-01d9-4b47-a105-eacf059a4647" providerId="ADAL" clId="{F7FF961E-CF96-44AC-93C2-93612F62D46D}" dt="2026-06-04T09:49:30.924" v="2784"/>
        <pc:sldMkLst>
          <pc:docMk/>
          <pc:sldMk cId="2393359277" sldId="272"/>
        </pc:sldMkLst>
      </pc:sldChg>
      <pc:sldChg chg="addSp new mod modShow">
        <pc:chgData name="Berg, Dirk van den" userId="035ecb32-01d9-4b47-a105-eacf059a4647" providerId="ADAL" clId="{F7FF961E-CF96-44AC-93C2-93612F62D46D}" dt="2026-06-04T09:07:49.975" v="2109" actId="729"/>
        <pc:sldMkLst>
          <pc:docMk/>
          <pc:sldMk cId="1747804270" sldId="273"/>
        </pc:sldMkLst>
        <pc:spChg chg="add">
          <ac:chgData name="Berg, Dirk van den" userId="035ecb32-01d9-4b47-a105-eacf059a4647" providerId="ADAL" clId="{F7FF961E-CF96-44AC-93C2-93612F62D46D}" dt="2026-06-03T14:58:00.655" v="598" actId="22"/>
          <ac:spMkLst>
            <pc:docMk/>
            <pc:sldMk cId="1747804270" sldId="273"/>
            <ac:spMk id="5" creationId="{AF4C1724-60D6-B877-DAD3-2EE88738B61B}"/>
          </ac:spMkLst>
        </pc:spChg>
      </pc:sldChg>
      <pc:sldChg chg="addSp new mod">
        <pc:chgData name="Berg, Dirk van den" userId="035ecb32-01d9-4b47-a105-eacf059a4647" providerId="ADAL" clId="{F7FF961E-CF96-44AC-93C2-93612F62D46D}" dt="2026-06-04T08:19:35.295" v="600" actId="22"/>
        <pc:sldMkLst>
          <pc:docMk/>
          <pc:sldMk cId="3074867582" sldId="274"/>
        </pc:sldMkLst>
        <pc:picChg chg="add">
          <ac:chgData name="Berg, Dirk van den" userId="035ecb32-01d9-4b47-a105-eacf059a4647" providerId="ADAL" clId="{F7FF961E-CF96-44AC-93C2-93612F62D46D}" dt="2026-06-04T08:19:35.295" v="600" actId="22"/>
          <ac:picMkLst>
            <pc:docMk/>
            <pc:sldMk cId="3074867582" sldId="274"/>
            <ac:picMk id="5" creationId="{8F426214-2957-FB01-58DF-64100061E7C8}"/>
          </ac:picMkLst>
        </pc:picChg>
      </pc:sldChg>
      <pc:sldChg chg="addSp new mod">
        <pc:chgData name="Berg, Dirk van den" userId="035ecb32-01d9-4b47-a105-eacf059a4647" providerId="ADAL" clId="{F7FF961E-CF96-44AC-93C2-93612F62D46D}" dt="2026-06-04T08:20:24.067" v="606" actId="22"/>
        <pc:sldMkLst>
          <pc:docMk/>
          <pc:sldMk cId="1760715439" sldId="275"/>
        </pc:sldMkLst>
        <pc:picChg chg="add">
          <ac:chgData name="Berg, Dirk van den" userId="035ecb32-01d9-4b47-a105-eacf059a4647" providerId="ADAL" clId="{F7FF961E-CF96-44AC-93C2-93612F62D46D}" dt="2026-06-04T08:20:24.067" v="606" actId="22"/>
          <ac:picMkLst>
            <pc:docMk/>
            <pc:sldMk cId="1760715439" sldId="275"/>
            <ac:picMk id="5" creationId="{F1F81B67-111B-49AD-F2CF-8B6C4956F7E3}"/>
          </ac:picMkLst>
        </pc:picChg>
      </pc:sldChg>
      <pc:sldChg chg="addSp new mod">
        <pc:chgData name="Berg, Dirk van den" userId="035ecb32-01d9-4b47-a105-eacf059a4647" providerId="ADAL" clId="{F7FF961E-CF96-44AC-93C2-93612F62D46D}" dt="2026-06-04T08:19:57.573" v="605" actId="22"/>
        <pc:sldMkLst>
          <pc:docMk/>
          <pc:sldMk cId="3406214909" sldId="276"/>
        </pc:sldMkLst>
        <pc:picChg chg="add">
          <ac:chgData name="Berg, Dirk van den" userId="035ecb32-01d9-4b47-a105-eacf059a4647" providerId="ADAL" clId="{F7FF961E-CF96-44AC-93C2-93612F62D46D}" dt="2026-06-04T08:19:57.573" v="605" actId="22"/>
          <ac:picMkLst>
            <pc:docMk/>
            <pc:sldMk cId="3406214909" sldId="276"/>
            <ac:picMk id="5" creationId="{BB8C7C60-876B-0A99-FBB0-CC3BFFC03B3D}"/>
          </ac:picMkLst>
        </pc:picChg>
      </pc:sldChg>
      <pc:sldChg chg="addSp new mod">
        <pc:chgData name="Berg, Dirk van den" userId="035ecb32-01d9-4b47-a105-eacf059a4647" providerId="ADAL" clId="{F7FF961E-CF96-44AC-93C2-93612F62D46D}" dt="2026-06-04T08:22:13.839" v="809" actId="22"/>
        <pc:sldMkLst>
          <pc:docMk/>
          <pc:sldMk cId="2564407024" sldId="277"/>
        </pc:sldMkLst>
        <pc:picChg chg="add">
          <ac:chgData name="Berg, Dirk van den" userId="035ecb32-01d9-4b47-a105-eacf059a4647" providerId="ADAL" clId="{F7FF961E-CF96-44AC-93C2-93612F62D46D}" dt="2026-06-04T08:22:13.839" v="809" actId="22"/>
          <ac:picMkLst>
            <pc:docMk/>
            <pc:sldMk cId="2564407024" sldId="277"/>
            <ac:picMk id="5" creationId="{E3829492-9032-5D4A-D406-F72E57064FF6}"/>
          </ac:picMkLst>
        </pc:picChg>
      </pc:sldChg>
      <pc:sldChg chg="modSp new mod">
        <pc:chgData name="Berg, Dirk van den" userId="035ecb32-01d9-4b47-a105-eacf059a4647" providerId="ADAL" clId="{F7FF961E-CF96-44AC-93C2-93612F62D46D}" dt="2026-06-04T09:02:53.361" v="1520" actId="20577"/>
        <pc:sldMkLst>
          <pc:docMk/>
          <pc:sldMk cId="3018572619" sldId="278"/>
        </pc:sldMkLst>
        <pc:spChg chg="mod">
          <ac:chgData name="Berg, Dirk van den" userId="035ecb32-01d9-4b47-a105-eacf059a4647" providerId="ADAL" clId="{F7FF961E-CF96-44AC-93C2-93612F62D46D}" dt="2026-06-04T08:23:47.376" v="900" actId="20577"/>
          <ac:spMkLst>
            <pc:docMk/>
            <pc:sldMk cId="3018572619" sldId="278"/>
            <ac:spMk id="2" creationId="{91E574AC-1470-F4C9-A60A-EC48EAB00ACB}"/>
          </ac:spMkLst>
        </pc:spChg>
        <pc:spChg chg="mod">
          <ac:chgData name="Berg, Dirk van den" userId="035ecb32-01d9-4b47-a105-eacf059a4647" providerId="ADAL" clId="{F7FF961E-CF96-44AC-93C2-93612F62D46D}" dt="2026-06-04T09:02:53.361" v="1520" actId="20577"/>
          <ac:spMkLst>
            <pc:docMk/>
            <pc:sldMk cId="3018572619" sldId="278"/>
            <ac:spMk id="3" creationId="{DF3AEF3B-506F-48B0-393D-D83E414BDA2E}"/>
          </ac:spMkLst>
        </pc:spChg>
      </pc:sldChg>
      <pc:sldChg chg="modSp new mod">
        <pc:chgData name="Berg, Dirk van den" userId="035ecb32-01d9-4b47-a105-eacf059a4647" providerId="ADAL" clId="{F7FF961E-CF96-44AC-93C2-93612F62D46D}" dt="2026-06-04T08:23:54.958" v="901" actId="20577"/>
        <pc:sldMkLst>
          <pc:docMk/>
          <pc:sldMk cId="3803056381" sldId="279"/>
        </pc:sldMkLst>
        <pc:spChg chg="mod">
          <ac:chgData name="Berg, Dirk van den" userId="035ecb32-01d9-4b47-a105-eacf059a4647" providerId="ADAL" clId="{F7FF961E-CF96-44AC-93C2-93612F62D46D}" dt="2026-06-04T08:20:48.195" v="651" actId="20577"/>
          <ac:spMkLst>
            <pc:docMk/>
            <pc:sldMk cId="3803056381" sldId="279"/>
            <ac:spMk id="2" creationId="{BA5FD1EC-7C85-E734-C193-A73FDAA22FD4}"/>
          </ac:spMkLst>
        </pc:spChg>
        <pc:spChg chg="mod">
          <ac:chgData name="Berg, Dirk van den" userId="035ecb32-01d9-4b47-a105-eacf059a4647" providerId="ADAL" clId="{F7FF961E-CF96-44AC-93C2-93612F62D46D}" dt="2026-06-04T08:23:54.958" v="901" actId="20577"/>
          <ac:spMkLst>
            <pc:docMk/>
            <pc:sldMk cId="3803056381" sldId="279"/>
            <ac:spMk id="3" creationId="{2966BA9C-6940-12A4-40A9-CA195709F4A8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04T09:06:29.967" v="2106" actId="20577"/>
        <pc:sldMkLst>
          <pc:docMk/>
          <pc:sldMk cId="3811213491" sldId="280"/>
        </pc:sldMkLst>
        <pc:spChg chg="mod">
          <ac:chgData name="Berg, Dirk van den" userId="035ecb32-01d9-4b47-a105-eacf059a4647" providerId="ADAL" clId="{F7FF961E-CF96-44AC-93C2-93612F62D46D}" dt="2026-06-04T09:06:29.967" v="2106" actId="20577"/>
          <ac:spMkLst>
            <pc:docMk/>
            <pc:sldMk cId="3811213491" sldId="280"/>
            <ac:spMk id="3" creationId="{C453F736-7404-A0CE-DF24-36E55D470EAF}"/>
          </ac:spMkLst>
        </pc:spChg>
        <pc:picChg chg="add mod">
          <ac:chgData name="Berg, Dirk van den" userId="035ecb32-01d9-4b47-a105-eacf059a4647" providerId="ADAL" clId="{F7FF961E-CF96-44AC-93C2-93612F62D46D}" dt="2026-06-04T09:05:12.565" v="1908" actId="1076"/>
          <ac:picMkLst>
            <pc:docMk/>
            <pc:sldMk cId="3811213491" sldId="280"/>
            <ac:picMk id="5" creationId="{A183CC4F-4C9A-2253-05B8-ACC0AE897F45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6-04T09:39:46.793" v="2730" actId="47"/>
        <pc:sldMkLst>
          <pc:docMk/>
          <pc:sldMk cId="2598466791" sldId="281"/>
        </pc:sldMkLst>
        <pc:spChg chg="del">
          <ac:chgData name="Berg, Dirk van den" userId="035ecb32-01d9-4b47-a105-eacf059a4647" providerId="ADAL" clId="{F7FF961E-CF96-44AC-93C2-93612F62D46D}" dt="2026-06-04T08:55:36.801" v="1271"/>
          <ac:spMkLst>
            <pc:docMk/>
            <pc:sldMk cId="2598466791" sldId="281"/>
            <ac:spMk id="3" creationId="{1E689399-18BC-43E6-AC2E-15A881C1AC0F}"/>
          </ac:spMkLst>
        </pc:spChg>
        <pc:picChg chg="add mod ord">
          <ac:chgData name="Berg, Dirk van den" userId="035ecb32-01d9-4b47-a105-eacf059a4647" providerId="ADAL" clId="{F7FF961E-CF96-44AC-93C2-93612F62D46D}" dt="2026-06-04T08:56:31.883" v="1289" actId="1076"/>
          <ac:picMkLst>
            <pc:docMk/>
            <pc:sldMk cId="2598466791" sldId="281"/>
            <ac:picMk id="5" creationId="{B3511BA8-82E5-95A5-3B9D-78E95D65BC8C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6-04T09:39:46.793" v="2730" actId="47"/>
        <pc:sldMkLst>
          <pc:docMk/>
          <pc:sldMk cId="226233098" sldId="282"/>
        </pc:sldMkLst>
        <pc:spChg chg="del">
          <ac:chgData name="Berg, Dirk van den" userId="035ecb32-01d9-4b47-a105-eacf059a4647" providerId="ADAL" clId="{F7FF961E-CF96-44AC-93C2-93612F62D46D}" dt="2026-06-04T08:55:48.483" v="1275"/>
          <ac:spMkLst>
            <pc:docMk/>
            <pc:sldMk cId="226233098" sldId="282"/>
            <ac:spMk id="3" creationId="{CA251096-698C-3359-1732-BA5E5FB91534}"/>
          </ac:spMkLst>
        </pc:spChg>
        <pc:picChg chg="add mod ord">
          <ac:chgData name="Berg, Dirk van den" userId="035ecb32-01d9-4b47-a105-eacf059a4647" providerId="ADAL" clId="{F7FF961E-CF96-44AC-93C2-93612F62D46D}" dt="2026-06-04T08:56:40.493" v="1291" actId="1076"/>
          <ac:picMkLst>
            <pc:docMk/>
            <pc:sldMk cId="226233098" sldId="282"/>
            <ac:picMk id="5" creationId="{B83CDC1B-A621-ECDC-A540-27F3956916A2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6-04T09:39:46.793" v="2730" actId="47"/>
        <pc:sldMkLst>
          <pc:docMk/>
          <pc:sldMk cId="3852995450" sldId="283"/>
        </pc:sldMkLst>
        <pc:spChg chg="del">
          <ac:chgData name="Berg, Dirk van den" userId="035ecb32-01d9-4b47-a105-eacf059a4647" providerId="ADAL" clId="{F7FF961E-CF96-44AC-93C2-93612F62D46D}" dt="2026-06-04T08:55:54.862" v="1277"/>
          <ac:spMkLst>
            <pc:docMk/>
            <pc:sldMk cId="3852995450" sldId="283"/>
            <ac:spMk id="3" creationId="{30459D32-2A8F-8487-C7BB-0BE9F34494F2}"/>
          </ac:spMkLst>
        </pc:spChg>
        <pc:picChg chg="add mod ord">
          <ac:chgData name="Berg, Dirk van den" userId="035ecb32-01d9-4b47-a105-eacf059a4647" providerId="ADAL" clId="{F7FF961E-CF96-44AC-93C2-93612F62D46D}" dt="2026-06-04T08:56:53.016" v="1295" actId="1076"/>
          <ac:picMkLst>
            <pc:docMk/>
            <pc:sldMk cId="3852995450" sldId="283"/>
            <ac:picMk id="5" creationId="{0A88DDED-A502-1457-4C68-6AF196B8864D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6-04T09:39:46.793" v="2730" actId="47"/>
        <pc:sldMkLst>
          <pc:docMk/>
          <pc:sldMk cId="1434523786" sldId="284"/>
        </pc:sldMkLst>
        <pc:spChg chg="del">
          <ac:chgData name="Berg, Dirk van den" userId="035ecb32-01d9-4b47-a105-eacf059a4647" providerId="ADAL" clId="{F7FF961E-CF96-44AC-93C2-93612F62D46D}" dt="2026-06-04T08:56:04.922" v="1281"/>
          <ac:spMkLst>
            <pc:docMk/>
            <pc:sldMk cId="1434523786" sldId="284"/>
            <ac:spMk id="3" creationId="{DFE36032-8265-E6EF-1C5F-6D463E22D54C}"/>
          </ac:spMkLst>
        </pc:spChg>
        <pc:picChg chg="add mod ord">
          <ac:chgData name="Berg, Dirk van den" userId="035ecb32-01d9-4b47-a105-eacf059a4647" providerId="ADAL" clId="{F7FF961E-CF96-44AC-93C2-93612F62D46D}" dt="2026-06-04T08:57:36.328" v="1305" actId="1076"/>
          <ac:picMkLst>
            <pc:docMk/>
            <pc:sldMk cId="1434523786" sldId="284"/>
            <ac:picMk id="5" creationId="{8093318D-3923-DF39-BED4-707D58525625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6-04T09:39:46.793" v="2730" actId="47"/>
        <pc:sldMkLst>
          <pc:docMk/>
          <pc:sldMk cId="2889961413" sldId="285"/>
        </pc:sldMkLst>
        <pc:spChg chg="del">
          <ac:chgData name="Berg, Dirk van den" userId="035ecb32-01d9-4b47-a105-eacf059a4647" providerId="ADAL" clId="{F7FF961E-CF96-44AC-93C2-93612F62D46D}" dt="2026-06-04T08:56:12.587" v="1283"/>
          <ac:spMkLst>
            <pc:docMk/>
            <pc:sldMk cId="2889961413" sldId="285"/>
            <ac:spMk id="3" creationId="{BCA1EC9D-B11C-F00E-8D79-E050C3DCF354}"/>
          </ac:spMkLst>
        </pc:spChg>
        <pc:picChg chg="add mod ord">
          <ac:chgData name="Berg, Dirk van den" userId="035ecb32-01d9-4b47-a105-eacf059a4647" providerId="ADAL" clId="{F7FF961E-CF96-44AC-93C2-93612F62D46D}" dt="2026-06-04T08:57:03.468" v="1297" actId="1076"/>
          <ac:picMkLst>
            <pc:docMk/>
            <pc:sldMk cId="2889961413" sldId="285"/>
            <ac:picMk id="5" creationId="{7663F4D8-77CB-E48F-D644-8CC8F7C24DB9}"/>
          </ac:picMkLst>
        </pc:picChg>
      </pc:sldChg>
      <pc:sldChg chg="addSp delSp modSp new del mod ord">
        <pc:chgData name="Berg, Dirk van den" userId="035ecb32-01d9-4b47-a105-eacf059a4647" providerId="ADAL" clId="{F7FF961E-CF96-44AC-93C2-93612F62D46D}" dt="2026-06-04T09:39:46.793" v="2730" actId="47"/>
        <pc:sldMkLst>
          <pc:docMk/>
          <pc:sldMk cId="641928227" sldId="286"/>
        </pc:sldMkLst>
        <pc:spChg chg="del">
          <ac:chgData name="Berg, Dirk van den" userId="035ecb32-01d9-4b47-a105-eacf059a4647" providerId="ADAL" clId="{F7FF961E-CF96-44AC-93C2-93612F62D46D}" dt="2026-06-04T08:56:17.553" v="1286"/>
          <ac:spMkLst>
            <pc:docMk/>
            <pc:sldMk cId="641928227" sldId="286"/>
            <ac:spMk id="3" creationId="{0ED49958-908D-5640-740B-2E07196EEA95}"/>
          </ac:spMkLst>
        </pc:spChg>
        <pc:picChg chg="add mod ord">
          <ac:chgData name="Berg, Dirk van den" userId="035ecb32-01d9-4b47-a105-eacf059a4647" providerId="ADAL" clId="{F7FF961E-CF96-44AC-93C2-93612F62D46D}" dt="2026-06-04T08:57:20.684" v="1301" actId="1076"/>
          <ac:picMkLst>
            <pc:docMk/>
            <pc:sldMk cId="641928227" sldId="286"/>
            <ac:picMk id="5" creationId="{54706914-E8CA-E6FE-30A2-C53D4912A712}"/>
          </ac:picMkLst>
        </pc:picChg>
      </pc:sldChg>
      <pc:sldChg chg="modSp new mod">
        <pc:chgData name="Berg, Dirk van den" userId="035ecb32-01d9-4b47-a105-eacf059a4647" providerId="ADAL" clId="{F7FF961E-CF96-44AC-93C2-93612F62D46D}" dt="2026-06-04T09:09:27.153" v="2353" actId="20577"/>
        <pc:sldMkLst>
          <pc:docMk/>
          <pc:sldMk cId="233760657" sldId="287"/>
        </pc:sldMkLst>
        <pc:spChg chg="mod">
          <ac:chgData name="Berg, Dirk van den" userId="035ecb32-01d9-4b47-a105-eacf059a4647" providerId="ADAL" clId="{F7FF961E-CF96-44AC-93C2-93612F62D46D}" dt="2026-06-04T09:03:30.229" v="1595" actId="20577"/>
          <ac:spMkLst>
            <pc:docMk/>
            <pc:sldMk cId="233760657" sldId="287"/>
            <ac:spMk id="2" creationId="{D0FF7872-2A05-82CF-3A92-A4A88B59D45F}"/>
          </ac:spMkLst>
        </pc:spChg>
        <pc:spChg chg="mod">
          <ac:chgData name="Berg, Dirk van den" userId="035ecb32-01d9-4b47-a105-eacf059a4647" providerId="ADAL" clId="{F7FF961E-CF96-44AC-93C2-93612F62D46D}" dt="2026-06-04T09:09:27.153" v="2353" actId="20577"/>
          <ac:spMkLst>
            <pc:docMk/>
            <pc:sldMk cId="233760657" sldId="287"/>
            <ac:spMk id="3" creationId="{FD3E92FB-8406-185A-18E1-D920D77CC309}"/>
          </ac:spMkLst>
        </pc:spChg>
      </pc:sldChg>
      <pc:sldChg chg="modSp new mod">
        <pc:chgData name="Berg, Dirk van den" userId="035ecb32-01d9-4b47-a105-eacf059a4647" providerId="ADAL" clId="{F7FF961E-CF96-44AC-93C2-93612F62D46D}" dt="2026-06-04T09:36:36.495" v="2729" actId="20577"/>
        <pc:sldMkLst>
          <pc:docMk/>
          <pc:sldMk cId="30636779" sldId="288"/>
        </pc:sldMkLst>
        <pc:spChg chg="mod">
          <ac:chgData name="Berg, Dirk van den" userId="035ecb32-01d9-4b47-a105-eacf059a4647" providerId="ADAL" clId="{F7FF961E-CF96-44AC-93C2-93612F62D46D}" dt="2026-06-04T09:31:33.090" v="2364" actId="20577"/>
          <ac:spMkLst>
            <pc:docMk/>
            <pc:sldMk cId="30636779" sldId="288"/>
            <ac:spMk id="2" creationId="{178E6FA7-08B4-36B2-99C8-E563D94220AD}"/>
          </ac:spMkLst>
        </pc:spChg>
        <pc:spChg chg="mod">
          <ac:chgData name="Berg, Dirk van den" userId="035ecb32-01d9-4b47-a105-eacf059a4647" providerId="ADAL" clId="{F7FF961E-CF96-44AC-93C2-93612F62D46D}" dt="2026-06-04T09:36:36.495" v="2729" actId="20577"/>
          <ac:spMkLst>
            <pc:docMk/>
            <pc:sldMk cId="30636779" sldId="288"/>
            <ac:spMk id="3" creationId="{0267DF70-4A35-9ED4-D1B2-C23E06C6B4E1}"/>
          </ac:spMkLst>
        </pc:spChg>
      </pc:sldChg>
      <pc:sldChg chg="add">
        <pc:chgData name="Berg, Dirk van den" userId="035ecb32-01d9-4b47-a105-eacf059a4647" providerId="ADAL" clId="{F7FF961E-CF96-44AC-93C2-93612F62D46D}" dt="2026-06-04T09:48:32.664" v="2779"/>
        <pc:sldMkLst>
          <pc:docMk/>
          <pc:sldMk cId="205556035" sldId="457"/>
        </pc:sldMkLst>
      </pc:sldChg>
      <pc:sldChg chg="add">
        <pc:chgData name="Berg, Dirk van den" userId="035ecb32-01d9-4b47-a105-eacf059a4647" providerId="ADAL" clId="{F7FF961E-CF96-44AC-93C2-93612F62D46D}" dt="2026-06-04T09:49:04.810" v="2783"/>
        <pc:sldMkLst>
          <pc:docMk/>
          <pc:sldMk cId="3829422185" sldId="466"/>
        </pc:sldMkLst>
      </pc:sldChg>
      <pc:sldChg chg="add">
        <pc:chgData name="Berg, Dirk van den" userId="035ecb32-01d9-4b47-a105-eacf059a4647" providerId="ADAL" clId="{F7FF961E-CF96-44AC-93C2-93612F62D46D}" dt="2026-06-04T09:48:32.664" v="2779"/>
        <pc:sldMkLst>
          <pc:docMk/>
          <pc:sldMk cId="1330280161" sldId="468"/>
        </pc:sldMkLst>
      </pc:sldChg>
      <pc:sldChg chg="add">
        <pc:chgData name="Berg, Dirk van den" userId="035ecb32-01d9-4b47-a105-eacf059a4647" providerId="ADAL" clId="{F7FF961E-CF96-44AC-93C2-93612F62D46D}" dt="2026-06-04T09:49:30.924" v="2784"/>
        <pc:sldMkLst>
          <pc:docMk/>
          <pc:sldMk cId="3098417451" sldId="471"/>
        </pc:sldMkLst>
      </pc:sldChg>
      <pc:sldChg chg="add">
        <pc:chgData name="Berg, Dirk van den" userId="035ecb32-01d9-4b47-a105-eacf059a4647" providerId="ADAL" clId="{F7FF961E-CF96-44AC-93C2-93612F62D46D}" dt="2026-06-04T09:36:16.005" v="2634"/>
        <pc:sldMkLst>
          <pc:docMk/>
          <pc:sldMk cId="2398275498" sldId="475"/>
        </pc:sldMkLst>
      </pc:sldChg>
      <pc:sldChg chg="addSp delSp modSp new mod ord">
        <pc:chgData name="Berg, Dirk van den" userId="035ecb32-01d9-4b47-a105-eacf059a4647" providerId="ADAL" clId="{F7FF961E-CF96-44AC-93C2-93612F62D46D}" dt="2026-06-04T09:50:40.913" v="2836"/>
        <pc:sldMkLst>
          <pc:docMk/>
          <pc:sldMk cId="272495759" sldId="476"/>
        </pc:sldMkLst>
        <pc:spChg chg="del">
          <ac:chgData name="Berg, Dirk van den" userId="035ecb32-01d9-4b47-a105-eacf059a4647" providerId="ADAL" clId="{F7FF961E-CF96-44AC-93C2-93612F62D46D}" dt="2026-06-04T09:39:55.340" v="2736" actId="478"/>
          <ac:spMkLst>
            <pc:docMk/>
            <pc:sldMk cId="272495759" sldId="476"/>
            <ac:spMk id="3" creationId="{FA157DEA-0D12-91A6-0971-AA9F11E4E0F0}"/>
          </ac:spMkLst>
        </pc:spChg>
        <pc:picChg chg="add del mod">
          <ac:chgData name="Berg, Dirk van den" userId="035ecb32-01d9-4b47-a105-eacf059a4647" providerId="ADAL" clId="{F7FF961E-CF96-44AC-93C2-93612F62D46D}" dt="2026-06-04T09:41:50.263" v="2753" actId="478"/>
          <ac:picMkLst>
            <pc:docMk/>
            <pc:sldMk cId="272495759" sldId="476"/>
            <ac:picMk id="5" creationId="{1976CC63-B6E7-2B1C-3798-D59678690DF6}"/>
          </ac:picMkLst>
        </pc:picChg>
        <pc:picChg chg="add mod">
          <ac:chgData name="Berg, Dirk van den" userId="035ecb32-01d9-4b47-a105-eacf059a4647" providerId="ADAL" clId="{F7FF961E-CF96-44AC-93C2-93612F62D46D}" dt="2026-06-04T09:41:58.129" v="2755"/>
          <ac:picMkLst>
            <pc:docMk/>
            <pc:sldMk cId="272495759" sldId="476"/>
            <ac:picMk id="7" creationId="{AEC8BECF-8596-819C-A674-0EF753BFA2BB}"/>
          </ac:picMkLst>
        </pc:picChg>
      </pc:sldChg>
      <pc:sldChg chg="new del">
        <pc:chgData name="Berg, Dirk van den" userId="035ecb32-01d9-4b47-a105-eacf059a4647" providerId="ADAL" clId="{F7FF961E-CF96-44AC-93C2-93612F62D46D}" dt="2026-06-04T09:40:07.489" v="2737" actId="47"/>
        <pc:sldMkLst>
          <pc:docMk/>
          <pc:sldMk cId="1324458553" sldId="477"/>
        </pc:sldMkLst>
      </pc:sldChg>
      <pc:sldChg chg="addSp delSp modSp add mod">
        <pc:chgData name="Berg, Dirk van den" userId="035ecb32-01d9-4b47-a105-eacf059a4647" providerId="ADAL" clId="{F7FF961E-CF96-44AC-93C2-93612F62D46D}" dt="2026-06-04T09:42:01.543" v="2757"/>
        <pc:sldMkLst>
          <pc:docMk/>
          <pc:sldMk cId="3332730504" sldId="477"/>
        </pc:sldMkLst>
        <pc:picChg chg="add del mod">
          <ac:chgData name="Berg, Dirk van den" userId="035ecb32-01d9-4b47-a105-eacf059a4647" providerId="ADAL" clId="{F7FF961E-CF96-44AC-93C2-93612F62D46D}" dt="2026-06-04T09:41:49.130" v="2752" actId="478"/>
          <ac:picMkLst>
            <pc:docMk/>
            <pc:sldMk cId="3332730504" sldId="477"/>
            <ac:picMk id="4" creationId="{A9A9E0CE-FDA1-E4D8-6954-E3459B0F20D4}"/>
          </ac:picMkLst>
        </pc:picChg>
        <pc:picChg chg="add mod">
          <ac:chgData name="Berg, Dirk van den" userId="035ecb32-01d9-4b47-a105-eacf059a4647" providerId="ADAL" clId="{F7FF961E-CF96-44AC-93C2-93612F62D46D}" dt="2026-06-04T09:42:01.543" v="2757"/>
          <ac:picMkLst>
            <pc:docMk/>
            <pc:sldMk cId="3332730504" sldId="477"/>
            <ac:picMk id="6" creationId="{1D0FC7DC-3D11-6C35-8A5D-637D78729F61}"/>
          </ac:picMkLst>
        </pc:picChg>
      </pc:sldChg>
      <pc:sldChg chg="new del">
        <pc:chgData name="Berg, Dirk van den" userId="035ecb32-01d9-4b47-a105-eacf059a4647" providerId="ADAL" clId="{F7FF961E-CF96-44AC-93C2-93612F62D46D}" dt="2026-06-04T09:40:08.708" v="2738" actId="47"/>
        <pc:sldMkLst>
          <pc:docMk/>
          <pc:sldMk cId="535731136" sldId="478"/>
        </pc:sldMkLst>
      </pc:sldChg>
      <pc:sldChg chg="addSp delSp modSp add mod modShow">
        <pc:chgData name="Berg, Dirk van den" userId="035ecb32-01d9-4b47-a105-eacf059a4647" providerId="ADAL" clId="{F7FF961E-CF96-44AC-93C2-93612F62D46D}" dt="2026-06-04T09:53:21.645" v="2945" actId="729"/>
        <pc:sldMkLst>
          <pc:docMk/>
          <pc:sldMk cId="3735962182" sldId="478"/>
        </pc:sldMkLst>
        <pc:picChg chg="add del mod">
          <ac:chgData name="Berg, Dirk van den" userId="035ecb32-01d9-4b47-a105-eacf059a4647" providerId="ADAL" clId="{F7FF961E-CF96-44AC-93C2-93612F62D46D}" dt="2026-06-04T09:41:46.809" v="2751" actId="478"/>
          <ac:picMkLst>
            <pc:docMk/>
            <pc:sldMk cId="3735962182" sldId="478"/>
            <ac:picMk id="4" creationId="{42264B18-A130-B830-EBBA-EDD81D034DB5}"/>
          </ac:picMkLst>
        </pc:picChg>
        <pc:picChg chg="add mod">
          <ac:chgData name="Berg, Dirk van den" userId="035ecb32-01d9-4b47-a105-eacf059a4647" providerId="ADAL" clId="{F7FF961E-CF96-44AC-93C2-93612F62D46D}" dt="2026-06-04T09:42:05.087" v="2759"/>
          <ac:picMkLst>
            <pc:docMk/>
            <pc:sldMk cId="3735962182" sldId="478"/>
            <ac:picMk id="6" creationId="{A2F643FB-CABE-65AD-4C06-252DC04DB326}"/>
          </ac:picMkLst>
        </pc:picChg>
      </pc:sldChg>
      <pc:sldChg chg="new del">
        <pc:chgData name="Berg, Dirk van den" userId="035ecb32-01d9-4b47-a105-eacf059a4647" providerId="ADAL" clId="{F7FF961E-CF96-44AC-93C2-93612F62D46D}" dt="2026-06-04T09:40:09.306" v="2739" actId="47"/>
        <pc:sldMkLst>
          <pc:docMk/>
          <pc:sldMk cId="785316401" sldId="479"/>
        </pc:sldMkLst>
      </pc:sldChg>
      <pc:sldChg chg="addSp modSp add mod ord">
        <pc:chgData name="Berg, Dirk van den" userId="035ecb32-01d9-4b47-a105-eacf059a4647" providerId="ADAL" clId="{F7FF961E-CF96-44AC-93C2-93612F62D46D}" dt="2026-06-04T09:50:55.675" v="2838"/>
        <pc:sldMkLst>
          <pc:docMk/>
          <pc:sldMk cId="1111084531" sldId="479"/>
        </pc:sldMkLst>
        <pc:picChg chg="add mod">
          <ac:chgData name="Berg, Dirk van den" userId="035ecb32-01d9-4b47-a105-eacf059a4647" providerId="ADAL" clId="{F7FF961E-CF96-44AC-93C2-93612F62D46D}" dt="2026-06-04T09:42:08.845" v="2761"/>
          <ac:picMkLst>
            <pc:docMk/>
            <pc:sldMk cId="1111084531" sldId="479"/>
            <ac:picMk id="4" creationId="{A9F025A0-AFF2-B58C-AAB5-3A7334B738B0}"/>
          </ac:picMkLst>
        </pc:picChg>
      </pc:sldChg>
      <pc:sldChg chg="new del">
        <pc:chgData name="Berg, Dirk van den" userId="035ecb32-01d9-4b47-a105-eacf059a4647" providerId="ADAL" clId="{F7FF961E-CF96-44AC-93C2-93612F62D46D}" dt="2026-06-04T09:40:10.125" v="2740" actId="47"/>
        <pc:sldMkLst>
          <pc:docMk/>
          <pc:sldMk cId="743943131" sldId="480"/>
        </pc:sldMkLst>
      </pc:sldChg>
      <pc:sldChg chg="addSp modSp add mod">
        <pc:chgData name="Berg, Dirk van den" userId="035ecb32-01d9-4b47-a105-eacf059a4647" providerId="ADAL" clId="{F7FF961E-CF96-44AC-93C2-93612F62D46D}" dt="2026-06-04T09:42:25.518" v="2767"/>
        <pc:sldMkLst>
          <pc:docMk/>
          <pc:sldMk cId="1857632630" sldId="480"/>
        </pc:sldMkLst>
        <pc:picChg chg="add mod">
          <ac:chgData name="Berg, Dirk van den" userId="035ecb32-01d9-4b47-a105-eacf059a4647" providerId="ADAL" clId="{F7FF961E-CF96-44AC-93C2-93612F62D46D}" dt="2026-06-04T09:42:25.518" v="2767"/>
          <ac:picMkLst>
            <pc:docMk/>
            <pc:sldMk cId="1857632630" sldId="480"/>
            <ac:picMk id="4" creationId="{3636F2A4-277A-9E71-E1C0-1250DC7DFF83}"/>
          </ac:picMkLst>
        </pc:picChg>
      </pc:sldChg>
      <pc:sldChg chg="addSp modSp add mod modShow">
        <pc:chgData name="Berg, Dirk van den" userId="035ecb32-01d9-4b47-a105-eacf059a4647" providerId="ADAL" clId="{F7FF961E-CF96-44AC-93C2-93612F62D46D}" dt="2026-06-04T09:53:19.255" v="2944" actId="729"/>
        <pc:sldMkLst>
          <pc:docMk/>
          <pc:sldMk cId="3263146676" sldId="481"/>
        </pc:sldMkLst>
        <pc:picChg chg="add mod">
          <ac:chgData name="Berg, Dirk van den" userId="035ecb32-01d9-4b47-a105-eacf059a4647" providerId="ADAL" clId="{F7FF961E-CF96-44AC-93C2-93612F62D46D}" dt="2026-06-04T09:42:29.283" v="2769"/>
          <ac:picMkLst>
            <pc:docMk/>
            <pc:sldMk cId="3263146676" sldId="481"/>
            <ac:picMk id="4" creationId="{63995730-6608-F1E9-E231-097A76FB2123}"/>
          </ac:picMkLst>
        </pc:picChg>
      </pc:sldChg>
      <pc:sldChg chg="addSp modSp add mod ord">
        <pc:chgData name="Berg, Dirk van den" userId="035ecb32-01d9-4b47-a105-eacf059a4647" providerId="ADAL" clId="{F7FF961E-CF96-44AC-93C2-93612F62D46D}" dt="2026-06-04T09:50:40.913" v="2836"/>
        <pc:sldMkLst>
          <pc:docMk/>
          <pc:sldMk cId="3055790416" sldId="482"/>
        </pc:sldMkLst>
        <pc:picChg chg="add mod">
          <ac:chgData name="Berg, Dirk van den" userId="035ecb32-01d9-4b47-a105-eacf059a4647" providerId="ADAL" clId="{F7FF961E-CF96-44AC-93C2-93612F62D46D}" dt="2026-06-04T09:42:33.591" v="2771"/>
          <ac:picMkLst>
            <pc:docMk/>
            <pc:sldMk cId="3055790416" sldId="482"/>
            <ac:picMk id="4" creationId="{36B93D4D-588B-86E3-B792-97BA5455DC31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6-04T09:42:49.853" v="2773"/>
        <pc:sldMkLst>
          <pc:docMk/>
          <pc:sldMk cId="4076395334" sldId="483"/>
        </pc:sldMkLst>
        <pc:picChg chg="add mod">
          <ac:chgData name="Berg, Dirk van den" userId="035ecb32-01d9-4b47-a105-eacf059a4647" providerId="ADAL" clId="{F7FF961E-CF96-44AC-93C2-93612F62D46D}" dt="2026-06-04T09:42:49.853" v="2773"/>
          <ac:picMkLst>
            <pc:docMk/>
            <pc:sldMk cId="4076395334" sldId="483"/>
            <ac:picMk id="4" creationId="{B88FE77C-CB5E-7574-9CA6-28E0384E6BD3}"/>
          </ac:picMkLst>
        </pc:picChg>
      </pc:sldChg>
      <pc:sldChg chg="addSp modSp add mod modShow">
        <pc:chgData name="Berg, Dirk van den" userId="035ecb32-01d9-4b47-a105-eacf059a4647" providerId="ADAL" clId="{F7FF961E-CF96-44AC-93C2-93612F62D46D}" dt="2026-06-04T09:53:16.851" v="2943" actId="729"/>
        <pc:sldMkLst>
          <pc:docMk/>
          <pc:sldMk cId="2812025262" sldId="484"/>
        </pc:sldMkLst>
        <pc:picChg chg="add mod">
          <ac:chgData name="Berg, Dirk van den" userId="035ecb32-01d9-4b47-a105-eacf059a4647" providerId="ADAL" clId="{F7FF961E-CF96-44AC-93C2-93612F62D46D}" dt="2026-06-04T09:42:57.548" v="2776"/>
          <ac:picMkLst>
            <pc:docMk/>
            <pc:sldMk cId="2812025262" sldId="484"/>
            <ac:picMk id="4" creationId="{6BE71338-05C3-8319-32C1-B670543B28EA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6-04T09:43:03.223" v="2778"/>
        <pc:sldMkLst>
          <pc:docMk/>
          <pc:sldMk cId="2930184634" sldId="485"/>
        </pc:sldMkLst>
        <pc:picChg chg="add mod">
          <ac:chgData name="Berg, Dirk van den" userId="035ecb32-01d9-4b47-a105-eacf059a4647" providerId="ADAL" clId="{F7FF961E-CF96-44AC-93C2-93612F62D46D}" dt="2026-06-04T09:43:03.223" v="2778"/>
          <ac:picMkLst>
            <pc:docMk/>
            <pc:sldMk cId="2930184634" sldId="485"/>
            <ac:picMk id="4" creationId="{1F5AF237-FBFE-8866-1663-6E848EFACF75}"/>
          </ac:picMkLst>
        </pc:picChg>
      </pc:sldChg>
      <pc:sldChg chg="add">
        <pc:chgData name="Berg, Dirk van den" userId="035ecb32-01d9-4b47-a105-eacf059a4647" providerId="ADAL" clId="{F7FF961E-CF96-44AC-93C2-93612F62D46D}" dt="2026-06-04T09:49:30.924" v="2784"/>
        <pc:sldMkLst>
          <pc:docMk/>
          <pc:sldMk cId="326871557" sldId="4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58E86-D248-4D87-8234-8CA12CDF6F5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9D49D-4D0C-42BB-8EA2-A161DF7E22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87277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331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738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086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2173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State normalization — z-score with mean subtraction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x_norm</a:t>
            </a:r>
            <a:r>
              <a:rPr lang="en-US" dirty="0"/>
              <a:t> = (</a:t>
            </a:r>
            <a:r>
              <a:rPr lang="en-US" dirty="0" err="1"/>
              <a:t>x_phys</a:t>
            </a:r>
            <a:r>
              <a:rPr lang="en-US" dirty="0"/>
              <a:t> - </a:t>
            </a:r>
            <a:r>
              <a:rPr lang="en-US" dirty="0" err="1"/>
              <a:t>x_mean</a:t>
            </a:r>
            <a:r>
              <a:rPr lang="en-US" dirty="0"/>
              <a:t>) / </a:t>
            </a:r>
            <a:r>
              <a:rPr lang="en-US" dirty="0" err="1"/>
              <a:t>std_x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2. Input normalization — scaling only, no mean subtraction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u_norm</a:t>
            </a:r>
            <a:r>
              <a:rPr lang="en-US" dirty="0"/>
              <a:t> = u / </a:t>
            </a:r>
            <a:r>
              <a:rPr lang="en-US" dirty="0" err="1"/>
              <a:t>std_u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State derivative normalization (inside </a:t>
            </a:r>
            <a:r>
              <a:rPr lang="en-US" dirty="0" err="1"/>
              <a:t>Gantry_State_Block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xdot_norm</a:t>
            </a:r>
            <a:r>
              <a:rPr lang="en-US" dirty="0"/>
              <a:t> = </a:t>
            </a:r>
            <a:r>
              <a:rPr lang="en-US" dirty="0" err="1"/>
              <a:t>xdot_phys</a:t>
            </a:r>
            <a:r>
              <a:rPr lang="en-US" dirty="0"/>
              <a:t> / </a:t>
            </a:r>
            <a:r>
              <a:rPr lang="en-US" dirty="0" err="1"/>
              <a:t>std_x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9D49D-4D0C-42BB-8EA2-A161DF7E221E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551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03/06/2026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pe-innovations.com/precision-point/structural-damping-properties-mechanical-system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18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 err="1"/>
              <a:t>Simscape</a:t>
            </a:r>
            <a:r>
              <a:rPr lang="en-US" dirty="0"/>
              <a:t> update</a:t>
            </a:r>
          </a:p>
          <a:p>
            <a:r>
              <a:rPr lang="en-US" dirty="0"/>
              <a:t>Verify LTI gantry implementation without dynamic parallel</a:t>
            </a:r>
          </a:p>
          <a:p>
            <a:r>
              <a:rPr lang="en-US" dirty="0"/>
              <a:t>Informative data for LTI model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094B3-4C81-5AF4-4139-64E315E58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28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BF4E-215B-314B-861B-A35887E1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verified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41D6-32F7-39D4-0312-7950F0B1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with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2.4919e-07 m</a:t>
            </a:r>
            <a:br>
              <a:rPr lang="en-US" dirty="0"/>
            </a:br>
            <a:r>
              <a:rPr lang="en-US" dirty="0"/>
              <a:t>RMSE X2 : 1.6463e-07 m</a:t>
            </a:r>
            <a:br>
              <a:rPr lang="en-US" dirty="0"/>
            </a:br>
            <a:r>
              <a:rPr lang="en-US" dirty="0"/>
              <a:t>RMSE Y : 5.0275e-09 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System without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4.4957e-07 m</a:t>
            </a:r>
            <a:br>
              <a:rPr lang="en-US" dirty="0"/>
            </a:br>
            <a:r>
              <a:rPr lang="en-US" dirty="0"/>
              <a:t>RMSE X2 : 2.9607e-07 m</a:t>
            </a:r>
            <a:br>
              <a:rPr lang="en-US" dirty="0"/>
            </a:br>
            <a:r>
              <a:rPr lang="en-US" dirty="0"/>
              <a:t>RMSE Y : 7.6171e-09 m</a:t>
            </a:r>
            <a:br>
              <a:rPr lang="en-US" dirty="0"/>
            </a:b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A14C7-4539-8E77-69D2-90ECDF97E594}"/>
              </a:ext>
            </a:extLst>
          </p:cNvPr>
          <p:cNvSpPr txBox="1"/>
          <p:nvPr/>
        </p:nvSpPr>
        <p:spPr>
          <a:xfrm flipH="1">
            <a:off x="838200" y="5988734"/>
            <a:ext cx="620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ASMPT it was required that the formulas for the additional state are correct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29422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318A-F33A-FD35-A7E5-E3037932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Update: verify augmented model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7558-096E-C915-4889-30A0B4753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Offset was incorrect in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Previous in range e^-7 both models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88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039D-AAD4-C628-AB77-A630A4A9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Correction </a:t>
            </a:r>
            <a:r>
              <a:rPr lang="en-US" dirty="0" err="1"/>
              <a:t>simscape</a:t>
            </a:r>
            <a:r>
              <a:rPr lang="en-US" dirty="0"/>
              <a:t> model</a:t>
            </a:r>
            <a:br>
              <a:rPr lang="en-US" dirty="0"/>
            </a:br>
            <a:r>
              <a:rPr lang="en-US" dirty="0"/>
              <a:t>Offset not properly connected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5B9A4-B100-FE5C-64EF-62750D74D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L" dirty="0"/>
              <a:t>RMSE of system with MSD vs </a:t>
            </a:r>
            <a:r>
              <a:rPr lang="en-NL" dirty="0" err="1"/>
              <a:t>Simscape</a:t>
            </a:r>
            <a:r>
              <a:rPr lang="en-NL" dirty="0"/>
              <a:t> with MSD</a:t>
            </a:r>
            <a:br>
              <a:rPr lang="en-NL" dirty="0"/>
            </a:br>
            <a:r>
              <a:rPr lang="en-NL" dirty="0"/>
              <a:t>RMSE X1 : 5.4695e-09 m</a:t>
            </a:r>
            <a:br>
              <a:rPr lang="en-NL" dirty="0"/>
            </a:br>
            <a:r>
              <a:rPr lang="en-NL" dirty="0"/>
              <a:t>RMSE X2 : 4.3447e-09 m</a:t>
            </a:r>
            <a:br>
              <a:rPr lang="en-NL" dirty="0"/>
            </a:br>
            <a:r>
              <a:rPr lang="en-NL" dirty="0"/>
              <a:t>RMSE Y  : 8.5888e-10 m</a:t>
            </a:r>
            <a:br>
              <a:rPr lang="en-NL" dirty="0"/>
            </a:br>
            <a:br>
              <a:rPr lang="en-NL" dirty="0"/>
            </a:br>
            <a:r>
              <a:rPr lang="en-NL" dirty="0"/>
              <a:t>RMSE of system without MSD vs </a:t>
            </a:r>
            <a:r>
              <a:rPr lang="en-NL" dirty="0" err="1"/>
              <a:t>Simscape</a:t>
            </a:r>
            <a:r>
              <a:rPr lang="en-NL" dirty="0"/>
              <a:t> with MSD</a:t>
            </a:r>
            <a:br>
              <a:rPr lang="en-NL" dirty="0"/>
            </a:br>
            <a:r>
              <a:rPr lang="en-NL" dirty="0"/>
              <a:t>RMSE X1 : 1.9981e-07 m</a:t>
            </a:r>
            <a:br>
              <a:rPr lang="en-NL" dirty="0"/>
            </a:br>
            <a:r>
              <a:rPr lang="en-NL" dirty="0"/>
              <a:t>RMSE X2 : 1.3203e-07 m</a:t>
            </a:r>
            <a:br>
              <a:rPr lang="en-NL" dirty="0"/>
            </a:br>
            <a:r>
              <a:rPr lang="en-NL" dirty="0"/>
              <a:t>RMSE Y  : 6.0441e-09 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C3E54-CF36-1731-770E-B7DD73FCADAD}"/>
              </a:ext>
            </a:extLst>
          </p:cNvPr>
          <p:cNvSpPr txBox="1"/>
          <p:nvPr/>
        </p:nvSpPr>
        <p:spPr>
          <a:xfrm>
            <a:off x="314632" y="5988734"/>
            <a:ext cx="8003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same error range as original baseline vs original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Clear difference between baseline and augmented system (MSD)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9201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32ED-9893-443D-1B86-4B4E3DC1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B916-4F09-C64D-10C1-85D331240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73B27-E47C-1074-49A0-8F889576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593"/>
            <a:ext cx="12192000" cy="633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8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6181-B03E-13D9-1CAE-52CE7524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E5E7-046D-90BF-8C86-57F4C69EE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CCB28-DD7C-F59F-F0E9-8146E951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04"/>
          <a:stretch>
            <a:fillRect/>
          </a:stretch>
        </p:blipFill>
        <p:spPr>
          <a:xfrm>
            <a:off x="0" y="609600"/>
            <a:ext cx="12192000" cy="589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9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D1EC-7C85-E734-C193-A73FDAA2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vs augmented system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BA9C-6940-12A4-40A9-CA195709F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added MSD to the payload observable in our data</a:t>
            </a:r>
          </a:p>
          <a:p>
            <a:r>
              <a:rPr lang="en-US" dirty="0"/>
              <a:t>FRF comparison</a:t>
            </a:r>
          </a:p>
          <a:p>
            <a:pPr lvl="1"/>
            <a:r>
              <a:rPr lang="en-US" dirty="0"/>
              <a:t>Closed-loop</a:t>
            </a:r>
          </a:p>
          <a:p>
            <a:pPr lvl="1"/>
            <a:r>
              <a:rPr lang="en-US" dirty="0"/>
              <a:t>Plant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56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ACC1-C5F1-879D-D74A-8E122C1B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6CE2-C3F9-C2B6-945F-6E29FEFE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26214-2957-FB01-58DF-64100061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42"/>
            <a:ext cx="12192000" cy="57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FB59-B0F2-7BDE-CDBE-8DEA04E8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F20D9-2280-5CE3-35E5-5A1BE6AE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81B67-111B-49AD-F2CF-8B6C4956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246"/>
            <a:ext cx="12192000" cy="57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15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FA61-B9A5-DA06-B8EE-95E480EA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3D33-F259-1273-E3C9-6B8538912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C7C60-876B-0A99-FBB0-CC3BFFC03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461"/>
            <a:ext cx="12192000" cy="59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14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9FBD-E93F-0EC1-1D83-C4183EED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E34D-B4FB-3C37-F552-562D373C8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29492-9032-5D4A-D406-F72E57064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645"/>
            <a:ext cx="12192000" cy="588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0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74AC-1470-F4C9-A60A-EC48EAB0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between baseline and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AEF3B-506F-48B0-393D-D83E414B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same input from closed-loop augmented system to the baseline system.</a:t>
            </a:r>
          </a:p>
          <a:p>
            <a:pPr lvl="1"/>
            <a:r>
              <a:rPr lang="en-US" dirty="0"/>
              <a:t>What is the difference</a:t>
            </a:r>
          </a:p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 to know whether the baseline model given the input from the augmented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18572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2213-3457-C3EB-CB1E-F862656E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F736-7404-A0CE-DF24-36E55D47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455" y="5609685"/>
            <a:ext cx="10515600" cy="4351338"/>
          </a:xfrm>
        </p:spPr>
        <p:txBody>
          <a:bodyPr/>
          <a:lstStyle/>
          <a:p>
            <a:r>
              <a:rPr lang="en-US" dirty="0"/>
              <a:t>Parameter recovery was able to get in the range e^-7</a:t>
            </a:r>
          </a:p>
          <a:p>
            <a:pPr lvl="1"/>
            <a:r>
              <a:rPr lang="en-US" dirty="0"/>
              <a:t>With perfect parameters / perfect model is able to get in that range</a:t>
            </a:r>
          </a:p>
          <a:p>
            <a:pPr lvl="1"/>
            <a:r>
              <a:rPr lang="en-US" dirty="0"/>
              <a:t>We have no noise currently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3CC4F-4C9A-2253-05B8-ACC0AE89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4584"/>
            <a:ext cx="12192000" cy="263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1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7872-2A05-82CF-3A92-A4A88B59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gantry model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92FB-8406-185A-18E1-D920D77C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Wanted to verify model implementation in code structure</a:t>
            </a:r>
          </a:p>
          <a:p>
            <a:pPr lvl="1"/>
            <a:r>
              <a:rPr lang="en-US" dirty="0"/>
              <a:t>Also see the effects of LTI against LPV, to justify whether LPV will dominate error or not</a:t>
            </a:r>
          </a:p>
          <a:p>
            <a:pPr lvl="2"/>
            <a:r>
              <a:rPr lang="en-US" dirty="0"/>
              <a:t>For augmentation to be able to capture additional states</a:t>
            </a:r>
          </a:p>
          <a:p>
            <a:pPr lvl="2"/>
            <a:r>
              <a:rPr lang="en-US" dirty="0"/>
              <a:t>Only “small” Y-movements because the current model is LTI, need to know if this information is informative</a:t>
            </a:r>
          </a:p>
          <a:p>
            <a:pPr lvl="3"/>
            <a:r>
              <a:rPr lang="en-US" dirty="0"/>
              <a:t>Compared to data used in parameter recovery (now LTI)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3760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2251D-58CE-DB8E-8E0D-3C4E8F0A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2E87-7ADD-9B9F-4F38-D2EC805B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FC7DC-3D11-6C35-8A5D-637D78729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30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40073A-E519-3F10-BF2A-32FD86B8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47C9-3C3E-C6AB-A29F-E7EBE881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643FB-CABE-65AD-4C06-252DC04DB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228864"/>
            <a:ext cx="10971893" cy="640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62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10700-9A28-3CE8-8B53-22CB9B07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4BCB-D3F9-A42F-EB48-A391BB52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6F2A4-277A-9E71-E1C0-1250DC7D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32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2C9DA8-8D09-E6E9-FAC3-2286A38B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40B9-020D-4A77-1B2B-4C121A10A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95730-6608-F1E9-E231-097A76FB2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228864"/>
            <a:ext cx="10971893" cy="640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46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576-629D-8F2C-84F2-CB9E7780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6843-398C-69E9-5F6E-3D104B40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FE77C-CB5E-7574-9CA6-28E0384E6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95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42CAF0-17F9-C324-C223-FE311E9F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A640-28ED-4AEE-260E-C164DDEE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71338-05C3-8319-32C1-B670543B2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228864"/>
            <a:ext cx="10971893" cy="640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25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F941-CE68-15A7-41BD-A2807AA0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EAFC-C419-6135-928B-9F87F99C1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AF237-FBFE-8866-1663-6E848EFAC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8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D1E2-8E97-4E41-1DD3-29AAEF38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1C1D5-17E4-4922-23F2-B4A50248C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Verify without encoder blocks match the data</a:t>
            </a:r>
          </a:p>
          <a:p>
            <a:r>
              <a:rPr lang="en-US" dirty="0"/>
              <a:t>Encoder verify. Why?</a:t>
            </a:r>
          </a:p>
          <a:p>
            <a:r>
              <a:rPr lang="en-US" dirty="0"/>
              <a:t>Dynamic Parallel:</a:t>
            </a:r>
          </a:p>
          <a:p>
            <a:endParaRPr lang="en-US" dirty="0"/>
          </a:p>
          <a:p>
            <a:r>
              <a:rPr lang="en-US" dirty="0"/>
              <a:t>Trajectories </a:t>
            </a:r>
          </a:p>
          <a:p>
            <a:r>
              <a:rPr lang="en-US" dirty="0"/>
              <a:t>Not LPV one Y-operating point</a:t>
            </a:r>
          </a:p>
          <a:p>
            <a:r>
              <a:rPr lang="en-US" dirty="0"/>
              <a:t>Should I first do LPV before augmentation, because:  I need excitation in the Y-direction and operating point in Y=0.3 (arbitrary) small movements around Y=0.3, but is this enough excitation to observe the MSD dynamics.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40333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A4EDC-E456-A487-C52C-3C0B58FCB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I do augmentation before LPV?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2A91-A3E1-14C1-1609-BBD8575D8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difference between LTI (one Y-operating point for our model) compared to LPV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07264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54015-007F-F668-6995-4D922B52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1AE61-8AB1-F1A7-A951-75A4AD930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C1724-60D6-B877-DAD3-2EE88738B61B}"/>
              </a:ext>
            </a:extLst>
          </p:cNvPr>
          <p:cNvSpPr txBox="1"/>
          <p:nvPr/>
        </p:nvSpPr>
        <p:spPr>
          <a:xfrm>
            <a:off x="3048000" y="144629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practical question</a:t>
            </a:r>
          </a:p>
          <a:p>
            <a:endParaRPr lang="en-NL" dirty="0"/>
          </a:p>
          <a:p>
            <a:r>
              <a:rPr lang="en-NL" dirty="0"/>
              <a:t>  How much does </a:t>
            </a:r>
            <a:r>
              <a:rPr lang="en-NL" dirty="0" err="1"/>
              <a:t>M_op</a:t>
            </a:r>
            <a:r>
              <a:rPr lang="en-NL" dirty="0"/>
              <a:t> change over ±25 mm from </a:t>
            </a:r>
            <a:r>
              <a:rPr lang="en-NL" dirty="0" err="1"/>
              <a:t>Y_op</a:t>
            </a:r>
            <a:r>
              <a:rPr lang="en-NL" dirty="0"/>
              <a:t> = 0.3?</a:t>
            </a:r>
          </a:p>
          <a:p>
            <a:endParaRPr lang="en-NL" dirty="0"/>
          </a:p>
          <a:p>
            <a:r>
              <a:rPr lang="en-NL" dirty="0"/>
              <a:t>  The cross-term in </a:t>
            </a:r>
            <a:r>
              <a:rPr lang="en-NL" dirty="0" err="1"/>
              <a:t>M_op</a:t>
            </a:r>
            <a:r>
              <a:rPr lang="en-NL" dirty="0"/>
              <a:t> is (m1-m2)*Lb/2 - </a:t>
            </a:r>
            <a:r>
              <a:rPr lang="en-NL" dirty="0" err="1"/>
              <a:t>mh</a:t>
            </a:r>
            <a:r>
              <a:rPr lang="en-NL" dirty="0"/>
              <a:t>*</a:t>
            </a:r>
            <a:r>
              <a:rPr lang="en-NL" dirty="0" err="1"/>
              <a:t>Y_op</a:t>
            </a:r>
            <a:r>
              <a:rPr lang="en-NL" dirty="0"/>
              <a:t>. With </a:t>
            </a:r>
            <a:r>
              <a:rPr lang="en-NL" dirty="0" err="1"/>
              <a:t>mh</a:t>
            </a:r>
            <a:r>
              <a:rPr lang="en-NL" dirty="0"/>
              <a:t> = 10.1</a:t>
            </a:r>
          </a:p>
          <a:p>
            <a:r>
              <a:rPr lang="en-NL" dirty="0"/>
              <a:t>  and a 25 mm Y shift:</a:t>
            </a:r>
          </a:p>
          <a:p>
            <a:r>
              <a:rPr lang="en-NL" dirty="0"/>
              <a:t>  - Change in that term: 10.1 * 0.025 ≈ 0.25 </a:t>
            </a:r>
            <a:r>
              <a:rPr lang="en-NL" dirty="0" err="1"/>
              <a:t>kg·m</a:t>
            </a:r>
            <a:endParaRPr lang="en-NL" dirty="0"/>
          </a:p>
          <a:p>
            <a:r>
              <a:rPr lang="en-NL" dirty="0"/>
              <a:t>  - Relative to the diagonal term (≈ 54 kg): &lt; 0.5%</a:t>
            </a:r>
          </a:p>
          <a:p>
            <a:endParaRPr lang="en-NL" dirty="0"/>
          </a:p>
          <a:p>
            <a:r>
              <a:rPr lang="en-NL" dirty="0"/>
              <a:t>  So ±25 mm gives negligible LTI model error. The LTI assumption</a:t>
            </a:r>
          </a:p>
          <a:p>
            <a:r>
              <a:rPr lang="en-NL" dirty="0"/>
              <a:t>  holds well even for the larger Y moves.</a:t>
            </a:r>
          </a:p>
        </p:txBody>
      </p:sp>
    </p:spTree>
    <p:extLst>
      <p:ext uri="{BB962C8B-B14F-4D97-AF65-F5344CB8AC3E}">
        <p14:creationId xmlns:p14="http://schemas.microsoft.com/office/powerpoint/2010/main" val="1747804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6FA7-08B4-36B2-99C8-E563D942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ASMPT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7DF70-4A35-9ED4-D1B2-C23E06C6B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Unclear when gantry system (Kamtin) will arrive</a:t>
            </a:r>
          </a:p>
          <a:p>
            <a:r>
              <a:rPr lang="en-US" dirty="0"/>
              <a:t>Would look if we can train on the system from a distance</a:t>
            </a:r>
          </a:p>
          <a:p>
            <a:pPr lvl="1"/>
            <a:r>
              <a:rPr lang="en-US" dirty="0"/>
              <a:t>If possible only standard set points</a:t>
            </a:r>
          </a:p>
          <a:p>
            <a:r>
              <a:rPr lang="en-US" dirty="0"/>
              <a:t>Instead will use data from Quinten from </a:t>
            </a:r>
            <a:r>
              <a:rPr lang="en-US" dirty="0" err="1"/>
              <a:t>telica</a:t>
            </a:r>
            <a:endParaRPr lang="en-US" dirty="0"/>
          </a:p>
          <a:p>
            <a:pPr lvl="1"/>
            <a:r>
              <a:rPr lang="en-US" dirty="0"/>
              <a:t>Feedforward improvement</a:t>
            </a:r>
          </a:p>
          <a:p>
            <a:pPr lvl="1"/>
            <a:endParaRPr lang="en-US" dirty="0"/>
          </a:p>
          <a:p>
            <a:r>
              <a:rPr lang="en-US" dirty="0"/>
              <a:t>Can include this in my planning to use that data instead for now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636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parallel for gantry setup</a:t>
            </a:r>
          </a:p>
          <a:p>
            <a:r>
              <a:rPr lang="en-US" dirty="0"/>
              <a:t>Start LPV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04BA-BDDE-6BD2-11EE-35FC57AF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02C4-15BC-C4EE-D9E1-2BDC5A3E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DF8B1-3EF2-4FFA-164D-E8F7086FE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DD30C-CB32-B47C-BDD0-843231104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9" y="0"/>
            <a:ext cx="11444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75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79E9-9071-13BA-6535-433870DC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383A-EE11-06D2-B97B-A4EF5B77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025A0-AFF2-B58C-AAB5-3A7334B73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1143189"/>
            <a:ext cx="10971893" cy="457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84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6895-9306-0765-FF5F-FF5C4C25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8BECF-8596-819C-A674-0EF753BFA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1143189"/>
            <a:ext cx="10971893" cy="457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5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99CC-0473-A62D-4BAD-ECC21844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5C752-A6F0-F40B-C7C5-3C4434C8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93D4D-588B-86E3-B792-97BA5455D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1143189"/>
            <a:ext cx="10971893" cy="457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90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40C2-AD96-3F68-5918-2DE6F279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F97B-A51F-70C0-DAA0-5EBA49F9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400 </a:t>
            </a:r>
            <a:r>
              <a:rPr lang="en-US" dirty="0" err="1"/>
              <a:t>hz</a:t>
            </a:r>
            <a:r>
              <a:rPr lang="en-US" dirty="0"/>
              <a:t> range </a:t>
            </a:r>
            <a:r>
              <a:rPr lang="en-US" dirty="0" err="1"/>
              <a:t>kijken</a:t>
            </a:r>
            <a:r>
              <a:rPr lang="en-US" dirty="0"/>
              <a:t> met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spring stiffness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meer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realistisch</a:t>
            </a:r>
            <a:r>
              <a:rPr lang="en-US" dirty="0">
                <a:sym typeface="Wingdings" panose="05000000000000000000" pitchFamily="2" charset="2"/>
              </a:rPr>
              <a:t> dan in de 27 </a:t>
            </a:r>
            <a:r>
              <a:rPr lang="en-US" dirty="0" err="1">
                <a:sym typeface="Wingdings" panose="05000000000000000000" pitchFamily="2" charset="2"/>
              </a:rPr>
              <a:t>hz</a:t>
            </a:r>
            <a:r>
              <a:rPr lang="en-US" dirty="0">
                <a:sym typeface="Wingdings" panose="05000000000000000000" pitchFamily="2" charset="2"/>
              </a:rPr>
              <a:t> range </a:t>
            </a:r>
            <a:r>
              <a:rPr lang="en-US" dirty="0" err="1">
                <a:sym typeface="Wingdings" panose="05000000000000000000" pitchFamily="2" charset="2"/>
              </a:rPr>
              <a:t>als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ik</a:t>
            </a:r>
            <a:r>
              <a:rPr lang="en-US" dirty="0">
                <a:sym typeface="Wingdings" panose="05000000000000000000" pitchFamily="2" charset="2"/>
              </a:rPr>
              <a:t> die </a:t>
            </a:r>
            <a:r>
              <a:rPr lang="en-US" dirty="0" err="1">
                <a:sym typeface="Wingdings" panose="05000000000000000000" pitchFamily="2" charset="2"/>
              </a:rPr>
              <a:t>nog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gevonden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zou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hebben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  <a:p>
            <a:r>
              <a:rPr lang="en-US" dirty="0" err="1"/>
              <a:t>Formule</a:t>
            </a:r>
            <a:r>
              <a:rPr lang="en-US" dirty="0"/>
              <a:t> jasper </a:t>
            </a:r>
            <a:r>
              <a:rPr lang="en-US" dirty="0" err="1"/>
              <a:t>gebruiken</a:t>
            </a:r>
            <a:r>
              <a:rPr lang="en-US" dirty="0"/>
              <a:t> voor damping coefficient </a:t>
            </a:r>
            <a:r>
              <a:rPr lang="en-US" dirty="0" err="1"/>
              <a:t>bepalen</a:t>
            </a:r>
            <a:r>
              <a:rPr lang="en-US" dirty="0"/>
              <a:t>: Meestal percentage</a:t>
            </a:r>
          </a:p>
          <a:p>
            <a:r>
              <a:rPr lang="en-US" dirty="0"/>
              <a:t>Offset </a:t>
            </a:r>
            <a:r>
              <a:rPr lang="en-US" dirty="0" err="1"/>
              <a:t>middelpunt</a:t>
            </a:r>
            <a:r>
              <a:rPr lang="en-US" dirty="0"/>
              <a:t> </a:t>
            </a:r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formules</a:t>
            </a:r>
            <a:r>
              <a:rPr lang="en-US" dirty="0"/>
              <a:t> (R)</a:t>
            </a:r>
          </a:p>
          <a:p>
            <a:r>
              <a:rPr lang="pt-BR" dirty="0"/>
              <a:t> ka = 1.01 * (2π * 400)² ≈ 6.38 × 10⁶ N/m</a:t>
            </a:r>
            <a:endParaRPr lang="en-NL" dirty="0"/>
          </a:p>
        </p:txBody>
      </p:sp>
      <p:pic>
        <p:nvPicPr>
          <p:cNvPr id="1026" name="Picture 2" descr="Theory of vibration - Composite Materials Hub">
            <a:extLst>
              <a:ext uri="{FF2B5EF4-FFF2-40B4-BE49-F238E27FC236}">
                <a16:creationId xmlns:a16="http://schemas.microsoft.com/office/drawing/2014/main" id="{53CAC0D8-C8D2-C58C-69EE-E9AE8E465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252" y="4248305"/>
            <a:ext cx="30003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National Center for Voice and Speech - Tutorials">
            <a:extLst>
              <a:ext uri="{FF2B5EF4-FFF2-40B4-BE49-F238E27FC236}">
                <a16:creationId xmlns:a16="http://schemas.microsoft.com/office/drawing/2014/main" id="{5137FA8D-FF86-0BD8-BAFC-B797D874F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379" y="4835525"/>
            <a:ext cx="36957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359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5921-E551-B1C3-2ACA-C9FF5D54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C2797-F575-3CFA-C06E-93EE1A88A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Choices:                       </a:t>
            </a:r>
          </a:p>
          <a:p>
            <a:r>
              <a:rPr lang="en-US" dirty="0"/>
              <a:t>  - Target frequency: </a:t>
            </a:r>
            <a:r>
              <a:rPr lang="en-US" dirty="0" err="1"/>
              <a:t>f_a</a:t>
            </a:r>
            <a:r>
              <a:rPr lang="en-US" dirty="0"/>
              <a:t> = 400 Hz                                                    </a:t>
            </a:r>
          </a:p>
          <a:p>
            <a:r>
              <a:rPr lang="en-US" dirty="0"/>
              <a:t>  - Damping ratio: zeta = 0.05 (metal structures with joints, range 0.03-0.07)</a:t>
            </a:r>
          </a:p>
          <a:p>
            <a:endParaRPr lang="en-US" dirty="0"/>
          </a:p>
          <a:p>
            <a:r>
              <a:rPr lang="en-US" dirty="0"/>
              <a:t>  Calculated:                                                  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</a:t>
            </a:r>
            <a:r>
              <a:rPr lang="en-US" dirty="0" err="1"/>
              <a:t>k_a</a:t>
            </a:r>
            <a:r>
              <a:rPr lang="en-US" dirty="0"/>
              <a:t> = </a:t>
            </a:r>
            <a:r>
              <a:rPr lang="en-US" dirty="0" err="1"/>
              <a:t>m_a</a:t>
            </a:r>
            <a:r>
              <a:rPr lang="en-US" dirty="0"/>
              <a:t> * (2pif_a)^2 = 1.01 * (2pi400)^2 ≈ 6.38e6 N/m                             </a:t>
            </a:r>
          </a:p>
          <a:p>
            <a:r>
              <a:rPr lang="en-US" dirty="0"/>
              <a:t>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c_a</a:t>
            </a:r>
            <a:r>
              <a:rPr lang="en-US" dirty="0"/>
              <a:t> = 2 * zeta * sqrt(</a:t>
            </a:r>
            <a:r>
              <a:rPr lang="en-US" dirty="0" err="1"/>
              <a:t>k_a</a:t>
            </a:r>
            <a:r>
              <a:rPr lang="en-US" dirty="0"/>
              <a:t> * </a:t>
            </a:r>
            <a:r>
              <a:rPr lang="en-US" dirty="0" err="1"/>
              <a:t>m_a</a:t>
            </a:r>
            <a:r>
              <a:rPr lang="en-US" dirty="0"/>
              <a:t>) = 2 * 0.05 * sqrt(6.38e6 * 1.01) ≈ 254 Ns/m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98417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3050-EF40-4455-D28F-C2F8C9E6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stiffness and damping coefficient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5E37-BD5A-5EC0-821E-8C1AA8699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https://www.jpe-innovations.com/precision-point/structural-damping-properties-mechanical-systems/</a:t>
            </a:r>
            <a:endParaRPr lang="en-US" dirty="0"/>
          </a:p>
          <a:p>
            <a:r>
              <a:rPr lang="en-US" dirty="0"/>
              <a:t>Formula stiffness circa 200-400 </a:t>
            </a:r>
            <a:r>
              <a:rPr lang="en-US" dirty="0" err="1"/>
              <a:t>hz</a:t>
            </a:r>
            <a:r>
              <a:rPr lang="en-US" dirty="0"/>
              <a:t> (choose 400) but coupled system, so will have to see how it affects.</a:t>
            </a:r>
          </a:p>
          <a:p>
            <a:pPr fontAlgn="t"/>
            <a:r>
              <a:rPr lang="en-US" dirty="0"/>
              <a:t>For damping choose Metal structures with joints </a:t>
            </a:r>
            <a:r>
              <a:rPr lang="en-NL" dirty="0"/>
              <a:t>0.03 - 0.07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6871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</TotalTime>
  <Words>1136</Words>
  <Application>Microsoft Office PowerPoint</Application>
  <PresentationFormat>Widescreen</PresentationFormat>
  <Paragraphs>137</Paragraphs>
  <Slides>36</Slides>
  <Notes>6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Office Theme</vt:lpstr>
      <vt:lpstr>Meeting Week 18</vt:lpstr>
      <vt:lpstr>Last week summary</vt:lpstr>
      <vt:lpstr>PowerPoint Presentation</vt:lpstr>
      <vt:lpstr>PowerPoint Presentation</vt:lpstr>
      <vt:lpstr>Results verified against simscape</vt:lpstr>
      <vt:lpstr>Update: verify augmented model against simscape</vt:lpstr>
      <vt:lpstr>Correction simscape model Offset not properly connected</vt:lpstr>
      <vt:lpstr>PowerPoint Presentation</vt:lpstr>
      <vt:lpstr>PowerPoint Presentation</vt:lpstr>
      <vt:lpstr>Baseline vs augmented system</vt:lpstr>
      <vt:lpstr>PowerPoint Presentation</vt:lpstr>
      <vt:lpstr>PowerPoint Presentation</vt:lpstr>
      <vt:lpstr>PowerPoint Presentation</vt:lpstr>
      <vt:lpstr>PowerPoint Presentation</vt:lpstr>
      <vt:lpstr>Error between baseline and augmented</vt:lpstr>
      <vt:lpstr>PowerPoint Presentation</vt:lpstr>
      <vt:lpstr>Verify gantry model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Augmentation</vt:lpstr>
      <vt:lpstr>Can I do augmentation before LPV?</vt:lpstr>
      <vt:lpstr>PowerPoint Presentation</vt:lpstr>
      <vt:lpstr>Data ASMPT</vt:lpstr>
      <vt:lpstr>Outline next week</vt:lpstr>
      <vt:lpstr>PowerPoint Presentation</vt:lpstr>
      <vt:lpstr>PowerPoint Presentation</vt:lpstr>
      <vt:lpstr>PowerPoint Presentation</vt:lpstr>
      <vt:lpstr>PowerPoint Presentation</vt:lpstr>
      <vt:lpstr>Frequency</vt:lpstr>
      <vt:lpstr>PowerPoint Presentation</vt:lpstr>
      <vt:lpstr>Determining stiffness and damping coefficient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2026-06-04T09:56:45Z</dcterms:modified>
</cp:coreProperties>
</file>